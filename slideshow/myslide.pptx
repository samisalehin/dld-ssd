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77" r:id="rId8"/>
    <p:sldId id="278" r:id="rId9"/>
    <p:sldId id="279" r:id="rId10"/>
    <p:sldId id="300" r:id="rId11"/>
    <p:sldId id="301" r:id="rId12"/>
    <p:sldId id="280" r:id="rId13"/>
    <p:sldId id="281" r:id="rId14"/>
    <p:sldId id="282" r:id="rId15"/>
    <p:sldId id="283" r:id="rId16"/>
    <p:sldId id="284" r:id="rId17"/>
    <p:sldId id="285" r:id="rId18"/>
    <p:sldId id="266" r:id="rId19"/>
    <p:sldId id="286" r:id="rId20"/>
    <p:sldId id="287" r:id="rId21"/>
    <p:sldId id="288" r:id="rId22"/>
    <p:sldId id="289" r:id="rId23"/>
    <p:sldId id="290" r:id="rId24"/>
    <p:sldId id="267" r:id="rId25"/>
    <p:sldId id="268" r:id="rId26"/>
    <p:sldId id="269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70" r:id="rId35"/>
    <p:sldId id="271" r:id="rId36"/>
    <p:sldId id="262" r:id="rId37"/>
    <p:sldId id="263" r:id="rId38"/>
    <p:sldId id="264" r:id="rId39"/>
    <p:sldId id="298" r:id="rId40"/>
    <p:sldId id="29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14.9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504 173 3041,'0'0'1422,"-29"3"-1403,-90 7 13,70-3 434,0 1 1,-82 25-1,11-2 704,113-29-250,17-1-727,31-3-209,239-44 302,-151 21-268,839-147-1747,-803 151-1088,-129 20 656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15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80 4418,'0'0'1307,"-3"-17"-965,-7-46-297,14 141-330,73 365 506,-63-348-203,25 147 28,-36-229-131,-3-10-61,0 0 0,1 0-1,0 0 1,0 0 0,-1 0 0,2 0-1,-1 0 1,0-1 0,3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15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 5090,'0'0'1969,"0"-9"-1758,1-17-250,1 52-159,4 52 107,54 559 352,-57-610-261,22 176 16,-24-193-10,-2-88 179,-1 17-209,3 0-1,11-77 1,-9 120-7,1 0 1,0 0-1,2 1 0,0-1 0,0 1 0,2 1 0,0-1 1,1 1-1,1 1 0,0 0 0,1 0 0,13-13 1,-20 23-4,1 0 0,-1 0 0,1 1 1,0 0-1,1 0 0,-1 0 1,1 0-1,0 1 0,0 0 1,0 0-1,0 1 0,0-1 0,0 2 1,1-1-1,-1 1 0,1-1 1,-1 2-1,11-1 0,-15 1 24,1 0-1,0 1 1,-1-1 0,1 1-1,0 0 1,-1 0-1,1 0 1,0 0-1,-1 0 1,0 1 0,1-1-1,-1 1 1,0-1-1,0 1 1,0 0-1,0 0 1,0 0 0,0 0-1,0 0 1,-1 0-1,1 1 1,-1-1-1,3 5 1,2 6-19,-1 1-1,0 0 1,5 19 0,-6-19 12,53 268 111,-43-198-41,-10-64-38,0-1 1,1 1-1,12 29 1,-15-44-33,0-1 0,0 1 0,0-1 0,1 0 0,-1 0 0,1 0 0,0 0 0,1 0 0,-1-1 0,0 1 0,1-1 0,0 0 0,0 0 0,0 0 0,0-1 0,0 0 0,1 1 0,-1-1 0,9 2 0,29-1-1378,2-3-1646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16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4498,'0'0'2161,"0"53"-2657,0 25 496,0 5 176,3-9-128,0-12-16,3-11-32,0-15 0,3-10-96,-1-11-704,4-12-961,0-3-1681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16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1 1473,'0'0'3377,"-158"98"-3345,155-56-32,3-19 0,48-11-144,14-12 144,9 0 160,-11-6-144,-19-23 160,-14 2-128,-18-6-48,-9 12 0,0 4-1040,-18 5-1537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16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33 484 3474,'0'0'1392,"-6"13"-1285,-17 38 45,19-41-30,7-10-84,6-8 2,14-22 92,0 0 0,-3-2-1,0-1 1,27-63 0,-35 67-111,-1-1 0,-2-1 0,-1 0 0,-1 0 0,-2-1 0,0 0 0,-1-51 0,-4 82-23,0-1-1,0 1 1,-1 0-1,1 0 1,0 0-1,0-1 1,0 1-1,-1 0 1,1 0-1,-1 0 1,1 0-1,-1 0 1,1 0-1,-1 0 1,0 0-1,1 0 1,-1 0-1,0 0 1,0 0-1,1 0 1,-1 1-1,0-1 1,0 0-1,0 1 1,0-1-1,0 0 1,0 1-1,-1-1 1,1 1 0,0 0-1,0-1 1,0 1-1,0 0 1,0 0-1,-1 0 1,0-1-1,0 1-2,0 0 1,0 1-1,0-1 0,0 0 0,0 0 1,-1 1-1,1 0 0,1-1 0,-1 1 0,0 0 1,0 0-1,0 0 0,0 0 0,1 0 1,-1 0-1,0 0 0,1 1 0,-1-1 1,1 1-1,-3 2 0,2-1 3,0 0 0,0 1 0,0-1 0,1 1 0,-1 0 0,1-1 0,0 1 0,0 0 0,0 0 0,0 0 0,1 0 0,-1 0 0,1 0 0,0-1 0,0 1 0,1 0 0,-1 0 0,1 0 0,0 0 0,2 7 0,0-7-7,-1 1 1,0-1-1,1 1 0,0-1 0,0 0 0,1 0 0,-1 0 0,1 0 0,-1-1 0,1 0 0,0 1 1,1-1-1,-1-1 0,0 1 0,9 3 0,23 8-104,43 11 0,33 13 41,-100-33 54,0 2 1,0-1 0,0 1 0,0 1 0,-1 0-1,16 16 1,-15-11-1,-1 0 1,-1 1-1,0 0 1,-1 1-1,0 0 0,-1 0 1,-1 1-1,0 0 0,-2 0 1,7 26-1,-6-14 0,-2-1-1,0 1 1,-2 0 0,-1 0-1,-5 46 1,3-67 18,0 0 1,0 0-1,-1 0 0,0 0 0,0-1 1,0 1-1,-1-1 0,0 0 1,0 1-1,-1-1 0,0-1 0,0 1 1,0 0-1,-1-1 0,1 0 1,-1 0-1,0-1 0,-1 1 1,-9 6-1,4-6 61,1 0-1,-1 0 1,0 0 0,0-2 0,-1 1 0,1-1 0,-1-1-1,0 0 1,0-1 0,-18 0 0,24-1-38,1-1 1,0 0-1,0 0 0,0 0 0,0-1 1,0 1-1,0-1 0,0 0 1,0-1-1,1 1 0,-1-1 0,1 0 1,-1 0-1,1 0 0,0-1 1,1 1-1,-1-1 0,0 0 1,1 0-1,0 0 0,0-1 0,0 1 1,1-1-1,0 0 0,-1 1 1,2-1-1,-4-10 0,3 9-37,0-1 0,1 1 0,0-1 0,0 1 0,0-1 0,1 0 0,0 0 0,0 1 0,1-1 0,-1 0 0,2 1 0,-1-1 0,1 0 0,0 1 0,0 0 0,0-1 0,1 1 0,0 0 0,1 0 0,-1 1 0,8-10 0,-5 10 8,0 0 1,-1 0-1,2 1 0,-1 0 0,0 1 0,1-1 1,0 1-1,-1 0 0,1 1 0,1-1 1,9-1-1,-7 2-4,1 1 0,-1 0 0,1 0 0,-1 1 0,1 0 0,-1 1 0,17 3 0,-24-3 4,-1-1 0,1 1 0,-1 0 0,0 0 1,0 0-1,1 0 0,-1 1 0,0-1 0,0 0 0,0 1 0,0 0 1,0-1-1,-1 1 0,1 0 0,-1 0 0,1 0 0,-1 0 1,1 0-1,-1 0 0,0 0 0,0 1 0,0-1 0,1 4 1,0 3-12,0 0 1,-1 0-1,0 0 1,-1 16 0,0-21 16,0 9-66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17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30 219 4674,'0'0'1996,"-1"-30"-1215,-6-92-242,2 73-191,4 48-315,1-1 0,0 1 0,-1 0 0,1 0 0,-1-1 0,0 1 0,1 0-1,-1 0 1,0 0 0,0 0 0,1-1 0,-1 1 0,-2-1 0,0 20-177,3 88-18,-2 13 245,19 163 1,-17-278-122,7 45-645,1 59 1,-8-147-5519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17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 0 3089,'0'0'3010,"-30"13"-2925,0 1-50,0 1 0,-30 21-1,54-31 1,1-1 0,1 1-1,-1-1 1,1 1 0,0 1 0,0-1-1,0 0 1,1 1 0,0 0 0,0 0-1,0 0 1,1 0 0,0 1 0,0-1-1,1 0 1,-1 1 0,2-1 0,-1 1-1,1 9 1,-1-5 47,0-3-18,0 0 1,1 0 0,0 0-1,0 1 1,1-1-1,0 0 1,2 9 0,-2-14-53,0-1 0,0 1 0,1 0 0,-1-1 0,0 1 0,1-1 0,0 0-1,-1 1 1,1-1 0,0 0 0,0 0 0,1 0 0,-1 0 0,0-1 0,0 1 0,1 0 0,-1-1 0,1 0 0,0 0 0,-1 0 0,1 0 0,4 1 0,4 1 30,1-1 1,-1-1-1,1 0 0,-1 0 0,1-1 1,0-1-1,-1 0 0,1 0 1,-1-1-1,1-1 0,-1 0 1,0 0-1,0-1 0,-1-1 0,1 1 1,9-8-1,-14 9-26,0-1 0,-1 0 0,1 0 1,-1 0-1,0-1 0,0 0 0,-1 0 0,1 0 0,-1-1 0,-1 1 1,1-1-1,-1 0 0,0 0 0,0 0 0,0-1 0,-1 1 0,0 0 1,0-1-1,-1 0 0,0 1 0,0-1 0,0 0 0,-1 0 0,0 0 1,-1 1-1,1-1 0,-1 0 0,-3-10 0,3 15-53,0-1-1,1 1 1,-1 0-1,0-1 1,-1 1-1,1 0 0,0 0 1,-1 0-1,1 0 1,-1 0-1,1 0 1,-1 1-1,0-1 1,0 0-1,0 1 1,0 0-1,0-1 1,0 1-1,0 0 1,0 0-1,-1 0 1,1 0-1,0 0 0,-1 1 1,1-1-1,-1 1 1,1 0-1,-1-1 1,-3 1-1,6 0-48,0 0 0,-1 0 0,1 0 0,-1 0-1,1 0 1,-1 0 0,1 0 0,0 0 0,-1 0-1,1 0 1,-1 0 0,1 0 0,0 1 0,-1-1-1,1 0 1,-1 0 0,1 0 0,0 0 0,-1 1-1,1-1 1,0 0 0,-1 0 0,1 1 0,0-1-1,-1 1 1,-3 16-3590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18.5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12 618 2257,'0'0'2332,"-2"10"-2215,-3 9-174,0-1 1020,22-48-137,50-111-526,56-169 0,-118 296-304,-1-1 0,-1 1 0,0-1 0,0 0 0,-1 1 0,-1-1 0,-1 0 0,0 0 0,-4-22 0,4 36 0,-1 0 1,0 0-1,0 0 1,0 0-1,0 0 1,0 0-1,0 0 1,0 0-1,0 1 1,0-1-1,-1 0 0,1 1 1,0-1-1,0 1 1,-1-1-1,1 1 1,0 0-1,-1-1 1,1 1-1,0 0 1,-1 0-1,1 0 1,-3 0-1,1 0 15,-1 0 0,1 0 0,-1 0 0,1 0 0,-1 1-1,1-1 1,-1 1 0,-5 2 0,7-1-12,0 0 0,-1 0 0,1 0 0,0 0 0,0 0 0,0 0 0,1 1 0,-1-1 0,1 0 0,-1 1 0,1 0 0,0-1 0,0 1 0,0 0 0,0 0 0,0-1 0,0 7 0,0-3-17,0 1 0,1 0-1,0 0 1,0-1-1,0 1 1,3 13-1,-2-18 7,1 1 0,-1 0-1,1-1 1,0 1 0,-1-1-1,1 1 1,0-1 0,1 0-1,-1 0 1,0 0-1,1 0 1,-1 0 0,1 0-1,0-1 1,-1 1 0,1-1-1,0 0 1,0 0-1,0 0 1,0 0 0,0 0-1,4 0 1,-2 1-8,134 27-144,-102-23 100,0 1 1,0 2-1,53 20 0,-79-24 47,-1 0 0,0 0 0,-1 1 0,1 0 0,-1 1 0,0 0 0,0 0 0,-1 1 1,0 0-1,-1 0 0,0 1 0,0 0 0,-1 0 0,0 1 0,0 0 0,4 12 0,-2 3-4,-1 0 0,-1 0 0,-1 0 0,-2 1 1,0 0-1,-3 47 0,0-62 24,0-1 1,-1 1 0,0-1 0,-1 0-1,0 1 1,-1-1 0,0 0-1,0 0 1,-1-1 0,-1 1 0,1-1-1,-2 0 1,1 0 0,-1 0 0,0-1-1,-1 0 1,0 0 0,0 0 0,-17 12-1,14-12 3,1-1 0,-1 0 0,0-1 0,-1 0 0,1-1 0,-1 0-1,0-1 1,-1 0 0,1 0 0,-1-1 0,1-1 0,-1 0 0,0-1-1,-14 0 1,23 0 10,0-1 0,0 0 0,0 0 0,0-1 0,1 1 0,-1 0-1,0-1 1,0 0 0,0 0 0,1 0 0,-1 0 0,0 0 0,1 0 0,-1-1-1,1 1 1,0-1 0,-1 0 0,1 0 0,0 0 0,0 0 0,0 0 0,0 0-1,0 0 1,-2-5 0,1-1 7,0 0-1,1 0 1,0 0-1,0 0 0,0 0 1,1-1-1,0-12 1,0-2-6,0 0 1,4-35-1,-2 51-16,0 1 0,0-1 0,1 0 0,0 0 0,0 1-1,1-1 1,0 1 0,0 0 0,1 0 0,-1 0 0,1 0 0,7-7 0,-3 5 0,-1 2 1,1-1 0,0 1-1,1 1 1,-1-1 0,1 1-1,0 1 1,1 0 0,-1 0-1,1 1 1,0 0 0,-1 0 0,1 1-1,0 1 1,1-1 0,-1 2-1,0-1 1,10 2 0,-17-1-4,-1 0-1,1 0 1,-1 0 0,1 0 0,-1 0 0,1 1 0,-1-1 0,1 1 0,-1-1 0,0 1 0,1 0 0,-1 0-1,0 0 1,0 0 0,0 1 0,1-1 0,-1 0 0,-1 1 0,1 0 0,0-1 0,0 1 0,0 0 0,-1 0-1,1 0 1,-1 0 0,0 0 0,0 0 0,0 1 0,0-1 0,0 0 0,0 1 0,0-1 0,-1 0 0,1 1-1,-1-1 1,1 5 0,1 11 32,-1-1 1,-2 24-1,1-16-219,0-15-879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19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645 334 5138,'0'0'1614,"2"-4"-704,0-2-885,0 0 0,0 0-1,-1 0 1,1 0 0,-1 0-1,-1-1 1,1 1 0,-1 0-1,0-1 1,-1 1 0,1 0-1,-1 0 1,-1-1 0,1 1-1,-1 0 1,0 0 0,0 0-1,-1 1 1,1-1 0,-1 0-1,-1 1 1,1 0 0,-8-8-1,-9-8-22,-2 2 0,-1 0 0,0 2 0,-1 0 0,-1 2 0,0 1 0,-34-14 0,46 22 5,-1 2-1,1-1 0,-1 1 0,0 1 0,0 1 0,-1 0 0,1 1 1,0 0-1,-19 2 0,26 0-15,1 0 0,-1 0 0,1 1 0,0 0 1,0 0-1,0 0 0,0 1 0,0 0 0,0 0 0,0 1 0,1 0 1,0 0-1,0 0 0,0 0 0,0 1 0,1 0 0,0 0 0,-7 10 1,-6 10-10,2 1 1,-22 48 0,37-72 18,-13 30 1,2 1 0,1 0 0,2 1 0,1 0 0,1 0 0,3 0 1,0 1-1,4 47 0,-1-71 0,0-1 0,2 1-1,-1 0 1,1-1 0,1 1 0,0-1 0,0 1 0,1-1 0,0 0 0,8 13 0,-8-17-10,1 0 0,-1 0 0,1 0 0,0-1 1,1 0-1,-1 0 0,1 0 0,0-1 0,0 0 0,0 0 1,1 0-1,-1-1 0,1 0 0,0 0 0,0-1 1,9 2-1,-2 0 17,0-1 1,0-1 0,1 0 0,-1-1-1,1-1 1,-1 0 0,0-1 0,1 0-1,-1-1 1,0-1 0,1-1-1,-2 0 1,1 0 0,0-1 0,-1-1-1,16-9 1,-7 0 4,0-2-1,-1-1 1,-1 0-1,-1-1 1,-1-1-1,22-31 1,-29 36-3,-1 0 0,-1-1 0,-1 0 0,0-1 0,-1 0 0,0 0 0,-2-1 0,0 1 0,-1-1 0,2-26 0,-5-115 256,-8 116-22,7 42-219,-1 0 1,1-1 0,0 1-1,-1-1 1,0 1-1,1 0 1,-1 0 0,0-1-1,1 1 1,-1 0-1,0 0 1,0 0 0,0 0-1,0 0 1,0 0-1,0 0 1,0 0 0,0 0-1,-1 0 1,1 1-1,0-1 1,0 0 0,-1 1-1,1-1 1,-1 1-1,-1-1 1,1 1-4,2 0-24,0 0 0,0 0 0,-1 0 0,1 0 0,0 0 0,-1 0 0,1 1 0,0-1 1,0 0-1,-1 0 0,1 0 0,0 0 0,0 1 0,0-1 0,-1 0 0,1 0 0,0 0 0,0 1 0,0-1 0,-1 0 0,1 0 0,0 1 0,0-1 0,0 0 0,0 0 1,0 1-1,0-1 0,0 0 0,-1 0 0,1 1 0,0-1 0,0 0 0,0 1 0,0-1 0,0 0 0,0 0 0,0 1 0,1-1 0,-1 0 0,0 1 0,0-1 0,0 0 1,0 0-1,0 1 0,0-1 0,1 0 0,-1 183 11,1-170 5,1 1 0,0-1 1,1 0-1,0 0 0,1 0 0,1-1 0,0 1 0,0-1 0,1 0 0,1 0 0,0-1 0,1 0 0,0 0 0,18 18 0,-15-18-30,1-1-1,0 0 1,1 0 0,0-1-1,0-1 1,1 0 0,0-1 0,0 0-1,1-1 1,0-1 0,0 0-1,21 3 1,-8-5-800,57 0 0,38-6-4065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19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87 223 3570,'0'0'1811,"-11"-30"-1421,-5-16-188,-32-86 772,40 118-172,5 18-312,2 29-265,1-22-347,14 382 177,-4-161 11,-9-172-78,-2-31-78,2 0 0,1-1 1,7 37-1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20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1 336 3810,'0'0'1539,"1"-29"-1133,8-96-129,-9 119-255,2 0 0,-1 0 0,1 0 0,0 0-1,0 0 1,1 0 0,-1 0 0,2 1 0,-1-1 0,0 1 0,1 0 0,0 0-1,5-5 1,0 3 24,0-1 0,0 2 0,1-1 0,18-8 0,-18 10-46,8-4-5,0 1 0,0 1-1,1 1 1,0 1 0,0 0-1,1 1 1,-1 2 0,1 0-1,-1 0 1,32 4 0,-45-2-4,0 1 0,0 0 0,0 1 0,0-1 0,0 1 0,-1 1 0,1-1 0,-1 1 0,0 0 0,0 0 0,0 0 0,0 1 1,0-1-1,-1 1 0,1 0 0,-1 1 0,0-1 0,-1 1 0,1 0 0,-1 0 0,0 0 0,0 0 0,0 1 0,-1-1 0,3 7 0,2 9 10,-1 0-1,0 1 1,-1 0-1,-2 0 1,2 34-1,-3-23 2,-2 0-1,-4 41 0,1-59-4,1 0 1,-2 0-1,0 0 0,-1-1 0,0 1 0,-1-1 0,-9 15 1,9-16 13,-2-1 1,0 1-1,0-1 1,-1-1-1,-19 20 1,27-31 35,1 0 0,0 1 0,0-1 0,0 0 0,-1 1 0,1-1 0,0 0 1,0 0-1,-1 1 0,1-1 0,0 0 0,-1 0 0,1 0 0,0 0 0,-1 1 0,1-1 0,0 0 0,-1 0 0,1 0 1,0 0-1,-1 0 0,1 0 0,-1 0 0,1 0 0,0 0 0,-1 0 0,1 0 0,0 0 0,-1 0 0,1 0 0,0 0 1,-1 0-1,1-1 0,0 1 0,-1 0 0,1 0 0,0 0 0,-1-1 0,-3-16 514,8-23-437,-2 33-124,1 1 1,0-1-1,0 1 0,0-1 0,1 1 0,0 1 1,0-1-1,1 0 0,0 1 0,0 0 1,0 0-1,0 0 0,1 1 0,0 0 1,0 0-1,0 0 0,0 1 0,12-5 1,-9 4-11,1 1 0,-1-1 1,1 2-1,0-1 1,0 1-1,0 1 0,0 0 1,0 0-1,0 1 1,0 1-1,0-1 1,19 5-1,-23-2-3,1 0 0,-1 0 0,1 0 0,-1 1 0,0 0 0,-1 1-1,1-1 1,-1 1 0,0 0 0,0 0 0,0 1 0,-1-1 0,0 1 0,0 0 0,0 0 0,3 8 0,1 3-10,0 1 0,0 0 0,-2 1 1,7 32-1,-8-27 42,-2 1 0,0 0 0,-2 0 0,-1 25 0,-1-40-16,0-1 0,0 1-1,-1-1 1,0 1 0,-1-1 0,0 0-1,0 0 1,-1 0 0,0 0-1,-1-1 1,0 1 0,0-1 0,-8 8-1,-1-1 19,-1-2 0,0 1 1,-1-2-1,0 0 0,-1-1 0,0-1 0,-1 0 0,-1-1 0,-37 12 0,24-11 4,-1-3 0,1 0 0,-2-2 0,1-1 0,-40-1-1,60-3-4,1 0 0,-1-1 0,1-1 0,0 0 0,0 0-1,-22-8 1,30 9-21,-1-1-1,1-1 1,0 1-1,0-1 1,0 1-1,0-1 1,1 0-1,-1-1 1,1 1-1,-1-1 0,1 1 1,0-1-1,1 0 1,-1 0-1,1 0 1,0 0-1,-1-1 1,2 1-1,-1-1 1,-1-6-1,1 0-195,0-1-1,1 0 1,1-21-1,0-45-2229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21.0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409 342 4290,'0'0'2457,"0"16"-2396,0 52 14,0-66-75,-1-1 1,1 1-1,0 0 0,0-1 0,1 1 0,-1 0 1,0-1-1,0 1 0,1 0 0,-1-1 0,1 1 1,0-1-1,-1 1 0,1-1 0,0 1 0,0-1 1,0 1-1,0-1 0,0 0 0,0 0 0,0 1 1,1-1-1,-1 0 0,0 0 0,1 0 0,-1 0 1,3 1-1,0-1 6,1 0 1,-1 0-1,0-1 1,1 1-1,-1-1 1,1 0 0,7-1-1,1 1 46,4 0 13,-6 0-37,0 1 0,1-2 1,-1 1-1,0-1 0,0-1 0,0 0 0,0-1 0,0 0 0,21-9 0,-13 2-14,1-1 0,-2-1 0,1 0 0,27-26 0,-39 32-11,-1 0-1,0-1 0,0 1 0,-1-1 1,0 0-1,0-1 0,0 1 1,-1-1-1,-1 0 0,1 0 0,-1-1 1,0 1-1,-1 0 0,3-18 0,-4 19 2,-1 0 0,1 0 0,-1 0 0,0 1 0,-1-1-1,0 0 1,0 0 0,0 0 0,-1 1 0,0-1 0,0 0-1,-1 1 1,0 0 0,0 0 0,0 0 0,-1 0-1,0 0 1,0 0 0,0 1 0,-1 0 0,1 0 0,-11-8-1,4 4 37,0 1-1,-1 0 0,0 0 0,-1 1 1,0 1-1,0 0 0,0 1 0,-28-7 1,17 7 88,-1 1-1,0 1 1,0 2 0,-33 1 0,44 1-100,1 1 0,0 0 0,-1 1 0,1 0 0,0 1-1,1 0 1,-1 1 0,-22 12 0,17-6 58,1 1-1,0 0 0,1 1 1,0 1-1,-16 19 0,7-4 125,2 1-1,2 1 0,0 1 1,2 0-1,-29 70 0,37-74-38,0 1-1,2 0 1,2 0-1,0 1 1,2-1-1,1 1 1,2 1-1,0-1 1,6 52-1,-3-72-144,1 0-1,1-1 1,-1 1-1,2-1 1,-1 1-1,1-1 1,1-1-1,-1 1 0,2 0 1,-1-1-1,1 0 1,8 9-1,-4-8-18,0 0-1,0-1 1,1 0 0,0 0-1,1-1 1,-1-1-1,1 0 1,15 6-1,7-2-2,-1-1 1,2-1-1,-1-2 0,1-2 0,0-1 0,38-1 0,-40-2-365,-1-2 0,1 0 0,-1-2-1,0-2 1,0-1 0,-1-1 0,42-17 0,63-40-5303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21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9 121 3394,'0'0'3417,"-1"-25"-2464,-3-40-449,1 37-202,3 26-43,-1 10 108,24 261-378,-5-100 148,-10-66-113,0 16-7,24 125 0,-20-201-2666,-12-67-320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21.8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32 2881,'0'0'4165,"1"-6"-3685,-1 5-474,0 0 0,1-1 0,-1 1 0,1 0 0,-1 0 0,1 0 0,-1-1 0,1 1 0,0 0 0,-1 0 0,1 0 0,0 0 0,0 0 0,0 0 0,0 0 0,0 0 0,0 0 0,0 1 0,0-1 0,0 0 1,0 1-1,1-1 0,-1 1 0,0-1 0,0 1 0,1-1 0,-1 1 0,0 0 0,0 0 0,1 0 0,1 0 0,7 0 11,-1 0 0,0 1 0,1 0 0,11 3 0,49 13 25,0 4 0,-2 2 0,103 51 0,-127-52-49,-2 2 1,-1 2 0,-1 2 0,44 39-1,-57-42-1,-1 1-1,-1 1 1,-1 2-1,-1 0 1,37 65-1,-51-77 10,-1 0 0,-1 0 0,-1 1 0,0 0 0,-1 0-1,-1 1 1,2 19 0,-5-27 3,0 0-1,-1 0 0,-1 0 0,0 0 1,0 0-1,-1 0 0,0 0 1,-1 0-1,0 0 0,-1-1 0,0 0 1,0 0-1,-10 15 0,5-12 9,-1-1 0,-1 0-1,0 0 1,-1-1 0,0 0-1,-24 15 1,-2-2 86,-53 26 0,31-22-53,0-3 0,-2-2 1,0-3-1,-1-3 1,-1-3-1,-84 8 0,124-19-40,0-2-1,0-1 1,-32-4-1,49 3-98,0 0-1,-1-1 1,2 0-1,-1 0 1,0 0-1,0-1 1,1 0-1,-1 0 1,1-1-1,0 1 1,0-2-1,0 1 1,1 0-1,-1-1 1,-4-7-1,2 1-714,1 0-1,1-1 1,0 0-1,1-1 1,0 1-1,-4-17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22.6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470 304 6099,'0'0'560,"-14"27"-408,-43 83-80,43-73-34,14-36-37,0 0-1,0 0 1,-1 0 0,1-1-1,0 1 1,0 0-1,0 0 1,0 0 0,1 0-1,-1 0 1,0 0 0,0 0-1,0 0 1,1 0-1,-1 0 1,1 0 0,0 1-1,0-1 0,0 0 0,1-1 0,-1 1 0,1 0 0,-1-1 0,1 1 0,-1-1 0,1 1 0,0-1 0,-1 0 0,1 0 0,-1 0 0,1 0 0,0 0 0,-1 0 0,1 0 0,-1 0 0,3-1 0,8 0 10,-6 1-6,0 0 1,0-1-1,0 0 0,0 0 1,0 0-1,0-1 1,0 0-1,0 0 1,0 0-1,-1-1 0,0 0 1,1 0-1,-1 0 1,8-7-1,-6 3-40,-1 0-1,1 0 1,-1 0-1,0-1 1,-1 0-1,0 0 1,0-1-1,6-15 1,-5 7-54,-1 0 1,0 0-1,-1-1 0,-1 1 1,0-1-1,-2 1 1,0-1-1,-1 0 1,-4-35-1,2 45 68,0 0 0,0 0 1,-1 0-1,0 0 0,0 1 0,0-1 0,-1 1 1,-1 0-1,1 0 0,-1 0 0,0 1 1,0 0-1,-1 0 0,0 0 0,0 0 0,-1 1 1,1 0-1,-1 0 0,0 1 0,-8-4 0,3 3 75,0 0-1,-1 0 0,0 1 0,0 1 0,0 0 0,-1 1 0,1 0 1,0 1-1,-1 1 0,1 0 0,-24 3 0,28-1-33,0 0 0,1 0 0,-1 1 0,0 0 0,1 1 0,0 0 0,0 0 0,0 1 0,0 0 0,1 0 0,0 1 0,-9 8 0,-4 6 59,1 2 0,-25 36-1,27-33 135,1 1 0,1 0 1,1 1-1,1 1 0,1 0 0,-11 43 0,20-58-163,0 0-1,0 0 1,1 0 0,1 0-1,0 0 1,1 0 0,0 0-1,1 0 1,1 1 0,0-1 0,0 0-1,2-1 1,-1 1 0,2-1-1,0 1 1,0-1 0,9 14-1,-5-14-42,-1-2 0,2 1 0,0-1-1,0-1 1,0 1 0,1-2 0,1 0-1,-1 0 1,2-1 0,-1 0 0,1-1-1,-1-1 1,1 0 0,15 4 0,2-2-285,0-1 1,0-1-1,0-2 1,1-1-1,45-3 1,-48 0-450,1-2 1,37-8-1,15-15-1346,-42 10 931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22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 6 4818,'0'0'2062,"-27"-1"-1912,11-1-132,5 1-12,1 0 0,-1 1 0,1 0 0,-1 0 1,-17 4-1,24-3 6,0 0-1,-1 1 1,1-1 0,0 1 0,-1 0 0,1 1-1,0-1 1,1 1 0,-1-1 0,0 1 0,1 0-1,-1 0 1,1 1 0,0-1 0,0 1 0,0 0-1,1-1 1,-1 1 0,-2 7 0,-5 14 76,1 0 1,1 0 0,2 1-1,0 0 1,2 0-1,1 1 1,1 0 0,2 35-1,-1-46-55,2 1 0,0-1-1,1 0 1,1 0-1,7 24 1,-7-32-26,0 1-1,1-1 1,0 0-1,1 0 1,-1-1 0,2 1-1,-1-1 1,1 0-1,0-1 1,0 1 0,11 7-1,-10-8 7,1 0 0,1-1-1,-1 0 1,1 0 0,0-1-1,0 0 1,0 0 0,0-1 0,1 0-1,0-1 1,-1 0 0,1-1-1,0 0 1,0 0 0,0-1-1,0-1 1,-1 1 0,1-1 0,0-1-1,0 0 1,-1 0 0,1-1-1,-1-1 1,0 1 0,0-1-1,0-1 1,0 1 0,-1-2 0,0 1-1,0-1 1,0 0 0,-1-1-1,0 0 1,0 0 0,0-1 0,-1 1-1,-1-1 1,1-1 0,-1 1-1,0-1 1,6-16 0,-6 10-16,0 0 1,-1-1 0,-1 0 0,-1 1-1,0-1 1,-1 0 0,0 0-1,-3-23 1,1 27-35,-1-1 0,0 1 0,-1 0 0,0 0 0,-1 0 0,-1 1 0,0-1 0,0 1 0,-1 0 0,0 0 1,-9-10-1,1 3-176,-1 1 1,-28-25-1,35 36 70,-1 0-1,1 0 1,-1 1-1,1 0 1,-2 0-1,1 1 1,0 0-1,-14-3 1,-22-1-1349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23.4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63 4418,'0'0'2991,"0"-10"-2087,0-32-336,-3 32-394,0 20-204,-7 78 5,2 161-1,8-206 16,0-21 14,1-1 0,1 1-1,1-1 1,1 0 0,1 0-1,0 0 1,13 28 0,-16-42-11,1 0 1,1 0 0,0 0 0,0-1 0,0 0-1,0 0 1,1 0 0,0 0 0,0-1 0,1 0-1,0 0 1,-1 0 0,2-1 0,-1 0 0,0 0-1,1 0 1,0-1 0,0 0 0,0-1 0,0 1-1,0-1 1,0 0 0,1-1 0,9 1 0,-9-2-46,-1 1 1,1-1-1,-1-1 1,1 1 0,-1-2-1,1 1 1,-1-1-1,0 0 1,0 0 0,0-1-1,0 0 1,0 0-1,12-8 1,-11 4-56,1 0-1,-1-1 1,-1 0 0,1 0-1,-1-1 1,-1 0-1,0 0 1,10-20 0,-5 6 78,-1-1 0,-1-1-1,-1 1 1,-1-1 0,-2-1 0,4-37 0,-4 8 38,-7-109-1,2 160 20,0 0 26,0 0 0,0 0-1,0 0 1,-1 0 0,1 1 0,-1-1-1,0 0 1,0 0 0,0 0 0,0 1-1,-1-1 1,0 1 0,1-1 0,-1 1 0,-3-4-1,5 7-47,0 0 1,0 0-1,0 0 0,0 1 0,0-1 0,0 0 0,0 0 1,0 0-1,0 0 0,0 0 0,0 0 0,0 0 0,0 0 0,0 1 1,0-1-1,0 0 0,0 0 0,0 0 0,0 0 0,0 0 1,0 0-1,0 1 0,0-1 0,0 0 0,0 0 0,0 0 0,0 0 1,0 0-1,0 0 0,0 0 0,0 0 0,0 1 0,0-1 1,0 0-1,0 0 0,-1 0 0,1 0 0,0 0 0,0 0 1,0 0-1,0 0 0,0 0 0,0 0 0,0 0 0,0 0 0,-1 0 1,1 0-1,0 0 0,0 0 0,0 0 0,0 0 0,0 0 1,0 0-1,0 0 0,-1 0 0,1 0 0,0 0 0,0 0 0,0 0 1,0 0-1,0 0 0,0 0 0,0 0 0,-1 0 0,1 0 1,0 0-1,0 0 0,0 0 0,0 0 0,0 1 14,-2 237-19,4-172 33,-2-48 0,1-2 1,1 1-1,1 0 0,1 0 1,5 18-1,-8-31-182,1 0-1,-1 1 0,1-1 0,0 0 1,0 0-1,0 0 0,0 0 1,1-1-1,0 1 0,0-1 1,0 1-1,0-1 0,0 0 1,1 0-1,-1 0 0,1-1 0,-1 1 1,1-1-1,0 0 0,0 0 1,1 0-1,-1-1 0,0 1 1,6 0-1,14-1-3079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23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1 228 3986,'0'0'1232,"26"-23"-1194,85-73 15,-108 94-51,-1 0 0,1 0-1,-1 0 1,1 1 0,0-1-1,0 1 1,-1-1 0,1 1-1,0 0 1,0 0 0,0 0 0,1 0-1,-1 1 1,0-1 0,0 1-1,0 0 1,0 0 0,6 1-1,-6 0 0,0 0-1,0 0 1,-1 1-1,1 0 0,-1-1 1,1 1-1,-1 0 0,0 0 1,1 0-1,-1 1 1,0-1-1,1 3 0,3 2 0,5 7 5,0 1-1,-2 1 0,1 0 0,-2 0 0,0 0 1,-1 1-1,-1 1 0,0-1 0,-2 1 0,5 30 0,-3 2 98,-2 1 1,-5 84-1,-3-106 376,2-33 267,0-17-106,1-21-263,5-63 1,-2 89-383,1-1 1,1 0-1,0 0 1,1 1 0,1 0-1,14-28 1,-2 12-72,1 1 0,44-54 0,-49 70-44,-1 0 1,2 1-1,0 1 0,0 1 1,1 0-1,35-19 1,-43 27 71,1 0 0,0 1 0,0-1 0,0 2 1,15-3-1,-20 4 39,-1 1 0,0 0 0,0-1 0,0 2 0,0-1 0,1 0 0,-1 0 0,0 1 0,0 0 0,0-1 0,0 1 1,0 0-1,0 1 0,0-1 0,0 1 0,-1-1 0,1 1 0,0 0 0,-1 0 0,3 2 0,0 2 0,-1 0 0,-1-1 0,1 1 0,-1 1-1,0-1 1,-1 0 0,1 1 0,-1 0 0,0-1 0,-1 1 0,1 11-1,1 13-1,-2 41-1,-1-48 19,-8 322 482,10-294-447,-2-50-55,1 1 1,-1-1-1,1 0 1,0 0-1,-1 1 1,1-1-1,0 0 1,0 0-1,1 0 1,-1 0-1,0 0 1,1 0-1,-1-1 0,1 1 1,0 0-1,-1-1 1,1 1-1,3 1 1,0-1-163,-1 0 1,1-1 0,0 1 0,0-1-1,0 0 1,9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24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 5779,'0'0'1267,"-2"1"-883,2-1-386,-1 1 0,1-1 0,-1 1 0,0-1 0,1 1 0,-1 0-1,1-1 1,-1 1 0,1 0 0,0-1 0,-1 1 0,1 0 0,0 0 0,-1-1 0,1 1 0,0 0 0,0 0-1,0 0 1,-1 0 0,1-1 0,0 1 0,1 2 0,-6 58 142,5 97 0,3-50 47,-5 65-37,6 222 153,-2-354-265,2 0 0,1 0 0,3-1 0,19 61 0,-26-96-32,1-1 0,-1 0 1,1 1-1,1-1 0,-1 0 1,1 0-1,-1 0 0,1-1 1,0 1-1,0 0 0,1-1 1,-1 0-1,5 3 0,-5-4-2,0-1 1,0 1-1,0-1 0,0 0 1,1 0-1,-1 0 1,0-1-1,1 1 0,-1-1 1,0 0-1,1 1 0,-1-1 1,0-1-1,1 1 0,-1-1 1,0 1-1,1-1 0,5-2 1,-1 0-18,1-1-1,-1 0 1,0-1 0,-1 0 0,1 0 0,-1 0 0,0-1 0,0 0-1,7-9 1,9-11-465,20-31 0,-35 46 256,45-70-1408,-10-2-1036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24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 5715,'0'0'480,"179"0"-448,-46 0 64,7 0-96,-9 0-865,-21-9-2784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24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19 250 4066,'0'0'1278,"31"5"-1510,5 1 253,11 2-8,-1-2 1,54 1-1,-80-7-12,221 0-7,-239 0-10,0 0 1,0 0 0,0 0-1,-1 0 1,1-1-1,0 1 1,0-1 0,0 1-1,0-1 1,0 0-1,-1 1 1,1-1 0,0 0-1,-1 0 1,1 0-1,-1 0 1,1-1 0,-1 1-1,1 0 1,-1-1-1,0 1 1,1 0 0,-1-1-1,0 0 1,0 1-1,1-3 1,-1-2 1,1 0 1,-1 0-1,0 0 1,-1 0-1,1-1 0,-2-10 1,1 7 54,0 4-16,-2 1 0,1 0 1,0 0-1,-1 0 0,0 0 0,0 0 0,-1 0 0,1 0 0,-1 1 1,0-1-1,0 1 0,-1 0 0,1 0 0,-1 0 0,0 0 0,0 1 1,0 0-1,0-1 0,-7-2 0,-8-7 160,-1 2 0,0 0 0,-28-10 0,26 12-49,1 1 0,-2 1 0,1 1 0,-1 1-1,0 1 1,0 1 0,-1 1 0,1 1 0,-30 3-1,47-1-120,1 0-1,0 0 0,-1 1 1,1 0-1,0 0 0,0 0 1,1 1-1,-1 0 0,0 0 1,1 0-1,0 0 0,-1 1 1,2 0-1,-1-1 0,0 2 1,1-1-1,-1 0 0,1 1 1,-3 5-1,-4 8 130,1 0 0,1 1-1,-11 37 1,11-26 46,2 0 0,1 1 1,1-1-1,2 1 0,1 0 0,5 48 0,-3-69-178,0 1 0,1-1 0,1 0-1,0 0 1,0 0 0,1 0 0,0 0-1,1 0 1,0-1 0,0 0 0,1 0-1,0-1 1,1 1 0,-1-1 0,10 7-1,-6-6-6,1 0-1,1-1 0,-1 0 1,1-1-1,0-1 0,1 0 1,0 0-1,0-1 0,0-1 1,0 0-1,17 2 0,9 0-556,1-3-1,0-1 0,55-5 0,10-10-3270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25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42 111 5442,'0'0'1281,"-1"20"-1166,-13 400 1491,14-306-1190,2-246 86,-5-173-468,-9 234-9,7 54-19,2 0 0,1 0 0,-1-19-1,3 35-18,1 0-1,0 0 0,0 0 0,0 0 0,0 0 1,0 0-1,0 1 0,0-1 0,0 0 0,0 1 1,1-1-1,-1 1 0,0-1 0,0 1 0,0 0 1,1 0-1,-1-1 0,0 1 0,0 0 1,1 0-1,-1 0 0,0 0 0,2 1 0,3-2-55,200-11-329,-129 10-133,0-3 1,148-29-1,-211 29 1046,-21 5 767,-27 9-358,20-2-891,1 1 1,0 1-1,0 0 0,0 1 0,1 0 0,1 1 0,0 0 1,-11 14-1,1 2 89,2 1 0,-31 57-1,36-55 130,1 1 0,1 1 0,1 0-1,-8 43 1,15-52-103,1 0 0,0 0 0,2 0 0,1 0 1,0 0-1,2-1 0,5 29 0,-4-40-123,0-1 0,0 1 0,1-1 1,1 1-1,-1-1 0,2-1 0,-1 1 0,1-1 1,1 0-1,0 0 0,0 0 0,1-1 0,0 0 0,0-1 1,1 0-1,0 0 0,0-1 0,11 6 0,2-2-38,0 0-1,0-2 0,1 0 0,0-1 0,1-2 1,-1 0-1,35 1 0,-23-3-448,0-2 0,0-1-1,63-9 1,-34-5-2715,84-29-1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2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25 447 4946,'0'0'883,"-4"-26"-1536,-1-3 650,-1-8 6,1 0 1,1-54 0,4-135 532,68 1264-29,-64-999-567,7 114-2209,-11-186-1133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3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72 2849,'0'0'3682,"-122"18"-3682,200-18 48,44 0-48,32-12 80,18-9-80,-5-2-784,-16 5-545,-20 9 177,-30 3-1362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3.4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63 2897,'0'0'1681,"190"-30"-1649,-59 18-32,2 3-64,-8-3-1233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3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67 4434,'0'0'1697,"-7"-16"-1606,5 10-81,-21-36-45,23 42 34,0 0-1,0 0 1,0 0 0,0-1-1,0 1 1,0 0 0,0 0-1,0 0 1,0 0 0,-1 0-1,1 0 1,0-1-1,0 1 1,0 0 0,0 0-1,0 0 1,-1 0 0,1 0-1,0 0 1,0 0 0,0 0-1,0 0 1,-1 0 0,1 0-1,0 0 1,0 0 0,0 0-1,0 0 1,-1 0 0,1 0-1,0 0 1,0 0 0,0 0-1,0 0 1,-1 0-1,1 0 1,0 0 0,0 0-1,0 0 1,0 0 0,0 0-1,-1 0 1,1 0 0,0 1-1,0-1 1,0 0 0,0 0-1,0 0 1,0 0 0,-1 0-1,1 0 1,0 1 0,0-1-1,0 0 1,0 0 0,0 0-1,0 0 1,0 1-1,0-1 1,0 0 0,0 0-1,0 0 1,0 0 0,0 1-1,0-1 1,0 38-144,34 179 200,-8-68 71,13 197 1,-1 1-11,-37-338-113,4 21 7,0 1-1,14 44 1,-18-73-10,0 1 1,0 0-1,0-1 1,0 1-1,1-1 0,-1 0 1,1 1-1,-1-1 1,1 0-1,0 0 1,0 0-1,0 0 0,0 0 1,0 0-1,0-1 1,5 3-1,-5-3 0,0 0 1,0-1-1,1 1 0,-1-1 1,0 0-1,0 1 0,1-1 1,-1 0-1,0-1 0,1 1 1,-1 0-1,0 0 0,1-1 0,-1 0 1,4-1-1,2-2-50,0 0 0,-1 0 0,0-1 0,0 0 0,0 0 0,0-1 0,-1 0 0,10-11 0,-5 2-400,0 0 0,-1 0-1,-1-1 1,0 0-1,6-18 1,10-28-2701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4.0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0 152 5346,'0'0'1521,"256"-26"-2689,-69-10 1184,12 3-16,-21 4-673,-44 2-1168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4.7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476 232 3762,'0'0'3404,"-6"9"-3489,1-3 83,2-1 3,0-1 1,0 0-1,0 1 0,1-1 0,0 1 1,-1 0-1,2 0 0,-1 0 0,0 0 1,1 0-1,0 0 0,0 1 0,0 6 1,1 5 9,0-11-5,-1 1-1,1-1 0,1 1 0,-1-1 0,1 0 0,0 0 0,3 8 0,-3-12-9,0-1-1,0 1 0,0 0 1,0 0-1,1-1 1,-1 1-1,1 0 0,-1-1 1,1 0-1,-1 1 1,1-1-1,0 0 1,0 0-1,0 0 0,0 0 1,-1 0-1,1 0 1,1 0-1,-1-1 0,0 1 1,0-1-1,0 0 1,0 1-1,0-1 0,4 0 1,1 0-51,-1 0 0,1 0 0,-1 0 0,0 0 0,1-1 0,-1 0 1,0-1-1,0 0 0,1 1 0,-1-2 0,10-4 0,-11 3 25,-1 1-1,0-1 1,1 1 0,-1-1 0,-1 0-1,1-1 1,-1 1 0,1-1-1,-1 1 1,0-1 0,-1 0-1,1 0 1,2-10 0,1-5-56,-1 1 1,-1-1 0,-1-1-1,-1 1 1,-1 0-1,0-1 1,-2 1 0,-3-23-1,4 38 87,-1-1 0,0 1-1,-1-1 1,1 0-1,-1 1 1,0 0 0,-1-1-1,1 1 1,-1 0 0,0 0-1,0 1 1,-1-1-1,1 1 1,-1-1 0,0 1-1,0 0 1,-1 1-1,1-1 1,-1 1 0,1-1-1,-1 2 1,0-1 0,-10-4-1,-1 2 16,1 0-1,-1 1 1,0 1-1,0 1 1,0 0-1,-1 1 1,-20 1-1,21 1 10,0 1 1,0 0-1,-1 2 0,2 0 1,-1 0-1,0 2 0,1 0 1,0 0-1,1 2 0,-1 0 0,1 0 1,1 1-1,0 1 0,0 0 1,1 1-1,-17 19 0,14-13 81,0 2-1,1 0 0,1 0 1,1 1-1,0 1 0,2 0 1,0 0-1,2 1 0,0 0 1,1 1-1,-3 25 0,5-19 116,1 0 1,1 0-1,2 33 0,2-53-182,-1-1 0,1 1 0,1-1 1,-1 0-1,1 0 0,1 0 0,0 0 0,0 0 0,0 0 0,1-1 0,0 1 0,1-1 0,-1 0 0,2-1 0,8 11 0,-5-9-23,0-1 0,1 0 0,0-1 0,0 0 0,0-1 0,0 0 0,1 0 0,15 4 0,-1-2 5,0-2-1,49 5 1,-37-7-205,0-3-1,-1-1 1,1-1 0,-1-2 0,1-2 0,-2-1 0,53-17 0,-32 1-1866,54-30-1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5.3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462 186 3041,'0'0'3018,"0"-11"-2007,0 5-1006,0 0 1,-1 0-1,0 0 1,0 0-1,0 0 1,-1 0-1,0 0 0,0 1 1,0-1-1,-1 1 1,1-1-1,-1 1 1,-1 0-1,1 0 1,-1 0-1,0 1 0,0-1 1,0 1-1,-1 0 1,1 0-1,-1 0 1,0 1-1,0-1 1,-7-2-1,-3-1 1,0-1-1,-1 2 1,0 0-1,0 1 1,-1 1-1,1 0 1,-1 2-1,0 0 1,0 0 0,0 2-1,-31 2 1,43-2-8,0 1 0,0 0 0,0 0 1,0 0-1,1 1 0,-1-1 0,0 1 1,1 0-1,-1 1 0,1-1 1,0 1-1,0 0 0,0 0 0,0 0 1,-5 5-1,3 0-5,0-1 1,1 1 0,-1 0-1,2 0 1,-1 1 0,1-1-1,-5 15 1,1 5-8,1 0 0,1 1 0,2 0-1,-2 38 1,4-37 14,1 1 0,2-1 0,1 0 0,1 1 0,8 32 0,-8-51 0,1-1 0,0 0 0,0 0 0,1-1 0,0 1 0,1-1 0,0 0 0,1-1 0,0 0 0,0 0 0,1 0 0,0-1 0,1 0 0,0 0 0,0-1 0,14 8 0,-13-9-11,0-2 0,0 1 0,0-1-1,1-1 1,-1 0 0,1-1 0,0 0 0,21 2 0,-25-4 3,0 0 0,-1 0 1,1 0-1,0-1 1,0 0-1,0 0 1,-1-1-1,1 0 1,-1 0-1,1-1 1,-1 1-1,0-1 0,0-1 1,0 1-1,6-6 1,1-3-8,-2 0 0,1-1-1,-2-1 1,0 1 0,-1-2 0,0 1 0,-1-1 0,0-1 0,-1 1 0,-1-1-1,-1-1 1,0 1 0,2-18 0,1-21 133,-2-1-1,-2-90 1,-4 144 269,0 11 123,-1 28-736,3-1 0,7 53 1,-6-76 33,0-1 1,1 1-1,0-1 1,0 0 0,2 0-1,-1 0 1,2-1-1,-1 1 1,1-2-1,15 18 1,3-2-3077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5.7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0 317 4242,'0'0'1289,"8"-29"-1001,31-97-291,-35 116-2,0 1-1,1-1 1,0 1 0,1 0 0,-1 0-1,2 1 1,0-1 0,13-12-1,-15 17 7,0 0-1,0 0 1,0 0-1,1 1 0,-1 0 1,1 0-1,0 0 0,0 1 1,0 0-1,0 0 1,1 0-1,8 0 0,-12 1 1,0 1 0,1 0-1,-1 0 1,0 1 0,0-1-1,0 1 1,0-1 0,0 1-1,0 0 1,0 0 0,0 1 0,0-1-1,0 0 1,0 1 0,-1 0-1,1-1 1,-1 1 0,1 0-1,-1 1 1,0-1 0,1 0-1,-1 1 1,0-1 0,-1 1-1,4 5 1,2 5 41,-1 1-1,-1-1 0,0 2 1,4 18-1,-8-30-31,22 108 313,14 176-1,-34-255-311,-3-23 27,0-73 583,2 0 1,19-119 0,-18 165-664,2 0-1,0 0 1,1 1 0,0 0-1,2 0 1,0 0-1,0 1 1,2 1 0,0-1-1,1 1 1,1 1 0,0 0-1,0 1 1,27-21 0,-34 30 3,0 0 0,1 1 0,0 0 0,0 0 0,0 0 0,0 1 0,11-4 0,-15 6 20,1-1 0,-1 1 0,1 0 0,0-1 0,-1 1 0,1 0 0,-1 1 0,1-1 1,0 0-1,-1 1 0,1-1 0,-1 1 0,1 0 0,-1 0 0,0 0 0,1 0 0,-1 0 0,0 1 0,1-1 0,-1 1 0,0-1 1,3 4-1,2 4-8,-1 0 0,0 1 0,0-1 1,-1 1-1,-1 0 0,1 1 0,-2-1 0,6 20 1,-2 5 31,5 54 1,-7 124 460,-5-157-91,0-50-323,-1 0 0,2 0 0,-1 0 1,1 0-1,0 0 0,0-1 1,0 1-1,1 0 0,0-1 0,4 9 1,-4-11-35,0 0 1,1-1 0,-1 1 0,1-1 0,-1 0 0,1 1 0,0-1 0,0 0-1,0-1 1,0 1 0,0 0 0,1-1 0,-1 0 0,0 0 0,1 0 0,-1 0-1,0 0 1,1-1 0,3 1 0,15 0-56,0 0 0,0-1 0,0-1 0,0-1 0,-1-1 0,1-1 0,32-11 0,-8-2-964,46-23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6.6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452 302 2369,'0'0'4629,"-8"4"-4578,4-2-48,1-1-2,1 0 0,-1-1-1,1 1 1,0 0-1,0 1 1,0-1-1,-1 0 1,1 1-1,0-1 1,1 1-1,-1-1 1,0 1 0,0 0-1,1 0 1,-1 0-1,1 0 1,-1 0-1,1 0 1,0 1-1,0-1 1,0 0-1,0 0 1,1 1 0,-1-1-1,0 1 1,1 3-1,-2 9 16,2-8-8,-1-1 1,1 1-1,0 0 0,1 11 0,0-16-9,-1-1-1,0 0 1,1 0 0,-1 0-1,0 1 1,1-1 0,-1 0-1,1 0 1,0 0 0,-1 0-1,1 0 1,0 0 0,0 0 0,0 0-1,-1 0 1,1 0 0,0-1-1,0 1 1,0 0 0,0 0-1,1-1 1,-1 1 0,0-1-1,0 1 1,0-1 0,0 0-1,1 1 1,-1-1 0,0 0 0,2 0-1,1 1-23,1-1 0,-1 0 1,0-1-1,0 1 0,0-1 0,0 0 0,0 0 0,1 0 0,-2 0 0,1-1 0,0 0 0,0 1 0,0-1 1,-1-1-1,6-3 0,-3 1-26,0-1-1,-1 1 1,0-1 0,0-1 0,0 1 0,-1 0-1,7-15 1,-4 6-76,0-1 0,-2-1 0,0 1 0,-1-1 0,0 1 0,-2-1-1,2-22 1,-4 36 112,1-14-50,-1 1 0,-5-31-1,4 42 68,0 0-1,0 0 0,-1 0 1,1 1-1,-1-1 1,-1 1-1,1-1 0,-1 1 1,1 0-1,-1 0 0,0 0 1,-1 0-1,-4-5 0,-1 3 19,0-1 0,-1 1 1,1 1-1,-1-1 0,-1 2 0,1-1 0,0 2 0,-1-1 0,0 1 0,0 1 0,0 0 0,-11 0 0,10 0 13,1 2 1,-1 0-1,0 0 0,1 1 0,-1 0 0,1 1 0,-1 1 1,1-1-1,0 2 0,0 0 0,-16 8 0,13-4 7,1 1 0,1 1 0,0 1 0,0-1 1,1 2-1,0-1 0,-9 14 0,2 1 97,1 0-1,-23 46 1,30-49-32,0 0-1,1 1 0,1 0 1,2 0-1,0 0 0,2 1 0,0 0 1,2 0-1,1 49 0,2-67-92,0 0-1,0 0 0,1 0 0,0 0 0,0 0 0,1 0 0,0-1 0,0 1 1,0-1-1,1 0 0,0 0 0,0 0 0,0 0 0,1-1 0,0 1 0,0-1 1,0 0-1,1-1 0,0 1 0,0-1 0,0-1 0,0 1 0,1-1 1,-1 0-1,8 2 0,10 3-39,1-1 0,-1-1 0,1-2 1,0 0-1,51-1 0,-31-2-659,0-2 1,0-2-1,-1-2 0,60-14 1,32-27-2735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6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244 41 3570,'0'0'3433,"-30"-10"-3385,12 3-44,0 1 1,-1 0-1,0 2 0,-31-4 1,48 9-5,-1-1 1,0 1-1,1-1 1,-1 1 0,0 0-1,1 0 1,-1 0-1,1 0 1,0 0 0,-1 1-1,1-1 1,0 1-1,0 0 1,0 0-1,0-1 1,0 1 0,0 0-1,0 1 1,1-1-1,-1 0 1,1 0 0,-1 1-1,1-1 1,0 1-1,-1 2 1,-3 8 15,1 1 0,0 0 0,-2 21 0,4-23 6,-4 21 62,1 1 1,3 0-1,0 0 1,2-1-1,8 61 1,-7-86-80,1-1 1,0 0-1,0-1 1,1 1-1,0 0 1,0-1-1,0 1 1,1-1-1,0 0 1,0 0-1,1 0 1,-1-1-1,1 1 1,1-1 0,-1-1-1,1 1 1,-1-1-1,1 0 1,13 7-1,-7-6 8,1 0 1,-1-1-1,1-1 0,0 0 0,0-1 1,1 0-1,-1-1 0,0 0 0,27-3 1,-32 2-11,0-2 0,1 1 1,-1-1-1,0-1 0,0 1 1,0-1-1,-1-1 0,1 1 1,-1-1-1,1-1 0,-1 1 1,-1-1-1,1-1 0,-1 1 1,0-1-1,0 0 0,0 0 1,-1-1-1,0 1 0,0-1 1,-1-1-1,0 1 1,4-10-1,-1 1-31,-1-1 0,0 0 1,-1-1-1,-1 1 0,-1-1 0,-1 0 0,0 1 1,-1-1-1,-3-35 0,1 43-61,-1 1-1,0 0 0,0-1 1,-1 1-1,-1 0 0,1 1 1,-1-1-1,-1 1 0,1-1 1,-2 1-1,1 1 1,-1-1-1,0 1 0,-1 0 1,1 0-1,-1 1 0,-1 0 1,1 0-1,-1 0 0,0 1 1,0 0-1,-1 1 0,1 0 1,-17-5-1,-11 1-1441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7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 3986,'0'0'2433,"-1"13"-2468,1 6 29,-3 47 59,9 102 1,-4-149-43,0 0 1,2-1-1,0 1 1,1-1-1,1 0 1,0 0-1,2 0 1,0-1-1,1-1 1,18 28-1,-23-40-17,0 0 0,0 0 1,0-1-1,1 1 0,-1-1 0,1 0 1,0 0-1,0 0 0,0-1 0,0 0 1,0 0-1,1 0 0,9 2 0,-10-3-4,-1-1 0,0 1 0,0-1-1,1 0 1,-1 0 0,0 0 0,1-1-1,-1 1 1,0-1 0,0 0 0,0 0-1,0-1 1,0 1 0,0-1 0,0 0 0,0 0-1,0 0 1,-1-1 0,5-2 0,1-5-17,0-1 1,0 0 0,-1 0-1,-1 0 1,0-1-1,0 0 1,-1-1 0,-1 0-1,6-19 1,1-8-44,12-79 1,-18 61 140,-3-77 1,-3 129-63,0 4 11,1 1-2,-1 1 0,0-1 0,0 1 1,0-1-1,0 1 0,0-1 0,0 1 0,0-1 0,0 0 0,0 1 0,0-1 0,0 1 1,0-1-1,0 1 0,-1-1 0,1 1 0,0-1 0,0 1 0,0-1 0,-1 1 0,1-1 0,0 1 1,-1-1-1,1 1 0,0 0 0,-1-1 0,1 1 0,-1-1 0,1 1 0,-1-1 0,-2 7 388,0 36-352,2 0 1,2 0-1,7 51 0,-5-70-125,2 0-1,0 0 0,2-1 0,0 0 0,2 0 0,0 0 0,18 29 0,-24-46-320,0 0-1,1 0 0,-1 0 1,1-1-1,0 1 0,0-1 0,1 0 1,-1 0-1,6 3 0,8-4-2224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7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0 917 2801,'0'0'1115,"3"-32"-525,13-107-155,-15 132-429,1 0-1,-1 1 1,2-1 0,-1 1 0,0 0-1,1 0 1,0 0 0,1 0 0,0 0-1,-1 0 1,2 1 0,-1 0 0,0 0-1,1 0 1,0 0 0,0 1 0,1 0-1,-1 0 1,1 0 0,0 1-1,0 0 1,0 0 0,0 0 0,1 1-1,-1 0 1,1 0 0,-1 1 0,1 0-1,0 0 1,0 0 0,-1 1 0,9 0-1,-10 0-9,0 1-1,-1-1 1,1 1-1,-1 0 0,1 0 1,-1 0-1,0 0 1,1 1-1,-1 0 0,0 0 1,0 0-1,0 0 1,0 1-1,6 4 1,-4-1 5,-1 0 1,0 0-1,0 0 1,0 0-1,0 1 1,-1 0-1,6 13 1,-1 5 21,0 1 1,-2-1-1,-1 1 1,3 28 0,-4-15 115,-1 0 1,-2-1-1,-6 75 0,-3-99 61,7-14-186,0 1-1,0-1 0,-1 0 0,1 0 1,0 0-1,0 0 0,0 1 0,-1-1 1,1 0-1,0 0 0,-1 0 0,1 0 1,0 0-1,0 0 0,-1 0 0,1 0 1,0 0-1,0 0 0,-1 0 0,1 0 1,0 0-1,-1 0 0,1 0 0,0 0 1,0 0-1,-1 0 0,1 0 0,0 0 1,0 0-1,-1-1 0,1 1 0,0 0 1,0 0-1,0 0 0,-1 0 0,1-1 1,0 1-1,0 0 0,0 0 0,-1 0 1,1-1-1,0 1 0,0 0 0,0 0 1,0-1-1,0 1 0,0 0 0,-1 0 1,1-1-1,0 1 0,0 0 0,0-1 1,0 1-1,0 0 0,0 0 0,0-1 1,0 1-1,0 0 0,0-1 0,-3-18 115,-1 1 0,2-1-1,1 0 1,0 0-1,3-31 1,0 10-83,-1 21-69,1 0-1,2 0 0,-1 0 1,2 0-1,1 1 0,0-1 0,1 2 1,1-1-1,1 1 0,1 0 1,0 1-1,1 0 0,0 0 0,26-25 1,-33 36-18,0 0 0,0 1 0,1 0 1,-1 0-1,1 0 0,0 0 1,0 1-1,0 0 0,0 0 0,1 0 1,-1 1-1,1-1 0,0 1 1,0 1-1,0-1 0,-1 1 0,1 0 1,1 0-1,-1 1 0,0 0 1,7 0-1,-10 1 30,0 0 0,-1 0-1,1 0 1,0 0 0,-1 0 0,1 1 0,0-1 0,-1 1 0,0-1-1,1 1 1,-1 0 0,0 0 0,0 0 0,0 0 0,0 1-1,0-1 1,-1 0 0,1 1 0,-1-1 0,0 1 0,1-1 0,0 5-1,3 8-45,0 0 1,6 30-1,-9-31 25,6 34 74,-3 0 0,-2 68-1,-3-75-3,1 0 0,2 0 0,2-1 0,12 48 0,-16-84-34,0-1-1,0 0 1,1 0-1,0 0 1,-1 0 0,1 0-1,0 0 1,0 0-1,0-1 1,1 1 0,-1-1-1,1 1 1,-1-1-1,1 0 1,0 0 0,0 0-1,0 0 1,0-1-1,0 1 1,0-1 0,0 0-1,1 0 1,-1 0-1,0 0 1,1 0-1,-1-1 1,1 0 0,-1 0-1,6 0 1,0 0-27,0-1 0,-1 0 0,0 0 1,1-1-1,-1-1 0,0 1 0,0-1 0,0 0 0,0-1 1,-1 0-1,9-5 0,3-5-109,-1 0 0,0-2 1,-2 0-1,1 0 0,-2-2 0,0 0 0,-2 0 1,0-2-1,20-38 0,-22 32 160,-1 0 1,-1-1-1,-1 0 0,-1 0 0,-2-1 1,-1 0-1,2-54 0,-5-6 172,-4-1 1,-25-147-1,18 179-123,1-1 489,-28-92 0,22 119 296,15 30-856,0 1 0,0 0 0,-1 0-1,1 0 1,0 0 0,0 0 0,0 0-1,0 0 1,0 0 0,0 0-1,0 0 1,0 0 0,0 0 0,0-1-1,-1 1 1,1 0 0,0 0 0,0 0-1,0 0 1,0 0 0,0 0-1,0 0 1,0 0 0,-1 0 0,1 0-1,0 0 1,0 0 0,0 0 0,0 0-1,0 0 1,0 0 0,0 0-1,0 0 1,-1 1 0,1-1 0,0 0-1,0 0 1,0 0 0,0 0 0,0 0-1,0 0 1,0 0 0,0 0-1,0 0 1,0 0 0,0 0 0,-1 0-1,1 1 1,0-1 0,0 0 0,0 0-1,0 0 1,0 0 0,0 0 0,0 0-1,0 0 1,0 0 0,0 1-1,0-1 1,0 0 0,0 0 0,0 0-1,0 0 1,0 0 0,0 0 0,-1 7-24,0 0 1,0 0-1,0 0 0,1 0 1,0 0-1,1 10 1,1 18-34,-2-8 48,7 308 35,-2-253-9,4 0 0,22 88 1,-25-148 11,0 0 0,1-1 1,16 33-1,-20-49-109,-1 0 0,1 1 0,0-1 1,1 0-1,-1-1 0,1 1 0,0-1 0,0 1 0,0-1 0,1 0 0,-1-1 0,1 1 0,0-1 0,0 0 0,1 0 0,-1 0 0,0-1 1,7 2-1,22-1-2505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8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69 4418,'0'0'2961,"243"-32"-3729,-112 20 768,-12 0-1104,-21 0-2418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8.5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0 511 1265,'0'0'2385,"1"4"-1873,-1-3-500,1-1 1,-1 0-1,0 1 1,0-1-1,0 0 1,0 1-1,1-1 0,-1 0 1,0 1-1,0-1 1,1 0-1,-1 1 1,0-1-1,0 0 1,1 1-1,-1-1 0,0 0 1,1 0-1,-1 0 1,0 1-1,1-1 1,-1 0-1,1 0 1,-1 0-1,0 0 0,1 0 1,-1 0-1,0 0 1,1 1-1,-1-1 1,1 0-1,-1-1 1,0 1-1,1 0 0,-1 0 1,1 0-1,-1 0 1,0 0-1,1 0 1,-1 0-1,1 0 1,-1-1-1,0 1 0,1 0 1,-1-1-1,28-18 273,25-38-54,-38 40-129,-1 0 0,-1-1 0,0-1-1,-1 0 1,-2-1 0,0 0 0,-1-1-1,-1 0 1,0 0 0,-2-1-1,-1 0 1,-1 0 0,0 0 0,0-23-1,-3 25-32,0 13 90,-1 0 1,0 1-1,0-1 0,0 0 0,-1 0 1,-2-9-1,2 14-108,0-1 0,0 1-1,0-1 1,-1 1 0,1 0 0,-1-1 0,1 1 0,-1 0 0,0 0-1,0 0 1,0 1 0,0-1 0,0 0 0,0 1 0,0-1 0,-1 1 0,1 0-1,-1-1 1,1 1 0,-1 0 0,-2 0 0,5 5-97,2 2 27,0-1-1,1 0 0,-1 0 0,1 0 0,0-1 0,1 1 0,-1 0 0,1-1 0,7 7 0,47 35 3,-25-21 1,-17-12 13,32 24-80,-1 3 1,-2 2 0,45 54 0,-77-80 48,-2 1 1,0 0 0,0 0-1,-2 1 1,12 31 0,-16-35 24,-2-1 0,1 1 0,-2-1 0,0 1 0,0 0 0,-2 0 0,0 0 1,0 0-1,-3 17 0,2-26 13,0 0 1,0-1-1,-1 1 1,0 0-1,0-1 1,0 1-1,0-1 0,-1 0 1,1 1-1,-1-1 1,0 0-1,0-1 1,-1 1-1,1 0 1,-1-1-1,0 0 1,0 0-1,0 0 1,0-1-1,0 1 1,-1-1-1,-7 3 0,-1 0 19,0-1 0,0-1-1,-1 0 1,0 0 0,1-2 0,-26 1-1,35-2-11,0 0 1,0 0-1,0 0 0,0-1 0,0 1 0,0-1 1,0 0-1,1 0 0,-1-1 0,0 1 0,0-1 1,1 1-1,-1-1 0,1 0 0,0-1 0,0 1 1,-4-4-1,4 2 2,0 0 0,0 0 1,1 0-1,-1-1 0,1 1 0,0-1 0,1 1 1,-1-1-1,1 0 0,0 0 0,0 0 1,0 0-1,0-7 0,0 4-12,1-1 0,0 1 0,0-1 0,1 1 0,0-1-1,0 1 1,4-12 0,-4 16-5,1-1 0,0 1 0,0 0 0,0 0 0,1 1 0,-1-1-1,1 0 1,0 1 0,0 0 0,0 0 0,1 0 0,-1 0 0,1 0 0,0 0-1,4-1 1,2-2-11,0 1-1,1 1 1,-1 0 0,1 0-1,0 1 1,0 1-1,0 0 1,0 0-1,1 1 1,-1 0 0,1 1-1,-1 1 1,12 1-1,-22-2 18,1 1-1,0-1 1,-1 1-1,1-1 1,0 1 0,-1 0-1,1 0 1,-1-1-1,1 1 1,-1 0-1,0 1 1,1-1-1,-1 0 1,0 0-1,0 0 1,0 1 0,0-1-1,0 1 1,0-1-1,0 1 1,0-1-1,-1 1 1,1-1-1,0 1 1,0 3 0,0 2-193,1 1 0,-1 0 1,-1-1-1,0 11 0,0-13-107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9.1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743 305 5026,'0'0'1540,"10"-30"-1770,29-98 94,-37 122 178,0 1 0,-1-1 0,0 0 0,0 1-1,0-1 1,-1 0 0,0 1 0,0-1 0,-1 0 0,1 0 0,-1 1 0,0-1-1,-1 1 1,1-1 0,-5-9 0,4 12-8,0 0 1,-1 0-1,1 0 0,-1 0 1,0 0-1,0 0 0,0 1 1,0-1-1,0 1 0,-1 0 0,1 0 1,-1 0-1,1 0 0,-1 1 1,0-1-1,0 1 0,-4-1 1,-2 0-19,-1 1 0,1 0-1,-1 1 1,1 0 0,0 1 0,-1 0 0,1 0 0,0 1 0,0 0 0,0 1 0,0 0-1,0 1 1,-17 9 0,11-2-28,1 0 0,1 1-1,0 1 1,0 0 0,1 1 0,1 1-1,0-1 1,2 2 0,-1 0 0,2 0-1,-12 26 1,3 0-5,2 0 0,2 2-1,-14 77 1,15-38 39,-4 120 0,16 87 74,2-143-65,0-140-24,-2 1 0,1 0 0,-1 0 0,0-1 0,0 1 0,-1-1-1,0 1 1,-1-1 0,-6 14 0,7-17-2,0-1 0,-1 0 0,0 1 0,1-1-1,-1 0 1,0-1 0,-1 1 0,1 0 0,0-1 0,-1 0-1,1 0 1,-1 0 0,0 0 0,1-1 0,-1 1-1,0-1 1,0 0 0,0 0 0,0 0 0,-5 0 0,2 0-155,0-1 0,-1 0 0,1 0 0,-1 0 0,1-1 0,0 0 1,-1-1-1,1 0 0,0 0 0,0 0 0,0-1 0,0 0 0,1 0 0,-1-1 1,1 1-1,0-2 0,0 1 0,0-1 0,1 1 0,-1-2 0,1 1 1,-5-7-1,-39-51-3038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9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0 155 4978,'0'0'267,"42"-12"-264,-12 4-10,41-13 5,2 3 0,84-9-1,-145 26 4,577-45-111,-588 46 115,-1-1 1,0 1-1,0 0 0,1 0 1,-1 0-1,0 0 0,0 0 1,0 0-1,1 0 0,-1 0 1,0 0-1,0 0 0,1 1 1,-1-1-1,0 0 0,0 0 1,0 0-1,1 0 0,-1 0 1,0 0-1,0 0 0,0 1 1,1-1-1,-1 0 0,0 0 1,0 0-1,0 0 0,0 1 1,1-1-1,-1 0 0,0 0 1,0 0-1,0 1 0,0-1 1,0 0-1,0 0 0,0 0 1,0 1-1,0-1 0,0 0 1,0 0-1,0 1 0,0-1 1,0 0-1,0 0 0,0 1 1,0-1-1,0 0 0,0 0 1,0 0-1,0 1 0,0-1 1,-1 4 74,-1 29 53,-2 0-1,-1 0 1,-17 56 0,9-43-17,-5 48 0,8 72 292,9-293-114,3-154-270,-2 278-31,0 0 0,0 0 0,0 0 0,1 0 0,0 0 0,-1 0 0,1 0-1,0 0 1,0 1 0,1-1 0,-1 0 0,1 1 0,-1-1 0,1 1 0,0-1 0,0 1 0,0 0 0,0 0 0,0 0 0,4-3 0,2 1-49,-1 0 0,1 1 1,0-1-1,0 2 0,1-1 0,8-1 0,63-10-283,0 4 0,85-1 1,-142 10 281,4 1 1802,-29 1-1705,0-1 0,-1 1 0,1 0 0,-1 1 0,1-1 1,0 0-1,0 1 0,0-1 0,0 1 0,0 0 0,0 0 0,0-1 0,1 1 0,-1 0 1,-1 4-1,-28 39-115,27-39 119,-6 12-6,0 0 0,1 1 0,1 0 1,1 1-1,1-1 0,1 1 0,-4 25 0,4-11 38,3-1 0,0 0-1,6 60 1,-4-88-78,1-1 0,-1 1 0,1 0 1,0-1-1,1 1 0,-1-1 0,1 1 0,0-1 0,0 0 0,0 0 0,1 1 1,-1-1-1,1-1 0,0 1 0,0 0 0,0-1 0,1 0 0,-1 0 0,1 0 0,0 0 1,0 0-1,0-1 0,6 3 0,1 0-266,1-1 0,0-1 0,0 0-1,0-1 1,0 0 0,0 0 0,24-2 0,40 0-2221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49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209 117 3330,'0'0'5146,"-25"-5"-5063,13 3-75,3 0-3,1 0 0,-1 1 0,0 0-1,1 0 1,-1 1 0,0 0 0,-10 2-1,15-1-1,1 0-1,-1 1 1,1-1-1,-1 1 1,1-1-1,0 1 1,-1 0-1,1 0 1,0 1-1,0-1 1,1 1-1,-1-1 1,0 1-1,1 0 1,0 0-1,-1 0 1,1 0-1,0 0 1,1 1-1,-1-1 1,0 1-1,1-1 1,-2 8-1,-4 16 25,0 1 0,2 1 0,1-1 0,2 1 0,0-1 0,2 1 0,4 30 0,-4-54-22,1 1 0,-1-1 0,1 0-1,0 1 1,1-1 0,-1 0 0,1 0 0,0 0-1,0 0 1,1 0 0,0 0 0,0-1-1,0 1 1,0-1 0,0 0 0,1 0-1,0 0 1,0 0 0,0-1 0,0 0 0,1 0-1,-1 0 1,1 0 0,0 0 0,0-1-1,-1 0 1,2 0 0,-1-1 0,0 1 0,0-1-1,1 0 1,6 0 0,-2 1 15,0-1-1,0 0 1,0-1 0,0 0 0,0-1 0,0 0 0,0 0-1,0-1 1,0 0 0,-1-1 0,11-4 0,-14 4-7,1-1 1,-1 0 0,0 0 0,0 0 0,-1-1-1,1 0 1,-1 0 0,0 0 0,-1-1 0,1 1-1,-1-1 1,0 0 0,0 0 0,-1-1-1,0 1 1,3-8 0,-2 2 1,0 0 1,-1 0-1,0 0 1,-1 0-1,0 0 1,-1-1-1,0 1 1,-1-1-1,-1 1 1,0 0-1,0-1 0,-1 1 1,-5-14-1,1 5-49,-2 1 0,-1 0 0,0 0 1,-1 1-1,-1 1 0,-21-27 0,-23-30-3595,47 57-1592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50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49 443 2993,'0'0'2732,"-8"12"-1726,-24 35-94,25-42-459,6-15-25,1-10-298,0-1 0,2 0 1,0 1-1,1-1 0,12-37 1,-11 45-122,32-79 120,-32 82-118,2 0 0,-1 0 0,1 1 0,0 0 0,1 0 1,12-13-1,-18 21-17,0 0 0,0-1 0,0 1 1,1 0-1,-1 0 0,0 0 0,0 0 1,1 0-1,-1 0 0,1 0 0,-1 0 1,1 1-1,-1-1 0,1 1 0,-1-1 1,1 1-1,0-1 0,-1 1 0,1 0 1,0 0-1,-1 0 0,1 0 0,0 0 1,-1 0-1,1 0 0,0 1 1,-1-1-1,1 1 0,-1-1 0,1 1 1,0-1-1,-1 1 0,0 0 0,1 0 1,-1 0-1,1 0 0,-1 0 0,0 0 1,0 0-1,1 0 0,-1 0 0,1 2 1,2 4-15,0-1 0,0 1 0,0 0 0,-1 0 1,-1 0-1,1 0 0,2 13 0,3 23 33,-1 0 0,0 56 0,-8 92 74,-1-77-61,2-41 52,-1-144 135,0-6-100,13-124 0,-9 180-120,1-1-1,1 1 1,0 0 0,2 0-1,0 0 1,2 1-1,0 1 1,1-1-1,1 1 1,19-26-1,-26 41-2,0 0 0,0 0 0,0 0 0,0 1-1,1 0 1,0-1 0,-1 1 0,1 1 0,0-1 0,0 1 0,0 0-1,8-2 1,-10 3-1,0 1 1,0-1-1,0 1 0,0-1 0,-1 1 0,1 0 0,0 1 1,0-1-1,0 0 0,0 1 0,0-1 0,0 1 0,0 0 1,0 0-1,-1 0 0,1 1 0,0-1 0,-1 1 0,1-1 1,-1 1-1,1 0 0,-1 0 0,0 0 0,0 0 0,3 3 1,3 8-1,1 1 1,-2 0 0,0 0 0,-1 1 0,0 0-1,-1 0 1,0 0 0,4 32 0,8 131 16,-16-78 490,3-128-427,0 0 0,2 0 0,1 1 0,1 0 0,2 1 0,0 0 0,27-47 0,-9 25-146,2 1-1,2 2 1,42-45 0,-57 71-124,35-31 0,-45 45 117,-1 0 0,1 0 0,0 1 1,0 0-1,0 0 0,0 1 0,1 0 0,0 0 0,14-3 1,-20 6 73,-1-1 0,1 1 1,0 0-1,-1 0 0,1 0 1,-1 0-1,1 0 0,0 0 1,-1 0-1,1 0 0,-1 0 1,1 1-1,-1-1 0,1 1 1,-1-1-1,1 1 0,-1 0 1,1-1-1,-1 1 0,1 0 1,-1 0-1,0 0 0,0 0 1,0 0-1,1 0 0,-1 1 1,0-1-1,0 0 0,0 1 1,-1-1-1,1 0 0,0 1 1,1 2-1,-1 4 10,1 0-1,-1 0 1,0-1 0,0 1-1,-2 15 1,1-11 2,-2 53 337,-4 1 0,-23 112 0,21-135-91,2 0 0,-2 56 0,8-94-228,0 3 7,0 0 0,0 0 0,0 0-1,1 0 1,3 9 0,-3-14-22,-1-1-1,1 0 1,0 1 0,1-1-1,-1 0 1,0 0 0,1 0-1,-1 0 1,1 0-1,0 0 1,-1 0 0,1-1-1,0 1 1,0-1 0,0 1-1,0-1 1,0 0 0,1 1-1,-1-1 1,0 0-1,4 0 1,7 2-72,1-1 1,0 0-1,-1-1 0,21-1 1,88-2-1695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51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673 246 1633,'0'0'3561,"-9"-26"-2891,2 6-510,3 5-60,-1 0-1,0 1 1,-10-18-1,11 25-58,0 1-1,0-1 1,-1 1 0,0 0-1,0 1 1,0-1 0,0 1-1,-1 0 1,0 0 0,0 1-1,-11-6 1,-4 1 210,0 0 0,-1 1 0,0 1 0,0 2 0,-1 0 0,0 1 0,1 1 0,-1 1 0,-37 2 0,51 1-226,1-1-1,0 2 1,0-1-1,0 1 1,0 0-1,0 1 1,0 0-1,1 0 1,-1 1-1,-12 7 1,9-3-17,0 0 1,1 1-1,0 1 1,0-1 0,1 2-1,-9 10 1,4 0 0,0 1 0,2 0 0,0 1 0,1 0-1,2 1 1,-12 40 0,14-32 14,1 0-1,1 0 0,1 1 0,3-1 1,0 1-1,7 55 0,-4-69-10,1 0 0,2-1 0,0 1 0,0 0 0,2-1 0,0-1 0,2 1 0,0-1 0,0 0 0,2-1 1,0 0-1,20 21 0,-18-24-4,0 0 0,1-1 1,1-1-1,0 0 0,1-1 1,0-1-1,0 0 0,1-1 0,27 9 1,-16-10-6,1 0 0,0-2 0,0-1 0,1-1 0,35-1 0,-47-2-15,1 0 0,0-2 0,0 0 0,-1-1 0,1 0 0,-1-2 0,0 0-1,0-2 1,-1 1 0,1-2 0,-2-1 0,1 0 0,-1 0 0,-1-2 0,1 0 0,-2-1 0,0-1 0,0 0 0,-1 0 0,12-18 0,-16 18-11,0 0 0,-2 0 1,1-1-1,-2 0 0,0-1 1,0 1-1,-1-1 0,2-16 1,-1-2-37,-2-1-1,1-55 1,-5 64 54,-1-1 0,-1 1 0,-1-1-1,-11-40 1,9 50 12,-1-1 0,0 1 0,-1 1 0,-1 0 0,0 0 0,-1 0 0,-20-24-1,15 24 18,0 1 0,-1 1 0,-1 0 0,0 0 0,0 2 0,-2 0 0,1 1-1,-1 1 1,-1 1 0,1 0 0,-1 1 0,-1 1 0,1 1 0,-1 1 0,0 1 0,0 0-1,0 2 1,-1 0 0,1 1 0,-37 5 0,54-5-134,0 0 1,0 1-1,0-1 0,0 1 0,1 0 1,-1-1-1,0 1 0,0 0 1,1 1-1,-1-1 0,0 0 1,1 1-1,0 0 0,-1-1 0,1 1 1,0 0-1,0 0 0,0 0 1,0 0-1,0 1 0,0-1 0,1 0 1,-1 1-1,-1 4 0,0 18-6293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51.8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40 352 4322,'0'0'2550,"0"-26"-1770,-2-88-274,3 93-225,0 0-1,1 1 1,1-1-1,9-34 1,4-19 549,-22 232-557,-17 26-278,-19 262 76,41-406-62,0-12 6,1 1 0,5 35 0,-5-61-15,1 1 1,0-1 0,-1 0-1,1 1 1,1-1 0,-1 0-1,0 0 1,1 0-1,0 0 1,0 0 0,0 0-1,0 0 1,0-1 0,0 1-1,1-1 1,-1 1 0,1-1-1,0 0 1,-1 0 0,1 0-1,0-1 1,0 1 0,0-1-1,1 1 1,-1-1 0,6 1-1,5 1 1,1-1-1,-1-1 1,1 0-1,29-2 1,-35 0-3,4 0-13,0-1 0,0-1-1,-1 0 1,1-1 0,-1 0-1,0-1 1,0 0 0,0-1-1,-1 0 1,12-9 0,0-1-249,-1-1 1,0-1 0,31-35-1,-39 37-388,0-1 0,-2-1-1,0 1 1,-1-2 0,15-34 0,-5-16-2262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52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1 116 1072,'0'0'6630,"32"0"-7753,509-15 1040,-293 5 86,272-15 45,-457 19 1315,-72 8-1304,0 0-1,0 0 0,1 1 0,-1 0 0,1 1 1,0 0-1,0 0 0,0 1 0,1 0 1,-1 0-1,1 0 0,-11 13 0,3-4-64,1 1-1,1 0 1,1 1-1,0 0 1,-10 19-1,15-20 15,0-1 1,1 1-1,1 0 1,0 1-1,1-1 0,1 1 1,0 0-1,0 21 1,2-30-6,1 1 1,0-1-1,0 1 1,1-1-1,0 0 1,0 0 0,1 1-1,0-1 1,0 0-1,1 0 1,-1-1-1,2 1 1,-1 0-1,1-1 1,0 0-1,0 0 1,1 0 0,-1 0-1,12 9 1,-6-9 1,0 1-1,0-1 1,1-1 0,0 0 0,0-1 0,0 0 0,0 0-1,1-1 1,0-1 0,14 2 0,16-1 34,63-3-1,-83-1-39,0-1 0,-1 0 0,0-2-1,1-1 1,-1-1 0,-1 0 0,1-1-1,-1-2 1,23-13 0,-33 17-6,0-1 0,0-1 0,-1 0 1,0 0-1,0-1 0,-1 0 0,0-1 1,0 0-1,-1 0 0,0-1 0,0 1 0,-2-1 1,1-1-1,-1 1 0,0-1 0,-1 0 1,-1 0-1,5-19 0,-7 20 8,0 1-1,0 0 1,-1-1-1,0 1 1,-1-1-1,0 1 1,0 0-1,-1-1 1,0 1-1,-1 0 1,0 0 0,0 1-1,-9-17 1,5 14 3,-1 0 0,0 0 0,-1 1 0,0 0 0,0 1 0,-1 0 0,0 0 0,-1 1 0,-11-7 1,-2 1-4,0 2 0,-1 0 0,0 2 1,-1 1-1,0 1 0,0 1 1,-1 1-1,1 1 0,-32 0 0,-16 4-521,24 3-1574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52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417 19 5843,'0'0'1120,"31"1"-1048,4-1-96,63 10 0,-93-9 22,-1 0 0,1 0 0,0 1 0,0-1 0,-1 1 0,1 1 0,-1-1 0,0 1 0,0-1 0,0 1 0,0 0 0,0 1 0,-1-1 0,1 1 0,3 4 0,-2 0 2,0 0-1,-1 0 1,0 0-1,-1 0 1,5 17 0,-4-10 32,0 1 1,-1 0 0,0 0-1,-1 0 1,-1 0-1,-1 0 1,0 1 0,-1-1-1,-1 0 1,0 0 0,-9 29-1,6-32-9,0-1 0,0 1 0,-1-1 0,-1-1-1,0 1 1,-1-1 0,0 0 0,0 0-1,-1-1 1,-1-1 0,1 1 0,-2-2 0,1 1-1,-17 9 1,11-9-6,0-1 1,0-1-1,-1-1 0,0 0 1,0-1-1,-1 0 0,1-2 1,-19 2-1,2-2 46,1-2 0,-1-2 0,-43-5 0,67 5 15,0-1-1,0 0 0,0-1 1,0 0-1,1 0 0,-1-1 1,1-1-1,0 1 0,0-2 1,0 1-1,1-1 0,0 0 1,0-1-1,0 0 0,-10-12 1,13 12-15,0 0 1,1 0 0,-1 0 0,1-1 0,1 0-1,-1 0 1,1 0 0,1 0 0,0 0-1,0-1 1,0 1 0,1-1 0,0 1 0,1-1-1,0 0 1,0 1 0,1-1 0,3-16-1,-1 14-61,1 1 0,0 0-1,0 0 1,1 0 0,0 0-1,1 1 1,0-1 0,0 1-1,1 1 1,0-1 0,17-13-1,1 0-10,2 1 0,48-28-1,-46 33 3,0 1-1,1 1 1,1 2-1,0 1 0,0 1 1,1 2-1,0 1 1,1 2-1,0 1 0,-1 1 1,1 2-1,0 1 0,35 5 1,-55-3 3,-1 1 0,1 0 0,0 1 0,-1 0 0,0 1-1,0 0 1,0 1 0,0 0 0,-1 1 0,0 0 0,-1 1 0,1 0 0,-2 1 0,1 0 0,-1 0 0,0 1 0,-1 0 0,-1 1 0,10 15 0,-6-4 26,0 1 0,-1 0 0,-2 0 0,0 1 0,-1 0 0,-2 0 0,0 1 0,-2 0 0,1 31 0,-4-36 9,0-1 0,-1 1 0,-1 0 0,-1-1 1,0 0-1,-2 0 0,0 0 0,-1 0 0,-1-1 1,-1 0-1,0 0 0,-2-1 0,0 0 0,0 0 1,-2-1-1,0-1 0,-1 0 0,0-1 1,-16 13-1,0-1-32,-2-2 1,0-2-1,-1 0 1,-1-2-1,-1-2 1,-1-1-1,0-2 1,-1-1-1,-1-2 0,0-1 1,-1-2-1,0-2 1,0-1-1,-62 1 1,96-7-52,1 0 1,0 0 0,-1 0-1,1 0 1,0-1 0,-1 1-1,1-1 1,0 0 0,0 0-1,-1 0 1,1 0 0,0-1-1,-4-2 1,6 2-68,-1 0 1,0 0-1,1-1 0,0 1 1,-1-1-1,1 1 1,0-1-1,0 0 0,1 1 1,-1-1-1,0 0 0,1 0 1,0 1-1,0-1 0,0-4 1,-2-64-3839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4:53.2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1022 256 6723,'0'0'1051,"30"16"-939,-9-5-113,-7-5 17,0 1 0,0 1 0,-1 0 0,0 1 0,-1 0 0,0 1 1,0 0-1,-1 1 0,0 0 0,-1 1 0,0 0 0,-1 1 0,9 16 0,-6-5 44,-1 1-1,-2 1 0,0 0 1,-2 0-1,-1 0 0,-1 1 0,-1 0 1,0 39-1,-4-55-39,0-1 1,0 0-1,-1 1 0,-1-1 1,1 0-1,-2 0 1,1 0-1,-1 0 0,-7 15 1,6-19-12,0 0 1,0-1-1,0 1 1,-1 0-1,0-1 1,0 0-1,0 0 1,0-1 0,-1 0-1,0 0 1,0 0-1,0 0 1,0-1-1,-11 4 1,-4-1 10,-1 0 1,0-1 0,0-1-1,0-2 1,0 0 0,-1-1 0,-26-2-1,34 1-3,0-1 0,-1 0 0,1-1 0,0 0-1,0-2 1,0 0 0,0 0 0,1-1 0,-1-1 0,1 0 0,1-1-1,-1-1 1,1 0 0,0-1 0,1 0 0,0-1 0,1 0 0,0-1-1,0 0 1,1-1 0,-13-19 0,15 16 84,0 1-1,1-1 1,1-1-1,0 1 1,1-1 0,1 0-1,0 0 1,1 0 0,1-1-1,0 1 1,2-1-1,0 0 1,0 1 0,6-29-1,-2 23-66,1 0-1,1 0 1,0 0-1,2 1 1,1 0-1,1 1 1,0 0 0,1 0-1,2 1 1,18-22-1,-11 18-55,0 1 0,2 1 0,0 2 0,2 0-1,0 1 1,1 1 0,1 1 0,0 2 0,1 0-1,0 2 1,1 1 0,1 1 0,-1 2 0,2 0 0,59-6-1,-72 12 21,-1 1 0,1 1 0,0 1-1,0 0 1,0 1 0,0 0 0,0 2-1,-1 0 1,0 0 0,0 2-1,0 0 1,0 1 0,-1 1 0,0 0-1,-1 1 1,0 0 0,0 1 0,-1 1-1,12 12 1,-1 1 54,-1 2 1,-1 0-1,-2 1 0,-1 2 0,-1-1 1,-1 2-1,-2 1 0,14 37 0,-11-16 154,-2-1 0,-3 2 0,-2 0 0,6 81-1,-13-91-93,-2 1-1,-2 0 1,-3-1-1,-1 1 0,-1-1 1,-3 0-1,-2-1 0,-1 0 1,-3 0-1,-1-1 1,-2-1-1,-1 0 0,-2-2 1,-2 0-1,-50 64 1,29-52-127,-2-1 1,-2-3-1,-2-2 1,-2-2-1,-2-2 1,-1-3-1,-2-2 1,-88 40-1,69-42-880,-1-3 0,-99 24 0,89-34-2245,-167 18 1,-138-27 1469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0.8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1818 1537,'46'-19'82,"41"-18"-64,462-190 7,519-143 1060,15 30 1268,-465 149-1816,-194 57-436,1020-309 292,-1409 433-394,137-34-124,-136 41-1022,-49 3-558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1.6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597 191 816,'0'0'2121,"18"-29"-1550,51-88 80,-51 85-225,-16 24 171,-2 4 483,-2 7-718,-156 184-117,88-109-220,-321 330 136,309-326-21,82-82-139,0 0 0,0 0 0,0 0 0,0 0 0,0 0 0,0 0 1,0 0-1,1 0 0,-1 0 0,0 0 0,0 0 0,0 1 0,0-1 0,0 0 0,0 0 0,0 0 0,0 0 0,0 0 0,0 0 0,0 0 0,1 0 0,-1 1 0,0-1 0,0 0 0,0 0 0,0 0 0,0 0 0,0 0 0,0 0 0,0 0 0,0 1 0,0-1 0,0 0 0,0 0 0,0 0 0,0 0 0,0 0 0,0 0 1,0 1-1,-1-1 0,1 0 0,0 0 0,0 0 0,0 0 0,0 0 0,0 0 0,0 0 0,0 0 0,0 1 0,0-1 0,0 0 0,0 0 0,-1 0 0,1 0 0,0 0 0,0 0 0,0 0 0,0 0 0,0 0 0,0 0 0,0 0 0,-1 0 0,1 0 0,12-2 11,98-39 321,-10 2-58,-49 25-235,0 2 0,0 2 0,71-4 1,158 7-4,-265 7-32,147 7 18,-145-5-36,0 1 0,0 1 1,0 0-1,-1 1 1,1 1-1,-1 0 1,19 11-1,-25-9 93,-11-8-111,1 0-1,0-1 1,0 1-1,0 0 1,0 0 0,-1 0-1,1 0 1,0 0-1,0 0 1,0 0-1,0 0 1,-1 0-1,1 0 1,0 0 0,0 0-1,0 0 1,0 0-1,0 1 1,-1-1-1,1 0 1,0 0-1,0 0 1,0 0 0,0 0-1,0 0 1,-1 0-1,1 0 1,0 0-1,0 1 1,0-1-1,0 0 1,0 0 0,0 0-1,0 0 1,0 0-1,-1 0 1,1 1-1,0-1 1,0 0-1,0 0 1,0 0-1,0 0 1,0 1 0,0-1-1,0 0 1,0 0-1,0 0 1,0 0-1,0 1 1,0-1-1,0 0 1,0 0 0,0 0-1,0 0 1,0 1-1,1-1 1,-1 0-1,0 0 1,0 0-1,0 0 1,0 0 0,0 0-1,0 1 1,0-1-1,1 0 1,-29 0-2538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2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33 414 1537,'0'0'3420,"-2"-29"-3175,-14-165 518,10 121-109,-3-44 90,44 1279-786,-34-1155 39,2 185-472,-3-214-1123,0-28-1486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2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0 140 4610,'0'0'1745,"24"-35"-1745,92 17 224,35 6-128,16-12-48,-13 7-48,-17 5 32,-24 3-32,-27 3 0,-24 0-512,-29 6-1377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3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24 125 2001,'0'0'5715,"-24"9"-5715,90-18 128,26-15-32,21 4-96,8-10-1009,-5 6-1200,-12-3-784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3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 0 4882,'0'0'710,"-28"29"-590,-91 99 88,111-118-158,0 0 1,0 1-1,1 0 1,1 0-1,0 1 1,0 0-1,1 0 0,-6 23 1,8-16 44,0 1 0,1-1 0,2 36 0,0-28-38,0-12-39,1 0 1,0-1-1,0 1 0,2-1 0,0 0 1,0 0-1,1 0 0,7 15 0,-7-21-12,0 0-1,1-1 1,0 1-1,1-1 0,-1 0 1,1 0-1,1-1 1,-1 0-1,1 0 1,0 0-1,0-1 0,1 0 1,0 0-1,10 4 1,2-2 37,0-1 0,0-1 0,0 0 0,0-2 0,1 0 0,0-1 0,41-3 0,-56 1-34,-1 0 0,1 0 0,0-1 0,-1 0 0,1 0 0,-1 0 0,0-1 0,1 0 0,-1 0 0,0 0 0,0-1 0,0 0 0,0 1 0,0-2 0,-1 1 0,0-1 0,1 1 0,-1-1 0,0 0 0,-1-1 0,1 1 0,-1-1 0,0 1 0,0-1 0,0 0 0,-1 0 0,0 0 0,0-1 0,0 1 0,0 0 0,-1-1 0,0 1 0,0-1 0,0-8 0,1-18-23,-1-1 1,-2 1 0,-1 0 0,-1 0 0,-2 0 0,-2 0-1,0 0 1,-2 1 0,-1 1 0,-2 0 0,-1 0 0,-1 1 0,-29-43-1,37 63 0,0 0-1,0 0 1,-1 1-1,-11-11 1,15 17-81,0-1 0,0 1 0,-1 0 0,1 0 0,-1 0 0,1 0 0,-1 0 0,0 1 0,0 0 0,0 0 0,0 0 0,0 0 0,0 1 0,0-1 0,-4 1 0,-17 0-2082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4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1 114 3185,'0'0'459,"4"35"296,-1-13-661,37 223 237,17 61-59,-57-400 2166,-28-54-2546,18 108 47,1 0 0,3 0 0,1-1 0,1-54 0,4 92 43,1 1 1,-1-1 0,1 1 0,0-1 0,-1 1-1,1 0 1,0 0 0,1-1 0,-1 1 0,0 0-1,1 0 1,-1 0 0,1 0 0,-1 0 0,1 1-1,0-1 1,0 0 0,0 1 0,0-1 0,0 1-1,2-1 1,8-5 2,0 2 1,25-9-1,-20 8-27,173-49-431,-132 42 234,0-3 0,78-34 1,-122 42 424,-13 3 516,-2 5-660,-1 1-1,0-1 1,1 0 0,-1 1 0,1-1 0,-1 1-1,1-1 1,-1 1 0,1-1 0,0 1 0,-1 0-1,1 0 1,0 0 0,-2 1 0,-10 9-28,0 0-1,1 1 1,1 0 0,0 1 0,0 0-1,1 0 1,-13 26 0,10-16 40,2 0-1,1 1 1,0 1 0,-8 35 0,13-38 12,1-1 1,1 1 0,1 0-1,1 0 1,0 0 0,4 29-1,-2-44-53,0 1 0,1-1 0,0 1 0,0-1 0,0 0 0,1 0-1,0 0 1,0 0 0,1-1 0,0 1 0,0-1 0,0 0 0,1 0-1,0 0 1,0-1 0,1 1 0,-1-1 0,1-1 0,0 1 0,1-1 0,12 7-1,2-4-117,1 0-1,0-2 1,0 0-1,0-2 1,0 0-1,1-1 1,-1-2-1,1 0 1,-1-1-1,25-5 1,107-30-4345,-151 35 4351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5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74 484 4178,'0'0'2449,"-2"-23"-2177,-14-140 62,12 131-226,-41-227 1190,41 253-871,2 14-442,1 25-248,1-10 239,24 911 115,-20-867-122,4 50 134,-6-102-206,1 0 0,0 0 0,1 0-1,0 0 1,7 14 0,-10-27-69,0-1 1,0 1 0,0-1 0,-1 1-1,1-1 1,1 0 0,-1 1-1,0-1 1,0 0 0,0 0-1,1 0 1,-1 0 0,2 1-1,15 1-3272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5.3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313 37 2849,'0'0'1585,"-25"-7"-873,-83-19-314,105 25-382,-1 0 0,1 1 1,-1-1-1,0 1 0,1 0 1,-1 0-1,1 0 0,-1 0 0,1 0 1,-1 1-1,1 0 0,-1 0 0,1 0 1,-1 0-1,1 0 0,0 1 1,0-1-1,0 1 0,-1 0 0,2 0 1,-1 0-1,0 0 0,0 1 1,1-1-1,-1 1 0,1 0 0,0-1 1,0 1-1,0 0 0,-2 4 0,-2 2 24,-3 5-7,0 1 1,1 0-1,0 1 0,2 0 1,0 0-1,0 1 0,2-1 1,-6 35-1,4 4 28,2 78 0,4-104-40,1 0 1,1 0 0,2 0-1,0-1 1,2 0 0,11 32-1,-13-50-11,0-1 0,0 0-1,1-1 1,0 1-1,1-1 1,-1 0 0,2 0-1,-1-1 1,10 9-1,-10-11 1,1 0 0,-1-1 0,1 0 0,0 0 0,0-1 0,0 0 0,0 0 0,0 0 0,1-1 0,-1 0 0,1-1 0,0 0 0,10 1-1,-11-2 10,1 1 0,-1-1-1,0-1 1,1 0-1,-1 0 1,0 0-1,1-1 1,-1 0-1,0 0 1,0-1-1,0 0 1,-1 0-1,1 0 1,-1-1-1,0 0 1,0-1-1,0 1 1,0-1-1,-1 0 1,1-1-1,-2 1 1,1-1-1,0 0 1,-1 0-1,0 0 1,-1-1 0,6-12-1,-1-3 6,0-1 0,-2 0 1,-1-1-1,0 1 0,-2-1 0,-1 0 1,-1-33-1,-1 31-72,-2 0 0,0 0 0,-2 0 0,-1 1 0,-15-47 0,16 60-27,0 1 1,-1 0-1,0 0 0,-1 1 0,-1-1 0,1 1 0,-2 0 0,1 1 0,-1 0 0,-1 0 0,1 1 0,-1 0 0,-1 0 0,-17-10 1,-8 5-890,9 11-604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5.8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0 253 2721,'0'0'4093,"0"-10"-3600,0-21-430,0 25-149,0 26-112,3 62 246,3 0 0,3 0 0,21 81 0,-27-150-34,0 0 0,1 1 0,1-1 1,0-1-1,1 1 0,14 22 0,-17-30-7,1 0-1,0-1 0,0 1 1,0-1-1,1 0 1,0 0-1,-1-1 1,1 1-1,1-1 0,-1 0 1,0 0-1,1-1 1,-1 0-1,1 0 1,0 0-1,0-1 1,0 1-1,8-1 0,-6 1 7,-1-2-1,1 1 0,-1-1 0,1 0 1,-1 0-1,1-1 0,-1 0 0,0-1 1,1 0-1,-1 0 0,0 0 0,0-1 1,0 0-1,0 0 0,-1-1 0,1 0 1,-1 0-1,0 0 0,0-1 0,0 0 1,-1 0-1,0 0 0,0-1 0,0 0 1,-1 0-1,7-11 0,-2 1 12,0 0-1,-2-1 0,0-1 0,-1 1 1,0-1-1,-1 0 0,-2 0 1,3-25-1,-1-23-22,-4-66 0,-1 73 1,0 40-69,-2 103-369,0-23 370,9 97 0,-5-140 72,1-1 0,1 0 0,0 0 0,1-1 0,1 1 0,0-1 0,1 0 0,1-1 0,0 0 0,14 18 0,-17-26 0,0-1 0,1 0 0,0 0 0,0-1-1,0 0 1,1 0 0,0 0 0,0-1 0,0 0 0,0-1-1,1 1 1,-1-1 0,1-1 0,0 1 0,13 1-1,-15-3 9,0-1 1,0 1-1,0-1 0,0-1 0,0 1 0,0-1 0,0 0 0,0-1 0,0 1 0,-1-1 0,1 0 0,0 0 1,-1-1-1,0 0 0,0 0 0,0 0 0,0-1 0,0 1 0,0-1 0,-1 0 0,6-7 0,0-2 30,-1 0 0,-1-1 0,0 0-1,-1 0 1,0-1 0,-1 0 0,0 0-1,-2 0 1,0-1 0,3-24 0,-2-4-3,-2 1 1,-4-73-1,-2 86-78,0-1-1,-2 1 1,-1 0 0,-2 1 0,-1-1-1,-1 1 1,-21-41 0,18 45-838,-1 1 1,-25-32 0,27 41-1632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6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12 431 3410,'0'0'792,"30"3"-704,101 8 0,-119-9-76,0-2-1,0 1 1,1-2-1,-1 1 1,0-2-1,0 0 1,0 0-1,0-1 1,0-1 0,0 0-1,-1 0 1,0-1-1,0-1 1,0 0-1,0 0 1,-1-1 0,12-11-1,-17 15 2,0-1-1,0 0 1,-1 0 0,0 0 0,0-1-1,0 1 1,0-1 0,-1 0-1,0 0 1,0 0 0,0-1-1,3-6 1,-4 1 123,1 0 0,-2 0 1,1 0-1,-1 0 0,-1-17 0,0 24-90,-1-1 0,0 1-1,1 0 1,-1 0 0,-1 0 0,1-1 0,-1 1 0,1 0-1,-1 0 1,0 1 0,-1-1 0,1 0 0,-1 1 0,1-1 0,-1 1-1,0 0 1,0 0 0,-1 0 0,1 0 0,-1 1 0,1 0-1,-1-1 1,0 1 0,0 0 0,0 0 0,-7-1 0,-5-3 5,-1 1 1,0 1-1,0 1 1,0 0 0,-24 0-1,26 2-33,-3 0-4,0 0-1,-1 1 0,-24 4 1,37-3-16,1 0-1,0 1 1,0-1 0,0 1-1,0 0 1,1 0 0,-1 0-1,1 1 1,-1 0 0,1 0-1,0 0 1,0 0 0,0 1-1,0 0 1,0-1 0,-3 7-1,-1 3-13,0 1 0,1-1 0,1 1 0,0 1 0,1-1 0,0 1 0,2 0 0,-5 28-1,3 10-31,2 61-1,3-112 48,0 12-2,1 0-1,0 0 1,1 1-1,0-1 1,1 0-1,1 0 1,0-1-1,1 1 1,0-1-1,1 0 1,0 0-1,2-1 1,-1 0-1,1 0 1,1 0-1,0-1 1,1-1-1,12 12 1,-9-11-7,0 0 0,1 0 0,0-2 1,0 1-1,1-2 0,0 0 0,1-1 0,24 8 1,-16-8-139,1-2 1,1 0 0,-1-2 0,51 0-1,-64-2 93,-1-2-1,1 0 0,-1 0 1,0-1-1,0 0 0,1-1 0,-2 0 1,1-1-1,0 0 0,-1-1 0,1 0 1,-2 0-1,1-1 0,0-1 0,-1 0 1,0 0-1,-1 0 0,0-1 1,0-1-1,0 1 0,-1-1 0,-1-1 1,1 1-1,-1-1 0,-1 0 0,5-13 1,-3 4 60,0 1 0,-2-2 0,-1 1 0,5-39 0,-5-79 262,-4 124-223,0-29 223,-1 1 1,-2-1 0,-2 1-1,-2 0 1,-2 0-1,-15-46 1,23 87-265,1 0-1,0 0 1,0 0 0,0 0 0,0 0-1,0 0 1,0 0 0,0 0 0,0 0 0,0 0-1,0 0 1,-1 0 0,1 0 0,0 0-1,0 0 1,0 0 0,0 0 0,0 0 0,0 0-1,0 0 1,0 0 0,-1 0 0,1 0 0,0 0-1,0 0 1,0 0 0,0 0 0,0 0-1,0 0 1,0 0 0,0 0 0,-1 0 0,1 0-1,0 0 1,0 0 0,0 0 0,0 0 0,0 0-1,0-1 1,0 1 0,0 0 0,0 0-1,0 0 1,0 0 0,0 0 0,0 0 0,0 0-1,0 0 1,0 0 0,0-1 0,0 1-1,0 0 1,0 0 0,0 0 0,0 0 0,0 0-1,0 0 1,-2 15-41,1 27-105,1-42 144,5 130 22,7 0 0,30 140 0,-38-252 26,-2-22 330,-2-32 556,0 24-785,-1-100 107,3-153-565,-1 258 279,0 0-1,0 0 0,1-1 1,0 1-1,0 0 0,1 0 1,-1 0-1,1 1 0,1-1 1,-1 1-1,1 0 0,1 0 1,-1 0-1,1 0 0,0 1 1,0-1-1,0 1 0,1 1 1,0-1-1,0 1 0,12-7 1,8-1-125,0 0 0,1 2 0,1 1 0,34-7 0,-21 6-11,-6 0 19,81-19-121,-120 31 373,0 0 0,-1 1 0,1-1 0,0 1 0,0-1 0,0 1 0,1 0 0,-1 1 1,1-1-1,-1 1 0,1-1 0,0 1 0,-3 6 0,-39 63-161,30-42 132,2 1 1,1 1 0,1 0 0,2 1 0,1 0 0,2 0 0,2 0 0,-1 41 0,4-55 53,1 1-1,1-1 1,3 22-1,-3-35-92,1 0 0,0 0 0,0 0 0,0-1-1,1 1 1,0-1 0,0 1 0,1-1 0,0 0 0,0 0-1,0-1 1,8 8 0,-4-6-11,0-1 1,0 0-1,0 0 0,1-1 1,0 0-1,0 0 1,1-1-1,-1 0 0,1-1 1,10 2-1,10 1 19,-1-1 1,43 2-1,-45-6-128,0 0 0,1-2 0,-1-1-1,34-7 1,-21-3-651,0-1-1,55-27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7.3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36 279 4130,'0'0'317,"-3"-34"-199,-10-110 7,9 106 35,4 32 12,0-1 1,-1 0-1,0 1 1,0-1-1,-1 1 1,0-1-1,-4-9 1,4 34 355,35 507-561,50 1 391,-78-492-342,3-1 0,0 0 0,26 62 0,-34-95-63,0 1 1,0 0-1,0-1 0,1 1 0,-1 0 0,0-1 0,0 1 1,0-1-1,1 1 0,-1 0 0,0-1 0,1 1 1,-1-1-1,0 1 0,1-1 0,-1 1 0,1-1 0,-1 1 1,1-1-1,-1 1 0,1-1 0,-1 0 0,1 1 0,0-1 1,-1 0-1,2 1 0,0-25-1655,-2-31-526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7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1 127 4242,'0'0'2017,"38"-22"-1953,-15 9-59,7-4 5,0 0 0,33-11 0,-45 22-1,1 0 1,-1 1 0,1 1-1,0 1 1,-1 0 0,1 1-1,27 2 1,-19 2-11,0 2 0,0 0-1,0 2 1,0 1 0,-1 1 0,0 1 0,-1 1 0,0 2 0,0 0-1,-2 2 1,1 0 0,-2 2 0,41 36 0,-40-31-10,-2 1 1,-1 1-1,-1 1 1,-1 1 0,-1 0-1,-1 2 1,-1-1-1,-1 2 1,-2 0-1,-1 0 1,-1 1-1,9 43 1,-13-37 16,-1-1 0,-1 2-1,-2 66 1,-3-86 3,-1 1-1,-1-1 1,0 1-1,-1-1 1,0 0 0,-2 0-1,0-1 1,0 0-1,-2 0 1,-11 19-1,4-15 5,1-1 0,-2-1-1,-1 0 1,0-1-1,0-1 1,-2-1 0,0 0-1,-1-1 1,0-2 0,0 0-1,-31 12 1,19-11 14,-1-2 1,0-1-1,0-1 0,0-2 1,-1-1-1,0-2 1,-36 0-1,60-3-28,0-1-1,1 1 1,-1-1 0,1-1 0,-13-3-1,19 4-21,1 0 0,-1-1 0,0 1 0,1 0 1,-1-1-1,1 0 0,0 1 0,-1-1 0,1 0 0,0 0 0,0 0 0,0-1 0,1 1 0,-1 0 0,0-1 0,1 1 0,0-1 0,-1 0 0,0-4 0,0 1-204,0-1 0,1 0 0,0 1 0,1-1 0,0 0 0,0 1-1,1-9 1,6-52-3524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7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81 4258,'0'0'3329,"0"-80"-3329,0 124-512,6 28 512,9 14 144,-3 3 0,-3 6-64,-3-21-80,5-17-16,-2-19-992,0-20-689,-3-18-352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8.1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0 4850,'0'0'320,"-66"163"-320,90-151 16,23-6 353,1-6-337,-9 0 512,-10-18-176,-11 1-208,-12-4-160,-3 6-336,3 9-1665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8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764 218 720,'0'0'5384,"3"-29"-4567,1-9-537,-2-45 0,-2 81-263,0-1-1,0 0 1,-1 1 0,1-1 0,-1 0 0,1 1 0,-1-1 0,0 1 0,0-1-1,-1 1 1,1-1 0,0 1 0,-1 0 0,1 0 0,-1-1 0,0 1 0,0 0-1,0 1 1,0-1 0,0 0 0,0 0 0,0 1 0,-1 0 0,-3-3 0,-1 2-5,1 0 1,-1 0-1,1 1 1,-1 0 0,0 0-1,-11 1 1,14 0-8,-8-1-11,-1 1 0,1 0 0,0 1 0,-15 3 0,21-2-1,1-1 1,-1 1 0,1 1 0,0-1 0,-1 1 0,1 0-1,0 0 1,1 0 0,-1 1 0,1 0 0,-6 6 0,-2 3 1,0 0 1,2 2 0,-1-1-1,2 1 1,0 1 0,1 0 0,0 0-1,2 0 1,-10 34 0,9-19 6,2 1 1,1-1 0,1 1 0,3 53-1,0-76-1,0 1 1,2-1-1,-1 0 0,1 0 0,0 0 0,1 0 0,0-1 1,0 1-1,1-1 0,0 0 0,1 0 0,10 15 0,-10-18 2,0 1-1,1-1 0,-1 0 0,1 0 0,1 0 1,-1-1-1,0 0 0,1 0 0,0-1 1,0 0-1,0 0 0,1 0 0,-1-1 0,0 0 1,16 1-1,-11-1 21,1-1 0,-1 0 0,1-1 0,0-1 0,-1 0 0,1 0-1,-1-1 1,0-1 0,23-8 0,-28 8-6,-1 0 0,0 0 0,0-1 0,0 0 0,-1 0 0,1-1 0,-1 0 0,0 0 0,0 0 0,-1 0 0,1-1 0,-1 0 0,-1 1 0,1-2-1,-1 1 1,0 0 0,0-1 0,-1 1 0,3-11 0,0-8 38,-2-1 1,0 1-1,-2-1 0,-1-27 0,-1 23-51,2 24-5,-1 0-1,0 1 1,0-1-1,-1 0 1,1 1-1,-2-1 1,1 0-1,0 1 1,-1-1-1,0 1 1,0 0-1,-1 0 1,1-1-1,-1 2 1,-4-6-1,7 10-3,0 0 1,0 0-1,-1 0 0,1 0 0,0 0 0,0 0 0,0 0 0,0 0 0,-1 0 0,1 0 0,0 0 0,0 0 0,0 0 1,0 0-1,-1 0 0,1 0 0,0 1 0,0-1 0,0 0 0,0 0 0,0 0 0,-1 0 0,1 0 0,0 0 0,0 1 1,0-1-1,0 0 0,0 0 0,0 0 0,0 0 0,0 1 0,0-1 0,0 0 0,0 0 0,0 0 0,-1 0 0,1 1 1,0-1-1,0 0 0,0 0 0,0 0 0,1 0 0,-1 1 0,0-1 0,0 0 0,0 0 0,0 0 0,0 1 1,0-1-1,0 0 0,0 0 0,0 0 0,0 1 0,0 19-234,3 45 33,4 0 0,21 92-1,-12-73 164,51 396-4,-57-333 21,-11 190 1,0-315 23,-1 0 1,-1 0-1,-1 0 0,-1 0 1,-1-1-1,-12 29 1,13-39 4,-1 1 0,-1-1 0,1-1 0,-2 1 0,0-1 0,0 0 0,0-1 0,-1 1 1,-1-2-1,0 1 0,0-2 0,-15 10 0,13-10 1,-1-1 0,0-1-1,0 0 1,0 0 0,0-1-1,-27 4 1,0-4 10,-47-1-1,65-2-2,-1-2-1,0 0 1,0-1-1,0-2 0,1 0 1,0-2-1,0 0 0,0-1 1,1-1-1,0-1 1,0-1-1,1-1 0,0-1 1,1-1-1,1 0 0,0-1 1,-27-28-1,32 27 37,1-1 0,0 0 0,1-1 0,1 0 0,0-1 0,1 0 0,1 0 0,1-1 0,1 0 0,0 0 0,2-1 0,0 1 0,1-1-1,1 0 1,1-33 0,1 31-46,2 1 0,0 0-1,2 1 1,0-1-1,1 0 1,1 1 0,1 0-1,1 0 1,0 1-1,2 0 1,0 1 0,1 0-1,1 0 1,23-26 0,-20 28-14,1 2 1,0 0-1,1 0 1,0 2-1,1 0 1,0 1-1,1 1 1,0 1 0,1 0-1,0 2 1,0 0-1,1 1 1,0 1-1,0 1 1,0 1-1,0 1 1,23 0-1,-39 2-2,0 0 0,1 0-1,-1 0 1,0 0 0,0 1-1,0 0 1,0 0 0,0 1-1,0-1 1,-1 1-1,6 2 1,-7-1-3,-1-1-1,1 0 1,-1 1-1,0 0 1,0 0-1,0-1 1,0 1-1,0 0 1,-1 0-1,1 1 1,-1-1-1,0 0 1,0 0-1,0 1 1,0 4-1,3 3-624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9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57 5058,'0'0'2804,"-3"-13"-2382,-1-2-310,-4-14-367,6 37 18,1 27 75,1 283 304,-1-304-185,1 0 0,1 1 0,0-1 0,1 0 0,0 0 0,2 0 0,-1 0 0,12 26 0,-15-39-68,1 0 0,-1 1 0,0-1 0,1 0 0,-1 0 0,1 0-1,-1-1 1,1 1 0,0 0 0,-1 0 0,1 0 0,0 0 0,0 0 0,-1-1 0,1 1 0,0 0 0,0-1 0,0 1 0,0-1 0,0 1 0,0-1 0,0 1 0,0-1 0,0 0 0,0 1 0,0-1 0,0 0 0,3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9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4658,'0'0'576,"3"149"-191,30-149 15,-4 0 48,-11-21-128,-12-6-208,-3-2-112,-3 11-1505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9.6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1251 1649,'0'0'1619,"26"23"-680,7 5-593,48 33-1,-77-59-323,-1 0 0,1 0 0,0 0 0,0-1 0,0 0 1,0 1-1,0-1 0,0-1 0,1 1 0,-1-1 0,0 1 0,0-1 0,1 0 0,-1-1 0,0 1 0,0-1 0,0 0 0,1 0 0,-1 0 0,0-1 0,0 1 0,-1-1 0,1 0 0,0 0 0,0 0 0,-1 0 0,0-1 0,5-3 0,5-3 20,10-6 24,0-1 1,-2-1 0,1-1 0,-2-1 0,-1-1 0,0 0 0,28-41 0,-35 42 62,0-1 1,-1 0-1,-1-1 1,-1 0-1,-1-1 1,-1 0-1,-1 0 1,0 0-1,3-41 1,-5 13 92,-3 1 1,-1-1-1,-3 0 1,-2 1 0,-2 0-1,-26-93 1,-124-320 470,155 459-695,1 12-198,7 206 65,42 264 0,-43-444 137,1 15 12,3 0-1,23 74 1,-28-112-11,0 0-1,1 0 0,1-1 0,0 1 1,0-1-1,1-1 0,0 1 1,1-1-1,0 0 0,1-1 1,0 0-1,0 0 0,1-1 1,0 0-1,15 8 0,-13-11-81,1 0-1,0-1 0,0 0 1,0-1-1,0-1 0,0 0 1,1-1-1,-1 0 0,1-1 1,-1 0-1,1-1 0,-1-1 1,15-4-1,-22 5-188,0-1 0,0 0 0,0-1 1,0 1-1,-1-1 0,0 0 0,1 0 0,-1-1 0,4-4 1,0 0-846,-1-1 0,0 0 1,10-17-1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09.7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74 5891,'0'0'1104,"214"-17"-2496,-24-4 1392,21 0 48,-15 6-48,-45 15-16,-68 0-1377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12.7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543 80 4002,'0'0'3633,"-26"-18"-2990,11 7-596,7 4-37,-1 1 0,0 0 0,0 0 0,0 1 0,-1 0 0,0 1-1,-12-4 1,17 7-8,0 0-1,0 0 0,1 1 1,-1 0-1,0 0 1,0 0-1,1 1 0,-1-1 1,0 1-1,1 0 0,-1 1 1,1-1-1,-1 1 0,1 0 1,-1 0-1,1 0 1,0 0-1,0 1 0,0 0 1,1 0-1,-1 0 0,1 0 1,-1 1-1,-2 3 1,-24 28 78,2 1 1,1 2 0,2 1 0,1 0-1,3 2 1,1 1 0,-26 78 0,25-48 146,2 1 1,4 0 0,3 1 0,-2 82-1,12-111-165,2 0-1,1 0 1,3 0-1,10 47 0,-8-67-49,1 0-1,0-1 0,2 0 0,1 0 1,1-1-1,1 0 0,1-1 0,25 32 1,-21-33-146,1-1 1,1 0 0,1-2 0,1 0-1,1-1 1,0-1 0,1-1 0,0-1-1,1-2 1,1 0 0,0-1 0,1-2 0,0 0-1,0-2 1,52 8 0,66-9-3869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13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1 397 6131,'0'0'1763,"27"-4"-1592,-21 3-163,52-9 35,102-2-1,6 6-123,-145 4 48,-1-1-1,0 0 0,0-2 0,0-1 0,-1 0 1,21-10-1,-37 14 23,1-1 1,-1 1-1,0-1 1,0 0-1,0 0 1,-1 0 0,1 0-1,-1 0 1,1 0-1,-1-1 1,0 1-1,0-1 1,-1 0-1,1 0 1,-1 1-1,0-1 1,0 0-1,0 0 1,0 0-1,-1 0 1,1 0-1,-1-5 1,0 2-20,0-1-1,0 1 1,-1-1 0,0 1 0,0-1 0,-1 1 0,0 0 0,0-1-1,0 1 1,-1 0 0,-5-8 0,0 4 16,0 0 0,-1 0-1,0 1 1,-1 0 0,0 1 0,0 0-1,-1 0 1,-1 1 0,1 1 0,-1 0 0,-21-9-1,21 11 9,0 0 0,1 2 1,-1-1-1,-1 2 0,1-1 0,0 2 0,0 0 0,-1 0 0,1 1 0,-1 0 0,1 1 0,-1 1 0,-18 4 1,21-2 13,1 0 1,0 1-1,0 0 1,0 0-1,0 1 1,1 0-1,0 0 1,0 1-1,1 0 1,0 1-1,0-1 1,1 2 0,0-1-1,-9 15 1,3-2 54,1 1 1,1 0-1,1 1 1,0 0 0,-5 29-1,8-25 103,1 1 0,1 1 0,0 39 0,4-57-116,0 1 0,1-1 0,1 1-1,0 0 1,0-1 0,1 0 0,1 0 0,0 0 0,0 0-1,1 0 1,7 10 0,-6-12-36,0-1 0,1 0 0,1 0 0,-1 0-1,1-1 1,0 0 0,1-1 0,0 0 0,10 6 0,-2-4 13,-1-1-1,1 0 1,0-2 0,33 8-1,-12-7-111,1-2 1,-1-1-1,1-3 0,50-4 0,43-16-2019,-131 20 2087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13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27 289 2145,'0'0'1862,"-4"24"-1472,-1 6-265,-12 62 622,17-98 107,0-14-593,1 1 0,1-1 1,1 1-1,0 0 1,2 0-1,0 0 0,10-24 1,-10 31-279,1 0 1,1 0 0,0 1 0,0 0 0,1 0 0,1 1-1,0 0 1,0 0 0,1 1 0,0 0 0,21-14 0,-21 17-10,1 1 0,0 0 1,0 0-1,0 1 0,0 1 1,1 0-1,-1 0 0,1 1 1,0 1-1,0 0 0,0 0 1,21 3-1,-29-2 0,0 1-1,0 0 1,0 0-1,0 0 1,0 1 0,-1-1-1,1 1 1,-1 0-1,1 0 1,-1 0-1,1 0 1,-1 1 0,0 0-1,0-1 1,0 1-1,-1 0 1,1 0 0,-1 0-1,0 1 1,1-1-1,-1 1 1,-1-1-1,1 1 1,0 0 0,-1-1-1,0 1 1,1 7-1,3 10-19,-2 0 0,-1-1-1,-1 1 1,0 22 0,-2-33 59,1 5-9,1 35 30,-11 81 0,8-115-25,-1-1-1,-1 0 1,0 0-1,-1-1 1,-1 1 0,0-1-1,-1 0 1,0 0-1,-16 20 1,16-28 61,5-10 181,7-20 92,16-18-228,50-75 0,-33 57-129,0 0 11,-5 10-148,-2-2-1,-2 0 1,35-91 0,-58 93 15,-27 145 135,-5 32 183,16 88 341,9-200-493,2 0 0,0 0 1,1 0-1,1 0 0,0 0 0,10 28 0,-10-35-30,1 1 0,1-1-1,-1-1 1,1 1 0,1-1 0,-1 0 0,1 0-1,0 0 1,1-1 0,0 0 0,0 0 0,13 7-1,-12-8-84,0 0 0,1-1-1,0 0 1,0-1-1,0 0 1,17 3 0,-4-3-1054,44-1-1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14.2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340 223 3554,'0'0'1640,"2"-8"-1247,1-10-323,-1 0 1,0-33 0,-1 45-75,-2 1 0,1 0 0,-1 0-1,1-1 1,-1 1 0,-1 0 0,1 0 0,-1 0-1,0 0 1,0 0 0,0 1 0,-1-1 0,0 1 0,0-1-1,0 1 1,-5-6 0,3 6 16,-1 0 0,1 0 0,-1 0-1,0 1 1,0 0 0,0 0 0,0 0 0,0 1 0,-1 0 0,1 0 0,-1 1-1,1-1 1,-1 2 0,0-1 0,0 1 0,1 0 0,-1 0 0,0 0 0,1 1-1,-1 0 1,0 1 0,1 0 0,-1 0 0,1 0 0,0 0 0,0 1 0,0 0 0,0 1-1,0-1 1,-8 7 0,3 2-8,1 1 0,-1 0 1,2 0-1,0 1 0,1 0 0,0 1 0,1 0 0,1 0 0,0 0 0,1 1 1,1 0-1,-4 22 0,2 5 32,2 1 1,2-1 0,5 65-1,-3-100-27,1 0 0,0 0-1,0 0 1,1-1 0,0 1-1,0 0 1,0 0 0,1-1-1,1 0 1,-1 1 0,1-1 0,0-1-1,1 1 1,0 0 0,0-1-1,0 0 1,1 0 0,0-1-1,0 1 1,0-1 0,0-1-1,1 1 1,0-1 0,0 0 0,0-1-1,1 0 1,-1 0 0,1 0-1,0-1 1,12 2 0,-11-2 7,0-1 0,0-1 1,0 0-1,17-1 0,-24 0-5,0 1-1,1-1 1,-1 0-1,0 0 1,1 0-1,-1 0 1,0 0-1,0 0 1,0-1-1,0 1 0,0-1 1,0 1-1,0-1 1,0 0-1,-1 0 1,1 0-1,0 0 1,-1 0-1,0 0 1,0 0-1,2-3 1,9-24 113,-1-1 0,-2 0 1,9-45-1,6-95 86,-18 35 668,-4 177-1072,2-1 0,2 0 1,2-1-1,1 1 1,3-2-1,1 1 1,1-2-1,23 43 0,-23-52-1732,1-14-739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14.7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1 543 2497,'0'-30'1374,"1"-104"-683,0 120-638,0-1 1,0 1-1,2 0 0,0 0 0,0 0 0,1 0 1,1 1-1,0 0 0,11-20 0,-9 23-40,-1 1 0,1-1-1,0 1 1,1 1 0,0 0 0,1 0-1,0 0 1,0 1 0,0 0 0,16-8-1,-18 12-14,0-1-1,0 1 1,0 0-1,1 1 0,-1 0 1,1 0-1,10-1 0,-15 3-2,-1-1-1,1 1 0,-1 0 0,1 0 0,-1 1 0,1-1 1,-1 0-1,1 1 0,-1 0 0,1-1 0,-1 1 0,0 0 0,1 0 1,-1 0-1,0 1 0,0-1 0,0 0 0,0 1 0,0-1 1,0 1-1,0 0 0,-1 0 0,1 0 0,0 0 0,-1 0 0,2 3 1,8 18 38,-2 1-1,-1 0 1,0 1 0,-2-1 0,5 37 0,6 132 259,-16-172-290,2 116 192,-2-214 1162,11-83 0,-9 134-1418,1 0-1,2 1 0,0 0 0,2 0 0,1 0 0,0 1 0,24-41 0,-26 56-69,0 0-1,0 1 1,1-1-1,0 1 1,0 1 0,1-1-1,0 2 1,14-9-1,-20 13 75,1 0 0,0 0 0,0 0 0,1 1 0,-1 0 0,0 0 0,0 0 0,1 0 0,-1 0 0,0 1 0,5 0 1,-6 0 39,0 1 1,-1-1 0,1 1 0,0 0 0,-1 0 0,1 0 0,-1 0-1,1 0 1,-1 0 0,0 1 0,0-1 0,1 1 0,-1-1 0,0 1 0,0 0-1,-1 0 1,1 0 0,0 0 0,2 4 0,2 6-5,0-1 0,-1 1 0,0 1 0,-1-1 0,0 1 0,-1-1 0,0 1 0,1 20 0,1 113 42,-5-124 1,0 164 496,0-183-327,0-10 396,-1-63 563,5-126-902,-2 177-271,1-1-1,2 1 1,-1 1 0,2-1 0,1 1 0,0 0-1,17-29 1,-16 33-53,1 0 0,0 1 0,1 0 0,1 0 0,0 1 0,1 0 1,0 1-1,0 0 0,19-11 0,-24 18 5,-1 1 1,1 0 0,0 0 0,0 0-1,8-1 1,-13 3 64,0 0-1,0 1 1,0 0-1,0-1 1,0 1-1,0 0 1,0 0 0,0 0-1,1 0 1,-1 1-1,0-1 1,0 0 0,0 1-1,0 0 1,0-1-1,0 1 1,0 0 0,-1 0-1,1 0 1,0 0-1,0 0 1,-1 0-1,3 3 1,1 3-3,-1-1-1,0 1 1,-1 1-1,1-1 1,-1 0-1,-1 1 1,0 0-1,0-1 1,2 15-1,5 81 68,-9-89-38,1 93 269,3 49 28,-3-139-331,1 0 1,1 1 0,1-1 0,1 0-1,0-1 1,10 24 0,-13-37-128,-1 0 0,1 0 1,0 0-1,-1 0 0,1 0 0,1 0 0,-1-1 1,0 1-1,1-1 0,-1 1 0,1-1 1,0 0-1,-1 0 0,1 0 0,0 0 0,0-1 1,1 1-1,-1-1 0,0 0 0,7 2 1,23-1-3176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14.9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0 208 3282,'0'0'560,"6"-31"-235,26-145 201,-33 191 35,0 0 1,2 23 0,1 8-524,19 812 2246,-18-783-2400,4 60 379,-6-44-3182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15.1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59 182 1649,'0'0'461,"13"-28"-309,2-5-49,30-48 0,-42 77-81,-1 1 1,1 0-1,0 0 1,0 1-1,0-1 0,0 1 1,0-1-1,0 1 1,1 0-1,-1 0 1,1 0-1,0 1 1,-1-1-1,1 1 0,0 0 1,0 0-1,0 0 1,0 1-1,0-1 1,0 1-1,0 0 1,0 0-1,0 0 0,0 1 1,0-1-1,0 1 1,-1 0-1,8 3 1,-9-4-18,4 2 16,1 1 1,-1-1-1,1 1 0,-1 1 1,0-1-1,0 1 0,0 0 1,-1 0-1,1 0 0,-1 1 1,0 0-1,0 0 0,-1 0 1,1 1-1,-1 0 0,0 0 1,-1 0-1,0 0 0,0 0 1,4 10-1,-1 4 71,0 0 0,-1 0 0,0 0 0,-2 0 0,1 39 1,-3-42-20,-1 0 0,-1 0 0,-1 0 0,0 0 0,-1-1 0,-1 1 0,-10 29 0,10-37 0,-1 0 0,0 0 1,0 0-1,-1 0 0,0-1 0,-1 0 1,0 0-1,0 0 0,0-1 1,-1 0-1,0-1 0,-1 0 0,1 0 1,-11 5-1,8-5 15,0-1 0,-1-1 1,0 0-1,0 0 0,0-1 0,0 0 1,-1-1-1,1-1 0,-1 0 0,1-1 1,-1 0-1,-21-3 0,31 3-159,0-1 1,0 0-1,0 0 0,0 0 1,0 0-1,0-1 0,0 1 1,0-1-1,1 0 0,-1 0 0,1 0 1,-1 0-1,1 0 0,-1 0 1,1-1-1,0 1 0,0-1 1,0 1-1,1-1 0,-1 0 1,1 0-1,-1 0 0,1 0 0,0 0 1,0 0-1,0 0 0,0-5 1,-5-47-4506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15.7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1004 2321,'0'0'45,"27"20"-15,87 60-17,-71-55 20,-23-22 39,-11-4-30,-7 1-13,0 0 0,0 0-1,0 0 1,0-1 0,0 1 0,0-1 0,-1 1 0,1-1 0,0 0 0,0 1-1,-1-1 1,1 0 0,-1 0 0,1-1 0,-1 1 0,1 0 0,-1 0 0,1-1-1,-1 1 1,0-1 0,0 1 0,0-1 0,0 1 0,0-1 0,1-3 0,1-3 79,0 0 0,0 0 0,-1-1 0,1-11 0,-2 13-81,7-60 327,-3-1 1,-4-80 0,-2 73-107,-5-42 322,-33-187-1,19 171-278,10 80-39,6 33 458,-3-38 1,8 600-436,-1-491-234,3-1 0,3 1 1,13 59-1,-15-91-27,1-1 1,1 0-1,0 0 1,2 0-1,0-1 1,1 0-1,0-1 1,2 0-1,0 0 1,0-1-1,25 24 1,-29-34-7,0 1 1,1-1 0,0 0 0,0 0-1,0-1 1,1 0 0,-1 0 0,1-1-1,0 0 1,0-1 0,0 0 0,1-1-1,-1 1 1,0-2 0,1 1 0,-1-1-1,0-1 1,17-2 0,-9-1-5,-1 0 1,1 0 0,0-2 0,-1 0-1,0-1 1,-1-1 0,0 0 0,0-1-1,16-13 1,8-8-13,-1-3-1,-1 0 1,-2-3 0,36-46-1,-56 63 7,-2 0-1,0-1 1,-1 0-1,-2-1 1,0 0-1,-1-1 1,-1 0-1,-1-1 1,-1 1-1,-1-1 1,3-25-1,-7 30 2,1 4 1,-1 0-1,-1 1 0,-2-25 1,2 35 2,0 0 1,-1 0-1,0 0 1,0 0-1,0 1 0,0-1 1,0 0-1,0 0 1,-1 0-1,1 1 1,-1-1-1,0 1 1,0-1-1,0 1 1,0 0-1,0 0 1,0 0-1,-1 0 0,1 0 1,-1 0-1,-4-2 1,-2 1 12,0 0 0,0 0 1,0 0-1,0 2 0,0-1 0,0 1 0,-1 0 1,1 1-1,0 0 0,-1 0 0,1 1 1,0 0-1,0 1 0,0 0 0,0 1 0,0-1 1,0 2-1,0-1 0,1 1 0,0 1 1,-9 5-1,1 1 12,0 0 0,1 2 1,1 0-1,0 0 0,0 1 1,2 1-1,0 0 0,0 1 1,-9 18-1,11-16 46,1 2-1,1-1 1,1 1 0,1 1-1,0-1 1,2 1-1,0 0 1,-1 41 0,4-53-40,0 1 1,1-1-1,0 1 1,1-1-1,0 0 1,1 1-1,-1-1 1,2 0-1,-1 0 1,1 0-1,1 0 1,0 0 0,0-1-1,0 1 1,1-1-1,0 0 1,1-1-1,0 1 1,0-1-1,1-1 1,0 1-1,13 10 1,-1-4-4,0-1-1,1 0 1,0-1 0,1-2 0,0 0 0,0-1 0,1-1 0,0-1-1,31 5 1,22-2 37,115 2 0,-133-11-431,93-9 0,-87-3-1485,68-21 0,-131 33 1838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19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99 199 3201,'0'0'3426,"-3"-3"-3036,2 3-389,1-1 0,-1 1 0,1 0 1,-1-1-1,1 1 0,0-1 0,-1 1 0,1 0 1,-1 0-1,0-1 0,1 1 0,-1 0 1,1 0-1,-1-1 0,1 1 0,-1 0 1,0 0-1,1 0 0,-1 0 0,1 0 1,-1 0-1,0 0 0,1 0 0,-1 0 1,1 0-1,-1 0 0,1 1 0,-1-1 0,0 0 1,1 0-1,-1 1 0,1-1 0,-1 0 1,1 0-1,-1 1 0,1-1 0,-1 1 1,1-1-1,0 0 0,-1 1 0,1-1 1,-1 1-1,1-1 0,0 1 0,0-1 1,-1 1-1,1-1 0,0 1 0,0 0 1,-1-1-1,1 1 0,0 0 0,-11 49 15,5-18 20,0-8-21,4-12-6,-1-1 0,0 1 0,-1-1 0,0 0 1,-1 0-1,0-1 0,-12 19 0,14-28 198,2-7-150,3-13-30,3 1-25,1 0 1,1 0-1,0 1 1,1 0-1,1 0 1,16-23-1,-2 8-108,2 0 0,31-31-1,-42 49 36,1 0-1,0 1 1,1 1-1,31-19 1,-36 25 62,0 1 1,0 0-1,0 1 1,0 0-1,1 1 1,-1 0-1,1 1 1,0 0-1,18 0 0,-27 2 4,0 0 0,0 0-1,0 0 1,0 1-1,0-1 1,0 1-1,0 0 1,0 0 0,-1 0-1,1 0 1,0 0-1,0 0 1,-1 1-1,1-1 1,-1 1-1,3 2 1,-3-1-6,1 0 0,-1 0-1,1 1 1,-1-1 0,0 1 0,0-1 0,-1 1-1,1 0 1,-1 0 0,0 0 0,1 5 0,2 19-6,-1 1 0,-1-1 0,-2 37 0,-1-26 23,2-26 6,-1 0-1,-1 0 1,0 0 0,0-1-1,-2 1 1,1 0-1,-2-1 1,1 1-1,-2-1 1,0 0-1,0-1 1,-1 1 0,0-1-1,-14 17 1,18-24 10,-9 4 404,11-11 43,0-4-438,1 1-1,1 0 0,-1 0 1,1-1-1,0 1 0,0 0 1,0 1-1,1-1 0,0 0 1,0 1-1,1 0 0,0-1 1,0 1-1,0 1 0,0-1 1,1 0-1,-1 1 0,1 0 1,0 0-1,1 1 0,-1-1 1,9-3-1,-4 2-50,1 0 0,-1 0 0,1 1 0,1 0 0,-1 1-1,0 0 1,1 1 0,0 0 0,-1 1 0,1 0 0,20 2 0,-29-1 11,1 1 1,-1 0 0,1 0-1,-1 1 1,0-1 0,0 1-1,0-1 1,0 1 0,0 0-1,0 0 1,0 0-1,-1 1 1,1-1 0,-1 1-1,1-1 1,-1 1 0,0 0-1,0 0 1,0 0 0,-1 0-1,4 6 1,1 8-26,0-1 0,-1 1 0,3 21 0,-7-35 31,9 61-1,-4 0 0,-2 0 0,-6 93 0,1-132 8,-2 0 0,-1-1 0,0 0-1,-2 0 1,-1 0 0,0-1 0,-2 1 0,-21 38 0,23-50-1,0 0 1,-1 0-1,0 0 1,-1-1-1,0-1 1,-1 0-1,0 0 0,-1 0 1,0-2-1,0 1 1,-1-1-1,0-1 1,0 0-1,-1-1 0,0 0 1,-24 7-1,23-10 4,1 0-1,-1-1 1,0-1 0,0 0-1,1-1 1,-22-2-1,28 1 0,-1 0-1,1-1 1,-1 0-1,1 0 1,0-1-1,0 1 1,0-2-1,0 1 1,1-1-1,-1 0 1,1-1-1,-11-9 1,8 4 1,0-1 1,0 0-1,2 0 1,-1-1-1,1 0 1,1 0-1,0-1 1,1 0-1,0 0 1,-4-19 0,5 14-17,0 1 0,2-1 0,0 0 1,1 0-1,1 0 0,0 1 1,6-32-1,-4 41 7,0 1 1,0 0-1,1 0 0,0 0 1,0 0-1,0 0 1,1 1-1,0-1 0,1 1 1,-1 0-1,1 0 0,0 1 1,10-10-1,-5 8-1,0 0 0,0 1-1,0 0 1,1 0-1,-1 1 1,1 0 0,1 1-1,16-4 1,-16 4-2,0 2-1,1 0 1,0 0 0,-1 1-1,1 1 1,0 0 0,-1 0-1,1 2 1,0-1-1,-1 2 1,1-1 0,-1 2-1,0 0 1,0 0 0,0 1-1,-1 0 1,17 11 0,-11-2-3,-1 1 0,0 0 1,-1 1-1,-1 0 0,0 2 1,16 25-1,-22-30 35,-1 1 1,0-1-1,-1 1 1,-1 0-1,0 0 1,-1 1-1,0-1 0,-1 1 1,-1 0-1,1 18 1,-3-32-23,0 1 0,0-1 1,0 0-1,0 0 0,-1 0 1,1 0-1,-1 0 1,1 0-1,0 0 0,-1 0 1,0 0-1,1 0 0,-1 0 1,0 0-1,1 0 1,-1-1-1,0 1 0,0 0 1,0 0-1,1-1 0,-1 1 1,0-1-1,0 1 0,0 0 1,0-1-1,0 0 1,0 1-1,0-1 0,0 0 1,-1 1-1,1-1 0,-2 0 1,0 0-107,0 1 1,0-1-1,0 0 0,1 0 1,-1-1-1,0 1 1,0 0-1,0-1 1,0 0-1,1 0 0,-6-2 1,-14-19-3376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19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533 100 3538,'0'0'2796,"-34"-12"-2161,-112-38 160,136 47-726,1 1 1,-1 0-1,0 1 1,0 0 0,0 0-1,0 1 1,0 0 0,0 1-1,0 0 1,1 1 0,-1 0-1,0 0 1,1 1-1,-1 0 1,1 1 0,0 0-1,0 0 1,0 1 0,1 0-1,-9 7 1,5-2-30,0 1 0,1 1 0,0-1 0,1 2 0,0-1 0,1 1 0,1 1 0,0 0 0,1 0 0,-7 18 0,6-6 15,1 0 0,1 0 0,2 0 0,0 1 0,2 0 0,1-1-1,1 1 1,1 0 0,6 33 0,-4-41-39,1-1 0,0 0 0,2 0 0,0-1-1,1 0 1,1 0 0,0 0 0,1-1 0,1 0-1,1-1 1,0 0 0,1-1 0,0 0 0,1 0-1,1-2 1,0 0 0,21 14 0,-15-14 0,-1 0-1,1-2 1,1 0 0,0-1-1,0-1 1,1-1 0,0-2-1,0 0 1,1-1 0,-1-1-1,1 0 1,0-2 0,42-4 0,-54 2-6,0-1 1,-1 0 0,0-1-1,1 0 1,-1 0 0,0-1-1,0 0 1,-1-1 0,0 0-1,1-1 1,-2 0 0,12-10-1,-9 6 3,0-1-1,-1 0 1,-1-1 0,0 0-1,0-1 1,-2 1-1,13-29 1,-7 9-1,-2-1 1,-2-1-1,-1 0 0,-2 0 0,-1-1 1,1-64-1,-6 81-19,0 0 0,-1 1 0,-1-1 0,-1 0 0,-1 1 0,0 0 0,-1 0 0,-1 0 0,0 1 0,-2-1 0,0 2 0,0-1 0,-1 1 1,-1 0-1,-1 1 0,0 0 0,-15-13 0,13 14-4,-1 1 1,0 1 0,-1 0 0,0 1-1,-1 0 1,0 1 0,0 1-1,-26-9 1,28 13-7,-1-1 1,0 2-1,0 0 0,0 0 0,0 2 0,-1 0 0,1 0 1,0 2-1,0 0 0,-24 4 0,30-2-161,1 0 0,0 0 0,0 1-1,0 0 1,0 1 0,0-1 0,1 1-1,0 1 1,0-1 0,1 1 0,-1 1 0,1-1-1,0 1 1,-8 13 0,-29 44-3629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0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104 319 3794,'0'0'1320,"-14"15"-1016,-47 46-98,60-59-159,0 0 0,-1-1 0,1 1 0,-1-1 0,0 1 0,1-1-1,-1 0 1,0 0 0,0 0 0,0 0 0,0 0 0,-2 1 0,3-2 12,1-1 0,0 1 0,-1 0 0,1 0 0,0-1 0,-1 1 1,1 0-1,0 0 0,0-1 0,0 1 0,-1 0 0,1-1 0,0 1 0,0 0 0,0-1 0,0 1 0,-1 0 0,1-1 0,0 1 0,0 0 0,0-1 0,0 1 1,0 0-1,0-1 0,0 1 0,0-1 0,0 1 0,0 0 0,0-1 0,1 0 0,-2-16 19,1 0-1,1 0 1,1 0-1,0 0 1,2 1 0,0-1-1,0 1 1,2-1 0,0 2-1,12-24 1,-10 25-84,0 0 0,2 1 0,-1 0 0,2 0 1,0 1-1,0 1 0,1-1 0,1 2 0,-1 0 1,2 0-1,0 1 0,0 1 0,0 1 0,1-1 0,0 2 1,0 0-1,1 1 0,-1 1 0,1 0 0,0 1 1,30-1-1,-42 4 0,1 0 1,0 0-1,-1 0 0,1 1 1,-1 0-1,1 0 1,-1 0-1,0 0 1,1 1-1,-1 0 1,0 0-1,0 0 0,0 0 1,5 5-1,-4-3-11,-1 0 1,0 1-1,0 0 0,-1 0 0,1 0 0,-1 0 0,0 1 0,-1-1 0,1 1 0,1 7 0,4 14 7,-1-1-1,-1 2 1,-1-1 0,-2 1-1,-1-1 1,-1 1 0,-1 0-1,-6 41 1,4-58 12,-1 1 0,0-1 0,0-1 0,-1 1 0,0 0 0,-1-1 0,-9 15 0,11-20 10,-1 0-1,1 0 1,-1 0 0,0 0-1,0-1 1,0 0 0,-1 0-1,0 0 1,1 0 0,-1-1-1,-1 1 1,1-1 0,0-1-1,-1 1 1,-10 3 0,16-6 2,-1 0 0,1 0 1,0 0-1,-1 1 0,1-1 1,-1 0-1,1 0 1,-1 0-1,1 0 0,-1 0 1,1 0-1,-1 0 0,1 0 1,-1 0-1,1 0 1,-1 0-1,1 0 0,-1 0 1,1 0-1,-1-1 0,1 1 1,0 0-1,-1 0 0,1-1 1,-1 1-1,1 0 1,0 0-1,-1-1 0,1 1 1,-1 0-1,1-1 0,0 1 1,-1 0-1,1-1 1,0 1-1,0-1 0,-1 1 1,1-1-1,0 1 0,0 0 1,0-1-1,0 1 1,0-1-1,-1 1 0,1-1 1,0 1-1,0-1 0,0 1 1,0-1-1,0 1 0,0-1 1,1 1-1,-1-1 1,0 0-1,11-28 129,-5 21-137,1 0 0,-1 0 0,1 0 0,1 1 0,-1 0-1,1 1 1,0-1 0,1 2 0,0-1 0,0 1 0,17-7 0,-12 6-50,0 1 1,0 0-1,0 1 1,1 1-1,-1 1 1,1 0-1,27 0 1,-38 2 34,0 0 0,0 1 0,0 0 1,0 0-1,-1 0 0,1 0 0,-1 1 0,1 0 0,-1-1 1,1 1-1,-1 0 0,0 1 0,0-1 0,0 1 0,0-1 1,0 1-1,0 0 0,-1 0 0,1 0 0,-1 0 0,0 0 1,0 1-1,0-1 0,-1 1 0,1-1 0,-1 1 1,0 0-1,2 5 0,2 12-36,-1 0 1,-1 1-1,0 40 0,-3-59 45,2 13 3,-2 0-1,0 1 1,-1-1 0,-1 0-1,0 0 1,-1 0 0,-1 0-1,0-1 1,-1 1 0,-1-1-1,-1 0 1,0-1 0,0 0-1,-17 24 1,10-21 4,-1-1 0,0 0 0,-1-1 0,0-1 0,-1-1 0,-1 0 1,0-1-1,-1 0 0,0-2 0,0 0 0,-1-2 0,-1 0 0,1-1 0,-1-1 0,-1-1 0,1-1 0,-1 0 0,1-2 0,-25 0 0,41-2-1,0-1 0,1 1-1,-1-1 1,0 1-1,1-1 1,-1-1-1,1 1 1,0 0 0,-1-1-1,1 0 1,0 0-1,0-1 1,0 1-1,0-1 1,0 0 0,1 0-1,-1 0 1,1 0-1,-3-4 1,2 0 5,0 0 0,0 0 1,0 0-1,1 0 0,1-1 0,-1 1 1,1-1-1,0 0 0,-1-15 1,2 14-12,0 1 0,0-1 1,0 1-1,1-1 0,1 1 1,0-1-1,0 1 0,0-1 1,1 1-1,0 0 0,1-1 1,0 1-1,0 0 0,1 1 1,0-1-1,0 1 0,1-1 1,-1 1-1,2 1 0,-1-1 1,1 1-1,0 0 0,0 0 1,1 0-1,0 1 0,0 0 1,0 1-1,0-1 0,1 1 1,0 1-1,15-6 0,-6 4 0,0 0-1,0 0 0,0 2 0,0 0 1,19 0-1,-29 3-10,-1-1 0,0 1 0,1 1 0,-1-1 0,0 1 1,1 0-1,-1 0 0,0 1 0,0 0 0,0 0 0,0 1 0,0-1 0,0 1 0,-1 0 1,0 1-1,10 7 0,-10-4 6,1 0 0,-1 1 0,0 0 0,-1 0 0,0 0 0,0 1 0,-1-1 0,0 1 0,0 0 0,-1 0 0,0 0 0,-1 0 0,1 10 0,-2-19 5,0 3-42,0-2-16,0-1 0,0 1-1,0-1 1,0 0 0,0 1 0,0-1 0,0 1-1,0-1 1,1 1 0,-1-1 0,0 1 0,0-1-1,0 1 1,0-1 0,1 1 0,-1-1 0,0 1-1,0-1 1,1 0 0,-1 1 0,0-1 0,1 1-1,-1-1 1,0 0 0,1 1 0,-1-1 0,1 0-1,-1 0 1,1 1 0,-1-1 0,0 0 0,1 0-1,-1 0 1,1 0 0,-1 1 0,1-1 0,-1 0-1,1 0 1,-1 0 0,1 0 0,-1 0 0,1 0-1,16 0-4532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0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 3538,'0'0'6451,"-3"26"-6307,3 72-16,0 9 0,0 0-32,6 12-48,26-9-48,1-12 0,-9-30-3586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1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99 264 3746,'0'0'531,"-17"27"-499,-48 85 21,49-77-88,16-24 1833,1-26-1717,0 0 0,2 0 0,0 0-1,0 0 1,2 1 0,0-1-1,0 1 1,1 1 0,12-21-1,-1 7-95,1 0-1,1 0 0,35-35 1,-39 46 14,2 0-1,0 2 1,1 0 0,0 0 0,27-13 0,-34 21-5,2 0 1,-1 0-1,1 2 1,0 0 0,0 0-1,0 1 1,0 0-1,1 1 1,-1 1 0,15 0-1,-25 1 1,0 1 1,0-1-1,0 0 0,0 1 1,0 0-1,-1 0 0,1 0 0,0 0 1,0 0-1,-1 0 0,1 1 1,0-1-1,-1 1 0,1 0 1,-1 0-1,0 0 0,0 0 0,0 0 1,0 0-1,0 1 0,0-1 1,0 1-1,-1-1 0,1 1 0,-1-1 1,0 1-1,0 0 0,0 0 1,1 4-1,1 8-16,0 0 0,-2 1 0,1-1 0,-2 25 0,-1-25 30,1-11-9,1 28 15,-8 59 0,5-80-8,-1 0-1,0 0 0,0 0 1,-1-1-1,0 1 1,-1-1-1,0 0 0,-12 16 1,16-24-6,-1 2 5,0-1-1,0 0 1,0 0-1,0 0 1,-1 0 0,1 0-1,-1 0 1,1-1-1,-1 1 1,0-1-1,0 0 1,0 0-1,-1 0 1,1 0-1,0 0 1,-1-1-1,1 0 1,-1 1-1,1-1 1,-5 0-1,10-16 222,2 8-221,1-1 0,0 1 0,0-1 0,1 1 1,0 1-1,0-1 0,0 1 0,1 0 0,9-6 0,4-2-17,2 0-1,24-12 1,-37 22-10,0 0 1,0 1 0,1 0 0,-1 0 0,1 1 0,0 0 0,-1 1 0,1 0 0,0 0-1,0 1 1,0 1 0,14 1 0,-21-1 16,1 0 0,-1 1 0,0-1 1,0 1-1,1-1 0,-1 1 0,0 0 0,0 0 0,-1 1 0,1-1 1,0 0-1,-1 1 0,1 0 0,-1-1 0,0 1 0,0 0 0,0 0 0,0 0 1,-1 1-1,1-1 0,-1 0 0,2 7 0,2 7-12,-1 1 1,-1-1-1,2 24 0,-5-39 16,4 40 49,-2 1 1,-1-1-1,-3 1 0,-8 54 1,7-79-26,-1-1 1,-1 1-1,0-1 1,-1 0-1,-1 0 1,-1-1-1,0 0 1,-1 0 0,-1-1-1,0 0 1,-2-1-1,-22 24 1,21-27-1,0 0 0,0-1 0,-2 0 0,1-1 0,-1-1 0,0 0 0,-1-1 0,-27 9 0,17-10 22,0 0-1,0-1 0,-1-2 0,-47 0 0,69-2-25,-1-1-1,1 0 1,0 0-1,-1-1 1,1 1-1,0-1 1,0-1-1,-1 1 0,1-1 1,0 1-1,0-1 1,1-1-1,-1 1 1,0-1-1,1 0 0,-1 0 1,1 0-1,0 0 1,0-1-1,0 0 1,1 0-1,-1 0 1,1 0-1,0-1 0,0 1 1,0-1-1,1 1 1,0-1-1,0 0 1,0 0-1,0 0 0,1 0 1,0-1-1,-1-7 1,0 0 17,0 0 0,1 0 1,0 0-1,1 0 0,0 0 0,4-18 0,-3 24-28,1 0-1,0 0 0,0 0 0,1 1 1,0-1-1,0 1 0,0 0 0,1 0 1,0 0-1,0 0 0,1 0 0,-1 1 1,7-6-1,1 2-10,-1 0 0,1 0 0,1 1 0,-1 1 0,1 0 0,1 1 0,-1 0 1,1 1-1,0 0 0,0 1 0,1 1 0,-1 0 0,1 1 0,-1 1 0,1 0 0,0 1 0,24 3 0,-34-2-5,0 0-1,0 0 1,0 1-1,0-1 1,0 1-1,-1 1 1,1-1-1,0 0 1,-1 1-1,0 0 1,1 0-1,-1 0 1,-1 1-1,1-1 1,0 1-1,-1 0 1,0 0-1,0 0 1,0 1-1,0-1 1,-1 1-1,1 0 1,-1-1-1,2 9 1,1 5 12,-1 1 0,-1-1 0,0 1 0,-2 0 0,0 26 0,0-33-752,6-10-2076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2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45 387 3554,'0'0'3545,"0"-3"-2843,0 0-628,1 0 1,-1 0-1,1 0 0,0 1 1,0-1-1,0 0 0,0 1 1,0-1-1,1 1 0,-1-1 1,1 1-1,3-4 0,3-4 48,34-53 44,-1 1-22,79-90 0,-117 147-146,1 1 0,1-1 1,-1 1-1,1-1 0,-1 1 1,1 1-1,1-1 0,-1 1 0,0-1 1,1 2-1,-1-1 0,1 1 0,0-1 1,0 2-1,0-1 0,0 1 0,0-1 1,0 2-1,8-1 0,-12 1-3,1 0 1,-1 1-1,1-1 0,-1 1 0,1 0 0,-1 0 0,1 0 0,-1 0 0,0 0 1,1 1-1,-1-1 0,0 0 0,0 1 0,0 0 0,0 0 0,0-1 0,0 1 1,-1 0-1,1 0 0,-1 1 0,1-1 0,-1 0 0,0 0 0,0 1 0,0-1 1,0 1-1,1 4 0,2 8-9,0 0 0,-1 0-1,1 23 1,-3-32 13,3 35-1,-3 1 0,0 0 0,-9 62 1,4-81 13,-1 1 1,0-1-1,-2 0 1,-1 0-1,0-1 1,-2 0-1,-19 32 1,8-24 118,-2 0 0,0-2 0,-2 0 0,-1-2 0,-2-1 0,0-1 0,-1-1 0,-2-2 0,0-1 0,-63 30 0,75-40 184,20-10-310,-1 0-1,0 0 1,0 0-1,0 0 1,0 0-1,0 0 1,0 0-1,0 0 0,0 0 1,0 0-1,0 0 1,0 0-1,1 0 1,-1 0-1,0 0 1,0 0-1,0 1 0,0-1 1,0 0-1,0 0 1,0 0-1,0 0 1,0 0-1,0 0 1,0 0-1,0 0 1,0 0-1,0 0 0,0 0 1,0 0-1,0 0 1,0 1-1,0-1 1,0 0-1,0 0 1,0 0-1,0 0 0,0 0 1,0 0-1,0 0 1,0 0-1,0 0 1,0 0-1,0 0 1,0 1-1,0-1 1,0 0-1,0 0 0,0 0 1,0 0-1,0 0 1,0 0-1,0 0 1,0 0-1,0 0 1,-1 0-1,1 0 0,43-6 162,194-43 53,-5-1-76,138-9-186,3 32-44,-455 49-1167,-38 2-619,-22-5-2473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3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128 226 3458,'0'0'1784,"-15"17"-1533,-49 56-77,39-38 55,24-34-167,0 1 0,0-1 0,0 1-1,-1-1 1,1 1 0,0-1 0,0 0 0,-1 1 0,1-1 0,-1 0 0,1 0 0,-1 0 0,1 0 0,-5 1 1123,6-6-644,1-9-500,0 1-1,1 0 1,0 0-1,1 0 0,0 0 1,1 1-1,0-1 1,1 1-1,0 0 1,1 0-1,0 1 0,10-14 1,-3 5-44,0 1-1,1 1 1,1-1 0,1 2 0,0 0 0,1 1-1,26-17 1,-31 25-3,-1 0-1,1 1 0,0 0 0,0 1 1,1 0-1,0 1 0,-1 0 0,1 1 1,1 1-1,-1 0 0,0 1 0,0 0 0,25 2 1,-34 0 0,-1 0 0,1-1 0,-1 1 0,1 1 0,-1-1 0,0 0 0,1 1 0,-1 0 1,0 0-1,0 0 0,0 0 0,0 0 0,0 0 0,-1 1 0,1 0 0,-1-1 0,1 1 0,-1 0 0,0 0 1,0 0-1,-1 1 0,1-1 0,0 0 0,-1 1 0,0-1 0,2 6 0,0 8-8,1 0-1,-2 0 1,0 1-1,-1 20 1,-1-24 15,1 14 14,-4 37-1,2-56-12,0 0 0,-1 0 1,-1 0-1,1-1 0,-1 1 0,-1-1 0,-8 16 1,5-12 0,-1 0 1,0-1 0,-1 1 0,-10 9-1,16-18 7,-1 1 0,0-1 0,1 0 0,-1-1 0,0 1 0,0-1 0,0 1 0,-1-1 0,1 0 0,-1-1 0,1 1 0,-1-1 0,1 0 0,-1 0 0,-8 0 0,12-1 3,0 0 0,1 0 0,-1 0 0,1 0 0,-1 0 0,1 0 0,-1-1 0,1 1 0,-1 0 0,0 0 0,1 0 0,-1-1 0,1 1 0,0 0 0,-1-1 0,1 1 0,-1-1 0,1 1 0,-1 0-1,1-1 1,0 1 0,-1-1 0,1 1 0,0-1 0,0 1 0,-1-1 0,1 1 0,0-1 0,0 1 0,0-1 0,-1 0 0,1 1 0,0-1 0,0 1 0,0-1 0,0 1 0,0-2 0,3-24 107,-2 25-122,1-5 5,0 0 0,1 0 0,0 0 0,0 0 0,0 1 0,1-1 0,0 1 0,0 0 0,0 0 0,0 1 0,1-1 0,0 1 0,0 0 0,9-6 0,0 1-3,1 1 0,0 0 0,0 1 1,24-9-1,-24 12-3,0 1-1,0 0 1,1 1 0,-1 1 0,18 0 0,-29 1-5,1 1 1,-1-1-1,1 1 0,-1 0 0,0 0 1,1 1-1,-1-1 0,0 1 0,0 0 1,0 0-1,0 0 0,-1 1 0,1-1 1,0 1-1,-1 0 0,0 0 1,0 0-1,0 1 0,0-1 0,0 1 1,-1-1-1,1 1 0,-1 0 0,0 0 1,2 5-1,2 7-1,0 0 0,-1 0 1,-1 1-1,0-1 0,1 30 1,-1-11 13,-2 1 1,-2 0 0,-2 0 0,0 0 0,-11 46 0,9-64-4,-1-1-1,-1 1 1,0-1 0,-2 0 0,1 0 0,-2-1-1,-1 0 1,0-1 0,0 0 0,-2 0 0,0-1-1,-17 15 1,13-16 4,-1 0-1,0-2 1,0 0-1,-1-1 1,-1 0-1,0-2 1,0 0-1,-1-1 1,0-1-1,0-1 1,0-1-1,0-1 1,-1 0-1,0-2 1,1 0-1,-30-3 1,45 1-3,-1 1 0,1-1 1,-1 0-1,1 0 1,-1-1-1,1 0 0,0 0 1,0 0-1,0 0 1,0-1-1,0 0 0,0 0 1,1 0-1,-1-1 0,1 1 1,0-1-1,0 0 1,0 0-1,1-1 0,-1 1 1,1-1-1,0 1 1,1-1-1,-5-9 0,3-1 8,0 0 1,0 0-1,1 0 0,1 0 0,1-1 0,0 1 0,3-30 0,-1 37-13,0-1 0,0 0-1,1 1 1,0-1 0,0 1 0,1-1-1,0 1 1,1 0 0,0 0-1,0 0 1,1 1 0,0 0 0,0-1-1,0 2 1,1-1 0,0 1 0,1 0-1,-1 0 1,1 0 0,0 1 0,1 0-1,-1 1 1,1-1 0,0 2 0,14-6-1,-5 3-4,1 1 0,0 1 0,0 1-1,0 1 1,0 0 0,33 2 0,-43-1 0,-1 1 0,1 1 0,-1 0 0,1 0 0,-1 0 0,1 1 1,-1 0-1,0 0 0,0 1 0,0 0 0,0 0 0,0 1 0,-1 0 0,1 0 1,-1 0-1,0 1 0,-1 0 0,1 0 0,-1 0 0,0 1 0,0 0 0,0 0 1,-1 0-1,0 1 0,4 9 0,-2-4 23,-2 0 0,1 1 1,-2-1-1,0 1 0,0 0 1,-1 0-1,-1 0 0,0 0 0,-1 24 1,0-35-7,0 0 0,0 0 1,0 0-1,0 1 1,0-1-1,0 0 0,0 0 1,0 0-1,-1-1 1,1 1-1,-1 0 0,0 0 1,1 0-1,-1 0 1,0 0-1,0-1 0,0 1 1,-3 3-1,2-5-23,0-6-158,2-34-816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5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63 279 3298,'0'0'1320,"-11"24"-1077,-30 74-43,39-96-115,1 1-1,-1 0 1,1-1 0,0 1-1,0 0 1,0 0-1,1 0 1,-1 0 0,1-1-1,-1 1 1,1 6 889,0-48-522,9-76-1,-6 100-457,0 1-1,1 0 1,0 0-1,1 0 0,1 1 1,0-1-1,1 2 1,0-1-1,11-13 1,-10 15-2,0 0 0,2 1 0,-1 0 0,1 0 0,1 1 0,0 0 0,0 1 1,0 0-1,1 1 0,0 0 0,1 1 0,0 0 0,0 1 0,0 0 0,0 1 1,1 1-1,-1 0 0,1 1 0,0 1 0,17-1 0,-26 2 2,-1 0 0,0 0 0,1 1 0,-1-1 0,0 1-1,0 0 1,1 0 0,-1 0 0,0 1 0,0-1 0,0 1 0,-1 0-1,1 0 1,0 1 0,3 2 0,-3-1-3,0 1 0,0-1 0,-1 1 0,1 0 0,-1 1 0,0-1 0,0 0 0,-1 1 0,0-1 0,3 11 0,0 4 11,0 0 1,-1 1-1,-1 0 1,-1-1-1,-1 1 1,-1 0-1,-3 22 1,2-31 22,-1 0 1,0 0 0,0 0-1,-2 0 1,1-1 0,-1 1-1,-1-1 1,0 0-1,-1 0 1,0 0 0,-1-1-1,0 0 1,-11 12 0,19-22-5,-1-1 1,0 1-1,0 0 1,0-1-1,0 1 1,0 0-1,0-1 1,0 1-1,0 0 1,0-1-1,0 1 1,0 0-1,0-1 1,0 1-1,0 0 1,-1 0-1,1-1 1,0 1-1,0 0 1,0-1-1,0 1 1,-1 0-1,1 0 1,0-1-1,0 1 1,0 0-1,-1 0 1,1 0-1,0-1 1,0 1-1,-1 0 1,1 0-1,0 0 1,0 0-1,-1 0 1,1-1-1,0 1 1,-1 0-1,1 0 1,0 0-1,-1 0 1,1 0-1,0 0 1,-1 0-1,1 0 1,0 0-1,0 0 1,-1 0-1,1 0 1,0 0-1,-1 0 1,1 1-1,0-1 1,-1 0-1,1 0 1,0 0-1,0 0 1,-1 0-1,1 1 1,0-1-1,0 0 1,-1 0-1,1 1 1,0-1-1,0 0 1,0 0-1,-1 1 1,1-1-1,0 1 1,1-33 134,-1 25-105,1-1-47,1 0-1,-1 1 1,2-1-1,-1 0 1,1 1 0,0 0-1,0 0 1,1 0-1,0 0 1,0 0-1,1 1 1,0 0-1,0 0 1,0 0-1,1 0 1,0 1-1,0 0 1,0 0-1,1 1 1,0 0-1,0 0 1,0 0-1,0 1 1,0 0-1,1 1 1,-1-1 0,14-1-1,-7 2-10,1 1 0,-1 0 0,26 3-1,-35-2 6,1 1-1,-1 0 1,1 1-1,-1 0 1,1-1-1,-1 2 1,0-1-1,0 0 1,0 1-1,0 0 1,0 0-1,-1 1 1,5 4-1,1 3-7,0 1-1,0 0 1,-1 1-1,-1 0 1,0 1-1,-1 0 1,-1 0 0,0 0-1,-1 1 1,0 0-1,4 24 1,-2 7 14,-1 0 1,-2 78-1,-4-91 4,-1 0-1,-2-1 1,-13 57-1,11-71 0,-1 1-1,0-1 1,-2 0-1,0-1 1,-1 0 0,0 0-1,-22 26 1,20-28-2,-2-2-1,0 0 1,0-1 0,-1 0 0,0-1 0,-1 0 0,-1-1-1,-24 11 1,26-14 14,1-2-1,-1 0 0,0 0 1,-1-2-1,1 0 0,-1 0 1,0-1-1,1-1 0,-1-1 1,-27-2-1,36 2 0,0-1-1,1-1 1,-1 1 0,0-1 0,1 0-1,0-1 1,-1 1 0,1-1-1,0 0 1,0 0 0,1 0-1,-1-1 1,1 0 0,0 0-1,-1 0 1,2 0 0,-1-1-1,0 1 1,1-1 0,0 0-1,0 0 1,1 0 0,-4-11-1,0-1 26,1 0-1,1 0 0,1-1 1,0 0-1,1 1 0,1-28 0,1 38-38,0 0 0,0 0-1,1 1 1,0-1 0,0 0-1,1 0 1,0 1 0,0-1-1,0 1 1,1 0 0,0 0-1,0-1 1,1 2-1,7-11 1,-5 10-4,1 0 1,-1 0-1,1 1 0,0 0 1,1 0-1,-1 0 0,1 1 1,0 1-1,0-1 0,1 1 1,11-2-1,-6 0-5,1 2 0,0 0 0,0 1 0,0 0 0,0 1 0,0 1 1,0 1-1,0 0 0,0 0 0,0 2 0,23 6 0,-28-6-4,-1 1 0,0 0 0,-1 0-1,1 1 1,-1 0 0,0 0 0,0 1 0,-1 0 0,1 1 0,-1-1 0,-1 1 0,1 1 0,-1-1 0,-1 1-1,1 0 1,-1 1 0,-1-1 0,8 19 0,-8-13-4,0 1 0,-1 0 0,-1 0 0,0 0 0,-1 1 0,-1 20 0,0-29-120,0 0-1,0-1 0,0 1 0,-1-1 0,-3 13 0,2-15-195,-1 0 0,1 0 0,-1 0 0,1 0 0,-1 0-1,0-1 1,-7 6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6.3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109 291 1217,'0'0'5744,"-12"4"-5037,-5 0-532,8-1-84,0-1-1,0 1 0,0 1 0,-12 6 657,21-24 344,0-2-976,-1-10-35,1 1 0,2-1-1,1 1 1,8-38 0,-9 56-84,0 1 0,0-1 0,0 1 0,1 0 1,0 0-1,1 0 0,-1 0 0,1 0 0,0 1 0,1 0 0,-1 0 0,1 0 0,0 0 0,0 1 0,1 0 0,-1 0 1,1 0-1,0 0 0,0 1 0,0 0 0,0 1 0,10-4 0,-7 4-13,1-1-1,-1 1 1,1 1-1,-1 0 1,1 0-1,0 1 1,16 1-1,-22 0 8,0 0 0,0-1-1,0 2 1,0-1 0,0 0 0,-1 1 0,1-1-1,0 1 1,-1 0 0,1 0 0,-1 1 0,0-1-1,0 1 1,0 0 0,0-1 0,0 1 0,-1 1-1,1-1 1,3 7 0,1 3-9,-1 1-1,0 0 1,-1 0-1,-1 1 1,0 0-1,2 24 1,0 90 52,-6-111-34,0-9 2,-1 0-1,1-1 1,-1 1 0,-1 0 0,0-1-1,0 1 1,-5 13 0,6-19 8,-1-1 0,1 1 0,-1-1 0,1 1 0,-1-1 1,0 0-1,0 1 0,1-1 0,-2 0 0,1 0 0,0-1 0,0 1 0,-1 0 0,1-1 1,-1 1-1,1-1 0,-1 0 0,0 0 0,1 0 0,-1 0 0,0 0 0,0-1 0,0 1 0,0-1 1,-5 1-1,7-22 244,2 17-252,0 0-1,0 0 1,0 1 0,1-1-1,-1 0 1,1 0 0,0 1 0,0-1-1,0 1 1,0 0 0,1-1-1,-1 1 1,5-4 0,-1 2-13,0-1 1,1 1-1,0 0 1,0 1-1,0 0 1,12-5 0,-11 5-10,0 1 0,0 0 1,0 1-1,0 0 1,0 0-1,1 0 1,-1 1-1,1 1 1,-1-1-1,1 2 1,-1-1-1,0 1 0,1 0 1,11 3-1,-17-2 12,1 0 0,-1 0 0,0 0 0,1 0 0,-1 0-1,0 1 1,0-1 0,0 1 0,-1 0 0,1 0 0,-1 0-1,1 0 1,1 4 0,2 4-17,-1 0 0,0 0 0,4 13 0,-2-3 29,-1 1-1,-1 0 0,-1 0 1,-1 1-1,-1-1 0,-1 24 1,-2-33 1,0 1 0,0-1 0,-1 0 0,-1 1 1,0-1-1,-1 0 0,0-1 0,-1 1 0,0-1 1,-1 0-1,-12 18 0,4-12-2,-1 0 1,-1-1 0,-1-1-1,0-1 1,-1 0-1,-1-1 1,0-1-1,-41 21 1,36-23 2,-1 0 0,0-2-1,-1 0 1,1-2 0,-2-1 0,1-1-1,-41 2 1,57-6 3,-39-2 36,47 1-38,0 0-1,0 0 1,0-1 0,0 1-1,0-1 1,0 1 0,1-1-1,-1 0 1,0 0 0,0 0 0,1 0-1,-1 0 1,0 0 0,1 0-1,-1 0 1,1-1 0,-1 1-1,1-1 1,-2-2 0,1-2 14,1 0 0,-1 0 1,1-1-1,1 1 0,-1 0 1,1-1-1,0 1 0,0-1 1,1 1-1,0 0 0,0-1 1,1 1-1,-1 0 0,2 0 1,1-6-1,2 3-10,0 1-1,0-1 1,0 2 0,1-1-1,0 1 1,1 0 0,-1 0-1,1 0 1,1 2 0,14-10-1,-6 6-9,0 1-1,1 0 0,-1 1 0,1 1 0,22-4 1,-8 5-32,0 1 1,52 1 0,-79 3 21,0 0 0,-1 0 1,1 0-1,-1 1 0,1-1 0,-1 1 0,1 0 0,-1 1 0,9 3 1,-11-4-3,0 1 1,0-1 0,-1 1 0,1-1 0,-1 1 0,1 0 0,-1 0 0,1-1 0,-1 1 0,0 0 0,0 0 0,0 1 0,0-1 0,-1 0 0,1 0 0,0 0 0,-1 0 0,1 1 0,-1-1 0,0 0 0,0 4 0,0 26-1358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6.7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69 6435,'0'0'2289,"0"26"-2161,0 15-56,9 284 240,-8-314-297,5 32 5,-6-41-12,1-1 0,-1 1 0,1 0 0,-1 0 0,1-1-1,0 1 1,0 0 0,0-1 0,0 1 0,0-1 0,0 1-1,1-1 1,-1 0 0,0 1 0,1-1 0,-1 0 0,1 0 0,-1 0-1,3 1 1,7 1 42,-1-1 0,1 0 0,0-1 0,0 0 0,0-1 0,0 0 0,13-2 0,13 0 17,-14 2-57,1-1 0,-1-2-1,0 0 1,0-1 0,0-2 0,-1 0-1,42-18 1,-54 20-6,-1 0 1,0-1-1,-1-1 0,1 1 0,-1-1 0,0 0 0,-1-1 1,1 0-1,-1 0 0,-1-1 0,1 0 0,-1 0 0,-1 0 0,1-1 1,-1 0-1,-1 0 0,0 0 0,0-1 0,-1 1 0,4-18 1,-3-9 111,-1-1 1,-2 0 0,-6-59-1,4 83 60,-1 1 0,-1 0 0,-6-21 0,7 29-81,1 0 0,-1-1-1,0 1 1,0 0 0,-1 0-1,1 0 1,-1 1 0,0-1-1,0 1 1,0-1-1,0 1 1,-7-5 0,10 8-88,0 0 0,0 0 0,0 0 0,0 0 0,0-1 0,0 1 0,0 0 1,-1 0-1,1 0 0,0 0 0,0 0 0,0 0 0,0 0 0,0 0 0,0 0 0,-1 0 1,1 0-1,0 0 0,0 0 0,0 0 0,0 0 0,0 0 0,-1 0 0,1 0 1,0 0-1,0 0 0,0 0 0,0 0 0,0 0 0,0 0 0,-1 0 0,1 0 0,0 0 1,0 0-1,0 0 0,0 0 0,0 0 0,0 0 0,0 1 0,-1-1 0,1 0 0,0 0 1,0 0-1,0 0 0,0 0 0,0 0 0,0 0 0,0 1 0,0-1 0,0 0 0,0 0 1,-1 14 54,1-9-46,0 61 187,3 0-1,22 127 1,117 291 314,-99-351-1338,-36-101-2116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7.2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86 3714,'0'0'8724,"-15"-15"-8596,78 6-96,17-2 112,15-1-144,0-6-1841,-9-3-2593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7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 6675,'0'0'3105,"167"-27"-3105,-93 21-304,3-6-3249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7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66 5539,'0'0'752,"181"-21"-720,-104 9-32,9-9-96,-6 9-2481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7.9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0 4530,'0'0'6595,"-9"0"-6595,42 0-48,17 9-160,13-3-1617,5-6-2049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8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 5122,'0'0'897,"164"-33"-1073,-99 21-3474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8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5394,'0'0'321,"181"-26"-289,-124 20-16,-10 0 0,-11 6 0,-7 0 16,-5 12-32,-9-9-545,6-3-4385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28.5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232 1 8132,'0'0'1584,"149"196"-1504,-45-72 769,8 25 335,-8 8-511,-20 16-145,-46 11-416,-38 21 80,-107-6-192,-74-6-560,-63-24-2065,-47-47-2850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33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125 516 1601,'0'0'4004,"1"-8"-3838,0-1-187,0 3 52,-1 0-1,1 0 1,-1-1-1,0 1 0,0 0 1,0 0-1,-1 0 0,0 0 1,0 0-1,-1 0 0,-3-9 1,-1 3-19,1 0 0,1-1 0,0 0 1,0 1-1,2-1 0,-1-1 0,2 1 0,-1-25 1,-2-14 5,-19-114 969,21 155-688,0 6-16,3 7-103,1 31-187,-2 37 10,14 399 178,3-283-99,49 356 172,-64-532-241,1 4 14,-1 1-1,0-1 1,-1 27 0,-1-41 107,17-1 142,1 0 1,0-2 0,-1 0 0,25-9 0,22-4-269,755-94 6,-798 108-15,223-13 50,-242 15 113,-19-16 375,14 12-491,1 0 0,-1-1 0,1 1 0,0 0 0,1-1 1,-1 1-1,1-1 0,0 1 0,0-1 0,0 0 0,1 0 1,-1-8-1,0-2 31,-13-107 139,-44-279-117,15 207-87,-39-232 24,82 425-39,0-1-1,-1 1 1,1-1-1,0 1 1,-1-1 0,1 1-1,-1-1 1,0 1-1,1 0 1,-1-1-1,0 1 1,0 0 0,0 0-1,0-1 1,0 1-1,0 0 1,0 0-1,-1 0 1,1 0-1,0 0 1,0 1 0,-1-1-1,1 0 1,-1 0-1,1 1 1,0-1-1,-1 1 1,-1-1 0,-5 0-15,1 0 0,-1 0 0,0 1 0,-13 1 1,2 0 5,-34 0 0,0 3 1,-60 13-1,-100 31 23,108-23-27,-416 85-61,509-108 74,-11 4-768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34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36 335 2993,'0'0'2225,"-2"-27"-1245,0-5-567,-3-72 1230,5 103-1274,0 11-287,3 44-60,13 72 0,-5-46 268,108 663 993,-109-691-1218,-2 1 0,0 76 0,-8-128-58,1-1 0,-1 1 0,0-1-1,1 1 1,-1-1 0,1 1 0,-1-1 0,1 1 0,-1-1 0,0 0 0,1 1 0,0-1-1,-1 0 1,1 1 0,-1-1 0,1 0 0,-1 1 0,1-1 0,-1 0 0,1 0 0,0 0 0,-1 0-1,1 0 1,0 0 0,-1 0 0,1 0 0,-1 0 0,1 0 0,0 0 0,-1 0 0,1 0 0,-1 0-1,1-1 1,0 1 0,-1 0 0,1-1 0,25-6 93,9-8 4,-3 1-76,61-18 0,55 0-33,1 6 0,1 7 1,160 0-1,-310 19 5,143-11 5,-142 11 1,-1 0 0,1 0 0,0 0 0,0 0 0,-1-1 0,1 1 0,0 0 0,-1 0 0,1-1 0,0 1 0,-1-1 0,1 1 0,0-1 0,-1 1 0,1-1 0,-1 1 0,1-1 0,-1 1 0,1-1 0,-1 0 0,1 1 0,-1-1 0,0 0 0,1 1 0,-1-1 0,0 0 0,0 0 0,1 1 0,-1-1 0,0 0 0,0 0 0,0 1 0,0-1 0,0 0 0,0 0 0,0 0 0,0 1 0,0-1 0,-1 0 0,1 0 0,-1-1 0,-15-36 302,11 29-299,-7-24 40,1 0 1,2-1 0,1 0-1,-4-37 1,3 18-40,-189-779 118,192 800-144,5 25 9,0 0 0,0 0 0,-1 0 1,-4-9-1,5 15 2,1 0 1,-1 0 0,0 1-1,1-1 1,-1 0-1,0 1 1,0-1 0,0 0-1,1 1 1,-1-1-1,0 1 1,0-1 0,0 1-1,0 0 1,0-1 0,0 1-1,0 0 1,0 0-1,0 0 1,-2 0 0,-26 0-79,16 1 66,-5 0 13,-1 2-1,1 0 1,0 1 0,0 0 0,1 2 0,-1 0 0,-21 11 0,-13 5 2,-433 133 50,449-146-334,0-2 0,0-2 0,-46 2 0,11-7-3511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35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15 491 3233,'0'0'665,"0"-26"-166,-12-166 2339,9 165-914,3 25-1417,0 4-334,25 401 206,-6-176-70,14 212 403,29-8-423,-50-359-238,-12-72-45,0 0 1,0 0 0,1 1 0,-1-1-1,0 0 1,0 0 0,0 0-1,0 1 1,0-1 0,1 0 0,-1 0-1,0 0 1,0 0 0,0 1-1,1-1 1,-1 0 0,0 0 0,0 0-1,1 0 1,-1 0 0,0 0 0,0 1-1,1-1 1,-1 0 0,0 0-1,0 0 1,1 0 0,-1 0 0,0 0-1,0 0 1,1 0 0,-1 0 0,0 0-1,0 0 1,1-1 0,-1 1-1,0 0 1,0 0 0,1 0 0,-1 0-1,14-7 208,-10 5-282,27-12 63,1 1 1,0 2-1,1 2 0,65-11 1,-50 10 3,513-87-88,-376 75-36,202 2 0,-318 17 83,-68 2 48,0 1 1,-1-1-1,1 1 1,-1-1 0,1 1-1,-1-1 1,1 0-1,-1 1 1,1-1-1,-1 0 1,1 0 0,-1 1-1,0-1 1,1 0-1,-1 0 1,0 1-1,0-1 1,0 0 0,0 0-1,0 0 1,0 1-1,0-1 1,0 0 0,0 0-1,0 0 1,0 1-1,0-1 1,0 0-1,-1-1 1,1 0 12,-2-18 22,0 1 1,-1 0-1,-1 0 1,-11-29-1,1-1 16,-75-312 3,-56-481 0,140 796-47,0 14-50,1-39 0,3 69 36,1 1 0,0-1 0,-1 0 1,1 1-1,-1-1 0,1 0 1,-1 1-1,0-1 0,0 0 1,0 1-1,0-1 0,0 1 0,0 0 1,0-1-1,0 1 0,0 0 1,-1 0-1,1-1 0,0 1 0,-1 0 1,1 1-1,-1-1 0,0 0 1,1 0-1,-1 1 0,0-1 1,1 0-1,-1 1 0,0 0 0,1-1 1,-3 1-1,-9-2-26,1 1 0,-1 0 0,-16 1 0,19 0 24,-13 0 1,1 2 0,-1 1-1,1 1 1,-24 7 0,-88 34 4,-10 2 13,-453 85-74,517-125-1331,9-6-3468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37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123 522 2673,'0'0'1820,"-19"-27"-1167,-58-86-100,73 106-447,-1 0 1,1-1 0,0 1 0,-4-14 0,8 18-47,-1 1 0,1 0 0,-1 0 0,1-1 0,0 1 0,0 0 0,1 0 0,-1-1 0,1-2 0,1-13 444,-2 2 459,0 23-213,0 24-668,0 171 268,35 279-1,-26-421-233,22 132 123,-22-154-193,1 0 0,29 70 1,-39-108-40,0 1 1,0-1 0,0 1-1,1 0 1,-1-1 0,0 1-1,0-1 1,1 1 0,-1-1-1,0 1 1,1-1 0,-1 1-1,1-1 1,-1 1 0,1-1-1,-1 1 1,0-1 0,1 0-1,0 1 1,-1-1 0,1 0-1,-1 1 1,1-1 0,-1 0-1,1 0 1,0 0 0,-1 1-1,1-1 1,-1 0 0,1 0-1,0 0 1,0 0 0,16-12 306,-4 1-436,0 3 122,1 0 0,0 1-1,1 1 1,-1 0 0,19-5-1,86-16-1,-88 21-4,315-43-26,8 26 29,15-3 46,-326 22-38,49-4 43,-91 8-44,-1 0 1,0 0-1,0 0 1,0 0-1,0 0 0,0 0 1,0 0-1,0 0 0,0-1 1,0 1-1,1 0 1,-1 0-1,0 0 0,0 0 1,0 0-1,0 0 1,0 0-1,0 0 0,0-1 1,0 1-1,0 0 1,0 0-1,0 0 0,0 0 1,0 0-1,0 0 1,0 0-1,0-1 0,0 1 1,0 0-1,0 0 1,0 0-1,0 0 0,0 0 1,0 0-1,0 0 1,0-1-1,0 1 0,0 0 1,0 0-1,0 0 0,0 0 1,-1 0-1,1 0 1,0 0-1,0 0 0,0 0 1,0 0-1,0-1 1,0 1-1,0 0 0,0 0 1,0 0-1,-1 0 1,1 0-1,0 0 0,0 0 1,0 0-1,0 0 1,0 0-1,0 0 0,-1 0 1,1 0-1,0 0 1,0 0-1,0 0 0,-8-6 179,7 5-207,-1-1 44,-1 1 0,1-1 0,-1 0 0,1 0 0,0-1-1,0 1 1,0 0 0,0-1 0,1 1 0,-1-1 0,1 0-1,-1 0 1,1 1 0,-2-7 0,-8-47 262,6 24-235,-80-298 86,-18-90-137,59 166-53,44 224 37,0 26 16,0-1-1,1 1 1,-1 0-1,-1 0 1,1 0-1,-1 0 0,1 0 1,-4-8-1,3 11 0,-1 0 1,1 0-1,-1 0 0,1 0 1,-1 1-1,0-1 0,0 0 0,1 1 1,-1-1-1,0 1 0,0 0 1,0-1-1,1 1 0,-1 0 0,0 0 1,0 0-1,0 1 0,0-1 1,-2 1-1,-5-1-13,-36 3 16,1 1-1,-1 3 1,-47 12-1,-5 2 24,-203 25-2,74-13 2,96-13 12,-156 31-66,270-45-371,35-9-2823,48-17-4465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38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64 202 1185,'0'0'4516,"-8"-24"-3579,-39-105 850,41 116 153,4 21-1309,4 29-841,-2-30 322,12 90 39,33 133 0,-24-133-63,30 133 186,26 128 73,-73-304-287,-4-44-37,0-10 100,11 0 18,4-1-111,0 0-1,-1-2 1,1 1 0,25-10-1,-4 2 26,51-10-33,105-10 0,94 6-25,-137 13 7,-4 1 7,167-19 90,-312 29-84,1-1 0,0 1 0,0 0-1,-1 0 1,1-1 0,0 1 0,0-1-1,-1 1 1,1-1 0,-1 1-1,1-1 1,0 1 0,-1-1 0,1 0-1,-1 1 1,1-1 0,-1 0 0,1 1-1,-1-1 1,0 0 0,1 0-1,-1 1 1,0-1 0,0 0 0,0 0-1,1 0 1,0-32 96,-3 20-103,0 0 0,-8-23 0,-79-234 12,-55-289-1,138 534-45,3 19 5,1-1 0,1 0 1,-1 1-1,0-14 1,-18 20-86,-34 3 62,-1 2-1,-92 22 1,65-10 27,-739 124-193,820-140 125,0-1 1,-1 1-1,1-1 0,-1 0 1,1 1-1,0-1 0,-1 0 1,1 0-1,-1 0 0,1 0 0,-1 0 1,1 0-1,0-1 0,-1 1 1,1 0-1,-1-1 0,1 1 0,0-1 1,-1 1-1,1-1 0,0 0 1,0 0-1,0 1 0,-1-1 1,0-1-1,1-3-650,-1 1 0,1-1 0,0 1 1,1-1-1,-1 1 0,1-1 0,0 1 1,0-7-1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2.3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7440 1889,'0'0'1827,"2"3"-1691,-2-2-131,0-1-1,1 1 0,-1-1 0,0 1 1,1-1-1,-1 1 0,0-1 0,1 0 0,-1 1 1,1-1-1,-1 1 0,0-1 0,1 0 1,-1 1-1,1-1 0,-1 0 0,1 0 1,0 1-1,-1-1 0,1 0 0,-1 0 0,1 0 1,-1 0-1,1 0 0,-1 0 0,1 0 1,0 0-1,-1 0 0,1 0 0,-1 0 1,1 0-1,-1 0 0,1 0 0,0 0 0,-1-1 1,1 1-1,-1 0 0,1 0 0,-1-1 1,1 1-1,30-14 124,-1-2 0,52-34 0,-36 21-101,677-453 78,-413 270-88,531-381-15,55-37 10,-109 71 176,-609 416-69,-7-8 1,187-210 0,119-254 148,-48-38 324,-131 193-44,668-1012 1411,-724 1061-1887,-201 332-31,-4-3 0,-4-1 1,28-109-1,-56 176-42,-1 0-1,0-1 1,-1 1 0,-1-1-1,-1 0 1,0 1 0,-3-21-1,-3 28-42,-12 9-90,5 1-100,0 0 0,-1 2 0,1-1 1,-18 8-1,-96 48-3210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3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303 56 1056,'0'0'6571,"-11"-14"-6074,3 5-461,6 6-33,0 0 1,0 0-1,-1 0 1,1 0-1,-1 1 0,1-1 1,-1 1-1,0 0 1,0 0-1,0 0 1,-4-2-1,6 4-4,0-1 0,0 1 0,0 0 0,1 0 0,-1 0 0,0 0 0,0 1 0,0-1 0,0 0 0,1 0-1,-1 0 1,0 1 0,0-1 0,1 0 0,-1 1 0,0-1 0,0 1 0,1-1 0,-1 1 0,0-1 0,1 1 0,-2 0 0,0 3-3,-1-1 0,1 1 0,-1-1 0,1 1 0,0 0 0,0 0 0,-1 4 0,-49 121 474,-102 180-1,153-309-458,1 1-1,0-1 1,-1 0-1,1 1 1,0-1 0,-1 0-1,1 1 1,0-1-1,0 1 1,-1-1 0,1 1-1,0-1 1,0 1-1,0-1 1,-1 0-1,1 1 1,0-1 0,0 1-1,0-1 1,0 1-1,0-1 1,0 1 0,0-1-1,0 1 1,0-1-1,0 1 1,0-1 0,1 1-1,-1-1 1,0 1-1,0-1 1,0 1-1,1-1 1,-1 1 0,0-1-1,0 0 1,1 1-1,-1-1 1,0 1 0,1-1-1,-1 0 1,1 0-1,0 1 1,24 0 268,-14-2-298,101-6 168,30 0-39,-129 7-110,50-1-5,0 2 0,0 4 1,88 17-1,-82-4-29,52 10-911,-60-24-1819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4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0 571 3970,'0'0'1155,"0"-28"-910,0-180 809,0-126 1705,0 1368-2660,0-592-3280,0-472 1882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4.3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0 179 4690,'0'0'2497,"276"-104"-2401,-92 74-80,4 10-16,-16 8-144,-35 6-880,-45 3-17,-42 0-543,-38 3-1394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4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1 146 4098,'0'0'3329,"184"-62"-3329,-59 35 0,5 3-1136,-8 9-1025,-15-2-640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4.8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351 1 2865,'0'0'2612,"-28"0"-2486,-93 4-57,115-3-48,0 0 1,1 0-1,-1 0 0,0 0 1,1 1-1,-1 0 0,1 0 1,0 1-1,0-1 1,0 1-1,0 0 0,0 1 1,0-1-1,1 1 0,0 0 1,0 0-1,0 0 1,0 1-1,0-1 0,-4 9 1,4-7 12,-7 11 37,0 1 1,1 0-1,1 1 1,0 0-1,2 0 1,0 1-1,2 0 1,-7 40-1,7-20-24,2 0 1,2 0-1,6 67 0,-4-96-41,1 0-1,0 0 1,0 0 0,1-1-1,1 1 1,0-1-1,0 0 1,1 0-1,0 0 1,0-1 0,1 0-1,1 0 1,-1 0-1,2-1 1,-1 0-1,1 0 1,0-1 0,1 0-1,-1 0 1,1-1-1,1 0 1,-1 0 0,1-1-1,0-1 1,0 0-1,1 0 1,-1-1-1,1 0 1,-1-1 0,1 0-1,0-1 1,15 1-1,-13-2 25,0 1 1,0-2-1,-1 0 0,26-5 0,-33 5-16,0 0 0,-1-1 0,1 0-1,0 0 1,-1-1 0,1 1-1,-1-1 1,0 0 0,0 0 0,0 0-1,0-1 1,-1 1 0,1-1 0,-1 0-1,4-5 1,-2-1 22,0 1-1,0-1 0,-1 1 1,-1-1-1,1-1 0,-1 1 1,-1 0-1,2-20 1,-2-8 123,-2-44 0,0 80-156,-2-21 23,0-1 0,-2 0 0,0 1 0,-2 0-1,-1 0 1,0 0 0,-16-30 0,14 35-160,0 1 1,-1 1-1,-1-1 1,0 2-1,-1 0 1,-1 0-1,0 1 1,-1 1-1,-25-20 1,8 17-1404,15 13-682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5.3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1 157 3586,'0'0'3049,"2"10"-2969,66 212-4,-33-115-21,-7-2 33,-38-175 1291,-4-2-1578,3 0 0,-4-132 0,15 200 169,0 1 1,0-1-1,0 0 1,1 0-1,-1 1 1,1-1 0,0 0-1,0 1 1,0-1-1,1 1 1,-1-1-1,1 1 1,0 0 0,4-6-1,-3 6 8,1-1 1,0 1-1,1-1 0,-1 1 0,1 0 1,-1 1-1,1-1 0,0 1 0,9-3 1,33-10-328,1 3 1,61-9 0,-55 12 249,78-24-1,-129 32-104,-1 0 1215,-6 9-60,-9 20-884,0 0-1,2 1 0,1 0 0,1 1 1,2 0-1,1 0 0,1 0 0,2 1 1,1 0-1,1-1 0,5 50 0,-3-70-45,0 0-1,0-1 1,1 1-1,0 0 1,1-1-1,0 1 1,1-1-1,-1 0 1,2 0-1,-1 0 0,2-1 1,-1 1-1,1-1 1,0-1-1,0 1 1,1-1-1,0 0 1,1 0-1,-1-1 1,1 0-1,0-1 0,1 1 1,-1-2-1,1 1 1,0-1-1,0 0 1,1-1-1,-1 0 1,20 3-1,-13-4-111,-1 0 0,1-1 0,0-1 0,0 0 0,0-1 0,16-3-1,58-19-1844,-44 9 684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6.1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1 335 4402,'0'0'1558,"4"-16"-1296,0 4-224,1-2-3,-1 1 0,0-1 0,-1 0 0,-1-1 0,1-26 0,-2-15 335,-2-63 1343,-5 106-1584,6 13-130,0 0 0,0 1 0,0-1 0,0 0 0,0 0 0,0 0 1,0 0-1,0 0 0,0 1 0,0-1 0,-1 0 0,1 0 0,0 0 0,0 0 0,0 0 1,0 0-1,0 0 0,0 1 0,-1-1 0,1 0 0,0 0 0,0 0 0,0 0 0,0 0 0,-1 0 1,1 0-1,0 0 0,0 0 0,0 0 0,0 0 0,0 0 0,-1 0 0,1 0 0,0 0 0,0 0 1,0 0-1,0 0 0,-1 0 0,1 0 0,0-1 0,0 1 0,0 0 0,0 0 0,0 0 0,-1 0 1,1 0-1,0 0 0,0 0 0,0 0 0,0-1 0,0 1 0,0 0 0,0 0 0,0 0 0,-1 0 1,1-1-1,-5 51-39,3 0 1,3 56-1,0-26 55,-1-41-16,2 0-1,1 1 1,9 40 0,-10-69-1,0 0 0,1-1 0,1 1-1,0-1 1,0 0 0,1 0 0,0 0-1,0-1 1,1 0 0,1 0-1,-1 0 1,2-1 0,-1 0 0,1 0-1,0-1 1,10 7 0,-9-9 2,1-1-1,-1 0 1,1-1 0,0 0 0,0-1 0,0 0 0,0 0-1,0-1 1,1-1 0,-1 0 0,0 0 0,0-1-1,12-2 1,-14 2-11,0-1-1,0 0 1,-1 0-1,1-1 1,-1 0-1,1 0 1,-1-1 0,0 0-1,0 0 1,-1-1-1,1 0 1,-1 0-1,0 0 1,0-1-1,-1 0 1,0 0-1,0-1 1,0 1-1,6-13 1,0-1 3,0-1 0,-2-1 0,0 0 0,-1 0 0,7-36 0,-8 12 59,-1-1 0,-3 1 0,-1-1 1,-7-65-1,-4 49 83,8 59-108,0 0-1,0 0 1,0 0 0,0 0 0,-1 0 0,0 1 0,1-1-1,-1 0 1,-1 1 0,1 0 0,-1-1 0,-4-4-1,7 8-23,0 0 0,0 0 0,0 0-1,0 0 1,1 1 0,-1-1-1,0 0 1,0 0 0,0 0 0,0 0-1,0 0 1,0 0 0,0 0-1,0 1 1,0-1 0,0 0 0,0 0-1,0 0 1,0 0 0,0 0-1,0 0 1,0 1 0,0-1 0,0 0-1,0 0 1,0 0 0,0 0-1,0 0 1,0 1 0,0-1 0,0 0-1,0 0 1,0 0 0,0 0-1,0 0 1,0 0 0,0 0 0,-1 1-1,1-1 1,0 0 0,0 0-1,0 0 1,0 0 0,0 0 0,0 0-1,0 0 1,0 0 0,-1 0-1,1 0 1,0 0 0,0 0 0,0 0-1,0 0 1,0 0 0,-1 0-1,1 0 1,0 0 0,0 0 0,0 0-1,0 0 1,0 0 0,0 0-1,-1 0 1,1 0 0,0 0 0,0 0-1,0 0 1,0 0 0,-1 0-1,-2 56-6,2 1 0,3-1-1,15 102 1,-11-126 13,1-2 0,1 1 0,2-1 0,1-1 0,1 1 0,1-2 0,2 0 0,26 38 0,-33-55-283,0-1 0,0 1 0,1-1 0,1-1 0,-1 0-1,2 0 1,-1-1 0,1 0 0,0 0 0,1-2 0,0 1 0,0-2 0,0 1-1,1-2 1,24 7 0,21-8-2166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6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19 184 2257,'0'0'1182,"-2"-27"-320,-7-87-73,5 76-256,3 33-192,0 8 10,0 34 505,34 485-314,35 322-182,-67-816-1150,6 51 1,-3-65-1527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6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90 354 3778,'0'-29'477,"4"-98"-165,-3 118-295,0-1-1,1 1 1,0-1-1,1 1 1,0 0-1,1 0 1,-1 0 0,2 1-1,-1-1 1,1 1-1,1 0 1,-1 1-1,1-1 1,1 1-1,-1 0 1,1 0-1,1 1 1,-1 0-1,1 1 1,0-1-1,11-5 1,-12 8-7,0 0 1,0 0-1,0 0 0,0 1 1,1 0-1,-1 1 1,0 0-1,1 0 1,-1 0-1,1 1 1,-1 0-1,1 0 1,-1 1-1,1 0 0,-1 1 1,1-1-1,-1 1 1,0 1-1,0-1 1,0 1-1,0 0 1,0 1-1,-1 0 0,0 0 1,9 8-1,-5-3 12,-1 1 0,0 0-1,-1 1 1,0 0 0,-1 1-1,0-1 1,0 1 0,-2 0-1,1 1 1,-2 0 0,0 0-1,5 22 1,-2 5 116,-2 2 0,-1 77 1,-4-101-84,0 1 1,-2-1 0,0 1 0,-1-1 0,-1 0-1,-7 19 1,6-26 11,0 1-1,0-1 0,-1 0 1,-1 0-1,0-1 0,0 1 1,-1-2-1,-1 1 0,-16 14 1,11-13-66,-1 0 1,0-1 0,-1-1 0,0-1 0,0 0 0,-1-1 0,0 0 0,0-2 0,0 0 0,-1-1 0,1-1 0,-1 0 0,0-1-1,0-1 1,0-1 0,-1-1 0,-25-4 0,40 5-32,0-1 0,0-1 0,1 1 0,-1 0 0,0-1 0,0 0 0,1 0 0,-1 0 0,1 0 0,0-1-1,0 1 1,0-1 0,0 0 0,0 0 0,0 0 0,1 0 0,-1 0 0,1-1 0,0 1 0,0-1 0,0 1 0,1-1 0,-2-4 0,1 0-159,0 0 0,0 0 1,1-1-1,0 1 1,1 0-1,0-1 1,0 1-1,1 0 0,0-1 1,3-12-1,2 1-1122,1 1-1,12-25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6.8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5475,'0'0'2275,"-1"11"-1832,3 88-346,23 170-1,-7-110 50,47 807-93,-64-919-1075,-1-26-1451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7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143 418 4146,'0'-34'512,"-2"-115"-333,2 133-168,0 1 0,1 0-1,1 0 1,0 0 0,1 0 0,5-16 0,-4 23 23,-1 0 0,1 0 0,1 1 0,-1 0 0,1 0 0,0 0 0,1 0 0,0 1 0,11-10 0,-12 12-15,1 0 0,-1 1 0,1 0 0,0 0 1,0 0-1,0 1 0,0 0 0,1 0 0,-1 0 0,0 1 0,1 0 0,0 0 0,-1 0 0,1 1 0,-1 0 1,1 1-1,-1-1 0,1 1 0,-1 0 0,1 1 0,-1 0 0,0 0 0,1 0 0,-1 1 0,0 0 0,-1 0 1,1 0-1,0 1 0,-1 0 0,0 0 0,8 8 0,-3 0 3,-1 0 0,-1 0 0,0 1 0,0 0-1,-2 0 1,1 1 0,-2-1 0,0 2 0,4 17 0,-4-7 7,-1 0 0,0 1 1,-3 0-1,-1 42 1,-1-56 36,-1 1 1,0-1 0,-1 0-1,-1 0 1,0 0 0,0-1-1,-1 1 1,-1-1-1,0 0 1,0 0 0,-1-1-1,-1 0 1,1 0 0,-2-1-1,1 1 1,-1-2 0,0 0-1,-1 0 1,0 0 0,-22 11-1,17-11-52,0 0 0,0-1-1,-1 0 1,0-2-1,-1 0 1,1-1-1,-1 0 1,0-1 0,0-1-1,0-1 1,0 0-1,0-1 1,0-1-1,-31-6 1,44 6-70,0 0 0,0 0 0,1-1-1,-1 1 1,0-1 0,0 0 0,1 0 0,-1 0 0,1-1 0,0 1 0,0-1-1,0 0 1,0 0 0,0 0 0,0 0 0,1 0 0,0-1 0,0 1 0,0-1-1,0 1 1,0-1 0,0 0 0,1 0 0,0 0 0,0 0 0,-1-6 0,-1-44-1812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7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16 325 3938,'0'0'1267,"31"0"-1243,9 0-20,157-4 11,69-35-15,-264 39 2,0 0 1,0 0-1,0-1 1,0 1-1,0-1 1,0 0-1,0 1 1,0-1-1,0 0 1,0 0-1,0 0 1,-1-1-1,1 1 1,0 0-1,-1-1 0,1 1 1,-1-1-1,1 1 1,-1-1-1,0 0 1,0 1-1,0-1 1,0 0-1,0 0 1,0 0-1,0 0 1,-1 0-1,1 0 1,-1 0-1,1 0 1,-1-4-1,0 2 27,0 0-1,-1 0 1,0-1-1,0 1 1,0 0-1,0 0 1,-1 1-1,1-1 1,-1 0-1,0 0 1,0 1-1,-1-1 1,1 1-1,-6-6 1,-8-8 53,-2 1 0,0 0 0,-1 1 0,0 2 0,-1 0 0,-1 0 0,0 2 0,-1 1 0,0 1 0,0 0 0,-1 2 1,0 0-1,0 2 0,-1 1 0,0 0 0,-28 1 0,40 3-68,0-1 10,0 1 0,0 1 0,1 0 0,-1 0 1,-17 5-1,25-4-17,0 0 1,0-1-1,0 2 1,1-1-1,-1 0 1,1 1-1,-1-1 1,1 1 0,0 0-1,0 0 1,0 0-1,1 1 1,-1-1-1,1 1 1,0-1-1,0 1 1,0 0-1,0 0 1,-1 4-1,-3 12 20,2-1-1,0 1 0,1 0 1,1 0-1,0 1 0,2-1 0,1 0 1,0 0-1,1 0 0,1 0 1,1 0-1,1 0 0,12 29 1,-8-29-82,2 0 0,0 0 0,1-1 0,1-1 0,1 0 0,1 0 0,0-2 0,1 0 0,1-1 0,0 0 0,1-2 0,1 0 0,0-1 0,1 0 0,0-2 0,0 0 0,1-2 0,0 0 0,1-2 0,0 0 0,0-1 0,34 3 0,49-5-2074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7.9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35 134 4626,'0'0'2508,"-6"11"-2444,1 3-38,-1 0-1,2 0 1,0 0 0,1 0 0,0 1-1,1-1 1,1 1 0,0 0-1,2 25 1,24 150 415,-12-107-368,-8-39-27,-4-25 0,2 0-1,0 0 1,7 23 0,-9-41 106,-1-9 179,0-40 127,-15-329-142,12 355-373,0 4-5,1 0-1,0-1 0,1 1 1,2 0-1,3-34 1,-3 48 40,0 1 1,1-1-1,-1 1 1,1-1-1,-1 1 1,1 0 0,0 0-1,1 0 1,-1 0-1,0 0 1,1 1-1,0-1 1,-1 1-1,1-1 1,0 1-1,0 0 1,0 0-1,1 0 1,2-1-1,9-3-4,0 1-1,-1 0 0,20-4 1,-22 6 10,83-14-317,146-10 1,-204 24 375,-37 4 46,0-1 0,0 1 0,0 0 0,0-1 1,0 1-1,0 0 0,0 0 0,0-1 0,0 1 0,0 0 0,-1-1 1,1 1-1,0 0 0,0-1 0,-1 1 0,1 0 0,-1-1 0,1 1 0,0-1 1,-1 1-1,1-1 0,-1 1 0,1-1 0,-1 1 0,-1 0 0,-25 35 38,4-6-15,9-10-81,1 1 1,2 0-1,-1 0 1,2 2-1,1-1 1,1 1-1,1 0 1,1 1-1,1-1 1,1 1-1,1 0 1,1 1-1,1-1 1,3 31-1,-1-46-4,1 1 1,0 0-1,0-1 0,0 0 1,2 0-1,-1 1 0,1-2 1,0 1-1,1 0 1,0-1-1,0 0 0,1 0 1,0-1-1,9 9 0,-5-7-1,0 0 0,1-1-1,1 0 1,-1-1 0,1 0-1,1-1 1,-1-1 0,1 1-1,24 5 1,-9-5-247,1 0 0,1-2 1,-1-1-1,1-2 0,-1 0 0,1-2 1,35-6-1,-36 0-1555,-1-1 0,41-17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8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701 607 6019,'0'0'1574,"-4"-33"-1185,-2-5-318,-14-162 194,-15-136 752,32 406-1070,40 817 188,-21-634-108,-14-183-16,3 36 24,0-92-9,2-16 23,-6 0-42,1 0 0,-1-1 0,0 1 1,0 0-1,0-1 0,0 1 0,0-1 0,0 1 0,0-5 0,4-39-86,-2-1-1,-5-69 0,1 83-86,0 10 22,-1 0 1,-2 0-1,0 1 1,-1-1-1,-2 1 1,0 0-1,-1 1 1,-1-1-1,-1 2 0,-1-1 1,-1 2-1,-1-1 1,-28-32-1,31 40 126,-1 1 0,-1 1-1,1-1 1,-2 2 0,1 0 0,-1 0-1,-1 1 1,0 1 0,0 0-1,0 1 1,-1 0 0,0 1 0,0 1-1,0 0 1,0 2 0,-1-1 0,1 2-1,-1 0 1,0 1 0,1 0-1,-24 4 1,27-1 40,1 0 0,-1 1 0,1 0 0,0 1 0,0 0-1,1 0 1,-1 1 0,1 1 0,1 0 0,-1 0 0,1 1 0,0 0 0,1 0 0,0 1 0,0 0-1,1 1 1,0-1 0,1 2 0,-9 18 0,4-6 113,1 1 0,1 0 0,1 0 1,2 1-1,0 0 0,2 0 0,0 0 0,1 33 0,2-46-53,2 0 0,-1 0 0,1 0 0,1 0 0,6 24 0,-5-30-57,-1 1 0,2-1 0,-1 0 0,0 0 0,1 0 0,0-1 0,1 1 0,-1-1 0,1 0 0,0 0 0,0-1 0,6 5 0,4 1 3,1 0 0,-1-2 0,2 0 0,-1-1 0,1 0 0,0-1 0,0-1 0,1-1 1,22 3-1,21 0 11,83-2 1,52-12-940,-168 4 29,1-2 1,-1-1-1,0-1 0,45-19 1,9-14-3527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9.2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96 2609,'0'0'4429,"-1"-20"-3226,0-55-667,1 94-693,4 117 202,68 240 51,-70-369-406,-1-1-1,1 0 1,0 1-1,1-1 1,0 0-1,0 0 1,4 7 0,0-10-2126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49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0 4274,'0'0'1649,"-107"176"-1489,115-150-48,37-17 368,9-9 0,-4 0-208,-14-17 33,-13-10-17,-11-6-128,-9 6-160,-3 10-625,6 5-1984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0.0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878 318 3906,'0'0'1595,"12"-27"-997,35-90 224,-44 110-724,0 0 0,-1-1 1,0 0-1,-1 1 0,1-1 1,-2 0-1,1 0 1,-1 0-1,0 0 0,-2-13 1,1 12-42,0 6-36,0 0-1,1 0 1,-1 0 0,-1 0 0,1 0 0,0 0 0,-1 1-1,1-1 1,-1 0 0,0 1 0,0-1 0,0 1 0,0 0-1,0 0 1,0 0 0,-1 0 0,1 0 0,-1 0 0,1 0-1,-1 1 1,0-1 0,0 1 0,1 0 0,-1 0 0,0 0-1,0 0 1,-6 0 0,-9-2 45,0 0 0,0 2-1,-30 0 1,32 2-80,1-1 17,-1 0-1,1 2 1,-1 0-1,1 1 1,0 0 0,0 1-1,1 1 1,-1 0-1,-23 13 1,29-13-2,1 0 0,0 1 0,0 0-1,1 0 1,-1 1 0,1 0 0,1 0 0,-1 1-1,1 0 1,1 0 0,0 0 0,0 1 0,0-1 0,1 1-1,0 1 1,-4 14 0,5-9-4,-1 0 0,2 1 0,0-1 1,1 1-1,1-1 0,0 0 0,1 1 0,1-1 0,0 1 0,1-1 1,1 0-1,0 0 0,1-1 0,0 1 0,2-1 0,14 25 0,-14-28 0,1 0 0,1 0 0,0 0 0,1-1-1,0 0 1,0-1 0,1 0 0,0-1 0,1 0-1,0-1 1,0 0 0,0 0 0,1-2 0,0 0-1,0 0 1,0-1 0,1-1 0,26 4 0,-27-5 1,-1-2 0,1 1 0,-1-1 0,1-1 0,21-4 0,-28 4 11,-1-1-1,1 0 0,-1 0 0,0 0 1,1-1-1,-1 0 0,0 0 0,-1 0 0,1 0 1,-1-1-1,1 0 0,-1 0 0,0 0 1,4-6-1,1-4 17,-1 0 0,0 0 0,-1 0 0,-1-1 0,0 0 0,-1 0 0,0-1 0,-2 1 1,0-1-1,2-20 0,-2-20 306,-4-83 0,1 135-309,-1-8 51,1 1-1,-1-1 1,-1 0-1,0 1 1,-1 0 0,0-1-1,0 1 1,-1 0-1,-9-15 1,9 20-41,0 8-48,3 39-235,43 415-225,-11-210 477,-7 43 14,-18 417 0,-7-671-16,-3 0 1,0 0 0,-3-1 0,-1 0 0,-1 0 0,-22 52 0,25-72 4,-1 0 0,-1-1 1,0 0-1,0 0 0,-2-1 0,1 0 0,-1 0 1,-1-1-1,0-1 0,-1 0 0,0 0 0,0-1 0,-1-1 1,0 0-1,-1 0 0,0-2 0,-18 8 0,8-8 11,0 0-1,1-1 0,-2-2 1,1 0-1,0-2 1,-1 0-1,1-2 1,-1 0-1,1-2 0,0-1 1,0-1-1,0-1 1,1 0-1,0-2 0,0-1 1,1-1-1,0-1 1,-37-25-1,35 20-2,1-2 0,0 0 1,2-2-1,0 0 0,1-1 0,1-1 1,2-1-1,0-1 0,1 0 0,1-1 1,2 0-1,0-2 0,2 1 0,1-1 1,-12-49-1,14 36-49,2-1 1,2 0-1,1 0 0,2 0 1,2 0-1,2-1 1,8-41-1,-6 59-28,1-1-1,1 1 1,1 0-1,1 0 0,1 1 1,1 0-1,1 1 1,2 0-1,0 1 1,1 0-1,1 1 1,27-26-1,-28 32 49,1 1-1,0 1 1,1 1-1,0 0 0,1 1 1,0 1-1,0 1 1,1 0-1,23-5 1,-11 5 2,0 2 0,1 1 0,0 2 0,61 2-1,-91 0 11,1 1 0,0 0-1,0 0 1,0 0 0,0 0-1,0 1 1,-1-1-1,1 1 1,0 0 0,0 0-1,-1 0 1,1 0-1,-1 0 1,1 1 0,-1-1-1,1 1 1,-1-1 0,0 1-1,1 0 1,-1 0-1,3 4 1,-3-1-26,0 0 1,0 0-1,-1 0 1,0 1-1,0-1 1,0 0-1,-1 1 0,1-1 1,-2 10-1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0.4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73 4290,'0'0'3770,"-5"-15"-3170,-15-43-507,20 59-95,0-1 0,0 0 1,0 0-1,0 0 0,0 0 0,0 0 0,0 0 0,0 0 0,0 0 0,0 0 0,0 0 0,0 0 0,0 0 0,0 0 0,0 0 0,-1 0 1,1 0-1,0 0 0,0 0 0,0 0 0,0 0 0,0 0 0,0 0 0,0 0 0,0 0 0,0 0 0,0 0 0,0 0 0,0 0 0,0 0 1,0 0-1,0 0 0,0 0 0,0 0 0,0 0 0,-1 0 0,1 0 0,0 0 0,0 0 0,0 0 0,0 0 0,0 0 0,0 0 0,0 0 1,0 0-1,0 0 0,0 0 0,0 0 0,0 0 0,0 0 0,0 0 0,-2 10-41,1 20 0,6 118-159,32 186 1,-37-331-148,0-2 222,0-1 0,0 1 0,0-1 0,0 1 0,0 0 0,0-1 0,0 1 0,0-1 0,0 1 0,0 0 0,1-1 0,-1 1 0,0-1 0,0 1 0,1-1 0,-1 1 0,0-1 0,1 1 0,-1-1 0,1 1 0,-1-1 0,0 1 0,2 0 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0.6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1 4370,'0'0'880,"-71"157"-415,71-109-129,30-13 32,26-20 160,19-9-160,-13-6-96,-15 0-95,-17-27 399,-18-5 144,-12-1 32,0 6-719,-6 6-33,-3 7-993,9 2-2352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0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2 115 4402,'0'0'6358,"0"-25"-5667,0-43-579,0 47-185,0 44-191,-1 200 235,4 315 213,1-456-170,3-1 0,3 0 0,32 121 0,-38-189-3,0-1-1,0 1 0,1-1 0,1 0 1,0 0-1,1 0 0,0-1 1,14 17-1,-17-25-8,-1 1 1,1-1-1,-1 0 1,1-1-1,0 1 1,0-1-1,0 1 1,0-1-1,1 0 1,-1-1-1,1 1 1,-1-1-1,1 0 1,-1 0-1,1 0 1,0-1-1,-1 0 1,1 1-1,0-2 1,-1 1-1,1 0 1,0-1-1,-1 0 1,1 0-1,-1-1 1,1 1-1,6-4 1,-1 0-50,0 0 1,-1-1-1,0 0 0,0-1 1,0 0-1,-1 0 0,0-1 0,0 0 1,8-12-1,-1 0-503,-1 0 0,-1-1-1,14-31 1,-15 26-1163,12-45 1,-1-28-3443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1.1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1 129 6051,'0'0'2673,"249"-24"-2545,-8-9-128,-6 1-96,-30 11-1585,-60 12 32,-68 0-1184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2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699 107 3618,'0'0'3961,"-28"-21"-2963,6 4-841,-1 1 0,-1 1-1,-34-15 1,54 28-147,0 1 0,0 0 0,0 0 0,0 0 0,0 0 0,-1 1 0,1-1 0,0 1 0,-1 0 0,1 0 0,0 1 0,-1-1 0,1 1 0,0 0 0,0 1 0,0-1 0,0 0 0,0 1 0,0 0 0,0 0 0,1 0 0,-7 5 0,-7 5 17,1 1 0,1 1 0,0 0 0,0 0 0,-13 19 1,-2 8 96,-28 50 0,20-26 42,4 2 0,2 1 0,3 1 0,4 2 0,2 0 0,4 2 0,3 0 1,3 1-1,3 1 0,0 81 0,10-118-133,1-1-1,2 0 1,11 55-1,-8-69-23,1 0 0,0-1 0,2 0 0,1 0-1,0-1 1,20 29 0,-10-22-10,0-1 1,2-2-1,1 0 0,0-1 1,2-2-1,1 0 0,1-2 1,0-1-1,46 24 0,-37-25-572,0-2 0,2-2 0,0-1 0,0-2 0,1-2 0,0-1 0,65 4 0,54-9-5612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3.3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39 208 4226,'0'0'2252,"-2"-25"-1468,-6-77 264,7 92-512,1 20-533,0 24-229,28 256 436,-23-206-182,9 286 91,-14-365-116,-1-4-2,1-1 0,0 1 0,0 0 0,0-1-1,-1 1 1,1 0 0,0-1 0,0 1 0,0 0 0,0-1 0,0 1 0,1-1-1,-1 1 1,0 0 0,0-1 0,0 1 0,0 0 0,1-1 0,-1 1 0,0-1 0,1 1-1,-1 0 1,0-1 0,1 1 0,-1-1 0,1 1 0,-1-1 0,1 1 0,0 0-1,0-7-16,8-313-130,-9 258 108,1 0-228,-10-87 1,6 127 256,-1 0 0,0 1 0,-2 0 0,0 0 1,-2 0-1,0 0 0,-1 1 0,-12-18 0,20 35 27,-1 1 4,1-1 1,0 0-1,0 0 0,0 0 1,0 0-1,0 0 1,0 0-1,1 0 0,-1 0 1,0-1-1,1 1 0,0 0 1,-1-3-1,5 4-139,265-20 43,-6 0-1997,-169 7-50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3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92 4146,'0'0'2049,"175"-56"-1905,-71 35-128,9 9-16,-6 9-112,-12 3-865,-24 0-1216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3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95 3970,'0'0'2481,"217"-42"-2385,-72 22-64,4 8-32,-16 6-544,-23-9-2338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4.3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68 316 2145,'0'0'1814,"-10"26"-1566,-47 116 337,57-154 2145,3-55-1573,2 43-1146,2 0 0,2 0 0,0 1 0,1 0 0,1 1 0,1 0 0,1 0 0,1 2 0,0-1 0,2 2 0,1 0 0,0 1 0,1 1 0,1 0 0,33-21 0,-42 31-27,0 2 0,1-1 1,-1 1-1,1 1 1,1 0-1,-1 1 0,1 0 1,-1 1-1,1 0 0,0 0 1,-1 2-1,1-1 1,15 2-1,-24 0 2,0 0 0,0 0 0,0 0 0,0 0 0,-1 0-1,1 0 1,0 1 0,0 0 0,-1-1 0,1 1 0,-1 0 0,0 0 0,1 0 0,-1 0 0,0 1 0,0-1-1,-1 1 1,1-1 0,0 1 0,-1 0 0,1-1 0,-1 1 0,0 0 0,1 5 0,2 6-12,-2 0 1,0 0-1,0 0 1,-1 16-1,-1-24 34,1 30-4,-6 61 0,3-81 0,-1 0 0,0 0 1,-1 0-1,-1-1 0,-1 0 0,-8 17 0,2-9 25,-1 0 1,-1-2-1,-1 1 0,-1-2 1,-1 0-1,-1-1 1,-35 30-1,52-56 285,9-9-236,23-27-31,68-69 0,-13 17-37,-55 56 19,51-79 0,-74 104-24,-1-1-1,0 1 1,-1-1 0,0 0-1,-1 0 1,-1-1-1,0 0 1,-1 0 0,1-29-1,-19 77-71,1 9 87,3 0-1,1 0 1,2 1-1,2 1 1,2-1-1,1 47 1,3-75-14,0-1 0,1 0 0,0 1 1,1-1-1,1 0 0,0 0 1,7 16-1,-8-22-13,2-1 0,-1 0 0,1-1 0,0 1 0,0-1 0,0 0 0,1 0 0,-1 0 0,1 0 0,1-1-1,-1 0 1,1 0 0,-1 0 0,1-1 0,0 0 0,8 3 0,-1-1-187,-1-1 1,1 0-1,0-1 0,21 3 1,59-3-2368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4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393 221 5202,'0'0'2815,"3"-19"-2223,-2 11-534,-1 0 0,1 0 0,-1 0 0,-1 0 0,0-1 0,0 1 0,-4-15 0,3 18-72,0 0 1,-1 0-1,1 0 1,-1 1-1,0-1 1,-1 1-1,1-1 1,-1 1-1,0 0 1,0 0-1,0 1 1,-6-5-1,-3 0-7,0 0-1,0 1 1,0 0-1,-1 1 1,0 1-1,0 1 1,-1-1-1,1 2 1,-1 0-1,0 1 1,0 1-1,0 0 1,0 1-1,0 0 1,-28 5-1,39-3 16,0-1 1,0 1-1,1-1 0,-1 1 0,1 1 1,-1-1-1,1 0 0,0 1 0,0-1 1,0 1-1,0 0 0,0 0 0,1 0 1,-1 1-1,1-1 0,0 1 0,0-1 1,0 1-1,0 0 0,1-1 0,-1 1 1,0 7-1,-3 7-8,1 1-1,1-1 1,-1 30 0,-2 105 3,7-126 12,0 0 1,2 1-1,10 41 0,-11-61-1,0 0-1,1 0 0,0 0 0,1 0 0,-1 0 0,2-1 0,-1 0 1,1 0-1,0 0 0,6 6 0,-7-9-5,0 0-1,0-1 1,1 0 0,-1 0-1,1 0 1,0-1 0,-1 1-1,1-1 1,0 0 0,1-1-1,-1 1 1,0-1-1,0 0 1,1 0 0,-1-1-1,9 1 1,-10-1 14,1 0 0,-1 0 0,1 0 0,-1 0 0,0-1 0,1 0-1,-1 0 1,1 0 0,-1 0 0,0-1 0,0 1 0,0-1 0,0 0 0,0-1 0,0 1 0,-1-1 0,1 1 0,-1-1-1,1 0 1,-1 0 0,0-1 0,0 1 0,-1-1 0,1 1 0,-1-1 0,1 0 0,-1 0 0,1-4 0,13-29 31,-2-1 1,-1 0 0,-2 0-1,6-46 1,-2 13-30,24-105 56,-41 195-44,1-1-1,3 36 1,-1-6 100,-1-4-308,4 105 841,-2-135-1075,0 0 0,0 0 0,2 0 0,-1-1 0,2 1 0,0-1 0,0 0 0,10 15 0,1-7-4032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5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0 280 4578,'0'0'1403,"23"-29"-1352,71-89-35,-89 113-15,-1-1-1,1 1 0,0 1 1,1-1-1,-1 1 1,10-7-1,-13 11 0,0-1-1,0 0 1,0 0-1,0 1 1,1-1-1,-1 1 1,0 0-1,0 0 1,0 0-1,1 0 1,2 0-1,5 1-7,-6-1 2,-1 0-1,0 1 1,0-1-1,0 1 1,0 0-1,0 0 0,0 0 1,0 0-1,0 0 1,0 1-1,0 0 1,-1-1-1,1 1 0,0 0 1,-1 0-1,0 0 1,1 1-1,-1-1 1,0 1-1,0-1 1,0 1-1,-1 0 0,1-1 1,-1 1-1,1 0 1,-1 0-1,1 4 1,3 10 69,0 0 0,-1 0 1,2 32-1,-5-46-45,6 272 1036,-8-189-816,1-85-86,0-6 365,1-55 465,14-99-1,-10 128-1003,2 0 0,1 1 0,1 0 0,2 0 0,15-30 0,-20 50 11,-1 0 0,2 1 1,-1 0-1,1 0 0,1 0 1,0 1-1,0 0 1,0 0-1,16-10 0,-19 15-4,0 0-1,0 0 1,1 0-1,-1 0 0,1 1 1,0 0-1,0 0 0,0 1 1,0-1-1,0 1 0,0 1 1,0-1-1,0 1 1,0 0-1,0 0 0,0 1 1,0 0-1,0 0 0,9 2 1,-11-1 0,0 1 0,0-1 0,0 1 0,0-1 0,0 1 0,0 0 0,-1 1 0,1-1 0,-1 0 0,0 1 0,0 0 0,0 0 1,-1 0-1,1 0 0,-1 0 0,0 1 0,2 6 0,3 9-27,-1 0 0,6 35 0,-2 12 25,-4 0 0,-3 0 1,-6 92-1,-2-140 41,5-18-15,-1-1-1,1 0 0,-1 1 1,0-1-1,1 1 0,-1-1 1,0 0-1,1 0 0,-1 1 0,0-1 1,1 0-1,-1 0 0,0 0 1,0 0-1,1 0 0,-1 0 1,0 0-1,0 0 0,1 0 0,-1 0 1,0 0-1,1 0 0,-1 0 1,0-1-1,-1 1 0,2-1 11,-1 1-1,0 0 1,1-1-1,-1 1 1,0 0 0,1-1-1,-1 1 1,1-1-1,-1 1 1,1-1-1,-1 1 1,1-1 0,-1 1-1,1-1 1,0 1-1,-1-1 1,1 0-1,0 1 1,-1-1-1,1 1 1,0-1 0,-1-1-1,-4-19 80,1 0-1,1 0 1,0-1-1,2 1 1,2-41-1,-1 27-79,0 9-44,1 0 0,1 1 0,6-27-1,-5 38-29,1 2 0,0-1 1,1 0-1,1 1 0,-1 0 0,2 0 0,11-16 0,-5 10-158,1 0 0,1 2 0,25-24 1,-34 35 127,0 0 0,0 0 0,0 1 0,1 0 0,-1 0 0,1 1 0,0 0 0,0 0 0,0 1 0,0-1 0,1 2 0,-1-1 0,1 1 0,7-1 0,-12 3 73,-1-1 0,1 0-1,0 1 1,0-1 0,-1 1 0,1 0 0,-1 0 0,1 0 0,-1 0-1,1 1 1,-1-1 0,0 1 0,1-1 0,-1 1 0,0 0 0,0 0-1,0-1 1,-1 2 0,1-1 0,0 0 0,-1 0 0,1 0 0,-1 1-1,0-1 1,0 1 0,1-1 0,-2 1 0,1 0 0,1 3 0,2 11-4,-1 1 1,0-1-1,0 29 1,-2-25 25,2 113 157,-3-78-132,3 0-1,10 64 1,-11-108-325,1 0 0,8 23 0,14 4-2499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5.5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0 253 4818,'0'-25'870,"0"-203"1061,0 388-1839,4 335 936,31-4-568,-21-405-1127,-10-78-1862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5.7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 86 3169,'0'0'1809,"193"-86"-1857,-139 149 48,-13 14 0,-14 12 32,-24-3 48,-3-12 160,-30-14 577,-32-13-17,-15-20-240,-3-15-303,8-12-257,19-6-1201,26-39-2177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6.3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0 924 3346,'0'0'392,"26"19"-366,85 62 1,-105-76-22,0 0 1,1-1-1,0 0 0,0 0 1,1 0-1,-1-1 0,1 0 0,-1 0 1,1-1-1,0 0 0,0-1 1,0 1-1,0-2 0,0 1 0,12-1 1,-9 0 8,-8 0-7,0 0 0,0 0 1,1 0-1,-1-1 1,0 1-1,0-1 0,0 0 1,0 0-1,0 0 0,0 0 1,0 0-1,0-1 0,0 1 1,0-1-1,-1 0 0,5-3 1,-3 0 38,-1 1-1,1-1 1,-1 0 0,-1 1-1,1-1 1,-1-1 0,1 1-1,1-8 1,4-20 298,-1 0 0,-2 0 0,-1-1 0,-1 0 0,-5-64 0,2 37 12,-5-26 225,-4 0 1,-20-92-1,-8-56 119,30 160-55,5 69-434,-1 12-160,1 231-345,4-120 342,-3-51-18,4 0 0,15 89 0,-14-133-27,1-1 1,1 0-1,0 0 0,2 0 1,0-1-1,2 0 1,0-1-1,1 0 1,1 0-1,0-1 1,18 18-1,-23-29-5,1 1 0,0-1-1,0-1 1,1 0 0,0 0 0,0 0 0,1-1-1,-1-1 1,17 6 0,-10-5-42,0-2 0,0 0 0,1 0 0,0-2 0,21 1 0,-27-3-36,0 1-1,0-1 1,1-1-1,-1 0 1,-1-1-1,1 0 1,0 0-1,-1-1 1,20-10-1,-13 3-31,0 0 0,-1-1 0,0-1 0,22-24 0,-15 11 134,-1-1 0,-1-1 0,-2-1 0,0 0 0,-2-2 0,-2 0 0,0 0 0,-3-2 0,0 1 0,-2-2 0,-2 1 0,-1-1 0,-1-1 0,-2 1 0,-1-61 0,-2 93-5,-1 0 1,0 0-1,0 0 1,0 0 0,0 0-1,0-1 1,-1 1-1,1 0 1,-1 0-1,1 0 1,-1 0 0,0 0-1,0 0 1,0 0-1,0 1 1,0-1 0,0 0-1,0 0 1,-1 1-1,1-1 1,0 1-1,-1-1 1,0 1 0,1-1-1,-1 1 1,0 0-1,0 0 1,1 0-1,-1 0 1,0 0 0,0 0-1,0 1 1,0-1-1,0 1 1,-1-1 0,1 1-1,0 0 1,0 0-1,0 0 1,0 0-1,0 0 1,-4 1 0,-2 0 10,1 1 0,0 0 1,-1 0-1,1 1 0,0-1 1,0 2-1,1-1 1,-1 1-1,1 0 0,0 0 1,-12 10-1,5 0 11,0 1 0,1 0 0,1 1 0,0 0 0,1 0 0,1 1 0,0 0 0,2 1 0,-11 34 0,9-19 157,3 1 1,0-1-1,2 1 0,1 62 0,3-83-127,0 1 0,2 0-1,0 0 1,0-1-1,1 1 1,7 20-1,-6-25-38,0-1-1,1 0 0,0 0 0,0 0 0,1 0 0,-1-1 0,2 0 0,-1 0 1,1-1-1,9 8 0,-3-5-4,0 0 1,1-1-1,0 0 0,1-1 1,-1 0-1,1-2 0,24 7 1,-4-4 2,1-2 1,45 3-1,113-9-391,3-20-1544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5:58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369 198 272,'0'0'4135,"1"-12"-3713,1-62 18,-2 72-398,-1 0 0,1 1 0,-1-1 0,1 0 0,-1 1 0,0-1 0,1 1 0,-1-1 0,0 1 0,0-1 0,0 1 1,0 0-1,-1-1 0,1 1 0,0 0 0,0 0 0,-1 0 0,1 0 0,-1 0 0,1 0 0,-1 0 0,1 0 0,-1 1 0,0-1 0,1 1 0,-1-1 0,0 1 0,1 0 0,-1-1 0,-2 1 0,-8-2 96,-1 1-1,-23-1 0,34 2-128,-24 0 23,6 0 10,-1 0-1,-31 5 1,45-4-37,0 1-1,0 0 1,0 0 0,1 1-1,-1-1 1,0 2 0,1-1-1,0 1 1,0 0 0,0 0-1,-5 5 1,4-2 3,1-1-1,0 1 1,1 1 0,0-1-1,0 1 1,0 0 0,1 0-1,0 0 1,1 0 0,-1 1-1,2 0 1,-1-1 0,-1 14 0,2-1 17,0-1 0,1 0 1,1 1-1,6 38 1,-4-52-8,0 1 1,0-1-1,1 1 0,0-1 1,1 0-1,-1 0 0,1 0 1,1-1-1,-1 0 1,1 1-1,0-2 0,1 1 1,-1 0-1,1-1 1,0 0-1,11 6 0,2 2 35,0-2 0,1 0 0,0-2-1,35 12 1,-35-15-18,1-2-1,0 0 1,0-1 0,0-2-1,0 0 1,0-1 0,35-4-1,-50 3-27,0-1-1,1 1 0,-1-1 0,0 0 0,0-1 0,0 1 0,0-1 1,-1 0-1,1-1 0,-1 0 0,0 1 0,1-2 0,-2 1 1,1 0-1,-1-1 0,1 0 0,3-6 0,-3 4-14,-1 0-1,1-1 1,-1 0-1,-1 0 1,0 0-1,0-1 1,0 1-1,-1-1 1,0 1-1,-1-1 0,0 0 1,0-9-1,0-10-44,-2 1 0,0-1-1,-2 1 1,-1 0 0,-15-51-1,14 62 36,-1 0 0,-1 1 1,0 0-1,-1 0 0,-1 1 0,-15-20 0,20 29 6,-1 1 1,1-1-1,-1 0 1,0 1-1,-1 0 1,1 0-1,-1 1 1,0 0-1,0 0 1,0 0-1,0 1 1,0-1-1,-1 1 1,1 1-1,-1-1 1,1 1-1,-1 1 1,-10-1-1,2 0-85,11 1-29,1 0-1,0-1 0,0 1 1,0 0-1,0 1 1,0-1-1,-1 0 1,1 1-1,0 0 0,0 0 1,0 0-1,0 0 1,0 0-1,-4 3 1,-5 5-2388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1.7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15 237 2001,'0'0'4973,"0"-16"-3725,1-21-886,-1-8 130,-9-85-1,7 121-217,0 11-234,0 18-111,20 442 73,-13-344-839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2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0 32,'0'0'7075,"-41"0"-5442,61 0-1841,22 0-1249,5 0-1280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3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3538,'0'0'1392,"122"-9"-1648,-87 3-2001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3.1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1 224,'0'0'0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3.2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10 352,'146'-3'368,"-131"0"-256,-3 3 225,-3 0 191,-6 0 192,3 0 1441,2 0-1889,7 0-240,9 0-32,9-3-656,5 3-2353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3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3698,'0'0'1008,"140"0"-1152,-93 0-3570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3.5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2785,'0'0'1313,"172"0"-4771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3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48,'0'0'3602,"121"0"-6916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3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4482,'0'0'0,"191"0"-144,-129 0-448,-9 0-1617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3.8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2753,'0'0'1425,"205"0"-1425,-149 0-1313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5.1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1 295 2353,'0'0'4253,"1"-6"-3154,8-30-618,-2 0 0,-1 0 0,1-54-1,-7 73-257,1 13-162,-1-1-1,1 0 1,-1 1-1,0-1 1,0 1-1,-1-1 1,0 1 0,1-1-1,-1 1 1,-1-1-1,1 1 1,-1-1-1,1 1 1,-4-4 0,3 6-31,1 9-106,18 520 87,-7-257 53,-10-267-126,0-3 7,0 1 1,0-1 0,0 1 0,0-1 0,-1 1 0,1-1-1,0 1 1,1-1 0,-1 1 0,0 0 0,0-1 0,0 1 0,0-1-1,0 1 1,0-1 0,1 1 0,-1-1 0,0 1 0,0-1-1,1 1 1,-1-1 0,0 0 0,1 1 0,-1-1 0,1 1-1,-1-1 1,0 0 0,1 1 0,-1-1 0,1 0 0,-1 1-1,1-1 1,-1 0 0,1 0 0,-1 0 0,1 1 0,-1-1 0,1 0-1,-1 0 1,1 0 0,0 0 0,13 0-4316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6.4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2 229 1697,'0'0'3513,"0"-11"-2888,0-47 286,0 26 2702,0 16-3399,0-95-97,0 111-181,0 6-107,0 66 121,-1 79 42,26 218 0,-25-366-38,1 0 0,-1 1 0,1-1 0,0 1 0,0-1 1,0 0-1,0 1 0,0-1 0,1 0 0,-1 0 0,1 0 0,0 0 1,0 0-1,0-1 0,0 1 0,1 0 0,-1-1 0,1 0 0,0 0 1,4 3-1,8-2-2865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6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4002,'0'0'2513,"181"0"-2449,-77 0-64,3-12-1505,-6-3-2384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6.9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0 112,'0'0'6019,"143"0"-6692,-75 0-1503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7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0 816,'0'0'2738,"181"12"-2738,-124-12 0,2 0-2546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7.1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80 3490,'0'0'1360,"158"-44"-1360,-93 35 0,9-3-304,7-3-2497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7.3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5122,'0'0'481,"178"0"-321,-92 0-64,6-6-96,-9-3-192,-11-8-3218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8.2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139 306 3410,'0'0'3647,"-12"5"-3141,-33 18-335,44-23-142,1 0-1,0 0 0,0 0 1,0 1-1,-1-1 1,1 0-1,0 0 0,0 0 1,-1 0-1,1 0 0,0 1 1,-1-1-1,1 0 1,0 0-1,0 0 0,-1 0 1,1 0-1,0 0 1,-1 0-1,1 0 0,0 0 1,-1 0-1,1 0 0,0 0 1,0 0-1,-1 0 1,1 0-1,0-1 0,-1 1 1,1 0-1,0 0 0,0 0 1,-1 0-1,1 0 1,0-1-1,0 1 0,-1 0 1,1 0-1,0 0 1,0-1-1,0 1 0,0 0 1,-1 0-1,1-1 0,0 1 1,0 0-1,0-1 1,0-15-47,0 10 165,0-10-127,1 0 1,0 1 0,1-1 0,1 0-1,1 1 1,0-1 0,0 1-1,2 0 1,0 0 0,13-22 0,-14 29-24,1-1 0,1 1 0,-1 0 1,1 1-1,0 0 0,1 0 0,0 0 1,0 1-1,0 0 0,1 1 1,0-1-1,0 2 0,0-1 0,1 1 1,-1 1-1,1 0 0,17-3 0,3 2-15,-1 1-1,46 2 0,-70 1 13,0 0-1,0 1 1,0-1-1,0 1 1,0 0-1,0 0 1,0 1-1,0 0 1,0-1-1,0 2 0,-1-1 1,1 0-1,-1 1 1,0 0-1,6 4 1,-7-2-6,1-1 1,0 1 0,-1-1-1,0 1 1,0 0-1,-1 0 1,1 1 0,-1-1-1,0 0 1,0 1-1,-1-1 1,0 1 0,1 7-1,1 6 14,-1 0 0,-1-1-1,-1 1 1,-1 0 0,0 0 0,-2-1 0,0 1-1,-1-1 1,0 0 0,-2 0 0,0 0-1,-1-1 1,-1 0 0,-1 0 0,0-1 0,-1 0-1,-20 25 1,-8 2 64,-1-1 0,-2-2-1,-2-2 1,-2-1 0,-1-3-1,-1-2 1,-91 46 0,177-80 22,259-53 86,-69 10-164,-152 32-35,40-7 15,0 5 1,123 0 0,-430 15 65,183 0-124,-16-2-17,22 1 6,0 1 0,0 0 0,1-1-1,-1 1 1,0 0 0,1-1 0,-1 1 0,0-1-1,1 1 1,-1-1 0,1 0 0,-1 1 0,1-1-1,-1 0 1,1 1 0,-1-1 0,1 0 0,0 1-1,-1-1 1,1 0 0,0 0 0,0 1-1,-1-1 1,1 0 0,0-1 0,-1-18-4377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8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1 164 3522,'0'0'2187,"0"-25"-1008,0-111 905,0 134-1654,0 4-217,2 71-87,19 115 1,29 69-41,-32-179-2703,-14-67-1695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8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5779,'0'0'1344,"199"-15"-2944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9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4834,'0'0'1089,"178"0"-689,-113 0-400,12 0-32,4 0-1873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9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3426,'0'0'0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09.2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 5282,'0'0'1361,"223"0"-929,-122 0-48,12 0-336,17 0-48,1-6-2113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0.3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125 114 3554,'0'0'899,"-13"28"-416,-78 171 704,79-176-1189,6-16 454,3-13 1694,4-2-2120,0 0 1,0 0-1,1 0 1,0 0-1,1 1 1,-1-1-1,1 1 1,1-1-1,0 1 1,0 0-1,0 0 1,1 1-1,-1 0 1,10-10-1,5-3-25,0 1 1,1 1-1,27-18 1,-12 11 0,1 1 0,1 2 1,56-22-1,-68 34-6,0 0 1,1 2-1,0 1 0,0 1 1,0 1-1,44-1 0,-68 5 1,1 0-1,0 0 0,0 0 0,-1 1 0,1-1 0,-1 1 1,1 0-1,0 0 0,-1 0 0,1 0 0,-1 0 0,0 0 0,1 1 1,-1-1-1,0 1 0,0 0 0,0-1 0,3 5 0,-2-2-1,0 0 1,0 0-1,-1 1 0,1-1 0,-1 1 0,-1-1 0,1 1 0,0 0 1,0 7-1,1 11 13,-1 0 1,-1 1-1,-3 36 1,1-40 28,-2-2-23,1-1 1,-2 0 0,0 0-1,-1 0 1,-1 0-1,-1-1 1,0 1-1,-1-2 1,-1 1 0,0-1-1,-1-1 1,0 0-1,-1 0 1,-24 22 0,35-36 43,5-7 348,8-3-398,-1 1 1,1 1 0,1 0-1,-1 0 1,2 1-1,-1 1 1,1 1-1,-1 0 1,1 0 0,1 2-1,-1 0 1,1 1-1,21-1 1,-33 3-13,0 1 0,0-1 1,0 1-1,0 0 0,0 0 0,0 0 1,0 0-1,-1 1 0,1 0 0,-1 0 1,1 0-1,-1 0 0,1 0 0,-1 1 1,0-1-1,0 1 0,0 0 0,-1 0 1,1 0-1,-1 0 0,1 1 0,-1-1 1,0 0-1,0 1 0,-1 0 0,1-1 1,-1 1-1,2 7 0,2 9-15,0 1-1,-1 0 1,-2 0 0,1 26-1,-1-2 32,-5 69 0,2-99-7,-2 0-1,0 0 1,0-1-1,-2 1 1,1-1-1,-2 1 1,0-1-1,-12 18 0,8-15 1,-2-2-1,0 1 0,0-2 0,-2 1 0,0-2 0,0 0 0,-1-1 0,-1 0 1,0-1-1,0-1 0,-31 14 0,21-13 2,1-2 0,-2-1 0,1-1 1,-1-1-1,0-1 0,0-2 0,-47 1 0,64-4 0,-1 0-1,0-1 1,1 0-1,-1-1 1,1 0-1,-1-1 1,1 0-1,-13-5 1,17 5-1,1 0 1,0 0 0,1-1-1,-1 1 1,0-1 0,1 0 0,0 0-1,0 0 1,0-1 0,1 0 0,-1 1-1,1-1 1,0 0 0,0-1-1,1 1 1,-3-8 0,2 4 4,0 0 1,1 0-1,0 0 0,0 0 1,1 0-1,1 0 0,-1 0 1,2-12-1,0 16-9,-1 0-1,1 0 1,1 0 0,-1 0-1,1 0 1,0 0 0,0 1-1,0-1 1,0 1-1,1-1 1,0 1 0,0 0-1,0 0 1,0 0 0,1 0-1,6-5 1,0 2-4,1 0 1,-1 1-1,1 0 1,0 1-1,1 0 0,0 0 1,-1 1-1,14-2 1,-1 1-11,0 2 1,0 0 0,30 1 0,-44 2 7,0 0-1,-1 1 1,1 0 0,0 0-1,-1 1 1,1 0 0,-1 1-1,0 0 1,0 0 0,0 1-1,0 1 1,-1-1 0,1 1-1,-1 1 1,0-1 0,-1 1-1,1 1 1,-1-1 0,-1 1-1,1 1 1,6 9 0,-8-10 8,0 0 0,-1 1 0,0 0 0,0-1 1,-1 1-1,0 1 0,0-1 0,2 15 1,-2-2 69,-1 0 1,-1 26 0,-1-47-90,1 0 0,-1-1 0,0 1 0,0 0 0,1 0 0,-1-1 1,0 1-1,0 0 0,1 0 0,-1 0 0,0-1 0,1 1 0,-1 0 0,0 0 0,1 0 0,-1 0 0,0 0 0,1 0 0,-1 0 0,0 0 0,1 0 0,-1 0 0,0 0 0,1 0 0,-1 0 0,0 0 0,1 0 0,-1 0 0,0 0 0,1 0 0,-1 0 0,0 0 0,1 0 0,-1 1 0,0-1 0,1 0 0,-1 0 1,0 0-1,1 1 0,-1-1 0,0 0 0,0 0 0,1 1 0,-1-1 0,0 0 0,0 1 0,0-1 0,0 0 0,1 0 0,-1 1 0,0-1 0,0 0 0,0 1 0,0-1 0,0 1 0,0-1 0,0 0 0,0 1 0,0-1 0,0 0 0,0 1 0,0-1 0,0 0 0,0 1 0,0-1 0,0 0 0,0 1 0,-1-1 0,1 1 1,2-2-292,27-22-3754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0.5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 5491,'0'0'4930,"9"-24"-4834,-9 110-80,0 9 128,0 9 16,0-3-96,0-9 0,3-15-64,15-17-80,0-28-1361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0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 7395,'0'0'3218,"205"-9"-3474,-122 9-2866,-5-6-2336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0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69 5603,'0'0'1984,"175"-54"-1743,-98 46-241,4 5-705,2 0-2048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1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3874,'0'0'1104,"190"-15"-1152,-140 15-2481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1.1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4178,'0'0'1473,"199"0"-337,-77-3-288,9-18 113,8 6-577,1 3-384,-9-3-640,-30-5-3746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2.0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93 6611,'0'0'1387,"-4"28"-1160,-16 220-152,19-191-44,-1-14-11,6 54 1,-3-86-18,1 0 0,0 0 0,0-1-1,1 1 1,0-1 0,1 1 0,0-1 0,1 0 0,0-1 0,7 11 0,-8-15 4,1-1 1,-1 0-1,1 0 0,0 0 1,0 0-1,0-1 0,0 0 1,1 0-1,-1 0 0,1-1 1,0 0-1,0 0 1,0 0-1,0-1 0,0 0 1,12 1-1,9-1 61,0 0-1,41-6 1,-59 4-63,17-2 2,0-2-1,-1 0 0,0-2 0,-1-1 1,1-1-1,-1 0 0,-1-2 0,0-1 1,-1-1-1,0-1 0,-1-1 0,0-1 1,24-24-1,-27 23 18,-2-1-1,0 0 1,-1-1 0,-1 0-1,-1-1 1,-1-1 0,0 0-1,-2-1 1,0 0 0,-2-1-1,0 1 1,-2-2 0,0 1 0,3-37-1,-6 9 834,-5-80-1,2 129-813,0 0 1,0 1-1,0-1 1,0 0-1,-1 0 1,1 0-1,-1 1 0,1-1 1,-1 0-1,0 1 1,0-1-1,0 0 0,0 1 1,0-1-1,0 1 1,0-1-1,0 1 1,0 0-1,-1 0 0,-2-3 1,4 4-31,-1 0-1,1 0 1,-1 0 0,1 0 0,-1 0 0,1 0 0,-1 0-1,1 0 1,0 0 0,-1 0 0,1 0 0,-1 0-1,1 0 1,-1 0 0,1 1 0,-1-1 0,1 0 0,-1 0-1,1 0 1,0 1 0,-1-1 0,1 0 0,0 1-1,-1-1 1,1 0 0,0 1 0,-1-1 0,1 0 0,-1 1-1,0 1-8,0 1 1,-1-1-1,1 1 0,0-1 0,0 1 0,1 0 1,-1-1-1,0 6 0,-12 114 385,7 223 1,7-254-110,40 498 873,-23-408-905,-18-179-272,1 7 54,7-19-797,29-87-4891,-11 26-865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2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13 241 4498,'0'0'2145,"-12"-158"-608,12 117-49,0 14-239,0 12 512,0 48-1761,0 41 0,0 24 64,0 12 144,0 0-128,0 3-80,15-15 0,5-9 0,7-18-784,-3-20-3170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2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 8628,'0'0'3217,"249"-32"-3297,-124 26-2097,0-6-2097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2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5731,'0'0'1792,"167"-9"-1760,-102 6-32,12 3-304,3 0-848,3 0-497,-11 0 705,-10 0 703,-11 0 241,-13 0 161,-5 0 255,6 0 32,2 0-224,7 0-224,-1 0-480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2.9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 2529,'0'0'3714,"158"-12"-2562,-96 0-655,12 6-337,21 1-160,3 2-993,0-3-3361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4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473 155 3298,'0'0'2985,"-1"-16"-2278,-7-52-400,7 65-271,1 0 1,-1-1 0,0 1 0,0 0 0,0 0 0,-1 1-1,1-1 1,-1 0 0,1 0 0,-1 1 0,0-1-1,0 1 1,0-1 0,0 1 0,-1 0 0,1 0 0,-1 0-1,1 0 1,-1 0 0,0 0 0,1 1 0,-1 0-1,-4-2 1,-2 0 96,0 1 0,0 0 0,0 1 0,-1 0-1,-13 0 1,18 1-149,-19-1 51,0 1 0,-30 4 0,44-2-33,0 0-1,1 0 1,-1 1-1,0 0 0,1 1 1,0 0-1,0 0 0,-10 8 1,8-5 2,1 1 1,-1 0-1,1 1 0,1 0 1,0 1-1,0 0 1,1 0-1,1 1 1,-1 0-1,-8 17 0,10-12 8,0 0 0,0 0-1,2 0 1,0 1-1,1-1 1,0 1 0,0 29-1,3-27 10,0-1 0,4 31 0,-3-42-18,1-1 0,-1 0 0,1 0 0,1 0 0,-1 0 0,1 0 0,0 0 0,0-1 0,1 1 0,0-1 0,4 5 0,1-1 8,0 0-1,1-1 1,0 0-1,1-1 1,0 0 0,0-1-1,0 0 1,0-1-1,1 0 1,0 0-1,0-2 1,1 1 0,12 1-1,8-1 37,-1-1 0,1-1 0,61-5 0,-89 3-42,0 0 0,-1-1-1,1 0 1,0 0 0,-1 0 0,1 0-1,-1-1 1,1 0 0,-1 0 0,0 0-1,0 0 1,0-1 0,0 1 0,0-1 0,-1 0-1,1 0 1,-1-1 0,0 1 0,0-1-1,4-4 1,-3 0 12,-1 1 0,1-1 0,-1 0 1,-1 0-1,1 0 0,-1-1 0,-1 1 0,1-1 0,-1 1 0,-1-11 0,1-10-8,-1 0-1,-1 0 1,-9-47 0,7 63-55,-1 0 0,0 1 1,0-1-1,-1 1 1,-1 0-1,0 0 1,-1 1-1,0 0 0,0 0 1,-12-12-1,14 19 28,1-1 0,-1 1 0,-1 0 0,1 0 0,-1 1 0,1 0 0,-1 0 0,-11-5-1,13 7-19,1 0 0,-1 0-1,0 0 1,1 0 0,-1 0-1,0 1 1,0 0 0,0-1-1,0 2 1,1-1 0,-1 0-1,0 1 1,0-1 0,0 1-1,-6 3 1,0 8-1296,6 0-1246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4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146 116 3570,'0'0'4492,"18"-19"-3582,59-56-488,-74 72-416,0 1 0,-1 0 0,1 0-1,0 0 1,1 0 0,-1 0 0,0 1 0,0-1 0,1 1 0,3-1 0,16 4-39,-18 0 22,-2-1 3,-1 0 1,0 0-1,0 0 1,0 1-1,0-1 0,0 0 1,0 1-1,0 0 1,0-1-1,0 1 0,-1 0 1,1 0-1,-1 0 1,1 0-1,-1 0 0,0 0 1,0 1-1,0-1 0,0 0 1,0 1-1,0 2 1,10 54-13,-8-40 39,-1 2 0,-1-1-1,-1 0 1,-4 30 0,3-45-14,1 0 0,-2 0 1,1 0-1,-1 0 0,1 0 1,-1 0-1,-1 0 0,1 0 1,-1-1-1,0 1 0,0-1 1,0 0-1,0 0 0,-1 0 1,0 0-1,1-1 0,-2 1 1,1-1-1,0 0 0,0 0 1,-1-1-1,-5 3 0,0-1 0,0-1 0,0 0 0,-1 0 0,1-1-1,0-1 1,-1 0 0,1 0 0,-1-1 0,1 0 0,-16-3-1,19 2 6,0 0 0,0-1 0,0 0 0,0 0 0,1-1 1,-1 1-1,1-1 0,-1-1 0,1 1 0,0-1 0,0-1 0,1 1 0,-1-1 0,1 0 0,-8-10 0,7 7 16,0 0 0,1 0 0,1-1-1,-1 0 1,1 0 0,1 0 0,0 0 0,0-1 0,1 1 0,0-1 0,0 0 0,1 1 0,0-18 0,2 23-25,-1 0 1,1 0-1,-1 0 1,1 0-1,0 0 1,0 0-1,1 0 1,-1 1-1,1-1 1,0 0 0,0 1-1,0-1 1,0 1-1,5-5 1,-2 3-4,1 0 0,-1 1 0,1-1 0,0 1 0,0 0 0,0 1 0,12-6 0,2 2-7,0 1 1,1 0 0,0 2-1,37-4 1,-30 5-4,-1 2-1,1 1 1,40 4 0,-54-2 3,-1 1 0,0 0 1,-1 1-1,1 0 0,-1 1 1,0 0-1,0 1 0,0 0 1,13 10-1,-10-4-1,0-1 1,0 2-1,-2 0 0,1 0 1,-2 1-1,0 1 1,-1 0-1,0 1 0,-1 0 1,-1 1-1,0 0 1,-1 0-1,-1 1 0,-1 0 1,-1 0-1,0 0 1,-1 1-1,-1-1 0,1 23 1,-4-31 19,0 0 0,-1 1 0,0-1 0,-1 0 1,0 0-1,0 0 0,-1 0 0,-1 0 0,1 0 0,-7 10 0,2-5 12,-1-1-1,0-1 0,-1 0 1,-1 0-1,-21 20 0,1-7-209,-1-2 0,0-1 0,-2-1-1,-57 26 1,-53 17-3726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6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22 397 1697,'0'0'5496,"0"-6"-5000,4-274 1235,-5 169-997,-15 800-476,13-613-249,-2-4-159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6.5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209 66 4466,'0'0'795,"26"7"-656,-9-3-88,-5-2-30,-1 1 0,0 0-1,0 0 1,18 9 0,-24-9 12,-1-1 0,0 1 0,1 0 0,-1 0-1,0 1 1,-1-1 0,1 1 0,0 0 0,-1 0 0,0 0 0,0 0 0,0 0 0,-1 1 0,1 0 0,-1-1 0,2 9 0,3 18 226,-1 0-1,-1 0 1,-2 1 0,-2 59 0,-1-85-236,0 0-1,0 0 1,-1 0 0,0 1 0,0-1-1,0 0 1,-1 0 0,0 0 0,0-1 0,0 1-1,-6 9 1,5-11 14,-1 0-1,1 0 0,-1 0 0,0 0 1,0-1-1,-1 1 0,1-1 1,-1 0-1,1-1 0,-1 1 1,0-1-1,0 0 0,-8 2 0,1 0 17,0-1-1,0 0 0,-1-1 0,1 0 0,-1-1 0,0 0 0,1-1 0,-19-3 1,24 2-32,-1 0 0,1-1 1,0 0-1,-1 0 0,1 0 1,0-1-1,0-1 0,1 1 1,-1-1-1,1 0 1,-1 0-1,1-1 0,1 0 1,-1 0-1,-5-7 0,1-1 51,1 0 0,1-1 0,0 0 0,1 0 0,1-1 0,0 0 0,1 0 0,0 0 0,2-1 0,-4-20-1,6 26-55,0 1 0,0-1-1,0 0 1,2 1-1,-1-1 1,1 0-1,0 1 1,1-1-1,0 1 1,1-1-1,0 1 1,0 0-1,1 0 1,0 0-1,1 0 1,0 1-1,0 0 1,7-9-1,-1 7-14,1 0 0,0 1 0,0 0-1,1 1 1,0 0 0,0 1 0,1 1 0,0 0-1,0 0 1,0 2 0,17-4 0,-9 3-6,0 2 1,0 0 0,0 1-1,1 1 1,-1 1-1,42 6 1,-52-3-1,-1 0 1,0 1-1,0 0 1,0 1-1,0 0 0,0 0 1,-1 1-1,0 1 0,0 0 1,-1 0-1,0 1 1,0 0-1,-1 0 0,0 1 1,0 0-1,-1 1 1,9 14-1,-2 1 40,-1-1-1,-1 2 1,-1 0 0,-2 0 0,0 1-1,6 36 1,-8-27 84,-1 1 0,-2-1 0,-2 47 0,-2-66-41,-1-1-1,-1 1 1,-1-1-1,0 0 1,-1 0-1,-1 0 1,0-1-1,-1 1 1,-15 25-1,4-16-6,-1-1 0,-1 0 0,-1-1 0,-1-1-1,-26 21 1,15-17-104,-1-1-1,-1-2 1,-46 23-1,59-35-472,0-2 1,0-1-1,-39 10 1,31-12-2751,-57 1-1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7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135 108 3057,'0'0'1924,"-12"17"-1548,1-3-308,1-2-27,1 1 1,0-1-1,0 2 0,1-1 1,1 1-1,-10 28 1,19-56 1180,-1 8-1189,0-1 0,1 1 0,-1 0 0,1 0 0,0 0 0,3-6 1,7-9-30,1 0 0,1 1 1,0 0-1,33-33 0,-39 46-7,0 0-1,0 0 1,0 1 0,1 0-1,0 1 1,11-6-1,-14 9-1,-1 0-1,1 0 1,-1 1-1,1-1 0,0 1 1,0 0-1,-1 1 1,1 0-1,0-1 1,0 2-1,0-1 0,5 2 1,-9-2 1,-1 1 0,1 0 0,-1-1-1,1 1 1,-1 0 0,1 0 0,-1 0 0,0 0 0,0 0 0,0 0-1,1 0 1,-1 0 0,0 1 0,0-1 0,0 0 0,-1 1 0,1-1-1,0 0 1,0 1 0,-1-1 0,1 1 0,-1-1 0,1 1 0,-1 0 0,0-1-1,0 3 1,2 52-99,-2-39 91,0 2 23,-1-1-1,-1 1 1,-1 0 0,0-1 0,-1 0-1,-1 0 1,-1 0 0,0-1-1,-1 0 1,-1 0 0,-1 0-1,0-1 1,-1-1 0,-22 27-1,13-20 124,0-1-1,-1-1 0,-2-1 1,0 0-1,0-2 1,-2-1-1,0-1 0,-36 17 1,84-33 370,40-7 0,-25-1-493,80-17-178,217-20 0,-325 46-385,-10 1 367,1-1-1,-1 0 1,0 0 0,0 0-1,0 0 1,1 0 0,-1 0-1,0 0 1,0 0 0,0 0 0,0-1-1,1 1 1,-1-1 0,1 1-1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7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188 122 3522,'0'0'1891,"23"15"-1459,-1-1-263,-2 1 0,32 29 0,-48-40-131,0 1-1,-1 0 0,0 0 0,0 1 1,-1-1-1,1 0 0,-1 1 1,0 0-1,-1-1 0,1 1 1,-1 0-1,0 0 0,-1 0 1,0 0-1,1 0 0,-2 0 1,1 0-1,-2 8 0,1 2 31,0-11-29,1 0 0,-1 0 0,0 0 0,0 0 0,0 0 0,-1 0 0,0-1 1,0 1-1,0 0 0,0-1 0,-1 0 0,1 1 0,-1-1 0,-1 0 0,1 0 0,0-1 1,-1 1-1,0-1 0,1 0 0,-2 0 0,1 0 0,0 0 0,-8 3 0,3-2 52,0-1 0,0 0 0,0 0-1,0-1 1,-1-1 0,1 1 0,-1-1-1,1-1 1,-1 0 0,1 0-1,-17-3 1,20 2-41,1 0-1,0-1 1,0 1-1,0-1 1,1 0-1,-1-1 1,0 1-1,1-1 1,0 0-1,-1 0 1,1 0-1,0 0 1,0-1-1,-3-4 1,1 1 40,1 0 1,0-1-1,0 0 1,1 0-1,0 0 1,0 0-1,-3-15 1,2 6-9,2 0 1,0 0 0,1-1 0,0 1 0,2 0-1,0-1 1,1 1 0,3-19 0,-2 29-78,0-1 1,0 1-1,1 0 1,0 0-1,0 0 1,0 0-1,1 1 1,0-1-1,0 1 1,1 0-1,0 0 1,0 0-1,0 1 1,1 0-1,0 0 1,0 0-1,0 1 1,0 0-1,1 0 1,8-3-1,2-1 2,0 2-1,1 0 1,0 1 0,0 1-1,0 0 1,1 2-1,20-1 1,-29 2-14,0 1-1,1 0 1,-1 1 0,0 0 0,0 0-1,1 1 1,-1 0 0,0 1-1,-1 0 1,1 1 0,0 0 0,-1 1-1,0 0 1,0 0 0,-1 1-1,1 0 1,-1 0 0,0 1 0,-1 0-1,0 0 1,0 1 0,0 0-1,-1 0 1,0 1 0,5 11 0,-1-3 3,0 2 1,-2-1-1,0 1 1,-1 0-1,-1 1 1,-1 0 0,0 0-1,-2 0 1,2 30-1,-5-33 13,0 0-1,-1 0 0,0 0 0,-2 0 0,0-1 0,-1 1 1,0 0-1,-2-1 0,0 0 0,-1 0 0,-15 26 1,0-10 23,-1-1 0,-2-1 0,-52 49 0,-99 62-315,70-73-1958,14-18-4325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8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100 188 4850,'0'0'2092,"-10"8"-2028,-2 1-45,0 2 1,1-1 0,1 1-1,-1 1 1,-9 15-1,9-16 437,8-20 732,12-26-513,2 16-666,1-1 1,1 2-1,1 0 1,0 0-1,1 1 1,1 1 0,1 0-1,0 2 1,1 0-1,0 0 1,21-10-1,-28 19-16,0 0 0,0 0-1,1 1 1,0 0 0,-1 1-1,2 0 1,14-1 0,-23 3 3,0 1 0,-1 0 1,1-1-1,0 2 1,0-1-1,0 0 0,0 1 1,0-1-1,0 1 0,0 0 1,0 1-1,-1-1 1,1 1-1,0-1 0,-1 1 1,1 0-1,-1 1 0,0-1 1,0 0-1,0 1 0,0 0 1,0 0-1,0 0 1,3 5-1,-1 2-11,-1-1 0,0 1 1,-1-1-1,1 1 0,-2 0 0,0 0 0,2 16 0,-2 75-7,-3-61 27,1-28-1,-1 0 1,0 0-1,-1-1 1,0 1-1,-1-1 1,-7 21-1,8-27 3,0-1 0,0 0 0,0 1 0,-1-1 0,1 0 0,-1 0 0,0 0 0,0 0 0,-1-1 0,1 1 0,-1-1 0,1 0 0,-1 0 0,0 0 0,0-1 0,-1 1 0,1-1 0,0 0 0,-7 2 0,11-4 18,-1 0-1,1 0 1,-1 0 0,1 1 0,-1-1 0,0 0 0,1 0-1,-1 0 1,1 0 0,-1 0 0,0 0 0,1-1 0,-1 1-1,1 0 1,-1 0 0,1 0 0,-1 0 0,1-1 0,-1 1 0,0 0-1,1 0 1,0-1 0,-1 1 0,1-1 0,-1 1 0,1 0-1,-1-1 1,1 1 0,0-1 0,-1 1 0,1-1 0,-5-23 335,5 17-337,1 0 0,-1 0-1,1 1 1,1-1-1,3-11 1,-1 12-27,-1-1 0,1 1 0,1 0 0,0 0 0,-1 0 0,2 1 0,-1 0 0,1 0 0,-1 0 0,1 0 0,1 1 0,-1 0 0,1 1 1,-1-1-1,1 1 0,0 1 0,0-1 0,0 1 0,1 0 0,-1 1 0,0-1 0,1 2 0,-1-1 0,1 1 0,-1 0 0,1 0 0,-1 1 0,10 2 0,-15-2-2,0 0 1,0 0-1,0 0 0,0 0 0,0 0 1,0 0-1,-1 1 0,1-1 1,0 1-1,-1 0 0,1-1 0,-1 1 1,1 0-1,-1 0 0,0 0 0,2 3 1,10 36-87,-8-7 86,-1-1-1,-1 1 1,-3-1 0,0 1 0,-8 49-1,6-68 10,-2-1 1,1 0-1,-2-1 0,0 1 0,0-1 0,-1 0 0,-1 0 0,0 0 0,-1-1 0,-1 0 0,1-1 0,-2 0 0,1 0 0,-2-1 0,1 0 0,-2-1 0,1 0 0,-1-1 0,0-1 0,-1 1 0,1-2 0,-2 0 1,1 0-1,0-1 0,-1-1 0,0 0 0,-17 2 0,-1-4 8,-57-1 0,78-1-7,8 0 0,0 0 0,0 0-1,-1-1 1,1 1 0,0 0-1,0-1 1,0 0-1,0 0 1,0 0 0,0 0-1,0 0 1,0-1-1,0 1 1,1-1 0,-1 0-1,0 0 1,1 0-1,0 0 1,-1 0 0,-1-3-1,1 0 8,1 0-1,-1 0 1,1 0 0,1 0-1,-1 0 1,1 0-1,0-1 1,0 1-1,0 0 1,1-1 0,0-6-1,0 7-9,0-1 0,0 1 0,1-1 0,-1 1 0,1 0 1,1-1-1,-1 1 0,1 0 0,0 0 0,0 0 0,0 0 0,1 0 0,5-8 0,-3 7-8,0 1 1,0 0-1,0 0 0,1 0 1,-1 1-1,1 0 0,0 0 1,1 1-1,-1-1 0,10-2 1,-2 1-3,0 1 0,1 0 0,0 1 1,0 1-1,0 0 0,0 1 0,0 1 1,0 0-1,0 1 0,20 4 0,-32-4 2,1 0 0,-1 0 0,1 0 0,-1 0-1,0 1 1,1-1 0,-1 1 0,0 0 0,0 0-1,0 0 1,0 1 0,-1-1 0,1 1 0,-1-1-1,1 1 1,-1 0 0,0 0 0,0 0-1,0 0 1,0 0 0,-1 0 0,1 1 0,1 5-1,0 4-5,-1-1 0,0 1-1,-1 0 1,0 26 0,-1-35 12,1 6-828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19.1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287 112 4962,'0'0'1033,"26"-1"-945,-6-1-32,-1 2 1,1 0 0,27 4 0,-45-3-40,1 0 0,-1 0 0,1 0 0,-1 0 1,0 0-1,0 0 0,0 0 0,0 1 0,0-1 1,0 1-1,0 0 0,0 0 0,0 0 1,-1-1-1,1 1 0,-1 1 0,1-1 0,-1 0 1,0 0-1,2 5 0,0 1 118,-1 0 0,0 0-1,0 0 1,0 12 0,-1-12 17,1 7 35,-1-1 1,0 1-1,-1 0 1,-1-1-1,0 1 0,-5 23 1,4-31-153,0 0 1,-1 0 0,0 0-1,0-1 1,0 1-1,-1-1 1,0 0-1,0 0 1,0 0-1,-1-1 1,0 1-1,0-1 1,0 0 0,-1 0-1,-7 4 1,-2 0 15,-1 0 0,0-1 0,-1-1 1,0-1-1,0 0 0,0-1 0,-1-1 0,0-1 1,1 0-1,-1-1 0,0-1 0,0-1 1,0 0-1,-33-6 0,45 5-21,1 0 0,1-1-1,-1 0 1,0 0 0,0 0 0,1 0-1,-1-1 1,1 1 0,-1-1 0,1 0 0,0-1-1,1 1 1,-1-1 0,0 0 0,-4-6 0,4 4 18,0-1 0,1 1 1,0-1-1,0 0 0,0 0 1,1-1-1,0 1 1,0 0-1,-1-15 0,2 10-16,1 0 0,0 0-1,1 1 1,0-1 0,1 0-1,0 1 1,1-1-1,0 1 1,1 0 0,0 0-1,0 0 1,2 1 0,11-19-1,-5 14-27,1 1-1,0 0 0,1 1 0,1 0 1,0 1-1,1 1 0,0 0 1,0 1-1,20-8 0,-13 8 3,1 1-1,0 1 0,0 1 0,0 1 0,1 1 0,38-3 1,-51 7-9,-1 1 0,0 0 0,0 1 1,1 0-1,-1 0 0,0 1 0,0 1 1,0 0-1,15 6 0,-19-5-7,1 0 1,-1 1-1,1 0 1,-1 0-1,-1 1 1,1 0-1,-1 0 0,0 0 1,0 1-1,-1 0 1,0 0-1,8 14 1,-4-2 66,0 0 0,-1 1 0,0 0 0,-2 1 0,-1-1 0,0 1 0,-1 0 0,-2 1 0,0-1 0,-1 0 0,-1 1 0,-5 33 0,1-30 61,-1 1 1,-1-2 0,-1 1-1,-1-1 1,-1 0 0,-1 0-1,-1-1 1,-2-1 0,0 0-1,-20 25 1,3-11-159,-1-1-1,-2-2 1,-1-1-1,-1-2 1,-2-1 0,-1-2-1,-57 31 1,59-42-1128,-36 12-1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20.0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1 106 4882,'0'0'3412,"1"-9"-3076,1 8-347,1 9 65,5 40 70,-3 0-1,-1 68 1,4 47-76,-8-158-45,0-1 1,1 1-1,0-1 0,0 1 1,0-1-1,0 0 0,1 1 1,-1-1-1,1 0 0,0 0 0,1 0 1,-1-1-1,1 1 0,4 5 1,-3-6 5,0-1 1,-1 1-1,1-1 1,0 0-1,1 0 1,-1-1-1,0 1 1,0-1-1,1 0 1,-1 0-1,0 0 1,1-1-1,-1 1 1,7-1-1,16 0 1,1 0 0,-1-2 0,0 0 0,0-2 1,0-1-1,0-2 0,-1 0 0,0-2 0,0 0 0,-1-2 0,0-1 0,27-18 0,-32 17-6,-2 0-1,0-1 1,0-1 0,-2 0-1,0-2 1,20-25-1,-27 30 21,-1 0-1,0-1 0,-1 0 0,0-1 0,-1 0 0,-1 0 0,0 0 1,-1-1-1,0 1 0,2-23 0,-5 30 43,1-6 120,-1 0 0,0 1-1,-1-1 1,0 0-1,0 1 1,-2-1 0,0 0-1,-5-20 1,6 31-127,-1 0 0,1 0 1,-1 0-1,1 0 0,-1 1 1,0-1-1,1 0 0,-1 1 1,0-1-1,0 1 0,0 0 0,-1-1 1,1 1-1,0 0 0,-5-1 1,6 1-51,0 1 0,-1 0 1,1 0-1,0-1 1,-1 1-1,1 0 1,0 0-1,0 0 1,-1 1-1,1-1 1,0 0-1,0 0 1,-1 1-1,1-1 1,0 0-1,0 1 1,-1-1-1,1 1 1,0 0-1,0-1 1,0 1-1,0 0 0,0 0 1,0 0-1,0-1 1,0 1-1,1 0 1,-1 0-1,0 0 1,0 1-1,1-1 1,-1 0-1,1 0 1,-1 0-1,1 0 1,-1 3-1,-6 19 7,1 0 0,1 0-1,-2 42 1,3 80 140,3-109-84,0 51 187,3 368 624,-2-443-879,0-2-3,0 0 0,0 0-1,1 0 1,0 0-1,1 0 1,0 0-1,0 0 1,1-1-1,1 1 1,8 16-1,-11-25-93,1 0 0,-1 1-1,1-1 1,-1 0-1,1-1 1,-1 1-1,1 0 1,0 0-1,0-1 1,-1 1-1,1-1 1,0 1 0,0-1-1,0 0 1,0 0-1,-1 0 1,1 0-1,0 0 1,0 0-1,0 0 1,0-1-1,-1 1 1,1-1 0,0 1-1,0-1 1,-1 0-1,1 0 1,0 0-1,-1 0 1,1 0-1,-1 0 1,1 0 0,1-2-1,29-28-4164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20.4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425 59 7011,'0'0'2484,"26"19"-2057,0 0-336,0 1 1,30 30 0,-51-44-86,-1 1 1,1 0 0,-1 0 0,0 0 0,-1 1-1,0-1 1,0 1 0,0 0 0,-1 0-1,0 0 1,-1 0 0,0 0 0,0 0-1,-1 0 1,1 0 0,-2 1 0,-1 10 0,1 8-1,1-16 0,0-1 0,0 0-1,-1 1 1,-1-1 0,0 0 0,0 1 0,-1-1 0,0-1 0,-1 1 0,0 0 0,-1-1 0,0 0 0,0 0 0,-1 0-1,0 0 1,0-1 0,-1 0 0,0-1 0,-1 0 0,0 0 0,0 0 0,-12 7 0,5-5 7,0 0-1,-1-2 1,0 0 0,0 0-1,-1-1 1,0-2 0,0 1 0,0-2-1,0 0 1,-1-1 0,1-1-1,-28-2 1,38 2-4,0-2-1,1 1 1,-1-1-1,0 0 1,0 0-1,0-1 1,1 0-1,-1 0 1,1 0-1,0-1 1,-1 0-1,1 0 1,0-1-1,1 0 1,-1 0-1,1 0 1,0 0-1,0-1 1,0 0-1,0 0 1,1-1-1,0 1 1,0-1-1,0 0 1,1 0-1,0 0 1,0 0-1,1-1 1,-1 1-1,1-1 1,-1-7-1,0 0 12,-1 0 0,2-1 0,0 0 0,1 1-1,0-1 1,2 0 0,-1 0 0,2 1 0,0-1-1,0 1 1,2-1 0,0 1 0,0 0-1,1 0 1,1 1 0,0-1 0,1 1 0,14-19-1,-8 16-16,0 0 0,1 1 0,1 0 0,0 1 0,1 1 0,1 1 0,0 0 0,1 1 0,0 1 0,20-9-1,-12 10-2,-1 0 0,1 1-1,0 2 1,0 1 0,1 0 0,0 2-1,35 1 1,-47 2-2,-1 0 1,0 1-1,1 1 1,-1 0 0,25 8-1,-30-6 0,0 0 0,0 0 0,-1 0 0,0 1 0,0 1 0,0 0 0,0 0 0,-1 0 0,11 13-1,-6-5 42,-1 0 0,-1 0 0,-1 1 0,0 0 0,-1 1 0,0 0 0,-1 0 0,-1 1 0,7 31-1,-7-13 246,-1 0 0,-1 0 0,-3 0 0,-2 36 0,1-51-183,-2 0 0,0 1 0,-1-1 0,-1 0 0,-1-1 0,-1 1 0,-1-1 1,0 0-1,-2-1 0,0 1 0,-1-2 0,0 1 0,-2-2 0,-19 24 0,-10 6-172,-2-2 0,-2-2 0,-1-1 0,-3-3 0,-1-2 1,-1-3-1,-2-1 0,-108 46 0,-61-3-3525,220-74 3556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23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78 503 640,'0'0'1449,"0"-27"-958,0-152 237,0-25 2303,15 631-2847,-6-301-45,-3-30-28,29 152-1,-26-224-100,-7-20-4,-1 0 1,1 0 0,-1 0-1,0 0 1,0 0 0,0 7 906,51-13-601,74-14 1,-34 3-289,172-21-23,-76 7-59,226-3 0,-413 30 54,-1 0 0,1 0 0,-1 0 0,1 0 0,-1 0 0,1 0 0,0 0 0,-1 0 0,1 0 0,-1 0-1,1 0 1,-1-1 0,1 1 0,-1 0 0,1 0 0,-1-1 0,1 1 0,-1 0 0,1-1 0,-1 1 0,1-1 0,9-4 55,-9 3 16,0 0-1,0-1 0,0 1 0,-1-1 1,0 1-1,1-1 0,-1 1 0,0-1 0,0 1 1,0-1-1,-1-3 0,1-1 87,-11-344 145,9 323-299,-20-204-102,14 178 74,-3-1 0,-21-66-1,29 107-71,3 13 90,1 1 1,-1-1-1,0 0 0,0 0 0,0 0 0,0 1 0,0-1 0,-1 0 0,1 0 1,0 0-1,0 1 0,0-1 0,-1 0 0,1 0 0,0 1 0,-1-1 0,1 0 1,-1 1-1,1-1 0,-1 0 0,1 1 0,-1-1 0,1 0 0,-1 1 0,0-1 1,1 1-1,-1-1 0,0 1 0,1 0 0,-1-1 0,0 1 0,0 0 0,1-1 1,-1 1-1,0 0 0,0 0 0,0 0 0,1 0 0,-1 0 0,-1 0 0,-36-1-31,1 3-1,-1 1 0,-64 14 1,0 5 59,-109 8-1,-104-5 12,-10 1 812,314-25-884,-13 2 338,24-3-342,-1 0-1,0 0 1,1 0-1,-1 0 1,1 0 0,-1 1-1,1-1 1,-1 0-1,1 0 1,0 1-1,-1-1 1,1 0 0,-1 1-1,1-1 1,-1 0-1,1 1 1,0-1-1,-1 0 1,1 1-1,0-1 1,0 1 0,-1-1-1,1 1 1,0-1-1,0 1 1,-1-1-1,1 1 1,0-1 0,0 2-1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25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66 529 1953,'0'0'4082,"-2"-8"-3594,-2-23-154,0 1 0,2-48 1,2 52-124,0-1 0,-2 1 0,-1 0 1,-1 0-1,-13-45 0,17 71-207,0 0 0,0 0 0,0 0 0,0 0 0,0 0 0,0 1 0,0-1 0,-1 0 0,1 0 0,0 0 0,0 0 0,0 0 0,0 0 0,0 0 0,0 0 0,0 0 0,0 0 0,-1 0 0,1 0 0,0 0 0,0 0 0,0 0 0,0 0 0,0 0 0,0 0 0,0 0 0,-1 0 0,1 0 0,0 0 0,0 0 0,0 0 0,0 0 0,0 0 0,0 0 0,0 0 0,-1 0 0,1 0 0,0 0 0,0 0 0,0 0 0,0 0 0,0 0 0,0 0 0,0 0 0,0-1 0,0 1 0,-1 0 0,1 0 0,0 0 0,0 0 0,0 0 0,0 0 0,0 0 0,0 0 0,0-1 0,0 1 0,0 0 0,-4 20-55,1 31-103,-9 898 468,12-858-180,17-94-46,26-14-71,1 1 0,0 2 0,62-11 0,142-10-1,-185 27-25,256-15-25,-98 10-41,-220 12 89,0 1 0,0-1 0,-1 1 1,1-1-1,0 1 0,0-1 1,0 0-1,-1 0 0,1 1 1,0-1-1,-1 0 0,1 0 0,-1 0 1,1 0-1,-1 0 0,1 0 1,-1 0-1,0 0 0,1 0 0,-1 0 1,0 0-1,0 0 0,0 0 1,0 0-1,0 0 0,0 0 0,0-2 1,-1-38 148,1 29-169,-2-18 40,-1 0-1,-12-51 1,-1-5 7,-17-324-138,27-9-12,6 419 69,-46 0-272,0 3 253,-90 17 1,20-1 80,-147 5 0,-92 15 30,285-18-885,57-20-2958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26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330 292 2993,'0'0'2295,"-1"-27"-1522,-1-135 364,2 126 370,42 774-1161,-28-562-203,-11-51 62,8-125-149,7-2-34,0 0 1,0-1-1,0-1 0,29-10 0,19-5 0,232-24 7,5 24-53,-216 15-5,386-5-211,-472 9 342,-1-31 311,-1 22-398,0 0 0,-1 0 0,0 0 0,0 0 0,-1 1 0,0-1 0,-5-8 0,-11-36 47,1-34-25,-6-90 1,12 82-20,-2-44-74,4-166 0,10 304 54,0 0 1,-1 0-1,1 0 1,0 0-1,-1 0 1,1 0-1,-1 0 0,1 0 1,-1 1-1,1-1 1,-1 0-1,0 0 1,1 1-1,-1-1 1,0 0-1,0 1 0,0-1 1,1 1-1,-1-1 1,0 1-1,0-1 1,0 1-1,0-1 1,0 1-1,0 0 0,0 0 1,0 0-1,0-1 1,0 1-1,0 0 1,-1 0-1,-38-1-54,32 1 34,-55 1 28,1 2 0,-82 16 1,-363 44 50,-47 9 24,519-65-123,-103 17-2493,88-23-2854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28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86 625 3522,'0'0'973,"-3"-26"-532,-19-153 1133,16 124-782,-8-55 1628,11 143-2063,3 6-373,13 355 166,6-173 3,17 150 57,-29-190-119,-7-142-28,0-39 33,38-1-62,42-8 0,20-1-19,698-14-36,-670 24-75,-126 0 103,1 0 1,0 0 0,-1-1 0,1 1-1,-1 0 1,1-1 0,-1 0 0,0 0-1,1 1 1,-1-2 0,0 1-1,1 0 1,-1 0 0,0-1 0,0 1-1,0-1 1,0 1 0,0-1 0,0 0-1,-1 0 1,1 0 0,-1 0 0,1 0-1,-1 0 1,0-1 0,1 1 0,-1 0-1,0-1 1,-1 1 0,2-3 0,1-8 29,-1 0 0,-1 0 0,1 0 0,-2-22 0,0 23-14,-2-15 12,-2-1 0,0 0 0,-2 1 1,-17-49-1,-1-5-11,4-12-5,4 0 1,-7-149-1,21-195-92,4 226 21,-11 211-79,-35 2 143,-1 3 0,0 2-1,-64 17 1,7 0-16,-288 36 13,53-10-31,322-47-145,-47 11 532,59-13-504,0 0 0,0 0 0,0 0 0,0 0 1,0 1-1,0-1 0,1 1 0,-1 0 0,0 0 0,1 0 0,0 0 0,-1 0 0,1 1 0,0-1 0,-2 5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29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132 345 1953,'0'0'2500,"0"-26"-1703,0-124 1893,38 1242-1706,-11-638 203,-27-456-1163,1 1-1,-1 0 0,1-1 0,0 1 1,-1 0-1,1-1 0,0 1 0,0 0 1,0 0-1,0 0 0,0 0 1,0 0-1,0 0 0,0 0 0,0 0 1,0 0-1,1 1 0,-1-1 0,0 0 1,1 1-1,-1-1 0,2 0 1,40-11-45,-32 9 72,69-16-9,1 4 0,140-8 1,170 17-49,-275 7 24,330 10-125,-291-10 75,-87-1 93,-67 0-82,13-2 154,-12-1-120,0 1-1,0-1 0,0 0 1,-1-1-1,1 1 0,-1 0 1,0 0-1,0 0 0,0-1 1,0 1-1,0-6 0,3-42 23,-4 42-20,1-89 33,-5 0 0,-26-162 0,-4 28-90,-9-400 1,43 462 25,0 170-5,0-10-13,0 10 30,1-1 0,-1 0 0,0 0 1,0 0-1,1 1 0,-1-1 0,0 0 0,0 0 0,0 0 0,0 0 0,0 1 1,-1-1-1,1 0 0,0 0 0,0 0 0,0 1 0,-1-1 0,1 0 0,0 0 0,-1 1 1,1-1-1,-1 0 0,1 1 0,-2-2 0,-390 33 18,219-11 49,-740 62 1602,697-54-1459,169-23-652,34-5-1528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45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75 541 4114,'0'0'2033,"0"-5"-1449,-5-100 380,-27-149 1,21 178-901,8 54-50,2 12-8,0 0 1,0 1 0,-1-1 0,0 1 0,-1-1 0,-5-11-1,8 21-35,0 0 22,0 1 0,0-1 1,0 0-1,0 0 0,0 0 0,0 0 0,0 0 0,0 1 0,0-1 0,0 0 0,0 0 0,0 0 0,0 0 0,0 0 1,0 0-1,0 1 0,0-1 0,0 0 0,0 0 0,-1 0 0,1 0 0,0 0 0,0 0 0,0 0 0,0 1 0,0-1 0,0 0 1,0 0-1,-1 0 0,1 0 0,0 0 0,0 0 0,0 0 0,0 0 0,0 0 0,-1 0 0,1 0 0,0 0 0,0 0 0,0 0 1,0 0-1,0 0 0,-1 0 0,1 0 0,0 0 0,0 0 0,0 0 0,0 0 0,0 0 0,0 0 0,-1 0 0,1-1 0,0 1 1,24 435-931,17 352 1033,-41-785-89,-3 43-11,3-44 9,0 0 0,0 0 0,0 0 0,-1 0 0,1 1 0,0-1 0,-1 0 0,1 0 0,0 0 0,-1 0 0,0 0 0,1 0 0,-1 0 0,0 0 0,1 0 0,-1 0 0,0 0 0,0 0 0,0 0 0,0-1 0,0 1 0,0 0 0,0-1 0,0 1 0,0 0 0,0-1 0,0 0 0,0 1 0,0-1 0,-2 1 0,3-1 67,19-1 26,19-5-101,-1-1 1,52-17-1,8-2 43,-21 10-81,1 3-1,0 3 0,1 4 1,127 6-1,-121 15-1964,-61-13-465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45.8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83 330 4290,'0'0'1022,"28"0"-1230,200-4 192,-125 0 38,-25 2 2,132-20-1,-209 22-19,0 0 0,0-1 0,0 1 0,0-1 0,0 1 0,0-1 0,-1 1 0,1-1 0,0 1 0,0-1 0,0 0 1,-1 1-1,1-1 0,0 0 0,-1 0 0,1 1 0,-1-1 0,1 0 0,-1 0 0,1 0 0,-1 0 0,1 0 0,-1 0 0,0 0 0,0 0 0,1 0 0,-1 0 0,0 0 0,0 0 0,0 0 0,0 0 0,0 0 0,0 0 0,-1-2 0,0-1 8,1 0 0,-1 0 0,0 0 0,-1 0 0,1 0 0,-1 0 0,-3-6 0,-9-8-4,-1-1-1,-1 2 0,0 0 0,-2 1 0,0 1 0,0 0 0,-1 2 0,-34-19 1,35 22-16,-1 1 1,0 1-1,-1 1 1,0 0-1,-37-7 1,19 8 30,-1 2 0,-49 1 0,76 3-11,0 0 1,1 1-1,-1 0 0,0 1 1,1 1-1,-1 0 1,1 0-1,-21 10 1,26-9-12,-1-1 0,1 2 0,0-1 0,0 1 0,0 0 0,1 0 0,-1 0 0,2 1 0,-1 0 0,0 0 0,1 0 0,0 1 0,0-1 0,1 1 0,-3 8 0,1 0 38,1 0 0,0 1 0,1-1 0,1 1 0,1-1 0,0 1 0,1 0 0,0-1 0,2 1 0,-1-1 0,2 1 0,0-1 0,1 0 0,1 0 0,0 0 0,1 0 0,1-1 0,0 0 0,0 0 0,17 21 0,-8-16 22,2 1 0,0-2 0,1-1 0,0 0 0,1-1 0,1-1 0,1-1 0,0-1 0,1-1 0,27 10 0,-21-11-240,1-2 0,0-1 0,0-1 0,1-1 0,0-2 0,0-2 0,0 0 0,32-4 1,62-10-3056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46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0 3362,'0'0'1392,"-3"26"-1272,-14 354 1238,17-362-1317,0 109 199,33 238-1,-32-362-238,3 22 18,1-1-1,1-1 0,12 29 1,-16-47-11,0 0 0,0 0 0,1 0 0,-1 0 0,1 0 1,1-1-1,-1 1 0,1-1 0,-1 0 0,1 0 0,0 0 1,1 0-1,-1-1 0,1 0 0,-1 0 0,1 0 0,0 0 0,0-1 1,1 0-1,7 3 0,1-3 8,0-1 1,0 0-1,1 0 1,-1-2-1,0 1 1,0-2-1,1 0 1,-1-1-1,0 0 0,-1-1 1,1-1-1,17-8 1,-13 5-211,-1-2 0,0 0 0,-1-1 0,0 0 0,0-1 0,-1-1 0,-1-1 0,19-22 1,-20 18-724,21-37 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46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 6067,'0'0'368,"247"9"-720,-87-9 528,9-9-176,-11-9-1441,-28-9-2625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46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0 2945,'0'0'1505,"15"178"-1457,-15-100 32,-27-13-80,-6-15-2705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46.8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1 636 2481,'0'0'963,"25"-18"-368,-12 9-513,24-18 86,0-1 0,-2-2 1,38-41-1,-38 31 27,-1-2-1,39-63 1,-63 88-36,-1 0 0,0 0 1,-1 0-1,-2-1 1,1 0-1,-2-1 1,0 1-1,-2-1 0,0 0 1,1-24-1,-4 36-58,0 6-75,1-1-1,-1 1 1,0 0 0,0 0-1,0-1 1,0 1 0,0 0-1,0 0 1,0 0 0,0-1-1,0 1 1,-1 0 0,1 0-1,-1 0 1,1 0 0,0-1 0,-1 1-1,0 0 1,1 0 0,-1 0-1,0 0 1,0 0 0,1 0-1,-1 0 1,0 1 0,0-1-1,0 0 1,0 0 0,0 1-1,0-1 1,0 1 0,0-1-1,0 1 1,-1-1 0,1 1-1,0-1 1,0 1 0,0 0-1,-1 0 1,1 0 0,-2 0-1,2 0-81,3 5-80,13 13 40,0 0 0,0-1 0,2-1 0,0 0 0,30 21 0,5 4 96,-42-32 10,44 36 23,-3 2 0,51 59 0,-89-91-35,-2 0-1,1 0 1,-2 1 0,0 0 0,-1 1 0,-1 0-1,0 1 1,-1 0 0,-1 0 0,-1 0 0,0 1-1,3 36 1,-8-49-3,1-1 0,-2 1 0,1 0 0,0-1 0,-1 1-1,0 0 1,-1-1 0,1 1 0,-1-1 0,0 1 0,0-1 0,-1 0 0,0 0 0,1 0-1,-6 7 1,3-8 5,1 0 0,-1 0 0,0 0 0,0 0 0,0-1 0,0 0 0,-1 0 0,1 0 0,-1 0 0,0-1 0,0 0 0,0-1 0,-11 3-1,-6-1 54,1-1 0,-1-1 0,-40-4-1,60 3-32,-1-1 0,0 1 0,0-1 0,0 0 0,1 0 0,-1 0-1,0 0 1,1-1 0,-1 1 0,1-1 0,0 0 0,-1 0 0,1 0 0,0-1 0,0 1-1,0-1 1,1 1 0,-5-6 0,4 3 33,0 0 0,1 0 0,0 0-1,0 0 1,0 0 0,0-1 0,1 1 0,0-1-1,0 1 1,1-1 0,-1 1 0,1-7 0,0 10-48,1 0 0,-1 0 0,0 0 1,1 0-1,0 0 0,-1 0 0,1 0 0,0 1 1,0-1-1,0 0 0,0 0 0,0 1 0,0-1 1,0 0-1,1 1 0,-1 0 0,1-1 0,-1 1 1,1 0-1,0-1 0,-1 1 0,1 0 0,0 0 1,0 1-1,-1-1 0,1 0 0,0 0 0,0 1 1,0-1-1,4 1 0,7-3-13,0 2-1,1-1 1,20 2-1,-26 0 12,-3 0-37,0 0 0,-1 0 0,1 0 0,0 1 0,0 0 0,-1 0 0,1 0 0,0 1 0,-1-1-1,0 1 1,1 0 0,-1 1 0,0-1 0,0 1 0,0-1 0,0 1 0,0 0 0,-1 1-1,1-1 1,-1 1 0,0-1 0,4 7 0,9 10-2332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47.5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731 425 288,'0'0'5947,"3"-18"-5638,-1 4-298,15-105 87,-15 96-92,-1 1 0,-1 0 1,-5-44-1,3 59-14,0 0 0,0 0 0,-1 0 0,0 0 0,0 0 0,-1 1 0,0 0 0,0-1 0,-1 2-1,1-1 1,-1 0 0,-1 1 0,1 0 0,-1 0 0,1 0 0,-2 1 0,1 0 0,0 0 0,-1 1 0,1 0 0,-1 0 0,0 0 0,-8-1 0,4 0-1,-1 1-1,0 1 1,1 0 0,-1 0-1,0 1 1,0 1-1,0 0 1,0 1 0,1 0-1,-1 0 1,0 2-1,0-1 1,1 1 0,-14 6-1,8 0 2,0 1 1,0 0-1,1 1 0,0 1 0,-21 20 1,-66 79 10,93-100 0,-23 27 88,2 1 0,-51 83 0,74-108-75,0 1 0,0 1 0,2 0 0,0 0 1,0 0-1,2 1 0,0-1 0,1 1 0,0 0 1,2 0-1,0 0 0,2 23 0,-1-38-12,0 0 0,1 0-1,0 0 1,-1 0 0,1 0 0,0 0 0,0 0-1,0 0 1,0 0 0,1 0 0,-1-1-1,0 1 1,1 0 0,-1-1 0,1 1 0,0-1-1,-1 0 1,1 1 0,0-1 0,0 0 0,0 0-1,0 0 1,0 0 0,0-1 0,0 1-1,2 0 1,7 2 31,0-1 0,0-1-1,22 1 1,-22-2 7,37 2 88,0-2 0,0-2 0,0-2 1,74-16-1,-99 14-124,-1 0-1,1 2 1,0 1 0,0 1-1,0 1 1,1 1 0,42 6-1,-62-5-7,0 0 1,-1 1-1,1-1 0,0 1 0,-1 0 0,0 0 1,1 1-1,-1-1 0,0 1 0,0-1 1,0 1-1,-1 0 0,1 0 0,0 0 0,-1 1 1,0-1-1,0 0 0,0 1 0,0 0 0,-1-1 1,0 1-1,1 0 0,-1 0 0,1 6 0,1 11 17,0-1-1,-1 1 1,-1 30-1,-1-43-3,0 7 5,-1 1 1,0 0-1,-1-1 0,0 1 0,-7 19 1,6-26-3,-1 0 0,0 0 0,0-1 1,-1 1-1,0-1 0,-1 0 0,0 0 1,0-1-1,-13 13 0,-1-4 58,0 0 0,-1-2-1,-1-1 1,0 0 0,0-2 0,-2 0-1,1-2 1,-1 0 0,0-2-1,-1-1 1,0-1 0,0 0-1,0-2 1,0-1 0,-33-2 0,55 0-79,1 0 0,0 0 1,0 0-1,-1-1 1,1 1-1,0-1 1,0 1-1,0-1 0,-1 0 1,1 0-1,0 0 1,0 0-1,0 0 1,0 0-1,1 0 0,-1-1 1,0 1-1,-2-3 1,2 0-95,1 1 0,-1 0 0,1-1 0,0 1 0,0-1 0,0 1 0,1-1 0,-1 1 0,1-1 0,0-5 0,-1-53-3311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47.9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0 334 1056,'0'0'3271,"35"0"-2446,116 3-751,-3 14-55,-49-5-11,108-8 65,-159-4-55,-44 0-6,0 0 1,-1 0-1,1 0 1,0-1-1,-1 1 1,1-1-1,0 0 1,-1 0-1,1 0 1,-1-1-1,1 1 0,-1-1 1,0 0-1,1 0 1,-1 0-1,0 0 1,0-1-1,-1 1 1,1-1-1,0 1 1,-1-1-1,0 0 1,0 0-1,1 0 1,-2-1-1,1 1 1,0 0-1,-1-1 1,1 1-1,-1-1 1,0 1-1,0-1 0,0-7 1,2-3 67,-1-1-1,-1 0 1,0 0-1,-2-26 1,0 35-52,0-1 0,0 1-1,-1 0 1,0 0 0,0-1 0,0 1 0,-1 0-1,1 1 1,-1-1 0,-1 0 0,1 1-1,-1 0 1,-5-6 0,-2 0 3,-1 1 0,0 1 1,0 0-1,-1 0 0,0 1 0,-1 1 1,1 0-1,-1 1 0,-1 0 0,1 1 0,-1 1 1,0 0-1,0 1 0,0 1 0,-1 0 0,1 1 1,0 1-1,-1 1 0,-20 2 0,25-1-11,-1 1-1,1 0 1,0 0 0,0 2-1,0-1 1,1 1-1,0 1 1,0-1-1,0 2 1,0 0 0,1 0-1,0 0 1,1 1-1,0 1 1,0-1-1,-10 15 1,7-8 32,1 0 1,0 1-1,1 0 0,1 1 1,1 0-1,0 1 1,1-1-1,1 1 0,-5 31 1,7-32 45,2 1 0,0-1 0,1 0-1,0 1 1,2-1 0,3 18 0,-3-26-81,1 0-1,0 0 1,1 0-1,-1 0 0,1-1 1,1 0-1,0 0 1,0 0-1,1 0 0,0-1 1,0 0-1,11 10 1,0-3-35,1-1 1,0-1-1,1-1 1,0 0-1,1-1 0,0-2 1,0 0-1,1-1 1,22 5-1,2-3-848,1-1-1,0-3 1,56 0-1,16-4-2777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48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96 455 6035,'0'0'1657,"35"-9"-1479,-10 3-203,223-45-120,51 5-96,-296 46 231,0 0 0,0-1 0,0 1 0,0-1 0,0 0 0,0 0 0,0 0 0,0 0 0,-1 0 0,1-1 0,0 1 0,3-3 0,-5 2 10,-1 1-1,1-1 0,0 1 1,0-1-1,-1 1 0,1-1 1,-1 0-1,1 1 1,-1-1-1,0 0 0,0 0 1,0 1-1,0-1 0,0 0 1,0 1-1,0-1 0,0 0 1,-1 0-1,1 1 1,-1-1-1,0-1 0,-2-5 7,0 0 0,-1 0-1,1 1 1,-2 0-1,1 0 1,-1 0 0,0 0-1,0 1 1,-1-1-1,-9-7 1,-12-10 67,-32-20 1,55 41-72,-24-17 13,-2 1 0,0 1 1,-1 2-1,-40-16 0,53 26-3,-1 0-1,1 1 1,-1 1 0,0 1-1,-1 0 1,1 2-1,0 0 1,-1 1 0,-23 3-1,35-1 4,1-1-1,0 1 1,0 0-1,0 0 0,0 1 1,0 0-1,1 0 1,-1 0-1,1 1 1,0 0-1,0 1 1,0-1-1,-5 6 1,3-1 47,1 0 1,0 0 0,0 0 0,1 1 0,0 0 0,1 0 0,-7 18 0,3-1 181,1 1 1,1 0 0,2 0 0,1 0 0,-1 54 0,4-68-201,1 0 0,1 0 0,0 0 1,1-1-1,0 1 0,1 0 1,0-1-1,1 1 0,1-1 0,0 0 1,1 0-1,0-1 0,1 0 1,12 16-1,-5-10 9,1-1 1,2 0 0,-1-1-1,2-1 1,0-1-1,1 0 1,0-1 0,1-1-1,0-1 1,43 16-1,-24-14-165,0-1 0,1-2 0,0-2 0,1-2 0,54 2 0,69-6-2694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48.7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3 366 6019,'0'0'653,"0"-35"-370,-2-115 53,3 53 413,0 74 648,-3-37 0,31 578-1753,-13-140 470,-15-347-207,2-1 1,1 0 0,1-1-1,15 46 1,-18-69-177,0 0 0,1-1 1,-1 1-1,1-1 0,1 0 0,-1 0 0,8 8 1,-9-10-64,1-1-1,0 0 1,1 0 0,-1 0 0,0 0 0,1-1 0,-1 1-1,1-1 1,4 1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48.9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0 1553,'0'0'5538,"3"253"-4945,-3-120 47,3 1-160,0-3-352,3-18-96,-3-18 48,-3-21-64,0-18 16,0-14-32,-9-15-304,-21-18-2593,-20-9-1281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49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72 5827,'0'0'2545,"160"-45"-2545,-11 34 0,23-1-16,6 9-48,1 3-641,-13 0-1343,-17 0-1474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49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244 25 4962,'0'0'299,"-30"4"-219,-5 0-71,-56 15 1,87-17-5,0-1 1,0 0 0,0 1-1,0 0 1,1 0 0,-1 0-1,1 1 1,-1-1 0,1 1-1,0 0 1,0 0 0,0 0-1,1 0 1,-1 0 0,1 1-1,-3 3 1,2 0 29,0 0-1,0 1 1,1-1 0,0 1-1,-1 13 1,1-10 18,-2 11 58,0 1 0,2 0 1,1 0-1,1 0 0,1 0 0,1 0 0,5 27 0,-5-40-81,1 0 0,1 1 0,0-1 0,0 0 0,1-1 0,0 1 0,0-1 1,1 0-1,0 0 0,1-1 0,0 1 0,0-2 0,1 1 0,0-1 0,0 0 0,1-1 0,12 8 0,-8-7 6,0-1 0,1-1 0,-1 0 0,1-1 0,0 0 0,0-1 0,0-1 0,1 0-1,-1-1 1,20 0 0,-27-1 0,1 0-1,-1-1 1,0 0 0,0 0-1,0 0 1,0-1-1,0 0 1,-1 0 0,1-1-1,0 0 1,-1 0-1,0-1 1,0 1 0,0-1-1,0-1 1,-1 1 0,1-1-1,-1 0 1,0 0-1,0 0 1,-1-1 0,6-9-1,-5 2 37,0-1 0,-1 0 0,0 0 0,-1 0 0,-1 0 0,0 0 0,-1-1 0,0 1 0,-1-1 0,-1 1 1,0-1-1,-1 1 0,-1 0 0,0 0 0,-1 0 0,-1 0 0,0 1 0,0-1 0,-13-20 0,4 13-165,-1 0 0,0 1 0,-2 1 0,0 1 0,-1 0 0,-1 1 0,-22-15-1,11 11-1930,22 10-1359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49.7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36 122 4498,'0'0'1310,"-6"31"-1297,0-2 12,-2 11 66,2-1-1,1 1 1,0 48-1,5-71-22,1-1 0,0 1 0,1 0 0,0-1 0,2 0 0,8 27 0,-9-36-49,1 1 0,-1-1 0,1 0 1,1 0-1,0 0 0,0-1 0,0 0 0,0 0 0,1 0 0,0 0 0,0-1 0,1 0 1,-1-1-1,1 1 0,12 5 0,-8-6 28,0 1 0,0-2 0,1 1 0,-1-2 0,1 0 0,0 0 0,0-1 0,16 0 0,-21-1-10,1 0 0,0-1 0,0 0-1,0 0 1,-1-1 0,1 0 0,-1 0 0,1-1 0,-1 1 0,0-2-1,0 1 1,0-1 0,10-8 0,-5 0 25,0 0 0,-2-1-1,0 0 1,0-1 0,-1 0 0,-1 0 0,0-1-1,-1 0 1,-1-1 0,0 1 0,-1-1 0,-1 0-1,4-26 1,0-21-4,-3 1 1,-3-78-1,-2 95-52,6 223-572,-3-147 575,2 1 0,1-1 0,1-1 0,14 38 1,-13-46-6,2-1 0,1 0 0,0-1 0,2 0 0,0-1 1,1 0-1,28 28 0,-34-39 1,0-1 0,0 1-1,1-2 1,0 1 0,0-1 0,1-1 0,0 0 0,0 0-1,0-1 1,1 0 0,-1 0 0,1-2 0,0 1 0,0-1 0,0-1-1,0 0 1,0 0 0,13-2 0,-19 1 7,0-1 1,1 0-1,-1 0 0,0-1 1,0 1-1,0-1 1,0 0-1,-1 0 0,1-1 1,0 0-1,-1 0 0,0 0 1,0 0-1,0 0 1,0-1-1,4-4 0,-3 1 11,1-1 0,-1 1 0,-1-1-1,1 0 1,-2-1 0,1 1-1,-1-1 1,4-14 0,-2-4 59,-1-1 0,-1 0 0,-1 0 0,-2 0 0,-3-31 0,-1 32-108,-1 0-1,-1 1 1,-1 0-1,-2 0 1,0 1-1,-2 0 1,-1 0-1,0 1 1,-2 1-1,-1 0 1,-1 1-1,0 1 1,-23-22-1,6 13-2430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50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1 184 2849,'0'0'3092,"0"-27"-2443,0-129 1648,6 179-1961,0-5-405,10 61 321,10 139 0,-19-38-1614,-6-61-3306,-1-149 1088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50.5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279 1 2161,'0'0'3474,"-163"20"-2994,98 46-448,23 5-16,33-3 160,9-14-48,51-18 32,26-16 897,12-17-257,-6-3-416,-14-3-32,-19-20-144,-20-10-32,-18 0 0,-3 1-176,-9 5-128,6 6-1344,17 12-2146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50.8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91 4962,'0'0'4226,"2"-19"-3586,4-32-527,0 31-171,-4 19-44,1 10-67,31 464 60,-30-325 246,37 241 1,-38-369-121,1 0 0,2-1-1,-1 0 1,2 0 0,9 18 0,-14-33-13,1-1-1,-1 0 1,1 0-1,-1 0 0,1-1 1,0 1-1,0-1 1,0 1-1,0-1 1,0 0-1,1 0 0,-1 0 1,1-1-1,-1 1 1,1-1-1,-1 0 1,1 0-1,0 0 1,0-1-1,0 1 0,5-1 1,-3 1-15,1-1 1,0-1-1,0 1 1,0-1-1,0 0 1,-1-1-1,1 0 1,0 0-1,-1 0 1,0-1-1,8-4 0,-5 1-281,-1-1-1,0 0 0,-1 0 0,0-1 0,0 0 1,0 0-1,-1 0 0,-1-1 0,1 0 0,-1 0 1,6-18-1,11-46-3829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50.9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 5619,'0'0'2449,"235"-9"-2641,-57 9 256,21 6 0,6 0 64,-24 9-128,-41-15-1537,-54 0-2081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51.8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1 417 2497,'0'0'2991,"-1"-11"-2289,2-27-486,2 0 1,7-38 0,6-66 576,-15 31 109,-13 383-1426,4-144 563,10 165 0,-1-279-36,1 0 1,0 0-1,1-1 1,0 1-1,2-1 0,10 25 1,-12-32-4,1 0 0,-1 0 1,1 0-1,0-1 1,1 1-1,-1-1 0,1 0 1,0-1-1,1 1 0,-1-1 1,1 0-1,-1 0 0,1-1 1,0 0-1,9 4 0,-1-3 12,0-1 0,0 0 0,0-1-1,0 0 1,1-1 0,-1-1 0,0 0-1,1-1 1,-1-1 0,0 0 0,0-1 0,0 0-1,0-1 1,0-1 0,-1 0 0,0-1-1,0 0 1,0-1 0,-1-1 0,0 0-1,12-11 1,-2 0 12,0-1 0,-2-1 1,-1-1-1,0 0 0,-2-2 0,-1 0 0,0-1 0,-2-1 1,-1 0-1,-1 0 0,-2-2 0,0 1 0,-2-1 0,-1-1 0,-1 1 1,-1-1-1,-2 0 0,0-30 0,-3-35 72,-2 82-44,-2 12-66,3 2-1,0-1 0,0 1 0,0 0 0,0 0 0,0 0-1,1 0 1,-1 0 0,1 0 0,-1 0 0,1 2 0,-5 45-43,3-1 1,2 0-1,1 1 0,3-1 1,17 76-1,-15-97 68,1 1-1,2-1 1,1-1 0,1 0 0,1 0-1,2-1 1,0-1 0,2 0-1,0-1 1,1 0 0,22 20 0,-30-35 4,0-1 1,1 0-1,-1 0 1,2-1 0,-1 0-1,1-1 1,0 0-1,0 0 1,0-1 0,0-1-1,16 3 1,-18-4 30,0-1 1,0 0 0,0 0 0,0-1-1,1 0 1,-1-1 0,0 0 0,0 0-1,0-1 1,0 0 0,0-1 0,0 0-1,-1 0 1,1-1 0,8-5 0,-7 1 27,0 0 0,-1 0 0,0-1 0,-1 0 1,0-1-1,0 0 0,-1 0 0,0 0 1,-1-1-1,0 0 0,0 0 0,-2-1 0,1 0 1,-1 1-1,3-19 0,1-11 57,-2 1 0,-2-1 0,-1-59 0,-3 74-116,-1 1 0,-1 0 0,-1 0 0,-1 0 0,-2 1 0,0-1 0,-2 1 0,-14-33 0,0 11-27,-35-54 0,43 79-52,-1 0 0,-1 2 1,0 0-1,-28-24 0,39 38-185,0 1 0,0 0 0,0 1 0,-1-1-1,0 1 1,0 0 0,0 0 0,0 1 0,0 0 0,-1 0 0,-8-1 0,2 2-4128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52.1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66 4210,'0'0'2465,"-28"7"-1726,10-2-622,4-2-38,-1 1 0,1 1 0,0 0 0,-15 8 0,22-9-55,1 0-1,0 0 0,0 1 0,0-1 1,1 1-1,0 0 0,-1 1 0,2-1 1,-1 1-1,1 0 0,0 0 0,0 1 1,-5 11-1,-1 9 7,2 1 1,0 0-1,2 0 1,1 1-1,2 0 1,0-1 0,2 1-1,3 32 1,-2-50-22,1 0-1,0 0 1,1-1 0,1 1 0,-1-1 0,1 0 0,1 0 0,0 0 0,11 19 0,-10-22 0,0 0-1,0 0 1,1-1-1,0 0 1,1 0-1,-1 0 1,1 0-1,0-1 1,1-1-1,-1 1 1,1-1-1,15 6 1,-8-5 20,0 0 0,0-1 0,1 0 1,0-1-1,-1-1 0,1-1 1,0 0-1,0-1 0,0-1 0,0 0 1,22-5-1,-29 4-20,-1 0 0,1-1 0,-1 0 0,0 0 1,0-1-1,0 0 0,0-1 0,0 1 0,-1-1 0,0-1 0,0 1 1,-1-1-1,1-1 0,-1 1 0,-1-1 0,1 0 0,-1 0 0,0-1 1,-1 1-1,0-1 0,6-14 0,-5 6-21,-1 0 1,-1 1-1,0-1 1,-1 0-1,-1-1 0,0 1 1,-1 0-1,-1 0 1,0 0-1,-2 0 0,0 0 1,0 0-1,-1 0 1,-1 1-1,-1 0 0,0 0 1,-1 0-1,-1 1 1,0 0-1,-1 0 0,0 1 1,-18-19-1,4 8-42,-2 1-1,0 1 1,-2 2 0,0 1-1,-1 0 1,-1 2 0,-34-14-1,56 27-285,-1 1 0,1 0-1,-1 0 1,0 1 0,0 0-1,0 0 1,0 1 0,-11-1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52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56 5507,'0'0'389,"3"26"-632,-2-14 243,3 31 29,1 0-1,22 77 1,81 186 694,-108-306-705,0 0 1,0 1 0,0-1-1,0 0 1,0 0-1,0 0 1,0 0 0,0 1-1,0-1 1,0 0 0,0 0-1,0 0 1,0 0 0,0 1-1,0-1 1,0 0 0,0 0-1,0 0 1,0 0-1,0 1 1,0-1 0,0 0-1,0 0 1,0 0 0,0 0-1,1 0 1,-1 1 0,0-1-1,0 0 1,0 0 0,0 0-1,0 0 1,0 0-1,1 0 1,-1 0 0,0 1-1,0-1 1,0 0 0,0 0-1,1 0 1,-1 0 0,0 0-1,0 0 1,0 0-1,0 0 1,1 0 0,-1 0-1,0 0 1,0 0 0,0 0-1,0 0 1,1 0 0,-1 0-1,2-13 677,-3-27 22,1 38-676,-8-288-764,8 281 619,1 1-1,0 0 0,0 0 1,1 0-1,-1-1 0,2 2 0,-1-1 1,1 0-1,1 0 0,-1 1 1,1 0-1,1 0 0,-1 0 0,1 0 1,0 1-1,1-1 0,-1 1 1,1 1-1,0-1 0,1 1 0,0 0 1,-1 1-1,1-1 0,1 1 1,-1 1-1,1-1 0,11-3 0,20-4-643,0 0-1,81-8 0,-76 13 718,-1-1 0,58-21 3208,-101 28-3125,-10-2 1252,6 3-1282,0-1 0,1 1 0,-1 0 0,1 0 0,-1 0 0,1 1 0,0-1 0,-1 1 0,1 0 0,0 0-1,0 0 1,0 0 0,1 0 0,-4 4 0,-1 1-13,1 0 0,0 1-1,0 0 1,1 0 0,-5 11-1,0 2-13,0 1 0,2 1 0,-10 44 0,12-40 42,2 1 0,0 1 1,2-1-1,2 1 0,0-1 1,8 51-1,-7-69-76,2 0 0,-1 0 0,1 0 0,0 0 1,1 0-1,0 0 0,1-1 0,0 0 0,0 0 0,1 0 0,0-1 0,1 0 0,0 0 0,0-1 0,0 1 0,1-2 0,0 1 0,1-1 0,-1 0 1,1-1-1,14 7 0,-8-7-940,1 0 1,29 5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52.9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3265,'0'0'1236,"7"15"-881,4 20-185,0-1 1,-3 2-1,-1-1 1,5 62 0,-3 167 894,-7-157-820,5 230 793,-6-336-997,-1-1 1,0 0-1,0 0 1,0 0-1,0 0 0,0 0 1,0 0-1,0 1 1,1-1-1,-1 0 1,0 0-1,0 0 0,0 0 1,0 0-1,0 0 1,1 0-1,-1 0 0,0 0 1,0 0-1,0 0 1,0 0-1,1 0 0,-1 0 1,0 0-1,0 0 1,0 0-1,0 0 0,0 0 1,1 0-1,-1 0 1,0 0-1,0 0 0,0 0 1,0 0-1,1 0 1,-1 0-1,0 0 1,0-1-1,0 1 0,0 0 1,0 0-1,0 0 1,1 0-1,-1 0 0,0 0 1,0-1-1,0 1 1,0 0-1,0 0 0,0 0 1,0 0-1,0 0 1,0-1-1,0 1 0,0 0 1,10-11 464,79-169 343,-9 43-909,183-241 0,-241 352-479,37-35 0,-51 54-469,1 0-1,1 0 1,-1 0-1,18-7 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53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0 2113,'0'0'2465,"-27"191"-2193,68-126 16,7 6 561,-1 3-577,-8-2-240,-6-7 16,-18-11-32,2-13-16,-2-14 0,3-18-320,12-9-1537,11 0 1073,7-33-961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06:53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1 729 2417,'0'0'1566,"15"-33"-1315,92-217 445,-64 154-178,19-46-15,-53 115-113,0 0-1,-1 0 1,4-37 0,-11 61-288,0 0 0,-1 0 0,0 0 0,1 0 0,-1-1 0,0 1 0,0 0 0,-1 0 0,1 0 0,-1-1 0,0 1 0,1 0 0,-3-4 0,1 6-73,1 0 1,-1-1 0,0 1-1,1 0 1,-1 0-1,0 0 1,0 0 0,0 0-1,0 0 1,0 0-1,0 1 1,0-1 0,0 1-1,0 0 1,-1-1-1,1 1 1,0 0-1,0 0 1,-3 1 0,-7-2-34,1 1 1,-1 0 0,1 1 0,-1 0 0,1 1-1,-19 5 1,27-6-2,-1 1 0,1-1 0,-1 1 0,1 0 0,0 0 0,0 0 0,0 1-1,0-1 1,1 1 0,-1 0 0,0-1 0,1 1 0,0 0 0,0 0 0,0 1 0,0-1 0,0 0 0,1 1 0,-1-1-1,1 1 1,0-1 0,0 1 0,0 0 0,1-1 0,-1 6 0,1-3-1,0 0 0,0 0 0,0 1 0,1-1-1,0 0 1,0 0 0,1 0 0,0 0 0,0-1 0,0 1 0,0 0 0,1-1 0,0 1 0,0-1-1,1 0 1,0 0 0,-1 0 0,6 4 0,9 8 7,1 0 0,0-1 1,24 15-1,-33-24 1,105 68 57,-55-38-35,102 84-1,-146-106-25,0 0 1,-1 1-1,-1 0 0,0 1 0,-2 1 0,0 0 0,0 1 0,-2 0 0,-1 0 0,11 30 0,-14-28 4,0 0 0,-2 1 0,0 0 0,-2 0 0,0 0 0,-2 29 0,-1-36 5,-1 0 1,0 1-1,-1-1 1,-1 0-1,0 0 0,-2-1 1,1 1-1,-1-1 1,-16 25-1,10-22 20,-1 0 1,-1 0-1,0-1 0,-1-1 1,-1-1-1,0 0 0,-27 17 0,27-22 74,1 1-1,-1-2 0,-1 0 1,0-1-1,0-1 1,0-1-1,0 0 0,-1-1 1,-20 2-1,36-6-85,-1 0 0,1 0 0,0 0 0,0 0 0,-1 0 0,1 0 1,0-1-1,0 1 0,-1-1 0,1 1 0,0-1 0,0 0 0,0 0 0,0 0 0,0 0 0,0 0 1,0-1-1,1 1 0,-1-1 0,0 1 0,1-1 0,-1 0 0,1 1 0,-1-1 0,1 0 0,0 0 1,0 0-1,0 0 0,0 0 0,0 0 0,0 0 0,0 0 0,1-1 0,-1 1 0,1-3 0,-1-2 24,0-1-1,0 0 1,1 0-1,1 0 1,-1 0-1,1 0 1,1 0-1,-1 0 1,5-11-1,0 5-27,0 0 0,1 1 0,1 0 0,0 0 0,1 1 0,0 0 0,1 0 0,0 1 0,1 0 0,0 1 0,1 0 0,16-10 0,-10 8-8,1 1 1,0 0-1,1 2 1,0 0-1,0 1 0,1 1 1,0 1-1,23-3 1,-29 6-15,1 1-1,0 0 1,-1 2 0,1 0 0,27 3 0,-41-3 8,-1 1 0,1 0 1,-1-1-1,1 1 0,0 0 0,-1 0 0,0 0 0,1 0 1,-1 0-1,1 0 0,-1 1 0,0-1 0,0 0 1,0 1-1,0-1 0,0 1 0,0-1 0,0 1 0,0-1 1,-1 1-1,1 0 0,-1-1 0,1 1 0,-1 0 0,0 0 1,1 2-1,-1-1 0,1 0 1,-1 1 0,0-1-1,0 0 1,0 0 0,-1 1-1,1-1 1,-1 0 0,0 0-1,0 0 1,0 0 0,-2 5-1,1-6 1,0 0-1,1 0 0,-1-1 1,0 1-1,0-1 0,0 1 1,0-1-1,0 0 0,0 0 1,0 0-1,0 0 0,-1 0 1,1 0-1,0-1 0,-1 1 1,-1 0-1,-60 2-224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08.2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185 826 4370,'0'0'1339,"-27"13"-1301,-9 4-26,-76 39 85,102-47 1943,41-19-1265,207-93-487,1373-459-334,-853 337-607,-709 209-313,-43 12-485,-20 3 902,10 1 308,-65 0-1530,-32 0-1063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08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403 1 4450,'0'0'2425,"-8"9"-2155,-76 94-109,-46 53-85,73-101 33,-67 48 1,124-103-70,0 1-26,0-1 0,1 0 0,-1 0 0,0 0 0,0 0 0,0 0 0,0 0 0,1 0 0,-1 0 0,0 0 0,0 0 0,0 0 0,0 0 0,0 0 0,1 1 0,-1-1 0,0 0 0,0 0 0,0 0 0,0 0 0,0 0 0,0 1 0,0-1-1,0 0 1,0 0 0,0 0 0,1 0 0,-1 1 0,0-1 0,0 0 0,0 0 0,0 0 0,0 0 0,0 1 0,0-1 0,0 0 0,0 0 0,0 0 0,0 0 0,0 1 0,-1-1 0,1 0 0,0 0 0,0 0 0,0 0 0,0 0 0,0 1-1,0-1 1,0 0 0,0 0 0,0 0 0,-1 0 0,1 0 0,0 1 0,23-3 80,1-1-1,-1 0 1,33-10-1,20-4 29,14 6-92,181 1-1,-235 11-78,0 2 0,0 2 0,0 1-1,0 1 1,-1 2 0,57 24 0,-28-9-1224,-21-12-1320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09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0 131 3666,'0'0'4258,"98"0"-3858,84-27-272,34 9-96,19-2-16,-9 2-16,-15 3-16,-30 0-96,-47 6-1233,-45 3-15,-60 3-1650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09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4418,'0'0'1121,"-18"207"-497,18-94-128,-3 12-368,3-12-80,0-3-16,0-21-16,3-24-16,15-17-32,3-27-864,-4-18-1425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0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3233,'0'0'2001,"0"28"-1913,0 18-60,9 351 123,-2-302-142,-3-23 15,21 106-1,-22-172-8,-1-13 85,0-14 14,3-56 135,21-109-1,-22 164-253,2 0 0,0 0 0,1 1 0,2 0 0,0 0 0,1 1 0,1 0-1,0 1 1,27-32 0,-33 46-2,0 0 0,1 0 0,0 0 0,-1 1 0,2 0-1,-1 0 1,0 1 0,1 0 0,11-4 0,-16 6 1,1 0-1,-1 0 1,1 0-1,-1 1 1,1-1 0,-1 1-1,1 0 1,-1 0-1,1 0 1,0 0 0,-1 0-1,1 1 1,-1-1-1,1 1 1,-1 0 0,1-1-1,-1 1 1,0 0-1,1 0 1,-1 1 0,0-1-1,0 0 1,1 1-1,-1 0 1,0-1 0,-1 1-1,1 0 1,0 0 0,0 0-1,1 3 1,2 4-5,-1 0 0,0 0 1,-1 0-1,0 0 0,0 1 1,-1-1-1,2 17 0,1 75-37,-5-77 46,0 59 2,-2-32 0,7 58 0,-4-102 1,0 0 1,1 0 0,-1 1 0,1-1-1,1 0 1,-1 0 0,1-1 0,0 1-1,1-1 1,7 12 0,-7-15-1,-1 1 0,1 0 0,-1-1 0,1 0 0,0 0-1,0 0 1,0 0 0,1-1 0,-1 0 0,1 0 0,-1 0 0,1 0 0,0-1 0,-1 1 0,1-1-1,7 0 1,3 1 2,1-1 0,0 0 0,0-1 0,-1-1 0,1-1 0,-1 0 0,24-6 0,-29 4 3,1 0-1,-1 0 1,0-1-1,-1 0 1,1-1 0,-1 0-1,0 0 1,0-1-1,-1 0 1,0-1-1,11-13 1,-8 7 1,-1 0-1,-1 0 1,-1-1 0,0 0-1,-1-1 1,0 0 0,-2 0-1,0 0 1,0-1-1,3-25 1,-3-13 148,-1-106 0,-5 101 89,-3 45 199,1 15-118,-2 9-269,-2 30-74,2-1-1,2 1 0,1 55 1,2-44 23,0 151 22,0-197-40,0 0 0,0 0 1,1 0-1,-1 0 0,1 0 1,0 0-1,0 0 0,3 5 1,-3-8-56,-1 1 0,1-1 0,0 0 0,0 0 1,0 0-1,0 0 0,0 0 0,0-1 0,0 1 1,0 0-1,1 0 0,-1-1 0,0 1 0,0 0 1,1-1-1,-1 0 0,0 1 0,0-1 0,1 0 0,-1 1 1,1-1-1,-1 0 0,0 0 0,1 0 0,-1 0 1,2-1-1,18-1-1874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0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0 4258,'0'0'1345,"-104"27"-1025,128-27 80,3 0-208,-1 0-192,-2-6-1713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0.9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0 468 496,'0'0'2903,"5"7"-1711,-4-5-1166,-1-1 0,1 0-1,-1 0 1,1 0 0,0 0-1,-1 0 1,1 0 0,0 0-1,0-1 1,0 1 0,-1 0-1,1 0 1,0 0 0,0-1-1,0 1 1,0-1 0,0 1-1,1-1 1,-1 1 0,0-1-1,0 1 1,0-1 0,0 0-1,0 0 1,1 0 0,-1 0-1,0 0 1,0 0 0,0 0-1,1 0 1,-1 0 0,2-1-1,2-2 16,0 0-1,0-1 0,0 1 0,-1-1 0,1 0 1,-1-1-1,6-7 0,24-28 172,56-86 0,-74 101-20,-2-2-1,-1 0 1,-1 0-1,16-55 1,-25 73-104,-1 1 1,0 0-1,-1-1 0,0 1 1,0-1-1,-1 0 0,0 1 1,-3-18-1,4 26-76,-1 0 0,0 0 0,0-1 1,0 1-1,0 0 0,0 0 0,0 0 0,0-1 0,0 1 1,0 0-1,0 0 0,-1 0 0,1 0 0,0-1 0,0 1 0,0 0 1,0 0-1,0 0 0,0 0 0,0-1 0,0 1 0,0 0 1,-1 0-1,1 0 0,0 0 0,0 0 0,0-1 0,0 1 0,0 0 1,-1 0-1,1 0 0,0 0 0,0 0 0,0 0 0,-1 0 1,1 0-1,0 0 0,0 0 0,0 0 0,0 0 0,-1 0 1,1 0-1,0 0 0,0 0 0,0 0 0,-1 0 0,1 0 0,0 0 1,0 0-1,0 0 0,0 0 0,-1 0 0,1 0 0,0 0 1,-4 15 30,5-7-49,0 0-1,1 0 0,0 0 0,0 0 1,0-1-1,1 1 0,6 9 0,33 53 18,-16-29-2,1 6-7,39 89 0,-56-108-52,-1-1 1,-1 2 0,-1-1 0,-2 1 0,2 30 0,-6-49 21,1 8-50,-1-1 1,-1 1-1,0-1 0,-5 31 1,4-45 75,0 0 0,-1 0 0,1-1 0,-1 1 0,1 0 1,-1-1-1,0 0 0,0 1 0,0-1 0,0 0 0,-1 0 1,1 0-1,0 0 0,-1 0 0,0-1 0,1 1 0,-1-1 1,0 1-1,0-1 0,1 0 0,-4 0 0,4 0 20,0 0-1,1-1 1,-1 0-1,1 1 1,-1-1-1,0 0 1,1 0-1,-1 0 1,0 0 0,1 0-1,-1 0 1,0 0-1,1 0 1,-1-1-1,0 1 1,1-1-1,-1 1 1,1-1-1,-1 0 1,1 1-1,-1-1 1,1 0-1,-1 0 1,1 0 0,0 0-1,0 0 1,0-1-1,-1 1 1,1 0-1,0 0 1,0-1-1,0 1 1,1-1-1,-1 1 1,0-1-1,0-2 1,-1-4 69,1 0 0,0 0-1,0-1 1,1-15 0,0 9-28,0 14-59,0 0-1,1 1 1,-1-1-1,0 1 1,0-1-1,0 1 1,0-1-1,1 0 1,-1 1-1,0-1 1,1 1-1,-1-1 1,0 1-1,1-1 1,-1 1-1,0 0 1,1-1-1,-1 1 1,1-1-1,-1 1 1,1 0-1,-1-1 1,1 1-1,-1 0 1,1 0-1,-1-1 1,1 1-1,0 0 1,-1 0-1,1 0 1,-1 0-1,1 0 1,0 0-1,27 0-456,-17 0-240,8 0-1699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1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289 238 736,'0'0'7668,"-5"21"-7559,-15 67-173,19-85 64,1-1 0,-1 1-1,1 0 1,0 0 0,-1-1 0,1 1-1,1 0 1,-1-1 0,0 1 0,1 0-1,-1-1 1,1 1 0,0-1 0,0 1-1,0 0 1,0-1 0,0 0 0,0 1-1,1-1 1,-1 0 0,1 0 0,0 0-1,0 0 1,0 0 0,0 0 0,0 0-1,0 0 1,0-1 0,0 1 0,5 1-1,1 0 13,0-1-1,0 0 0,0-1 0,1 0 1,-1 0-1,0 0 0,11-2 1,-14 1 1,0 0-12,0-1 0,-1 0 0,1 0 0,0 0 1,-1-1-1,1 1 0,-1-1 0,0 0 0,0-1 0,1 1 0,-1-1 0,-1 0 0,1 0 0,0 0 0,-1 0 0,1 0 0,-1-1 0,0 0 0,0 0 0,-1 0 0,1 0 1,-1 0-1,3-6 0,1-2-64,-1 0 0,0-1 0,-1 0 0,0 0 0,-1 0 0,-1 0 1,2-20-1,-3 19-62,-1-1 0,0 1 0,-1 0 0,-3-17 1,3 25 94,-1 0 1,0 0-1,0 1 1,-1-1 0,1 0-1,-1 1 1,0 0 0,-1-1-1,1 1 1,-1 0 0,-9-8-1,4 5 34,-1 0 0,0 0 0,0 1 0,-1 0 0,0 1 0,0 0 0,-1 1 0,0 0 0,0 1 0,0 0-1,0 1 1,0 0 0,-1 1 0,0 1 0,1 0 0,-1 0 0,0 1 0,-14 3 0,19-2 17,0 1 1,0 0-1,0 1 0,1 0 1,-1 0-1,1 1 0,0 0 1,0 0-1,0 0 0,1 1 1,-1 0-1,1 1 0,0-1 1,1 1-1,-1 0 0,1 1 1,1-1-1,-1 1 0,-5 10 1,-3 7 38,1 1 0,1 1 1,1 0-1,-10 40 0,13-38 38,1-1 0,2 1 0,1-1 0,1 1 0,1 0 0,4 39 0,-2-55-86,1 0 0,0 1 0,1-1 1,0 0-1,1-1 0,0 1 0,1-1 1,1 1-1,-1-1 0,2-1 0,-1 1 1,2-1-1,-1-1 0,1 1 0,1-1 1,15 13-1,-10-12-29,1-1-1,0 0 1,0-2 0,1 0 0,0 0-1,0-1 1,1-1 0,-1-1-1,25 3 1,0-2-654,1-2 1,71-5-1,22-10-2330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1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 9 4882,'0'0'2303,"-29"-2"-2154,11 0-126,7 0-15,-1 1 0,1 0-1,0 1 1,-1 0 0,-17 3 0,24-2-6,1 0 1,0 0-1,0 1 0,0-1 1,0 1-1,0 0 1,0 0-1,0 0 0,1 1 1,-1 0-1,1-1 1,-1 1-1,1 0 0,0 0 1,0 1-1,1-1 1,-1 1-1,1-1 1,-1 1-1,1 0 0,-2 7 1,-4 8 72,2 2-1,0-1 1,1 1 0,-3 36 0,3 87 391,5-131-435,1 1-1,0 0 1,1-1 0,0 1-1,1-1 1,0 1-1,9 20 1,-8-26-22,0 0-1,0-1 0,1 1 1,0-1-1,1 0 1,-1-1-1,1 1 1,1-1-1,-1 0 1,1 0-1,0-1 1,15 9-1,-8-8 20,-1-1 1,1 0-1,0-1 1,0 0-1,0-1 1,1-1-1,-1 0 1,1-1-1,-1 0 1,1-2-1,0 1 0,-1-2 1,0 0-1,16-4 1,-23 3-19,1 0-1,-1 0 1,1-1 0,-1 0 0,0 0 0,0 0-1,-1-1 1,1 0 0,-1-1 0,0 1-1,0-1 1,-1 0 0,0-1 0,0 1 0,0-1-1,-1 0 1,0 0 0,4-12 0,-1 1 8,-1 0 1,0 0-1,-2-1 1,0 0-1,-1 0 0,-1 0 1,0-19-1,-1 26-20,-1 0-1,-1-1 1,0 1-1,-1 1 1,0-1-1,0 0 1,-1 0-1,-1 1 1,0-1-1,-1 1 0,0 0 1,-1 1-1,0-1 1,0 1-1,-1 0 1,0 1-1,-1 0 1,0 0-1,-12-10 1,13 12-226,-1 0 0,-1 0 0,0 1 0,0 0 0,0 1 0,0 0 0,-1 0 0,0 1 0,0 0 0,0 1 0,0 0 0,-21-3 0,10 6-3273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2.2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21 207 3185,'0'0'4002,"-3"-21"-3140,0 3-747,-6-42 50,9 60-165,0 1 0,0-1 1,0 0-1,0 0 0,-1 0 1,1 0-1,0 0 0,0 0 1,0 0-1,0 0 0,0 0 1,0 0-1,0 0 0,-1 0 1,1 0-1,0 0 0,0 0 1,0 0-1,0 0 0,0 0 1,0 0-1,0 0 0,-1 0 1,1 0-1,0 0 0,0 0 1,0 0-1,0 0 0,0 0 1,0 0-1,0 0 0,-1 0 1,1 0-1,0 0 0,0-1 1,-2 48-40,11 145 81,-5-166-35,0 0 1,2-1-1,1 0 0,1 0 1,18 37-1,-19-46-19,1 0 0,1-1-1,21 27 1,-26-38-16,-1 0-1,1 0 0,-1-1 0,1 1 0,0-1 1,1 0-1,-1 0 0,0-1 0,1 1 1,0-1-1,-1 0 0,1 0 0,0 0 1,0-1-1,0 0 0,0 0 0,0 0 1,7 0-1,-6-1-4,1-1 0,-1 1 0,1-1 0,-1 0-1,0 0 1,0-1 0,1 0 0,-1 0 0,0 0 0,0-1 0,-1 1 0,10-8 0,-7 4-4,-1 0 0,0-1 1,-1 0-1,1 0 0,-1-1 1,-1 1-1,1-2 0,3-8 1,2-4 35,-2 0 0,0 0 0,-2-1 0,0 0 1,-1 0-1,-2-1 0,3-25 0,0-164 260,-8 157-162,2 38-45,-1 10 16,1 0 0,-1 0 0,0 0 0,-1 1 0,0-1 0,0 0 0,0 0 0,-1 1 0,1-1 0,-6-9 0,5 15 163,-1 8-93,1 193-180,3-106 201,-1-74-184,0 29 123,7 53-1,-5-88-198,0-1 0,1 1-1,0-1 1,1 1 0,1-1-1,0-1 1,1 1 0,11 19-1,-13-27-276,-1-1 0,1 1 0,0 0 0,0-1 1,9 7-1,17 3-2992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2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1 882 4050,'0'0'1334,"3"-30"-537,12-95-370,-14 121-423,0 0 0,0 0-1,0 0 1,0-1-1,0 1 1,1 1-1,0-1 1,0 0 0,0 0-1,0 1 1,0-1-1,1 1 1,0-1-1,0 1 1,0 0 0,0 0-1,0 1 1,0-1-1,1 1 1,-1-1-1,1 1 1,0 0 0,0 0-1,-1 1 1,1-1-1,0 1 1,1 0-1,-1 0 1,4-1 0,-1 2-14,-1 0 1,0 0 0,1 0-1,-1 0 1,0 1-1,1 0 1,-1 1 0,0-1-1,0 1 1,0 1 0,0-1-1,0 1 1,-1 0-1,1 0 1,8 6 0,-4 1 3,0 1 0,0 0 0,-1 1 0,-1 0 0,0 0 0,0 1 0,-1 0 0,-1 0 0,0 0 0,-1 1 0,5 17 0,-2 1 8,-1 0 0,-2 1 0,3 63 0,-8-14 215,0-69 457,0-53 249,-1-16-679,0 15-165,5-49 0,-3 77-77,1 0 1,1 1-1,0-1 1,0 1-1,1 0 1,1 0-1,0 0 1,8-12-1,-4 10-15,0 1 0,1-1-1,0 2 1,1-1 0,1 2 0,0-1-1,13-9 1,-15 15-63,-1 0 0,1 0-1,0 0 1,1 2 0,-1-1 0,1 1-1,0 1 1,0 0 0,0 0 0,21-1 0,-28 3 57,0 1 1,0 0-1,0 0 1,0 0-1,0 0 0,0 1 1,0-1-1,0 1 1,0 0-1,0 1 1,0-1-1,0 1 1,0-1-1,-1 1 1,1 0-1,-1 0 1,1 1-1,3 2 1,-3 0-1,0 0 1,-1 0-1,1 0 1,-1 0-1,0 1 1,-1-1-1,1 1 1,-1 0-1,0 0 1,0 0-1,1 8 1,4 31 3,-3 0 0,-1 0 0,-4 66 0,-1-28 35,2-55-18,-1-15-5,1 0 0,0 0 0,1 0 0,4 21 0,-4-31 2,0 0 1,0 1-1,0-1 1,0 0-1,1 0 0,0 0 1,-1 0-1,1 0 1,0-1-1,1 1 0,-1 0 1,0-1-1,1 0 1,-1 1-1,1-1 0,0 0 1,0 0-1,0-1 1,0 1-1,0 0 0,0-1 1,4 1-1,5 2 10,0-1-1,0 0 1,1-1 0,-1 0-1,0-1 1,1-1-1,0 0 1,-1-1-1,1 0 1,-1 0-1,0-2 1,1 1 0,-1-2-1,0 0 1,-1 0-1,1-1 1,-1 0-1,0-1 1,0 0-1,0-1 1,-1 0 0,0-1-1,11-11 1,-5 2-1,-1-1 1,0 0 0,-2 0 0,0-2-1,-1 0 1,-1 0 0,-1-1 0,-1 0-1,8-25 1,-7 9 63,-1-1 0,-2 0 1,-2-1-1,1-64 0,-9-137 309,-1 181-230,-3 0-1,-14-58 0,7 50-1,10 41-31,-1 0 1,-14-39 0,14 57-29,3 15-138,-5 53 16,2 0-1,5 77 1,1-62 36,-2 9 9,0 3 5,12 111 0,-7-171-17,1 0-1,0-1 1,2 1 0,1-2 0,2 1-1,0-1 1,1-1 0,22 34 0,-30-51-107,1-1-1,0 0 1,0 0 0,1-1 0,0 1 0,0-1-1,0 0 1,1 0 0,-1 0 0,1-1 0,0 0-1,1 0 1,-1-1 0,1 0 0,-1 0 0,1 0-1,0-1 1,0 0 0,0 0 0,10 1 0,22-2-2429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3.0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 6019,'0'0'1809,"193"-36"-1457,-68 30-352,-3 3-1025,-30 3-2368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3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71 267 2817,'0'0'1628,"26"7"-1492,-2 0-100,2 1-12,-1-1 0,1-2 1,1 0-1,41 1 0,-35-6-8,100-1 0,-130 1-12,0-1 0,0 1 0,0-1 0,0 0 0,0 1 0,0-1 0,-1-1-1,1 1 1,0 0 0,0-1 0,-1 1 0,1-1 0,-1 0 0,0 0 0,1 0 0,-1 0 0,0 0 0,2-3-1,-1 1 47,-1-1 0,1 1 0,-1-1 0,0 1-1,0-1 1,0 0 0,-1 0 0,0 0 0,0 0-1,1-7 1,-2 5 60,1 0 1,-1 0-1,0 0 0,-1-1 0,0 1 0,0 0 1,0 0-1,-1 0 0,0 0 0,-1 0 0,1 1 1,-1-1-1,0 1 0,-1 0 0,-7-10 0,3 8-40,-1 0 0,1 1 1,-2 0-1,1 1 0,-1 0 0,0 0 0,0 1 0,-1 0 0,1 1 0,-1 0 0,0 1 1,-15-2-1,-9-1 24,0 2 1,-60 1-1,88 3-93,0 0 0,0 0 0,0 0 0,0 1 0,1 1-1,-1-1 1,0 1 0,1 0 0,-1 0 0,1 1 0,-1 0-1,1 0 1,0 0 0,1 1 0,-1 0 0,0 0-1,1 0 1,0 1 0,0 0 0,0 0 0,1 0 0,0 1-1,0-1 1,0 1 0,-3 8 0,1-3-6,0 1 1,1 1-1,1-1 0,0 1 1,1 0-1,-3 25 1,3-8-6,3 60 1,1-78 9,1 1 0,0-1 0,0 1 0,1-1 0,1 0 0,0 0 0,1 0 0,0-1-1,0 1 1,10 13 0,-5-11-38,1-1 0,0 0 0,1 0 0,0-1 0,1-1 0,0 0 0,15 10 0,-4-6-38,1-2 0,0 0 1,1-1-1,1-2 0,0 0 1,0-2-1,1-1 1,0-1-1,29 2 0,-26-5-82,0-1 1,46-4-1,-68 2 119,0-2 0,1 1 0,-1-1 0,0-1 0,0 1 0,-1-1 1,1-1-1,-1 0 0,1 0 0,-1-1 0,0 0 0,10-8 0,-7 3 24,-1-1-1,-1 1 0,0-2 0,0 1 1,-1-1-1,-1 0 0,12-25 1,-10 14 7,-1-1 0,0 0 1,7-44-1,-8 7 893,-2-1 0,-4-77-1,-2 96 679,-18 267-1489,0 4 119,19-191-156,0-35-13,0-22 235,0 19-256,-1-91 158,20-159 0,-17 244-182,-1-1 0,1 0-1,1 1 1,-1-1 0,1 1-1,0 0 1,1 0 0,0 0-1,0 0 1,0 1 0,1-1 0,0 1-1,0 0 1,1 1 0,-1-1-1,1 1 1,1 0 0,-1 1-1,1 0 1,-1 0 0,14-6-1,6 0-139,0 2-1,1 1 0,0 1 0,49-5 1,-59 9 115,235-28-621,-239 28 715,-21 4 62,0 1 1,1 1 0,-1-1-1,1 1 1,0 1-1,0-1 1,0 1-1,1 0 1,0 1 0,0 0-1,-9 10 1,2 0-101,1 1-1,0 0 1,-15 30 0,19-30 61,0 1 0,2 0 0,0 0 0,1 1 0,1-1 0,0 1 0,2 0 1,-1 27-1,3-36-24,0 0 0,0-1 1,1 1-1,0-1 0,1 1 1,0-1-1,1 1 0,0-1 1,0 0-1,1 0 0,0-1 1,1 1-1,0-1 1,0 0-1,0 0 0,1 0 1,1-1-1,8 9 0,-4-8-32,0 0 1,1-1-1,0 0 0,0-1 0,1 0 0,-1-1 1,21 5-1,-3-3-66,0-1-1,40 3 1,-38-7-474,-1-1-1,0-2 1,38-5-1,-15-4-3234,58-20-1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4.7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51 247 3586,'0'0'843,"-7"-28"-246,-21-92-164,21 90 828,-2-39 611,10 111-1700,12 169-102,-2-75 20,-10-104-146,-1-16-165,1 1-1,0-1 1,1 1-1,1-1 1,0 0-1,10 28 1,-12-43 73,-1 0-1,1 1 1,0-1 0,-1 0 0,1 0-1,0 0 1,0 0 0,-1-1 0,1 1-1,0 0 1,0 0 0,0 0 0,2 0-1,7 1-2724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4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24 3826,'0'0'1905,"-184"66"-1857,166-31 64,18-8 16,30-9 112,41-12 64,13-6 144,-4 0-272,-18-18-80,-23-9-32,-18 0 32,-21-5 177,0 5 159,-6 3-432,-21 9-144,6 9-1745,6 6-3970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5.4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0 559 3442,'0'0'2329,"28"-20"-1793,-5 3-443,32-22 149,78-75-1,-109 90-125,-1 0-1,-1-2 1,34-52-1,-49 68-25,-1 0-1,-1-1 1,0 0 0,0 0-1,-1-1 1,0 1-1,-1-1 1,-1 0 0,0 1-1,0-1 1,-1 0-1,-1 0 1,0-1 0,-2-11-1,2 22-69,0 1 0,0-1 0,-1 1 0,1 0 0,-1-1-1,1 1 1,-1-1 0,0 1 0,0 0 0,1 0 0,-1-1 0,0 1-1,0 0 1,0 0 0,0 0 0,0 0 0,-1 0 0,1 0 0,0 0-1,0 0 1,-1 1 0,1-1 0,0 0 0,-1 1 0,1-1-1,-2 1 1,-3-2 51,0 1 0,-1 1 0,1-1 0,-12 1 0,8 1-1,10-1-71,0 0 1,-1 0 0,1 0-1,0 0 1,-1 0 0,1 0-1,0 0 1,-1 0 0,1 0-1,0 0 1,-1 0 0,1 0-1,0 1 1,-1-1 0,1 0-1,0 0 1,-1 0 0,1 1-1,0-1 1,0 0 0,-1 0-1,1 1 1,0-1 0,0 0-1,0 0 1,-1 1 0,1-1-1,0 0 1,0 1 0,0-1-1,0 0 1,0 1 0,0-1-1,0 0 1,0 1 0,-1-1-1,1 0 1,0 1 0,0-1-1,0 0 1,1 1 0,3 15-58,1-8 42,0-1-1,0-1 1,1 1 0,-1-1 0,2 0 0,-1 0-1,0 0 1,1-1 0,0 0 0,13 6 0,-4 0 7,19 12 16,21 13-103,-2 2-1,67 62 1,-108-87 33,1 1-1,-2 0 1,0 0-1,-1 1 1,0 1-1,-1 0 1,-1 1-1,0-1 0,-1 2 1,-1-1-1,-1 1 1,-1 0-1,4 22 1,-7-33 28,-1 1 1,-1-1-1,0 0 1,0 0 0,0 1-1,-1-1 1,0 0-1,0 0 1,-1 0-1,-4 14 1,4-17 32,-1 0 0,1 1-1,-1-1 1,0-1 0,0 1 0,0 0 0,0-1-1,-1 1 1,1-1 0,-1 0 0,0 0 0,0-1-1,0 1 1,0-1 0,-1 0 0,-7 3 0,-9 1 22,1-2 0,0 0 1,-1-2-1,0 0 1,-33-2-1,44 1-1,1-1-1,0-1 0,0 0 0,0 0 1,0-1-1,0 0 0,-15-6 0,20 6 4,1 0 0,-1 0 0,1 0 0,0 0 0,0 0 0,0-1 0,0 1-1,1-1 1,-1 0 0,1 0 0,-1 0 0,1 0 0,0-1 0,0 1 0,1 0-1,-1-1 1,1 1 0,-1-1 0,1 0 0,-1-5 0,1 3 35,-1 0 1,2 1-1,-1-1 1,1 0-1,-1 0 1,1 0-1,1 0 1,-1 0-1,3-8 1,-2 12-51,0-1 1,0 0-1,1 1 1,-1-1-1,1 1 0,-1-1 1,1 1-1,0 0 1,0-1-1,0 1 1,0 0-1,0 0 0,0 1 1,1-1-1,-1 0 1,1 1-1,-1-1 1,1 1-1,0 0 0,3-1 1,8-3-9,0 2-1,0 0 1,0 0 0,1 1 0,21 0-1,-25 2-7,-1 0-1,1 1 1,-1 0-1,0 1 1,1 0-1,-1 0 1,0 1-1,15 7 1,2 6-52,-22-12-229,1 0 0,0 0 0,0-1 0,0 0 0,7 2 0,9-2-4006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5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4178,'0'0'3500,"0"-23"-2465,0-51-353,0 65-536,0 10-53,0 53-147,29 433-108,-28-478-153,2 20-81,-3-28 263,0 0 0,0-1 0,0 1-1,0 0 1,0-1 0,0 1 0,1 0 0,-1-1 0,0 1-1,0 0 1,1-1 0,-1 1 0,0-1 0,1 1-1,-1 0 1,1-1 0,-1 1 0,1-1 0,-1 1 0,1-1-1,-1 1 1,1-1 0,-1 0 0,1 1 0,0-1-1,-1 0 1,1 1 0,0-1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6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1 5619,'0'0'544,"-116"169"-384,119-125 128,54-17-176,20-18 144,6-9-48,-14 0 48,-19-27-144,-20-8 257,-21-4 111,-9 0 144,-9 1-240,-24 8-384,6 12-16,13 12-912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6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1 357 2481,'0'-1'5082,"0"-3"-4986,-1-29 346,2 0-1,1 0 1,11-51 0,-11 74-447,0 1 1,1 0-1,1 1 0,-1-1 1,1 1-1,1-1 1,-1 1-1,1 0 0,1 1 1,0-1-1,0 1 1,0 0-1,1 1 0,0-1 1,0 1-1,0 1 1,13-8-1,-16 11-4,-1-1-1,1 1 1,0 1-1,-1-1 1,1 0 0,0 1-1,0 0 1,0 0-1,0 0 1,0 0 0,0 1-1,0 0 1,1 0-1,-1 0 1,0 0-1,0 0 1,0 1 0,0 0-1,0 0 1,0 0-1,0 0 1,0 1 0,0-1-1,-1 1 1,1 0-1,0 0 1,-1 0 0,0 1-1,1-1 1,-1 1-1,0 0 1,0 0 0,-1 0-1,1 0 1,0 1-1,-1-1 1,0 1 0,0-1-1,3 8 1,4 12-20,-1 1-1,-1 0 1,-1 0 0,-1 0-1,4 47 1,-7 126-94,-3-169 120,1-10 11,-2 0 0,0 0 0,-8 28 0,10-44 40,0-10 126,-1-26-121,1 1 0,2-1 0,2 1 0,1 0 0,1 0 0,16-47 0,-9 48-127,1 0 0,2 1 1,22-32-1,-29 50-140,1 0 1,0 0-1,0 1 1,2 1-1,-1 0 0,1 0 1,1 1-1,27-16 1,-35 23 109,1 0 1,0 1-1,0-1 1,0 1-1,0 0 1,0 1 0,0 0-1,10-1 1,-14 2 91,0 0 1,1 0 0,-1 0 0,0 1 0,1-1 0,-1 1-1,0-1 1,0 1 0,0 0 0,1 0 0,-1 0 0,0 0-1,0 0 1,0 0 0,0 1 0,-1-1 0,1 1 0,0-1-1,0 1 1,-1 0 0,1-1 0,-1 1 0,0 0 0,0 0-1,1 0 1,0 3 0,2 6 7,0 0 0,0 1 1,-1-1-1,-1 1 0,0-1 0,1 19 1,-4 77 100,-1-46 43,-7 101 431,1-57-206,8-98-356,-1 0 0,1-1-1,0 1 1,0 0 0,1-1 0,0 1-1,0-1 1,3 8 0,-3-12-53,1 0 0,-1 0 1,0 0-1,1 0 0,0-1 1,-1 1-1,1 0 0,0-1 0,0 1 1,0-1-1,0 0 0,0 0 0,0 0 1,0 0-1,1 0 0,-1 0 0,0 0 1,0-1-1,1 1 0,-1-1 0,0 0 1,1 1-1,4-1 0,50 1-2002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7.3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278 250 5475,'0'0'1301,"-4"13"-1279,-10 38 31,14-50-53,0-1 0,0 1 0,0 0 0,0-1 1,0 1-1,1 0 0,-1-1 0,0 1 0,0-1 0,1 1 0,-1-1 0,0 1 0,1-1 0,-1 1 0,1-1 0,-1 1 0,0-1 0,1 1 1,-1-1-1,1 0 0,-1 1 0,1-1 0,0 0 0,-1 1 0,1-1 0,-1 0 0,1 0 0,-1 1 0,1-1 0,0 0 0,-1 0 1,1 0-1,0 0 0,-1 0 0,1 0 0,0 0 0,27-2 19,-24 2-4,1-1 3,-1 0-1,0-1 0,0 1 0,0-1 0,0 1 1,0-1-1,0-1 0,-1 1 0,1 0 0,-1-1 1,1 0-1,-1 0 0,0 0 0,0 0 0,0 0 0,0 0 1,-1-1-1,0 0 0,1 1 0,-1-1 0,0 0 1,-1 0-1,1 0 0,-1 0 0,2-8 0,-1 5 17,-1 1 0,0-1 0,0 0 0,-1 0-1,1 0 1,-2 0 0,1 0 0,-1 0 0,0 0 0,0 0-1,-1 0 1,0 1 0,0-1 0,0 1 0,-1-1-1,-5-8 1,0 5-32,1 0-1,-2 1 1,1 0-1,-1 1 1,-1-1-1,1 2 1,-1-1-1,-1 1 1,1 1 0,-1 0-1,0 1 1,-1 0-1,1 0 1,-1 1-1,0 1 1,0 0-1,0 0 1,-1 2-1,1-1 1,-17 1-1,24 2-3,1-1-1,-1 1 1,1 0-1,-1 0 1,1 1-1,-1-1 0,1 1 1,0 0-1,0 0 1,0 0-1,0 1 1,0 0-1,0-1 1,1 1-1,-1 1 0,1-1 1,0 0-1,0 1 1,0-1-1,0 1 1,1 0-1,-1 0 1,-1 6-1,-3 3-2,1 1 0,1 0 0,0 0 0,1 1 0,0-1 0,-2 20 0,4-12 7,0 0 0,1 0-1,1 1 1,1-1-1,2 0 1,4 25 0,-3-32 4,0 0 0,2-1 0,-1 1 0,1-1 0,1-1 0,1 1 0,0-1 0,0 0 0,18 18 0,-16-19-18,1-2-1,1 1 1,0-1-1,0-1 1,1 0-1,0-1 1,1 0-1,0-1 1,0-1-1,0 0 1,1-1-1,0 0 1,0-1-1,0-1 1,0 0-1,1-1 1,-1-1-1,26-1 1,-28-1-1,-1-1 0,1 0 0,0 0 0,-1-2 0,1 1 0,-1-2 0,0 0 0,0 0 0,-1-1 0,0 0 0,0-1 0,0 0 0,-1-1 0,0 0 0,0-1 0,-1 0 0,13-16 0,-6 6 16,-1-1-1,-1-1 1,0 0-1,-2-1 1,0-1 0,-2 1-1,0-2 1,6-27-1,-6 8 189,-3-2-1,-2 1 1,-1 0-1,-3-61 1,-1 98-146,-3-2 307,-3 16-309,-5 21-107,-1 36 71,3 1 1,-1 70-1,7 112 298,3-202-128,-2-125-23,0 35-244,2-1 0,2 0 0,10-65 0,-10 99 0,1-1 0,0 2 0,1-1 0,1 0-1,-1 1 1,2 0 0,0 0 0,0 0 0,1 1 0,0 0 0,0 0 0,1 0 0,1 1 0,0 1 0,0-1 0,0 2 0,19-13-1,-12 12-6,0 1 0,0 0-1,1 1 1,-1 0-1,1 2 1,0 0 0,29-2-1,128 1-66,-122 5 184,-49 0 738,-7 0 397,1 1-1103,-1-1 0,1 1 0,0 0 0,-1 1 0,1-1-1,0 0 1,0 1 0,-1 0 0,1 0 0,0 0 0,1 0 0,-1 0 0,0 1-1,1-1 1,-3 4 0,-37 45-12,39-47-8,-6 9-17,0 1-1,1 0 1,0 0-1,1 1 1,1-1-1,0 2 1,-5 25 0,6-16 14,2-1 1,1 0-1,1 0 1,2 35-1,0-51-88,-1 1 0,2-1-1,-1 0 1,1 0 0,0 0 0,1-1 0,0 1-1,0 0 1,1-1 0,0 0 0,0 0 0,1 0-1,-1 0 1,2-1 0,-1 0 0,1 0 0,-1 0-1,2-1 1,-1 0 0,1 0 0,-1 0-1,1-1 1,1 0 0,-1 0 0,0-1 0,1 0-1,0 0 1,0-1 0,0 0 0,10 1 0,46 1-2041,-6-4-1547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7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64 498 2945,'0'0'3143,"36"-20"-3175,117-59 27,-143 75 5,0 0 0,-1 1 0,1 0 0,0 0 0,1 1 0,-1 0 0,0 1 0,1 1 0,-1-1 0,14 2 0,13 0-8,-14-2 3,52-6-114,-70 6 110,0 0 0,-1 0-1,1 0 1,-1 0 0,0-1 0,1 0 0,-1 0 0,0 0 0,0 0-1,0-1 1,0 1 0,4-5 0,-6 4 39,0 1 1,-1-1-1,1 0 0,-1-1 0,0 1 1,1 0-1,-1 0 0,-1 0 0,1-1 1,0 1-1,-1-1 0,0 1 0,1 0 1,-1-1-1,-1 1 0,1-1 1,0 1-1,-2-6 0,0-1 78,-1 0-1,0 0 1,-1 0-1,-9-17 0,3 9 11,-1 0 0,0 2-1,-2-1 1,0 2-1,-1-1 1,-19-15-1,23 22-45,0 1-1,-1 1 0,0-1 0,0 2 0,0-1 1,-1 2-1,0 0 0,0 0 0,-1 1 0,-24-5 1,23 7-41,1 1 0,-1 0 1,1 1-1,-1 0 0,-18 3 0,25-1-22,0 0 0,0 0 0,0 0 0,0 1-1,1-1 1,-1 2 0,1-1 0,0 1 0,0 0-1,0 0 1,-8 8 0,2 0 66,0 1 1,1 1-1,1-1 0,0 1 0,1 1 0,1 0 1,0 0-1,1 1 0,0 0 0,2 0 1,0 1-1,0-1 0,2 1 0,0 0 1,1 0-1,1 0 0,0 1 0,1-1 0,3 18 1,-1-26-53,1 1 1,0-1 0,0 1 0,1-1 0,0 0-1,1-1 1,0 1 0,0-1 0,1 0-1,0 0 1,0 0 0,1-1 0,0 0 0,0 0-1,1-1 1,-1 0 0,2 0 0,-1-1-1,0 0 1,10 3 0,7 4-100,0-2-1,1 0 1,0-2 0,0-1 0,1-2-1,32 4 1,74-2-2333,-7-7-2231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8.6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424 308 976,'0'0'5219,"5"-30"-5374,15-99 302,-18 115-43,0 0 0,-1-27-1,-1 26 5,0 13-79,0 1 1,0-1 0,0 0-1,-1 0 1,1 1 0,-1-1-1,1 0 1,-1 1-1,1-1 1,-1 1 0,0-1-1,0 1 1,0-1 0,0 1-1,0-1 1,0 1 0,0 0-1,0-1 1,-1 1-1,1 0 1,0 0 0,-1 0-1,1 0 1,-1 0 0,1 0-1,-1 1 1,0-1 0,1 0-1,-1 1 1,-3-1 0,-5-1 49,0 0 1,0 1 0,0 1 0,-14 0-1,12 0-89,-1 0 15,1 1 1,-1 0-1,1 0 0,-1 2 1,1-1-1,0 1 0,0 1 1,0 1-1,1-1 0,0 2 1,-1-1-1,2 2 0,-1-1 1,1 1-1,0 1 0,0 0 1,1 1-1,0-1 0,-14 19 1,11-11-12,0-1 1,1 1 0,1 1-1,1 0 1,0 1 0,1-1-1,1 1 1,0 1 0,2 0-1,0 0 1,1 0 0,1 0-1,1 0 1,0 1 0,2-1-1,0 1 1,5 36 0,-3-51-3,-1 0 1,1 0-1,-1 0 1,1 0-1,1 0 1,-1-1-1,1 1 1,-1-1-1,1 0 1,1 0-1,-1 0 1,0 0-1,8 6 1,-4-5 0,0 0-1,0-1 1,0 1-1,1-2 1,0 1-1,0-1 1,14 4-1,0-2-28,0-1 0,1-1 0,-1-2 0,1 0-1,30-2 1,-44 0-7,1-1 0,-1 0 0,1 0 0,-1-1 0,0 0 0,0-1 0,0 0 0,0 0 0,0-1-1,-1 0 1,0 0 0,0-1 0,-1 0 0,1-1 0,-1 0 0,-1 0 0,1 0 0,-1-1 0,7-11 0,-4 5 61,-1 0 0,-1-1 0,0 0 0,-1-1 1,0 1-1,-1-1 0,-1 0 0,-1 0 0,0-1 0,1-26 0,-4-65 540,-4 77-179,4 29-343,-1 1 0,1 0 0,-1 0 0,0 0 0,0 0 0,0 0 0,0 0 0,0 0 1,1 0-1,-2 0 0,1 0 0,0 0 0,0 1 0,0-1 0,0 0 0,0 1 0,-1-1 0,1 1 0,0-1 1,-2 1-1,2 0-36,0 0 0,0 0 0,1 0 0,-1 0-1,0 1 1,0-1 0,0 0 0,0 1 0,1-1 0,-1 0 0,0 1 0,0-1 0,0 1 0,1-1 0,-1 1 0,0 0 0,1-1 0,-1 1 0,1 0 0,-1-1 0,1 1 0,-1 0 0,1 0 0,-1-1 0,1 1 0,0 0 0,-1 0 0,1 0 0,0 0 0,0-1 0,-1 3 0,-8 34-54,8-32 58,-5 41 15,2 0-1,2 72 1,2-83-22,0-22-5,1-1-1,0 1 1,0 0-1,5 15 1,-4-23-9,-1 0 0,1-1 0,0 1 1,0-1-1,0 1 0,0-1 0,1 0 0,0 0 1,0 0-1,0 0 0,0 0 0,1-1 1,5 5-1,-7-6-7,0-1-1,0 0 1,0 0 0,0 0 0,0 0 0,1 0 0,-1 0-1,0 0 1,1-1 0,-1 1 0,0-1 0,1 0 0,-1 0-1,0 0 1,1 0 0,-1 0 0,1 0 0,-1-1 0,0 1 0,1-1-1,3-1 1,-2 0 0,0 0 1,0 0-1,-1 0 0,1 0 1,-1-1-1,1 0 0,-1 1 1,0-2-1,0 1 0,5-5 0,13-20 46,0-1-1,-2-1 0,-1 0 0,-2-1 0,0-1 0,-3 0 0,0-1 0,-2-1 0,7-39 0,-11 14 315,0-106 1,-1 168-345,21 20-39,-1 1 0,-2 1 0,0 2 0,26 36 0,-41-49 29,0 0 0,0 1 0,-1 0 1,-1 0-1,-1 1 0,0 0 0,-1 0 0,0 1 1,-2-1-1,0 1 0,1 21 0,-4-31 9,1 7-24,-1 1 0,-1-1 0,-3 21 1,3-31 26,0 0 0,0 0 0,0-1 0,-1 1 0,0 0 0,1 0 1,-1-1-1,-1 0 0,1 1 0,0-1 0,-1 0 0,0 0 1,0 0-1,1 0 0,-2-1 0,-3 4 0,-2 0 25,-1-1-1,-1 0 1,-17 6-1,11-4 79,26-6 116,328 19-237,-331-20 22,11 2-10,-1 0 0,1-1 0,25-3 0,-37 2 11,0-1 0,-1 0 0,0 0 0,1 0 0,-1-1 0,0 1 1,1-1-1,-1 0 0,0-1 0,0 1 0,-1-1 0,1 1 0,0-1 0,-1 0 0,0 0 0,0-1 1,5-5-1,0-4 42,0 0 1,-1-1 0,0 0 0,-1 0 0,-1 0 0,0-1-1,-1 0 1,-1 1 0,2-20 0,-1-17 127,-2-73 1,-3 66-127,0 36 69,-1 0 0,-1 0 0,-12-41-1,13 54-75,1 96 300,1 258-211,0-195-3339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8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5058,'0'0'1841,"59"92"-8452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9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1 319 912,'0'0'3271,"10"2"-1766,-8-1-1451,0 0-1,1 0 1,-1 0-1,0-1 1,1 0-1,-1 1 1,0-1 0,1 0-1,-1 0 1,1 0-1,-1 0 1,1 0 0,-1-1-1,0 1 1,1-1-1,-1 0 1,0 0-1,1 0 1,-1 0 0,0 0-1,0 0 1,0 0-1,0-1 1,0 1 0,0-1-1,0 1 1,-1-1-1,1 0 1,0 0 0,-1 0-1,0 0 1,1 0-1,-1 0 1,2-4-1,8-14 221,2 1 0,0 1-1,22-25 1,-30 38-248,1-1 1,0 2-1,-1-1 1,2 0-1,-1 1 1,0 0-1,1 1 0,0-1 1,0 1-1,0 0 1,0 1-1,0 0 1,1 0-1,9-1 1,-11 2-37,-1 1 0,1-1 0,-1 1 1,1 1-1,0-1 0,-1 1 0,1-1 0,-1 2 0,1-1 1,-1 1-1,0-1 0,0 1 0,0 1 0,0-1 0,8 6 1,-8-4-7,0 1 0,0 0 1,-1 1-1,1-1 1,-1 1-1,-1-1 0,1 1 1,-1 1-1,0-1 0,0 0 1,0 1-1,1 9 1,1 6 28,-1 0 0,-1 0 0,-2 0 1,0 1-1,-2 23 0,1-8 36,0-26-25,0 0 0,0 0 1,-2 0-1,1 0 0,-1 0 1,-1 0-1,0-1 0,-9 22 0,15-96 1169,0 51-1172,1-1-1,1 1 1,0 1 0,0-1 0,11-15-1,41-55-25,-46 67 3,-8 12 2,15-23-27,2 0 0,38-36 0,-52 56 17,1 1 0,-1-1 0,1 1 0,0 1 0,1-1-1,-1 1 1,1 0 0,0 1 0,0 0 0,0 0 0,0 1 0,0 0 0,0 0 0,1 1 0,8 0 0,-14 1-4,-1 0 1,1 0-1,-1 1 1,0-1-1,1 1 1,-1 0-1,0-1 1,0 1-1,0 0 1,1 1-1,-1-1 1,0 0-1,0 0 1,-1 1-1,1-1 1,0 1-1,0 0 1,-1-1-1,1 1 1,-1 0-1,1 0 1,-1 0-1,0 0 1,0 0-1,0 1 1,0-1-1,0 0 1,0 0-1,-1 1 1,1-1-1,-1 0 1,1 4-1,1 11-39,-1 0-1,0 0 1,-3 28-1,1-21 44,-1 10 8,-8 38-1,6-50 5,1 0 0,1 0 1,0 1-1,2-1 0,3 26 0,-3-44 0,1-1 0,0 1-1,0-1 1,0 0 0,1 1 0,-1-1-1,1 0 1,0 0 0,0 0 0,0 0-1,0 0 1,0-1 0,1 1 0,-1 0-1,1-1 1,0 0 0,0 0 0,0 0-1,0 0 1,0 0 0,0 0 0,0-1-1,0 0 1,1 1 0,-1-1 0,1-1-1,4 2 1,9 1 15,1-1 0,1-1 0,-1 0 0,20-3-1,-24 2-13,6-2-17,0 0-1,0-2 1,-1 0-1,1-1 0,-1-1 1,0-1-1,-1 0 1,0-1-1,0-1 1,31-22-1,-35 22 25,0-2-1,-1 0 0,0-1 0,-1 0 0,0-1 1,-1 0-1,0-1 0,-1 0 0,-1-1 0,0 0 1,-1 0-1,11-32 0,-11 15 107,-1 0-1,-2 0 1,-2 0-1,0-1 1,-3-32 0,0 58-85,0 0 0,0 1 0,-1-1 0,0 1 0,0-1 0,-1 1 0,1-1 0,-2 1 0,1 0 1,-5-10-1,4 12 0,0 0-1,0 0 1,-1 0 0,1 1 0,-1-1 0,0 1 0,1 0 0,-2 0 0,1 0 0,0 1 0,-1-1 0,1 1 0,-1 0-1,-7-2 1,4 1-25,-1 1 0,1-1-1,-1 2 1,1-1-1,-1 1 1,1 1 0,-1-1-1,0 1 1,1 1-1,-1 0 1,0 0 0,1 1-1,-1 0 1,1 0-1,0 1 1,0 0 0,0 0-1,0 1 1,0 0-1,1 0 1,-1 1 0,1 0-1,1 1 1,-1-1-1,1 1 1,0 0 0,0 1-1,0 0 1,-4 8-1,2-3-11,0 2 0,2-1-1,-1 1 1,2 0 0,0 0-1,1 0 1,-4 18 0,3 0 0,2-1 1,0 46 0,3-67 3,0 1 1,0-1 0,1 0-1,1 0 1,0 0-1,0 0 1,1 0 0,0 0-1,1-1 1,0 1-1,0-1 1,1 0 0,0 0-1,1 0 1,0-1-1,0 0 1,1 0 0,0-1-1,0 0 1,14 11-1,-13-13 8,-1 0-1,1-1 1,0 0-1,1 0 1,-1-1 0,0 0-1,1-1 1,0 1-1,-1-2 1,1 1-1,0-1 1,0-1-1,0 1 1,18-3-1,-22 2 9,-1-1 0,1 0-1,-1 0 1,1 0 0,-1 0-1,0-1 1,1 0 0,-1 0 0,0 0-1,0 0 1,0-1 0,-1 1-1,6-6 1,-2 2 20,-1-1 0,0 0 1,-1 0-1,0 0 0,0 0 0,6-13 0,-1-3 128,-1 1 0,-2-1 0,0-1 0,5-31 0,-7 14-30,-2 1 1,-1-46-1,-2 76-124,1 10-124,3 7 14,3 24-163,3 78-20,-5 133 0,-5-185 263,-6 99 9,-6-1 0,-7 0 0,-7-1 0,-6-2 1,-72 206-1,82-294-13,-61 121 1,67-157 22,-1 0 1,-1-1-1,-2 0 0,-1-2 1,0 0-1,-28 23 0,36-38 8,-1 1 0,-1-1 1,1-1-1,-1-1 0,-1 0 0,0-1 0,0 0 0,0-2 0,-1 0 0,0 0 0,0-2 0,0 0 0,0-1 0,0-1 0,-1 0 0,1-1 0,0-1 1,-1-1-1,1 0 0,0-2 0,0 0 0,0 0 0,1-2 0,0 0 0,0-1 0,0 0 0,1-1 0,0-1 0,-22-18 0,19 13 8,2 0 0,0-2-1,0 0 1,2 0 0,0-2-1,1 0 1,1 0 0,-18-36-1,19 28 31,1-1-1,1 0 1,1 0-1,2 0 0,0-1 1,-2-49-1,8 39-39,0 0 0,3 1 0,1-1-1,2 1 1,2 0 0,1 0 0,1 1 0,3 0-1,1 1 1,1 0 0,2 1 0,1 1 0,2 1-1,1 0 1,1 2 0,2 1 0,1 0 0,1 2-1,48-39 1,-52 51-6,0 0 1,0 1-1,1 1 0,1 1 0,0 2 0,0 0 0,33-8 0,-19 9 5,1 2 0,0 2 0,0 1 0,39 2 0,-38 3-21,-40-1 11,1 1-1,0-1 0,-1 0 0,1 0 0,-1 1 1,1-1-1,0 1 0,-1-1 0,1 0 1,-1 1-1,1-1 0,-1 1 0,1-1 1,-1 1-1,0 0 0,1-1 0,-1 1 1,1-1-1,-1 1 0,0 0 0,0-1 1,1 1-1,-1 0 0,0-1 0,0 1 1,0 0-1,0-1 0,0 1 0,0 0 1,0 0-1,0-1 0,0 1 0,0 0 1,0-1-1,-1 1 0,1 0 0,0-1 1,0 1-1,-1 0 0,1-1 0,0 1 1,-1-1-1,1 1 0,0 0 0,-1-1 1,1 1-1,-1-1 0,1 1 0,-1-1 1,1 0-1,-1 1 0,0-1 0,1 1 1,-1-1-1,0 0 0,0 1 0,-8 3-284,0 0-1,-1 0 1,1 0-1,-14 2 1,-72 17-3418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0.6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532 199 4978,'0'0'2415,"-8"-26"-1642,-26-81-114,33 105-645,0 0 0,0 0 0,1 0-1,-1 0 1,-1 0 0,1 0 0,0 1-1,0-1 1,-1 0 0,1 1 0,-1-1-1,1 0 1,-1 1 0,0 0 0,0-1-1,1 1 1,-1 0 0,0 0 0,0 0-1,0 0 1,0 0 0,0 1 0,-1-1-1,1 1 1,0-1 0,0 1-1,0 0 1,0 0 0,-1 0 0,1 0-1,0 0 1,0 0 0,0 1 0,-3 0-1,-9 0 16,-2 0-17,0 1-1,0 0 1,0 1-1,0 1 1,1 0-1,-1 2 1,1-1 0,0 2-1,1 0 1,-27 18-1,20-11-4,1 1 0,1 1 0,0 0 0,1 2 0,1 0 0,-23 31 0,31-35-5,1 1 0,1 0 0,0 0 0,0 0 0,2 1 0,0 0 0,1 0 0,0 0 0,1 1 0,1-1 0,1 1-1,0-1 1,1 1 0,3 21 0,-2-27 0,1 0-1,1 0 0,-1 0 0,2 0 1,0 0-1,0-1 0,0 1 0,2-1 0,11 18 1,-6-14 2,-1-1 0,2-1 0,0 0 0,0-1 0,1 0 0,15 10 0,3-2 5,0-1 0,2-2-1,-1-1 1,2-2 0,57 15 0,-45-18-4,1-1-1,0-3 1,0-1 0,52-2 0,-89-3-2,0 0 1,0-1 0,0 0 0,0-1-1,0 0 1,0 0 0,-1-1 0,11-4-1,-14 4 3,0-1 1,0 1-1,0-1 0,-1-1 0,0 1 0,1-1 0,-2 0 0,1 0 0,0 0 0,-1-1 0,0 1 0,6-12 0,-4 4 15,0 0 0,0-1 0,-1 0 1,-1 0-1,0 0 0,3-28 0,-2-89 150,-5 114-143,-2-29-3,-1 0 0,-3 1 0,-1 0 0,-3 0 0,-2 0 0,-1 2 0,-25-55 0,38 97-33,-3-6-250,1 0 1,-1 0 0,0 0 0,0 1 0,-1-1-1,0 1 1,0 0 0,-1 0 0,0 0-1,0 1 1,-10-10 0,13 14-74,0 0 1,0 1-1,0-1 1,0 0-1,0 1 1,0 0-1,0-1 0,0 1 1,0 0-1,-3 0 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0.8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3986,'15'50'880,"20"10"-448,16 5-31,-1-9-257,13 4-32,-1-7 96,-3-5-112,-2-4-96,-10-17-32,-14-12-2081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1.5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79 295 976,'0'0'3170,"-10"3"-2239,-33 6-243,42-9-664,1 0 0,-1 0-1,0 0 1,0 0 0,0 0-1,1 0 1,-1 0 0,0 0 0,0 0-1,1 0 1,-1-1 0,0 1-1,0 0 1,1-1 0,-1 1-1,0 0 1,1-1 0,-1 1-1,0-1 1,1 1 0,-1-1 0,1 1-1,-1-1 1,1 1 0,-1-1-1,1 0 1,-1 1 0,1-1-1,0 0 1,-1 1 0,1-1-1,0 0 1,-1 0 0,1 1 0,0-3-1,-3-25 135,3 24-96,0-3-36,-1-12 80,0 1 1,4-26 0,-2 38-97,0 0 1,0 1 0,1-1 0,-1 0-1,1 1 1,1 0 0,-1-1 0,1 1-1,0 0 1,0 0 0,6-6 0,0 1-15,1 1 0,1 0 0,-1 0 1,1 1-1,0 1 0,1 0 0,0 1 0,0 0 1,0 0-1,1 1 0,0 1 0,0 0 0,0 1 1,0 1-1,1 0 0,-1 0 0,1 2 0,25 1 1,-35-1-3,0 0 1,0 1 0,0 0-1,0 0 1,0 0 0,0 0 0,-1 1-1,1-1 1,0 1 0,-1 0-1,1 0 1,-1 1 0,0-1-1,0 1 1,0-1 0,0 1 0,0 0-1,0 0 1,-1 0 0,0 1-1,1-1 1,-1 0 0,0 1-1,-1 0 1,1-1 0,-1 1 0,1 0-1,-1 0 1,1 5 0,2 12 3,-1 0 1,0 0 0,-1 0 0,-2 25-1,0-35 5,-1-1 1,0 0-1,0 1 0,-1-1 0,0 0 1,-1 0-1,-8 18 0,9-23 5,-1 0 0,0 0 0,0 0 0,0 0 0,-1 0 0,1-1 0,-1 0 1,0 0-1,-1 0 0,1 0 0,-1 0 0,1-1 0,-1 0 0,0 0 0,-8 3 0,12-5 2,1-1 0,-1 1 0,0-1 0,0 0 0,1 0 0,-1 1 0,0-1-1,0 0 1,1 0 0,-1 0 0,0 0 0,0 0 0,0 0 0,1 0 0,-1 0 0,0 0 0,0 0 0,1 0 0,-1 0 0,0 0 0,0-1-1,1 1 1,-1 0 0,0-1 0,0 1 0,1 0 0,-1-1 0,0 1 0,0-1 0,1-1 29,-1 1 1,0 0 0,1-1-1,-1 1 1,1-1-1,0 1 1,-1 0-1,1-1 1,0 1-1,0-1 1,0 1-1,0-1 1,0 1 0,0-3-1,1-2 66,0 0 1,1 0-1,-1 0 1,1 1-1,1-1 0,-1 0 1,4-5-1,-1 4-121,0 1 0,1 0 0,0 1 1,0 0-1,0 0 0,1 0 0,-1 0 0,1 1 0,0 0 0,1 1 0,-1-1 1,1 2-1,-1-1 0,1 1 0,0 0 0,0 0 0,0 1 0,0 0 0,0 1 0,8 0 1,-13 0-5,0 0 1,0 0 0,0 1-1,0-1 1,0 1-1,-1 0 1,1 0 0,0 0-1,0 0 1,-1 0 0,1 0-1,-1 1 1,1-1-1,-1 1 1,0 0 0,1 0-1,1 2 1,0 1-11,0 0-1,-1 0 1,1 0 0,-1 0-1,-1 1 1,1-1 0,3 12-1,0 4-9,-2 0 0,0 0 0,1 38-1,-4-35 46,0 1 1,-2-1-1,-4 31 0,2-44-3,1 0 1,-1 0-1,-1-1 1,0 1-1,0-1 1,-1 0-1,0 0 1,-1 0-1,-7 9 1,4-8 0,1 0 0,-2-1 0,1 0 0,-1 0 1,-1-1-1,0-1 0,0 0 0,0 0 0,-1-1 0,0 0 1,-1-1-1,1-1 0,-1 0 0,0-1 0,-1 0 0,1-1 1,-1 0-1,1-1 0,-1-1 0,-17 0 0,26-1 8,0 0-1,0 0 0,0 0 1,0-1-1,1 1 1,-1-1-1,0-1 0,1 1 1,-1 0-1,0-1 0,1 0 1,0 0-1,-1-1 0,1 1 1,0-1-1,0 0 1,1 0-1,-1 0 0,1-1 1,-1 1-1,1-1 0,0 0 1,0 0-1,1 0 0,-1 0 1,1 0-1,0 0 1,0-1-1,0 1 0,0-1 1,1 0-1,0 1 0,0-1 1,0-5-1,-1-1-5,0 1-1,1 0 0,1 0 1,0-1-1,0 1 0,1 0 1,3-17-1,-3 22-9,1-1 1,0 1-1,0-1 0,0 1 1,1 0-1,0 0 1,0 0-1,0 0 0,0 0 1,1 1-1,0-1 0,0 1 1,0 0-1,7-5 0,-1 2-6,1 1-1,0 0 0,0 1 0,0 0 0,0 1 0,1 0 0,-1 1 0,1 0 0,0 1 0,19-2 0,-25 3 2,0 1 0,0 0-1,1 0 1,-1 0-1,0 1 1,0 0-1,0 0 1,0 0 0,0 1-1,0 0 1,0 0-1,-1 1 1,1-1-1,-1 1 1,1 0 0,-1 1-1,0 0 1,0-1-1,0 1 1,-1 1-1,0-1 1,5 6 0,-5-4 18,-1 1 1,1 0 0,-1 0 0,-1 0 0,1 1 0,-1-1 0,0 0 0,1 11-1,0 63-1888,-3-73 1264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1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399 2 4402,'0'0'1747,"-27"1"-1669,6-2-67,12 1-5,-1-1 0,1 1 0,-1 0 1,0 1-1,1 0 0,-1 1 1,1 0-1,-1 0 0,1 1 0,0 0 1,0 1-1,0 0 0,1 1 0,-1-1 1,1 1-1,-10 9 0,1 3 69,0 0-1,2 1 0,0 0 0,2 2 1,0-1-1,1 2 0,0 0 1,2 0-1,1 1 0,0 0 0,-5 25 1,5-5 3,1 0 1,2 1 0,2 0-1,2 0 1,3 52 0,1-78-64,0 0 1,0-1-1,2 0 1,0 1-1,0-1 1,2-1 0,12 26-1,-6-18 2,2-1 0,0-1-1,2 0 1,21 24 0,-31-39-21,0 0 1,1 0-1,-1-1 1,1 0-1,1 0 1,-1 0-1,0-1 1,1 0-1,0-1 1,0 1-1,0-2 1,1 1-1,-1-1 1,1 0-1,-1-1 1,1 0-1,-1 0 1,1-1-1,0 0 1,-1-1-1,18-2 1,-12 0 5,-1-1 1,1 0 0,-1-1-1,0 0 1,0-1-1,-1-1 1,0 0 0,0 0-1,0-1 1,-1-1 0,0 0-1,17-19 1,-15 13 18,-1 0 1,-1-1-1,0-1 0,-2 0 0,1 0 1,-2-1-1,-1-1 0,0 1 1,-1-1-1,6-33 0,-5-1 61,-2-1 0,-3-89 0,-2 122-94,-2 1 0,0 0 1,-1 0-1,-1 0 0,-1 1 0,-1-1 0,-9-20 0,11 31-184,0 1 0,0 0-1,0 1 1,-1-1 0,0 1-1,-1 0 1,1 0-1,-1 0 1,-1 1 0,1 0-1,-1 0 1,0 1 0,0 0-1,-1 0 1,0 0 0,0 1-1,0 1 1,-15-6-1,-27 1-3434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2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0 640,'0'0'2962,"26"158"-2258,16-105-208,5 4-128,13-1-31,-1 4-273,4-4-16,-7-8-48,-8-13-561,-13-14-3056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66 285 2305,'0'0'1838,"-6"-13"-725,5 8-1041,-20-55 721,20 54-741,0 0-1,0 0 1,0 0 0,1 0-1,0-1 1,0 1-1,0 0 1,1 0-1,0 0 1,3-12-1,-1 11-43,1-1-1,0 1 0,1 0 1,-1 0-1,1 0 0,1 1 1,-1-1-1,1 1 0,0 0 1,1 1-1,-1 0 0,1 0 0,0 0 1,14-6-1,-11 6-16,0 1 0,0 0-1,0 0 1,1 1 0,-1 1 0,1-1-1,0 2 1,-1 0 0,1 0 0,22 1-1,-30 1 5,0 0 0,1 0 0,-1 0 0,0 0 0,0 1 0,0-1 0,0 1 0,0-1-1,0 1 1,-1 0 0,1 0 0,-1 1 0,1-1 0,-1 0 0,0 1 0,1 0 0,-1-1-1,-1 1 1,1 0 0,0 0 0,-1 0 0,1 0 0,-1 0 0,0 1 0,0-1 0,0 0-1,-1 0 1,1 5 0,2 12 6,-1-1-1,-1 1 0,-2 31 1,1-45 4,-1 9 11,-2 0 0,1 0 0,-2 0 0,0-1 0,-1 1 0,0-1 0,-1 0 0,0 0 0,-2-1 0,1 0 0,-2 0 0,-12 15 0,-5 3 141,-2-2 0,-1 0-1,-45 34 1,53-46 137,0-2 1,-40 22-1,93-35-54,47-6-67,96-18-1,-12 1-133,-94 14-27,95-4-21,-163 11 3,-1 0 1,1 0-1,0 0 0,-1 1 0,1-1 0,0 0 1,-1 0-1,1 0 0,-1 0 0,1 0 1,0 0-1,-1 0 0,1 0 0,0 0 1,-1-1-1,1 1 0,0 0 0,-1 0 0,1 0 1,-1-1-1,1 1 0,-1 0 0,1-1 1,-1 1-1,1-1 0,-1 1 0,1 0 1,-1-1-1,1 1 0,-1-1 0,1 1 1,-1-1-1,1-1 0,-2 1-62,0-1 1,0 1-1,0 0 1,0-1-1,0 1 0,0 0 1,0 0-1,0-1 0,-1 1 1,1 0-1,0 0 1,-3-1-1,-36-21-1898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2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434 104 5330,'0'0'2073,"-34"-8"-1776,13 2-259,8 1-25,-1 2 0,1-1 0,-1 2 0,0 0 0,-18-1 1,26 3-9,0 1-1,0 0 1,-1 0 0,2 0 0,-1 0 0,0 1 0,0 0 0,0 0 0,1 1 0,-1-1 0,1 1 0,0 0 0,0 1 0,0-1 0,0 1-1,1 0 1,-1 1 0,-5 7 0,-10 12 52,2 0 0,1 2 0,1 0 0,1 0 0,1 2-1,2 0 1,1 0 0,1 1 0,1 1 0,2-1 0,1 1-1,-3 35 1,5-19-11,3 1-1,4 61 0,-1-93-39,0-1 0,0 1 0,1-1 0,1 0 0,1 0 0,0 0 0,0 0 0,2-1 0,0 0 0,0 0 0,14 18 0,-10-20-3,-1 0-1,2-1 1,-1 0-1,1-1 0,1 0 1,0-1-1,0 0 0,0-1 1,1 0-1,0-2 1,1 1-1,-1-2 0,1 0 1,0-1-1,0 0 1,0-1-1,0 0 0,28-2 1,-32-1 3,1 0 0,0 0 0,-1-1 0,1 0 0,-1-1 0,1-1 0,-1 0 0,0 0 0,-1-1 0,21-12 0,-18 8 13,-1-1 1,1 0 0,-2-1-1,1-1 1,-2 1-1,1-2 1,11-18 0,-6 3 102,-1 0-1,-1-1 1,-1 0 0,-2-1 0,-1-1 0,-2 0 0,9-54 0,-8 21 16,-3 0 1,-3-1 0,-9-125 0,4 176-170,-1 1 1,1 0 0,-2 0-1,0 0 1,-1 0 0,-10-21-1,12 28-161,0 1 0,-1-1-1,0 1 1,0 0 0,0 0-1,-1 0 1,0 1 0,0-1-1,0 1 1,0 0 0,-1 1-1,1-1 1,-1 1 0,0 0-1,-11-4 1,-44-3-4309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3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5683,'0'0'864,"178"161"-864,-124-108 208,8 1 192,-5 2-240,-7-11-160,-8-7-112,-4-29-2113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3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 5266,'0'0'3490,"-24"130"-3202,36-47 0,6-11-176,9-7-112,-1-20-112,4-10-1168,-6-17-1842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3.6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519 193 4162,'0'0'3479,"-30"-14"-2545,-2-1-717,-1 1 1,-35-9 0,64 22-204,0 0 0,0 0 0,0 0 0,0 1-1,0 0 1,0 0 0,0 0 0,0 0 0,0 0 0,1 1 0,-1 0-1,0 0 1,0 0 0,0 0 0,1 1 0,-1-1 0,0 1-1,1 0 1,0 0 0,-6 4 0,-11 11 24,0 0-1,0 2 1,2 0 0,0 1-1,2 1 1,0 0-1,1 1 1,-23 47 0,23-36 3,0 0 1,3 1-1,1 0 1,1 1 0,2 0-1,-5 43 1,10-45-12,1-1 1,4 65 0,-1-86-32,1-1 0,0 0 0,0 0 0,1 0-1,0 0 1,1 0 0,0-1 0,1 1 0,0-1 0,0 0 0,1-1 0,0 1 0,8 7 0,-3-5-15,0-2-1,0 0 1,1 0 0,0-1-1,1 0 1,-1-1-1,1 0 1,1-1 0,-1-1-1,1 0 1,25 4 0,-11-4-50,1-1 1,-1-1-1,1-2 1,0-1-1,28-4 0,-44 3 48,-1-1-1,0-1 1,1 1-1,-1-2 1,0 0-1,-1 0 1,1-1-1,-1-1 0,0 0 1,0 0-1,-1-1 1,1 0-1,-2-1 1,1 0-1,-1-1 1,0 0-1,-1 0 0,0-1 1,0 0-1,8-16 1,-4 3 70,-1 0-1,-1-1 1,-2 0 0,0 0 0,-1-1-1,-2 0 1,0 0 0,-2 0 0,1-31-1,-7-224 726,-1 236-827,-2 0 1,-2 0-1,-1 1 0,-20-51 1,26 85-246,-1 0 0,0 0 0,0 1-1,-8-11 1,-20-13-3288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3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4274,'0'0'1104,"146"202"-879,-90-143 431,-5 4-48,5-7-240,-5-8-352,-13-16-16,-11-14-1440,3-18-2914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4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 1 4914,'0'0'2367,"-24"34"-1927,-71 119 112,91-147-532,1 1-1,0 0 0,0 0 1,1 0-1,0 1 1,0-1-1,0 1 1,1-1-1,1 1 1,-1-1-1,1 1 0,0 0 1,1-1-1,0 1 1,0-1-1,0 1 1,1-1-1,0 0 1,1 0-1,0 1 0,0-2 1,0 1-1,5 7 1,-1-5-21,0 0 0,1 0 0,0-1 1,0 0-1,1 0 0,0-1 0,0 0 0,1-1 1,-1 0-1,2-1 0,-1 0 0,13 5 0,-5-5-47,0-1-1,0 0 1,0-1-1,0-1 1,36-1 0,-49-1 51,0 0 0,0 0 0,0 0 1,1-1-1,-1 0 0,0 0 0,0 0 1,0-1-1,0 1 0,0-1 0,8-5 1,-10 5 5,-1-1 1,1 1 0,-1-1-1,0 1 1,0-1-1,0 0 1,0 0-1,0 0 1,0 0 0,-1 0-1,0-1 1,1 1-1,-1 0 1,-1-1 0,1 1-1,0 0 1,-1-1-1,1-5 1,-1 1 40,-1 0 0,1 1 0,-1-1 0,-1 0 0,1 0-1,-1 1 1,-1-1 0,1 1 0,-1 0 0,0 0 0,-1 0 0,0 0 0,0 0 0,0 1 0,-1 0 0,0 0 0,0 0-1,-12-10 1,-10-6 137,0 0 0,-58-33 0,71 46-162,-81-48-628,63 35-1689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4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69 444 5330,'0'0'3287,"2"-25"-2945,-1-5-282,-1 7-24,2 0 0,1 1 0,0-1 0,9-25 0,-4 15-7,-4 11-11,2 1-1,15-39 0,-18 53-19,1 0 0,0 1-1,0-1 1,0 1-1,1 0 1,0 0 0,0 0-1,1 1 1,0 0 0,0 0-1,0 0 1,8-4 0,-5 4-20,0 1 0,0 0 1,1 0-1,0 1 1,-1 0-1,1 0 0,15-1 1,5 2-7,36 1 0,-41 1-21,-23 0 43,-1 0 1,1 1-1,0-1 1,-1 1-1,1-1 0,0 1 1,-1-1-1,1 1 0,-1 0 1,1 0-1,-1 0 1,0 0-1,1 0 0,-1 0 1,0 0-1,0 0 0,0 1 1,1-1-1,-1 0 1,0 1-1,0 1 0,18 36-34,-14-27 47,5 16 10,0 0-1,-2 1 1,-1 0 0,-2 0 0,4 42 0,-6 152 118,-4-129-30,1 98-11,-1-187-90,1 0 0,0 0 0,1 0 0,-1 0 0,1 0 0,0 0 0,0 0 0,0-1 0,1 1 0,0 0 0,0 0 0,0-1 0,1 0 0,-1 1 0,1-1 0,0 0 0,0 0 0,1 0 0,-1-1 0,1 1 0,-1-1 0,1 0 0,0 0 0,1 0 0,-1 0 0,0-1 0,1 0 0,0 0 0,7 3 0,13 2 28,0-2 1,1 0 0,-1-2 0,1 0 0,0-2-1,35-3 1,-58 2-28,10 0 12,0-1 0,25-4 0,-36 5-14,1-1-1,0 0 1,-1 0 0,1 1-1,-1-2 1,1 1 0,-1 0-1,0 0 1,1-1 0,-1 1-1,0-1 1,0 0 0,0 0-1,0 1 1,0-1 0,0-1-1,-1 1 1,1 0 0,2-5-1,-4 6 3,0 0-1,0 1 0,1-1 0,-1 0 0,0 0 1,0 0-1,-1 0 0,1 0 0,0 1 0,0-1 1,0 0-1,-1 0 0,1 0 0,0 0 0,0 1 0,-1-1 1,1 0-1,-1 0 0,1 1 0,-1-1 0,1 0 1,-1 1-1,0-1 0,1 1 0,-1-1 0,0 0 1,1 1-1,-1 0 0,0-1 0,1 1 0,-1-1 0,0 1 1,0 0-1,0-1 0,0 1 0,1 0 0,-1 0 1,0 0-1,0 0 0,0 0 0,-1 0 0,-41-5 152,39 4-127,-7 1 14,5-1-20,1 0 0,-1 1 0,1 0 0,-1 0-1,1 1 1,-1-1 0,1 1 0,-7 2 0,10-2-22,0 0 0,1 0 0,-1 1 0,0-1 0,1 1 1,-1-1-1,1 1 0,0-1 0,-1 1 0,1 0 0,0 0 0,0 0 0,0-1 1,0 1-1,0 0 0,1 0 0,-1 0 0,1 1 0,-1-1 0,1 0 1,0 0-1,-1 0 0,1 0 0,1 3 0,-2 13-9,1-1 0,0 0 0,2 0 0,0 1 0,7 23-1,31 81 59,-21-70-22,2 6-19,-3 0 1,-3 0-1,-2 2 0,9 111 0,-21-157-3,-1 0 1,0 0-1,0-1 1,-2 1-1,0 0 1,0-1-1,-2 1 1,1-1-1,-2 0 1,1 0-1,-2 0 1,0-1-1,0 0 1,-1 0-1,-1 0 1,0-1-1,0 0 1,-1-1-1,-1 0 1,0 0-1,0-1 1,-15 10-1,4-4 101,-2-2 0,1 0 1,-2-2-1,0 0 0,0-1 0,-1-2 0,0 0 0,-30 4 1,13-5-74,-1-2 0,1-2 1,-1-2-1,-52-5 1,68 1-341,0-1 1,0-1-1,-32-10 1,-90-46-4081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5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589 141 1985,'0'0'6048,"-1"-19"-5504,-5-60-317,6 78-224,0-1 1,-1 0-1,1 0 0,0 1 1,-1-1-1,1 0 0,-1 1 0,0-1 1,1 0-1,-1 1 0,0-1 1,0 1-1,0 0 0,0-1 1,0 1-1,0-1 0,-1 1 1,1 0-1,0 0 0,-1 0 0,1 0 1,-1 0-1,1 0 0,-1 0 1,1 1-1,-1-1 0,0 0 1,1 1-1,-1-1 0,0 1 1,0 0-1,1-1 0,-1 1 0,0 0 1,0 0-1,1 0 0,-4 1 1,-3-1-2,-25-3-38,1 1 0,-63 6 1,77-2 18,0 1 0,0 1 0,1 1-1,0 0 1,0 1 0,-29 15 0,31-13 19,1 0-1,0 1 1,0 1-1,0 0 1,2 1-1,-1 0 1,1 1-1,1 1 1,0 0-1,1 0 1,0 1-1,1 0 1,1 0-1,0 1 1,1 1-1,1-1 1,0 1-1,1 0 1,1 0-1,0 1 1,1-1-1,0 19 1,2 48 43,1-80-41,0-1 0,1 1 0,-1 0-1,1 0 1,0-1 0,0 1 0,0 0-1,0-1 1,0 1 0,1-1 0,-1 1-1,1-1 1,0 0 0,0 1 0,-1-1-1,1 0 1,1 0 0,-1-1 0,0 1-1,0 0 1,1-1 0,-1 1 0,1-1-1,-1 0 1,1 0 0,4 2 0,10 2 47,0 0 0,1 0-1,22 1 1,-11-1 53,-14-2-62,30 5 32,-1 1-1,0 3 1,62 25 0,-95-32-75,0 0 0,0 1 0,-1 0 0,1 0 0,-1 2 1,-1-1-1,0 1 0,0 0 0,0 1 0,-1 0 0,0 0 0,-1 1 0,0 0 0,-1 0 0,0 0 0,0 1 1,-1 0-1,4 15 0,-4-11-12,-2 0 0,0 0 0,-1 1 0,1 17 0,-3-26 14,0 0 1,-1 0-1,1 0 0,-1 0 1,-1 0-1,1 0 1,-1-1-1,0 1 0,-1 0 1,1-1-1,-7 10 1,3-8 4,-1 0-1,0-1 1,0 0 0,0 0 0,-1-1 0,0 0 0,-1 0 0,1-1-1,-19 8 1,5-3 28,0-1-1,-1-2 0,-25 6 1,19-8 50,-1-1 0,1-2-1,-39-1 1,52-1 34,6-3 423,19-5-105,5 1-398,1 1 0,0 1 0,0 0 0,1 1-1,-1 1 1,1 0 0,19-1 0,-5 2-30,0 2-1,0 0 1,34 6-1,-56-4-11,0-1 0,0 1 0,0 0 0,-1 1 0,1-1 0,-1 2 0,0-1 0,0 1 0,0 0 1,0 0-1,-1 1 0,1 0 0,8 9 0,-7-5-9,-1 0 0,-1 0 0,0 0 0,0 1 0,-1 0 0,0 0 0,0 0 0,5 19 0,-2 7-10,-2 0 0,-1 0-1,-2 0 1,-2 71 0,-4-46 50,-3-1-1,-19 81 1,16-98-24,1 1-1,-2 63 1,10-102-1,-1 1-1,2-1 1,-1 0 0,0 0-1,1 0 1,0 0-1,0 0 1,4 9 0,-4-11 1,1-1 1,-1 0 0,1 0-1,0 0 1,0 0 0,0 0-1,0 0 1,0 0-1,1-1 1,-1 1 0,0-1-1,1 1 1,-1-1 0,1 0-1,0 0 1,-1 0 0,5 0-1,19 5 2,1-2-1,0-2 1,1 0-1,-1-2 0,33-3 1,-60 3-5,30-2-358,-1-1 1,42-9-1,-30 0-1816,50-23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6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51 400 4610,'0'0'1830,"-5"-33"-832,-14-108 59,6 57-174,7 52-279,2-1 0,0-44-1,36 543 145,-8-192-1595,-18-95-2722,-6-217-382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7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380 68 2881,'0'0'6291,"-92"-68"-6019,45 136-112,-10 13-32,-2-4-112,14-3-16,1-14-1936,8-10-4659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7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51 288,'0'0'8260,"283"-32"-8212,-105 17-48,-6 12-32,-17 3-352,-34 0-625,-34 0-784,-46 0-1408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7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1 4274,'0'0'4426,"-6"1"-3991,5 0-432,0-1-1,0 0 1,0 1 0,-1-1-1,1 1 1,0 0 0,0-1-1,0 1 1,0 0 0,0-1-1,0 1 1,0 0 0,0 0-1,1 0 1,-1 0 0,0 0-1,0 0 1,1 0 0,-1 0-1,1 0 1,-1 1 0,1-1-1,-1 0 1,1 0 0,0 2-1,-4 25 11,1 1 0,1 0 0,4 43 0,-1-10 39,11 322 194,0-5-145,-12-350-107,0-20 35,0-13 130,2-30-148,2 0 0,1 0 0,2 0 0,1 0 0,1 1 0,2 1 0,2 0 0,0 0 0,3 1 0,0 1 0,2 0 0,26-32 1,-35 51-18,0 1 1,1-1-1,0 1 1,1 1-1,0 0 1,0 1-1,1 0 1,0 1-1,1 0 1,0 0-1,0 2 1,0 0-1,0 0 1,1 1-1,0 1 1,0 0-1,0 1 1,27-1 0,-37 3 2,1 0 1,-1 1-1,1-1 1,-1 1 0,1 0-1,-1 0 1,0 1 0,1-1-1,-1 1 1,0 0 0,0 0-1,0 0 1,0 1-1,0-1 1,-1 1 0,1 0-1,-1 0 1,0 1 0,0-1-1,0 0 1,0 1 0,0 0-1,-1 0 1,0 0-1,0 0 1,0 0 0,2 7-1,2 5 3,-2 1 0,0 0 0,-1 1 0,0-1 0,-2 0 0,0 19 0,-1-23 38,0 1 1,0 0-1,-1-1 1,-1 1-1,-1 0 1,0-1-1,0 0 1,-2 0-1,1 0 1,-2 0-1,0-1 1,0 1-1,-1-2 0,0 1 1,-1-1-1,-1 0 1,0 0-1,-19 17 1,11-13-38,-1-1-1,-1 0 1,0-1 0,0-1 0,-2-1-1,1-1 1,-1-1 0,-1 0 0,1-2-1,-1-1 1,-1 0 0,1-2 0,-33 3-1,53-6-139,-1-1 0,1 0 0,-1 0-1,1 0 1,-1 0 0,1 0-1,0 0 1,-1-1 0,1 1-1,-1-1 1,1 0 0,0 1 0,-4-3-1,5 2-159,0-1 0,0 0 0,0 1 0,0-1-1,0 0 1,1 0 0,-1 0 0,0 1 0,1-1 0,0 0 0,-1 0-1,1 0 1,0 0 0,0-3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8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462 130 4930,'0'0'1972,"7"28"-1263,1 8-466,-3-10-59,2 0 0,0 0 0,2-1 1,21 44-1,-26-60-150,1-1 1,0 0 0,1 0 0,0 0-1,0-1 1,0 0 0,1 0 0,0 0-1,1-1 1,0 0 0,0 0 0,0-1-1,0 0 1,1-1 0,12 6 0,-4-5 38,0 0-1,0-2 1,1 0 0,-1 0 0,1-2 0,0 0 0,27-2 0,-31-1-25,-1 0 0,1 0 1,-1-1-1,0-1 0,0 0 0,0-1 1,-1 0-1,1-1 0,-1 0 1,-1-1-1,1 0 0,-1-1 0,0-1 1,-1 0-1,0 0 0,-1 0 0,16-21 1,-15 16 76,1-1 1,-2-1 0,0 0-1,-1 0 1,-1 0 0,0-1-1,-1 0 1,-1-1 0,-1 0-1,0 1 1,-2-1 0,2-34-1,-3 29 88,-3-31 333,1 51-523,1 1 0,-1-1 0,0 0 0,0 0 0,0 1 0,0-1 0,-1 0 0,1 1 0,-1-1 0,1 1 0,-1 0-1,0 0 1,0-1 0,0 1 0,-4-2 0,6 3-23,0 1-1,0 0 0,0 0 0,0 0 1,-1 0-1,1 0 0,0 0 1,0 0-1,0 0 0,0 0 1,-1 0-1,1 0 0,0 0 1,0 0-1,0 0 0,-1 0 0,1 0 1,0 0-1,0 0 0,0 1 1,0-1-1,-1 0 0,1 0 1,0 0-1,0 0 0,0 0 1,0 0-1,0 0 0,-1 1 1,1-1-1,0 0 0,0 0 0,0 0 1,0 0-1,0 0 0,0 1 1,0-1-1,0 0 0,0 0 1,0 0-1,0 0 0,-1 1 1,1-1-1,0 0 0,0 0 1,0 0-1,0 1 0,0-1 0,0 0 1,1 0-1,-1 0 0,0 0 1,0 1-1,0-1 0,0 0 1,0 0-1,0 0 0,0 0 1,0 1-1,0-1 0,0 0 1,-1 27-126,1 37 1,0-12 95,12 345 30,0-16 0,-12-334-3,-10 419-6,3-389 6,-3-1 0,-4 0 0,-2 0 0,-28 74 1,33-120 1,-1 0 0,-2 0 1,-1-2-1,-36 54 1,41-69 0,0-1 0,-1 0 0,0 0 1,-1-1-1,0-1 0,-1 0 0,0-1 1,0 0-1,-1-1 0,0 0 0,-27 9 1,17-10 4,0-1 0,1-1 0,-2-1 0,1-1-1,0-2 1,-1 0 0,1-2 0,0 0 0,-1-2 0,1 0 0,0-2 0,1-1 0,-1 0 0,1-2 0,0-1 0,1-1 0,0 0 0,-24-17 0,24 13 1,2 0 0,0-1 1,1-1-1,0-1 0,1 0 1,1-2-1,1 0 0,0-1 1,2 0-1,0-1 0,2-1 1,0 0-1,1-1 0,1 0 1,2 0-1,0-1 0,-8-44 1,13 39-41,1-2 0,1 1 0,1 0 0,2 0 0,1 0 0,1 0 0,2 1 0,1-1 0,1 1 0,2 1 0,1 0 1,1 0-1,1 1 0,1 0 0,24-33 0,-20 35-10,2 0 0,0 2 0,1 0 0,2 1 0,0 1 0,1 1 0,1 2 0,1 0 0,0 1 0,1 2 0,1 1 0,1 1 0,0 1 0,53-13 0,-53 18 33,1 2 0,0 2 1,58-1-1,-86 4 6,0 0 0,0 0 1,0 0-1,-1 0 0,1 0 0,0 0 1,0 1-1,0-1 0,-1 1 0,1-1 1,0 1-1,0 0 0,-1-1 0,1 1 1,-1 0-1,1 0 0,-1 0 0,1 0 1,-1 1-1,1-1 0,-1 0 0,0 1 1,0-1-1,0 1 0,0-1 0,0 1 1,1 1-1,-1 1-10,-1 0 1,1-1 0,-1 1 0,0 0-1,0-1 1,0 1 0,0 0-1,-1 0 1,1-1 0,-1 1-1,0 0 1,0-1 0,-2 5-1,1-4-62,0 0-1,0 0 0,0 0 1,0-1-1,-1 1 0,0 0 1,0-1-1,-5 6 0,-34 20-2992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8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12 254 3442,'0'0'2209,"0"-27"-1140,0-11-645,-5-132 1959,3 152-1423,2 18-946,0 0 0,0 0-1,0 0 1,0 0 0,0 0 0,0 0-1,0 0 1,0 0 0,0 0 0,0 0-1,0 0 1,0 0 0,-1 0 0,1 0-1,0 0 1,0 0 0,0 1 0,0-1 0,0 0-1,0 0 1,0 0 0,0 0 0,0 0-1,0 0 1,0 0 0,0 0 0,0 0-1,0 0 1,0 0 0,0 0 0,0 0-1,-1 0 1,1 0 0,0 0 0,0 0 0,0 0-1,0 0 1,0 0 0,0 0 0,0 0-1,0 0 1,0 0 0,0 0 0,-3 36 114,21 341-72,-3-108 99,-11-184 3,0-10-595,-3-23-3721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8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330 39 3057,'0'0'6515,"-187"-39"-6339,136 107-63,13 10-49,11 5-64,9 0-577,9-12-3825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9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1 101 4482,'0'0'2161,"231"-33"-1825,-67 1 176,8 5 369,-9 18-657,-32 9-224,-48 0-624,-50 0-2786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08.2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185 826 4370,'0'0'1339,"-27"13"-1301,-9 4-26,-76 39 85,102-47 1943,41-19-1265,207-93-487,1373-459-334,-853 337-607,-709 209-313,-43 12-485,-20 3 902,10 1 308,-65 0-1530,-32 0-1063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08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403 1 4450,'0'0'2425,"-8"9"-2155,-76 94-109,-46 53-85,73-101 33,-67 48 1,124-103-70,0 1-26,0-1 0,1 0 0,-1 0 0,0 0 0,0 0 0,0 0 0,0 0 0,1 0 0,-1 0 0,0 0 0,0 0 0,0 0 0,0 0 0,0 0 0,1 1 0,-1-1 0,0 0 0,0 0 0,0 0 0,0 0 0,0 0 0,0 1 0,0-1-1,0 0 1,0 0 0,0 0 0,1 0 0,-1 1 0,0-1 0,0 0 0,0 0 0,0 0 0,0 0 0,0 1 0,0-1 0,0 0 0,0 0 0,0 0 0,0 0 0,0 1 0,-1-1 0,1 0 0,0 0 0,0 0 0,0 0 0,0 0 0,0 1-1,0-1 1,0 0 0,0 0 0,0 0 0,-1 0 0,1 0 0,0 1 0,23-3 80,1-1-1,-1 0 1,33-10-1,20-4 29,14 6-92,181 1-1,-235 11-78,0 2 0,0 2 0,0 1-1,0 1 1,-1 2 0,57 24 0,-28-9-1224,-21-12-1320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09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0 131 3666,'0'0'4258,"98"0"-3858,84-27-272,34 9-96,19-2-16,-9 2-16,-15 3-16,-30 0-96,-47 6-1233,-45 3-15,-60 3-1650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09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4418,'0'0'1121,"-18"207"-497,18-94-128,-3 12-368,3-12-80,0-3-16,0-21-16,3-24-16,15-17-32,3-27-864,-4-18-1425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0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3233,'0'0'2001,"0"28"-1913,0 18-60,9 351 123,-2-302-142,-3-23 15,21 106-1,-22-172-8,-1-13 85,0-14 14,3-56 135,21-109-1,-22 164-253,2 0 0,0 0 0,1 1 0,2 0 0,0 0 0,1 1 0,1 0-1,0 1 1,27-32 0,-33 46-2,0 0 0,1 0 0,0 0 0,-1 1 0,2 0-1,-1 0 1,0 1 0,1 0 0,11-4 0,-16 6 1,1 0-1,-1 0 1,1 0-1,-1 1 1,1-1 0,-1 1-1,1 0 1,-1 0-1,1 0 1,0 0 0,-1 0-1,1 1 1,-1-1-1,1 1 1,-1 0 0,1-1-1,-1 1 1,0 0-1,1 0 1,-1 1 0,0-1-1,0 0 1,1 1-1,-1 0 1,0-1 0,-1 1-1,1 0 1,0 0 0,0 0-1,1 3 1,2 4-5,-1 0 0,0 0 1,-1 0-1,0 0 0,0 1 1,-1-1-1,2 17 0,1 75-37,-5-77 46,0 59 2,-2-32 0,7 58 0,-4-102 1,0 0 1,1 0 0,-1 1 0,1-1-1,1 0 1,-1 0 0,1-1 0,0 1-1,1-1 1,7 12 0,-7-15-1,-1 1 0,1 0 0,-1-1 0,1 0 0,0 0-1,0 0 1,0 0 0,1-1 0,-1 0 0,1 0 0,-1 0 0,1 0 0,0-1 0,-1 1 0,1-1-1,7 0 1,3 1 2,1-1 0,0 0 0,0-1 0,-1-1 0,1-1 0,-1 0 0,24-6 0,-29 4 3,1 0-1,-1 0 1,0-1-1,-1 0 1,1-1 0,-1 0-1,0 0 1,0-1-1,-1 0 1,0-1-1,11-13 1,-8 7 1,-1 0-1,-1 0 1,-1-1 0,0 0-1,-1-1 1,0 0 0,-2 0-1,0 0 1,0-1-1,3-25 1,-3-13 148,-1-106 0,-5 101 89,-3 45 199,1 15-118,-2 9-269,-2 30-74,2-1-1,2 1 0,1 55 1,2-44 23,0 151 22,0-197-40,0 0 0,0 0 1,1 0-1,-1 0 0,1 0 1,0 0-1,0 0 0,3 5 1,-3-8-56,-1 1 0,1-1 0,0 0 0,0 0 1,0 0-1,0 0 0,0 0 0,0-1 0,0 1 1,0 0-1,1 0 0,-1-1 0,0 1 0,0 0 1,1-1-1,-1 0 0,0 1 0,0-1 0,1 0 0,-1 1 1,1-1-1,-1 0 0,0 0 0,1 0 0,-1 0 1,2-1-1,18-1-1874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0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0 4258,'0'0'1345,"-104"27"-1025,128-27 80,3 0-208,-1 0-192,-2-6-1713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0.9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0 468 496,'0'0'2903,"5"7"-1711,-4-5-1166,-1-1 0,1 0-1,-1 0 1,1 0 0,0 0-1,-1 0 1,1 0 0,0 0-1,0-1 1,0 1 0,-1 0-1,1 0 1,0 0 0,0-1-1,0 1 1,0-1 0,0 1-1,1-1 1,-1 1 0,0-1-1,0 1 1,0-1 0,0 0-1,0 0 1,1 0 0,-1 0-1,0 0 1,0 0 0,0 0-1,1 0 1,-1 0 0,2-1-1,2-2 16,0 0-1,0-1 0,0 1 0,-1-1 0,1 0 1,-1-1-1,6-7 0,24-28 172,56-86 0,-74 101-20,-2-2-1,-1 0 1,-1 0-1,16-55 1,-25 73-104,-1 1 1,0 0-1,-1-1 0,0 1 1,0-1-1,-1 0 0,0 1 1,-3-18-1,4 26-76,-1 0 0,0 0 0,0-1 1,0 1-1,0 0 0,0 0 0,0 0 0,0-1 0,0 1 1,0 0-1,0 0 0,-1 0 0,1 0 0,0-1 0,0 1 0,0 0 1,0 0-1,0 0 0,0 0 0,0-1 0,0 1 0,0 0 1,-1 0-1,1 0 0,0 0 0,0 0 0,0-1 0,0 1 0,0 0 1,-1 0-1,1 0 0,0 0 0,0 0 0,0 0 0,-1 0 1,1 0-1,0 0 0,0 0 0,0 0 0,0 0 0,-1 0 1,1 0-1,0 0 0,0 0 0,0 0 0,-1 0 0,1 0 0,0 0 1,0 0-1,0 0 0,0 0 0,-1 0 0,1 0 0,0 0 1,-4 15 30,5-7-49,0 0-1,1 0 0,0 0 0,0 0 1,0-1-1,1 1 0,6 9 0,33 53 18,-16-29-2,1 6-7,39 89 0,-56-108-52,-1-1 1,-1 2 0,-1-1 0,-2 1 0,2 30 0,-6-49 21,1 8-50,-1-1 1,-1 1-1,0-1 0,-5 31 1,4-45 75,0 0 0,-1 0 0,1-1 0,-1 1 0,1 0 1,-1-1-1,0 0 0,0 1 0,0-1 0,0 0 0,-1 0 1,1 0-1,0 0 0,-1 0 0,0-1 0,1 1 0,-1-1 1,0 1-1,0-1 0,1 0 0,-4 0 0,4 0 20,0 0-1,1-1 1,-1 0-1,1 1 1,-1-1-1,0 0 1,1 0-1,-1 0 1,0 0 0,1 0-1,-1 0 1,0 0-1,1 0 1,-1-1-1,0 1 1,1-1-1,-1 1 1,1-1-1,-1 0 1,1 1-1,-1-1 1,1 0-1,-1 0 1,1 0 0,0 0-1,0 0 1,0-1-1,-1 1 1,1 0-1,0 0 1,0-1-1,0 1 1,1-1-1,-1 1 1,0-1-1,0-2 1,-1-4 69,1 0 0,0 0-1,0-1 1,1-15 0,0 9-28,0 14-59,0 0-1,1 1 1,-1-1-1,0 1 1,0-1-1,0 1 1,0-1-1,1 0 1,-1 1-1,0-1 1,1 1-1,-1-1 1,0 1-1,1-1 1,-1 1-1,0 0 1,1-1-1,-1 1 1,1-1-1,-1 1 1,1 0-1,-1-1 1,1 1-1,-1 0 1,1 0-1,-1-1 1,1 1-1,0 0 1,-1 0-1,1 0 1,-1 0-1,1 0 1,0 0-1,27 0-456,-17 0-240,8 0-1699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1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289 238 736,'0'0'7668,"-5"21"-7559,-15 67-173,19-85 64,1-1 0,-1 1-1,1 0 1,0 0 0,-1-1 0,1 1-1,1 0 1,-1-1 0,0 1 0,1 0-1,-1-1 1,1 1 0,0-1 0,0 1-1,0 0 1,0-1 0,0 0 0,0 1-1,1-1 1,-1 0 0,1 0 0,0 0-1,0 0 1,0 0 0,0 0 0,0 0-1,0 0 1,0-1 0,0 1 0,5 1-1,1 0 13,0-1-1,0 0 0,0-1 0,1 0 1,-1 0-1,0 0 0,11-2 1,-14 1 1,0 0-12,0-1 0,-1 0 0,1 0 0,0 0 1,-1-1-1,1 1 0,-1-1 0,0 0 0,0-1 0,1 1 0,-1-1 0,-1 0 0,1 0 0,0 0 0,-1 0 0,1 0 0,-1-1 0,0 0 0,0 0 0,-1 0 0,1 0 1,-1 0-1,3-6 0,1-2-64,-1 0 0,0-1 0,-1 0 0,0 0 0,-1 0 0,-1 0 1,2-20-1,-3 19-62,-1-1 0,0 1 0,-1 0 0,-3-17 1,3 25 94,-1 0 1,0 0-1,0 1 1,-1-1 0,1 0-1,-1 1 1,0 0 0,-1-1-1,1 1 1,-1 0 0,-9-8-1,4 5 34,-1 0 0,0 0 0,0 1 0,-1 0 0,0 1 0,0 0 0,-1 1 0,0 0 0,0 1 0,0 0-1,0 1 1,0 0 0,-1 1 0,0 1 0,1 0 0,-1 0 0,0 1 0,-14 3 0,19-2 17,0 1 1,0 0-1,0 1 0,1 0 1,-1 0-1,1 1 0,0 0 1,0 0-1,0 0 0,1 1 1,-1 0-1,1 1 0,0-1 1,1 1-1,-1 0 0,1 1 1,1-1-1,-1 1 0,-5 10 1,-3 7 38,1 1 0,1 1 1,1 0-1,-10 40 0,13-38 38,1-1 0,2 1 0,1-1 0,1 1 0,1 0 0,4 39 0,-2-55-86,1 0 0,0 1 0,1-1 1,0 0-1,1-1 0,0 1 0,1-1 1,1 1-1,-1-1 0,2-1 0,-1 1 1,2-1-1,-1-1 0,1 1 0,1-1 1,15 13-1,-10-12-29,1-1-1,0 0 1,0-2 0,1 0 0,0 0-1,0-1 1,1-1 0,-1-1-1,25 3 1,0-2-654,1-2 1,71-5-1,22-10-2330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1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 9 4882,'0'0'2303,"-29"-2"-2154,11 0-126,7 0-15,-1 1 0,1 0-1,0 1 1,-1 0 0,-17 3 0,24-2-6,1 0 1,0 0-1,0 1 0,0-1 1,0 1-1,0 0 1,0 0-1,0 0 0,1 1 1,-1 0-1,1-1 1,-1 1-1,1 0 0,0 0 1,0 1-1,1-1 1,-1 1-1,1-1 1,-1 1-1,1 0 0,-2 7 1,-4 8 72,2 2-1,0-1 1,1 1 0,-3 36 0,3 87 391,5-131-435,1 1-1,0 0 1,1-1 0,0 1-1,1-1 1,0 1-1,9 20 1,-8-26-22,0 0-1,0-1 0,1 1 1,0-1-1,1 0 1,-1-1-1,1 1 1,1-1-1,-1 0 1,1 0-1,0-1 1,15 9-1,-8-8 20,-1-1 1,1 0-1,0-1 1,0 0-1,0-1 1,1-1-1,-1 0 1,1-1-1,-1 0 1,1-2-1,0 1 0,-1-2 1,0 0-1,16-4 1,-23 3-19,1 0-1,-1 0 1,1-1 0,-1 0 0,0 0 0,0 0-1,-1-1 1,1 0 0,-1-1 0,0 1-1,0-1 1,-1 0 0,0-1 0,0 1 0,0-1-1,-1 0 1,0 0 0,4-12 0,-1 1 8,-1 0 1,0 0-1,-2-1 1,0 0-1,-1 0 0,-1 0 1,0-19-1,-1 26-20,-1 0-1,-1-1 1,0 1-1,-1 1 1,0-1-1,0 0 1,-1 0-1,-1 1 1,0-1-1,-1 1 0,0 0 1,-1 1-1,0-1 1,0 1-1,-1 0 1,0 1-1,-1 0 1,0 0-1,-12-10 1,13 12-226,-1 0 0,-1 0 0,0 1 0,0 0 0,0 1 0,0 0 0,-1 0 0,0 1 0,0 0 0,0 1 0,0 0 0,-21-3 0,10 6-3273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2.2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21 207 3185,'0'0'4002,"-3"-21"-3140,0 3-747,-6-42 50,9 60-165,0 1 0,0-1 1,0 0-1,0 0 0,-1 0 1,1 0-1,0 0 0,0 0 1,0 0-1,0 0 0,0 0 1,0 0-1,0 0 0,-1 0 1,1 0-1,0 0 0,0 0 1,0 0-1,0 0 0,0 0 1,0 0-1,0 0 0,-1 0 1,1 0-1,0 0 0,0 0 1,0 0-1,0 0 0,0 0 1,0 0-1,0 0 0,-1 0 1,1 0-1,0 0 0,0-1 1,-2 48-40,11 145 81,-5-166-35,0 0 1,2-1-1,1 0 0,1 0 1,18 37-1,-19-46-19,1 0 0,1-1-1,21 27 1,-26-38-16,-1 0-1,1 0 0,-1-1 0,1 1 0,0-1 1,1 0-1,-1 0 0,0-1 0,1 1 1,0-1-1,-1 0 0,1 0 0,0 0 1,0-1-1,0 0 0,0 0 0,0 0 1,7 0-1,-6-1-4,1-1 0,-1 1 0,1-1 0,-1 0-1,0 0 1,0-1 0,1 0 0,-1 0 0,0 0 0,0-1 0,-1 1 0,10-8 0,-7 4-4,-1 0 0,0-1 1,-1 0-1,1 0 0,-1-1 1,-1 1-1,1-2 0,3-8 1,2-4 35,-2 0 0,0 0 0,-2-1 0,0 0 1,-1 0-1,-2-1 0,3-25 0,0-164 260,-8 157-162,2 38-45,-1 10 16,1 0 0,-1 0 0,0 0 0,-1 1 0,0-1 0,0 0 0,0 0 0,-1 1 0,1-1 0,-6-9 0,5 15 163,-1 8-93,1 193-180,3-106 201,-1-74-184,0 29 123,7 53-1,-5-88-198,0-1 0,1 1-1,0-1 1,1 1 0,1-1-1,0-1 1,1 1 0,11 19-1,-13-27-276,-1-1 0,1 1 0,0 0 0,0-1 1,9 7-1,17 3-2992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2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1 882 4050,'0'0'1334,"3"-30"-537,12-95-370,-14 121-423,0 0 0,0 0-1,0 0 1,0-1-1,0 1 1,1 1-1,0-1 1,0 0 0,0 0-1,0 1 1,0-1-1,1 1 1,0-1-1,0 1 1,0 0 0,0 0-1,0 1 1,0-1-1,1 1 1,-1-1-1,1 1 1,0 0 0,0 0-1,-1 1 1,1-1-1,0 1 1,1 0-1,-1 0 1,4-1 0,-1 2-14,-1 0 1,0 0 0,1 0-1,-1 0 1,0 1-1,1 0 1,-1 1 0,0-1-1,0 1 1,0 1 0,0-1-1,0 1 1,-1 0-1,1 0 1,8 6 0,-4 1 3,0 1 0,0 0 0,-1 1 0,-1 0 0,0 0 0,0 1 0,-1 0 0,-1 0 0,0 0 0,-1 1 0,5 17 0,-2 1 8,-1 0 0,-2 1 0,3 63 0,-8-14 215,0-69 457,0-53 249,-1-16-679,0 15-165,5-49 0,-3 77-77,1 0 1,1 1-1,0-1 1,0 1-1,1 0 1,1 0-1,0 0 1,8-12-1,-4 10-15,0 1 0,1-1-1,0 2 1,1-1 0,1 2 0,0-1-1,13-9 1,-15 15-63,-1 0 0,1 0-1,0 0 1,1 2 0,-1-1 0,1 1-1,0 1 1,0 0 0,0 0 0,21-1 0,-28 3 57,0 1 1,0 0-1,0 0 1,0 0-1,0 0 0,0 1 1,0-1-1,0 1 1,0 0-1,0 1 1,0-1-1,0 1 1,0-1-1,-1 1 1,1 0-1,-1 0 1,1 1-1,3 2 1,-3 0-1,0 0 1,-1 0-1,1 0 1,-1 0-1,0 1 1,-1-1-1,1 1 1,-1 0-1,0 0 1,0 0-1,1 8 1,4 31 3,-3 0 0,-1 0 0,-4 66 0,-1-28 35,2-55-18,-1-15-5,1 0 0,0 0 0,1 0 0,4 21 0,-4-31 2,0 0 1,0 1-1,0-1 1,0 0-1,1 0 0,0 0 1,-1 0-1,1 0 1,0-1-1,1 1 0,-1 0 1,0-1-1,1 0 1,-1 1-1,1-1 0,0 0 1,0 0-1,0-1 1,0 1-1,0 0 0,0-1 1,4 1-1,5 2 10,0-1-1,0 0 1,1-1 0,-1 0-1,0-1 1,1-1-1,0 0 1,-1-1-1,1 0 1,-1 0-1,0-2 1,1 1 0,-1-2-1,0 0 1,-1 0-1,1-1 1,-1 0-1,0-1 1,0 0-1,0-1 1,-1 0 0,0-1-1,11-11 1,-5 2-1,-1-1 1,0 0 0,-2 0 0,0-2-1,-1 0 1,-1 0 0,-1-1 0,-1 0-1,8-25 1,-7 9 63,-1-1 0,-2 0 1,-2-1-1,1-64 0,-9-137 309,-1 181-230,-3 0-1,-14-58 0,7 50-1,10 41-31,-1 0 1,-14-39 0,14 57-29,3 15-138,-5 53 16,2 0-1,5 77 1,1-62 36,-2 9 9,0 3 5,12 111 0,-7-171-17,1 0-1,0-1 1,2 1 0,1-2 0,2 1-1,0-1 1,1-1 0,22 34 0,-30-51-107,1-1-1,0 0 1,0 0 0,1-1 0,0 1 0,0-1-1,0 0 1,1 0 0,-1 0 0,1-1 0,0 0-1,1 0 1,-1-1 0,1 0 0,-1 0 0,1 0-1,0-1 1,0 0 0,0 0 0,10 1 0,22-2-2429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3.0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 6019,'0'0'1809,"193"-36"-1457,-68 30-352,-3 3-1025,-30 3-2368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3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71 267 2817,'0'0'1628,"26"7"-1492,-2 0-100,2 1-12,-1-1 0,1-2 1,1 0-1,41 1 0,-35-6-8,100-1 0,-130 1-12,0-1 0,0 1 0,0-1 0,0 0 0,0 1 0,0-1 0,-1-1-1,1 1 1,0 0 0,0-1 0,-1 1 0,1-1 0,-1 0 0,0 0 0,1 0 0,-1 0 0,0 0 0,2-3-1,-1 1 47,-1-1 0,1 1 0,-1-1 0,0 1-1,0-1 1,0 0 0,-1 0 0,0 0 0,0 0-1,1-7 1,-2 5 60,1 0 1,-1 0-1,0 0 0,-1-1 0,0 1 0,0 0 1,0 0-1,-1 0 0,0 0 0,-1 0 0,1 1 1,-1-1-1,0 1 0,-1 0 0,-7-10 0,3 8-40,-1 0 0,1 1 1,-2 0-1,1 1 0,-1 0 0,0 0 0,0 1 0,-1 0 0,1 1 0,-1 0 0,0 1 1,-15-2-1,-9-1 24,0 2 1,-60 1-1,88 3-93,0 0 0,0 0 0,0 0 0,0 1 0,1 1-1,-1-1 1,0 1 0,1 0 0,-1 0 0,1 1 0,-1 0-1,1 0 1,0 0 0,1 1 0,-1 0 0,0 0-1,1 0 1,0 1 0,0 0 0,0 0 0,1 0 0,0 1-1,0-1 1,0 1 0,-3 8 0,1-3-6,0 1 1,1 1-1,1-1 0,0 1 1,1 0-1,-3 25 1,3-8-6,3 60 1,1-78 9,1 1 0,0-1 0,0 1 0,1-1 0,1 0 0,0 0 0,1 0 0,0-1-1,0 1 1,10 13 0,-5-11-38,1-1 0,0 0 0,1 0 0,0-1 0,1-1 0,0 0 0,15 10 0,-4-6-38,1-2 0,0 0 1,1-1-1,1-2 0,0 0 1,0-2-1,1-1 1,0-1-1,29 2 0,-26-5-82,0-1 1,46-4-1,-68 2 119,0-2 0,1 1 0,-1-1 0,0-1 0,0 1 0,-1-1 1,1-1-1,-1 0 0,1 0 0,-1-1 0,0 0 0,10-8 0,-7 3 24,-1-1-1,-1 1 0,0-2 0,0 1 1,-1-1-1,-1 0 0,12-25 1,-10 14 7,-1-1 0,0 0 1,7-44-1,-8 7 893,-2-1 0,-4-77-1,-2 96 679,-18 267-1489,0 4 119,19-191-156,0-35-13,0-22 235,0 19-256,-1-91 158,20-159 0,-17 244-182,-1-1 0,1 0-1,1 1 1,-1-1 0,1 1-1,0 0 1,1 0 0,0 0-1,0 0 1,0 1 0,1-1 0,0 1-1,0 0 1,1 1 0,-1-1-1,1 1 1,1 0 0,-1 1-1,1 0 1,-1 0 0,14-6-1,6 0-139,0 2-1,1 1 0,0 1 0,49-5 1,-59 9 115,235-28-621,-239 28 715,-21 4 62,0 1 1,1 1 0,-1-1-1,1 1 1,0 1-1,0-1 1,0 1-1,1 0 1,0 1 0,0 0-1,-9 10 1,2 0-101,1 1-1,0 0 1,-15 30 0,19-30 61,0 1 0,2 0 0,0 0 0,1 1 0,1-1 0,0 1 0,2 0 1,-1 27-1,3-36-24,0 0 0,0-1 1,1 1-1,0-1 0,1 1 1,0-1-1,1 1 0,0-1 1,0 0-1,1 0 0,0-1 1,1 1-1,0-1 1,0 0-1,0 0 0,1 0 1,1-1-1,8 9 0,-4-8-32,0 0 1,1-1-1,0 0 0,0-1 0,1 0 0,-1-1 1,21 5-1,-3-3-66,0-1-1,40 3 1,-38-7-474,-1-1-1,0-2 1,38-5-1,-15-4-3234,58-20-1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4.7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51 247 3586,'0'0'843,"-7"-28"-246,-21-92-164,21 90 828,-2-39 611,10 111-1700,12 169-102,-2-75 20,-10-104-146,-1-16-165,1 1-1,0-1 1,1 1-1,1-1 1,0 0-1,10 28 1,-12-43 73,-1 0-1,1 1 1,0-1 0,-1 0 0,1 0-1,0 0 1,0 0 0,-1-1 0,1 1-1,0 0 1,0 0 0,0 0 0,2 0-1,7 1-2724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4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24 3826,'0'0'1905,"-184"66"-1857,166-31 64,18-8 16,30-9 112,41-12 64,13-6 144,-4 0-272,-18-18-80,-23-9-32,-18 0 32,-21-5 177,0 5 159,-6 3-432,-21 9-144,6 9-1745,6 6-3970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5.4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0 559 3442,'0'0'2329,"28"-20"-1793,-5 3-443,32-22 149,78-75-1,-109 90-125,-1 0-1,-1-2 1,34-52-1,-49 68-25,-1 0-1,-1-1 1,0 0 0,0 0-1,-1-1 1,0 1-1,-1-1 1,-1 0 0,0 1-1,0-1 1,-1 0-1,-1 0 1,0-1 0,-2-11-1,2 22-69,0 1 0,0-1 0,-1 1 0,1 0 0,-1-1-1,1 1 1,-1-1 0,0 1 0,0 0 0,1 0 0,-1-1 0,0 1-1,0 0 1,0 0 0,0 0 0,0 0 0,-1 0 0,1 0 0,0 0-1,0 0 1,-1 1 0,1-1 0,0 0 0,-1 1 0,1-1-1,-2 1 1,-3-2 51,0 1 0,-1 1 0,1-1 0,-12 1 0,8 1-1,10-1-71,0 0 1,-1 0 0,1 0-1,0 0 1,-1 0 0,1 0-1,0 0 1,-1 0 0,1 0-1,0 0 1,-1 0 0,1 0-1,0 1 1,-1-1 0,1 0-1,0 0 1,-1 0 0,1 1-1,0-1 1,0 0 0,-1 0-1,1 1 1,0-1 0,0 0-1,0 0 1,-1 1 0,1-1-1,0 0 1,0 1 0,0-1-1,0 0 1,0 1 0,0-1-1,0 0 1,0 1 0,-1-1-1,1 0 1,0 1 0,0-1-1,0 0 1,1 1 0,3 15-58,1-8 42,0-1-1,0-1 1,1 1 0,-1-1 0,2 0 0,-1 0-1,0 0 1,1-1 0,0 0 0,13 6 0,-4 0 7,19 12 16,21 13-103,-2 2-1,67 62 1,-108-87 33,1 1-1,-2 0 1,0 0-1,-1 1 1,0 1-1,-1 0 1,-1 1-1,0-1 0,-1 2 1,-1-1-1,-1 1 1,-1 0-1,4 22 1,-7-33 28,-1 1 1,-1-1-1,0 0 1,0 0 0,0 1-1,-1-1 1,0 0-1,0 0 1,-1 0-1,-4 14 1,4-17 32,-1 0 0,1 1-1,-1-1 1,0-1 0,0 1 0,0 0 0,0-1-1,-1 1 1,1-1 0,-1 0 0,0 0 0,0-1-1,0 1 1,0-1 0,-1 0 0,-7 3 0,-9 1 22,1-2 0,0 0 1,-1-2-1,0 0 1,-33-2-1,44 1-1,1-1-1,0-1 0,0 0 0,0 0 1,0-1-1,0 0 0,-15-6 0,20 6 4,1 0 0,-1 0 0,1 0 0,0 0 0,0 0 0,0-1 0,0 1-1,1-1 1,-1 0 0,1 0 0,-1 0 0,1 0 0,0-1 0,0 1 0,1 0-1,-1-1 1,1 1 0,-1-1 0,1 0 0,-1-5 0,1 3 35,-1 0 1,2 1-1,-1-1 1,1 0-1,-1 0 1,1 0-1,1 0 1,-1 0-1,3-8 1,-2 12-51,0-1 1,0 0-1,1 1 1,-1-1-1,1 1 0,-1-1 1,1 1-1,0 0 1,0-1-1,0 1 1,0 0-1,0 0 0,0 1 1,1-1-1,-1 0 1,1 1-1,-1-1 1,1 1-1,0 0 0,3-1 1,8-3-9,0 2-1,0 0 1,0 0 0,1 1 0,21 0-1,-25 2-7,-1 0-1,1 1 1,-1 0-1,0 1 1,1 0-1,-1 0 1,0 1-1,15 7 1,2 6-52,-22-12-229,1 0 0,0 0 0,0-1 0,0 0 0,7 2 0,9-2-4006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5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4178,'0'0'3500,"0"-23"-2465,0-51-353,0 65-536,0 10-53,0 53-147,29 433-108,-28-478-153,2 20-81,-3-28 263,0 0 0,0-1 0,0 1-1,0 0 1,0-1 0,0 1 0,1 0 0,-1-1 0,0 1-1,0 0 1,1-1 0,-1 1 0,0-1 0,1 1-1,-1 0 1,1-1 0,-1 1 0,1-1 0,-1 1 0,1-1-1,-1 1 1,1-1 0,-1 0 0,1 1 0,0-1-1,-1 0 1,1 1 0,0-1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6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1 5619,'0'0'544,"-116"169"-384,119-125 128,54-17-176,20-18 144,6-9-48,-14 0 48,-19-27-144,-20-8 257,-21-4 111,-9 0 144,-9 1-240,-24 8-384,6 12-16,13 12-912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6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1 357 2481,'0'-1'5082,"0"-3"-4986,-1-29 346,2 0-1,1 0 1,11-51 0,-11 74-447,0 1 1,1 0-1,1 1 0,-1-1 1,1 1-1,1-1 1,-1 1-1,1 0 0,1 1 1,0-1-1,0 1 1,0 0-1,1 1 0,0-1 1,0 1-1,0 1 1,13-8-1,-16 11-4,-1-1-1,1 1 1,0 1-1,-1-1 1,1 0 0,0 1-1,0 0 1,0 0-1,0 0 1,0 0 0,0 1-1,0 0 1,1 0-1,-1 0 1,0 0-1,0 0 1,0 1 0,0 0-1,0 0 1,0 0-1,0 0 1,0 1 0,0-1-1,-1 1 1,1 0-1,0 0 1,-1 0 0,0 1-1,1-1 1,-1 1-1,0 0 1,0 0 0,-1 0-1,1 0 1,0 1-1,-1-1 1,0 1 0,0-1-1,3 8 1,4 12-20,-1 1-1,-1 0 1,-1 0 0,-1 0-1,4 47 1,-7 126-94,-3-169 120,1-10 11,-2 0 0,0 0 0,-8 28 0,10-44 40,0-10 126,-1-26-121,1 1 0,2-1 0,2 1 0,1 0 0,1 0 0,16-47 0,-9 48-127,1 0 0,2 1 1,22-32-1,-29 50-140,1 0 1,0 0-1,0 1 1,2 1-1,-1 0 0,1 0 1,1 1-1,27-16 1,-35 23 109,1 0 1,0 1-1,0-1 1,0 1-1,0 0 1,0 1 0,0 0-1,10-1 1,-14 2 91,0 0 1,1 0 0,-1 0 0,0 1 0,1-1 0,-1 1-1,0-1 1,0 1 0,0 0 0,1 0 0,-1 0 0,0 0-1,0 0 1,0 0 0,0 1 0,-1-1 0,1 1 0,0-1-1,0 1 1,-1 0 0,1-1 0,-1 1 0,0 0 0,0 0-1,1 0 1,0 3 0,2 6 7,0 0 0,0 1 1,-1-1-1,-1 1 0,0-1 0,1 19 1,-4 77 100,-1-46 43,-7 101 431,1-57-206,8-98-356,-1 0 0,1-1-1,0 1 1,0 0 0,1-1 0,0 1-1,0-1 1,3 8 0,-3-12-53,1 0 0,-1 0 1,0 0-1,1 0 0,0-1 1,-1 1-1,1 0 0,0-1 0,0 1 1,0-1-1,0 0 0,0 0 0,0 0 1,0 0-1,1 0 0,-1 0 0,0 0 1,0-1-1,1 1 0,-1-1 0,0 0 1,1 1-1,4-1 0,50 1-2002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7.3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278 250 5475,'0'0'1301,"-4"13"-1279,-10 38 31,14-50-53,0-1 0,0 1 0,0 0 0,0-1 1,0 1-1,1 0 0,-1-1 0,0 1 0,0-1 0,1 1 0,-1-1 0,0 1 0,1-1 0,-1 1 0,1-1 0,-1 1 0,0-1 0,1 1 1,-1-1-1,1 0 0,-1 1 0,1-1 0,0 0 0,-1 1 0,1-1 0,-1 0 0,1 0 0,-1 1 0,1-1 0,0 0 0,-1 0 1,1 0-1,0 0 0,-1 0 0,1 0 0,0 0 0,27-2 19,-24 2-4,1-1 3,-1 0-1,0-1 0,0 1 0,0-1 0,0 1 1,0-1-1,0-1 0,-1 1 0,1 0 0,-1-1 1,1 0-1,-1 0 0,0 0 0,0 0 0,0 0 0,0 0 1,-1-1-1,0 0 0,1 1 0,-1-1 0,0 0 1,-1 0-1,1 0 0,-1 0 0,2-8 0,-1 5 17,-1 1 0,0-1 0,0 0 0,-1 0-1,1 0 1,-2 0 0,1 0 0,-1 0 0,0 0 0,0 0-1,-1 0 1,0 1 0,0-1 0,0 1 0,-1-1-1,-5-8 1,0 5-32,1 0-1,-2 1 1,1 0-1,-1 1 1,-1-1-1,1 2 1,-1-1-1,-1 1 1,1 1 0,-1 0-1,0 1 1,-1 0-1,1 0 1,-1 1-1,0 1 1,0 0-1,0 0 1,-1 2-1,1-1 1,-17 1-1,24 2-3,1-1-1,-1 1 1,1 0-1,-1 0 1,1 1-1,-1-1 0,1 1 1,0 0-1,0 0 1,0 0-1,0 1 1,0 0-1,0-1 1,1 1-1,-1 1 0,1-1 1,0 0-1,0 1 1,0-1-1,0 1 1,1 0-1,-1 0 1,-1 6-1,-3 3-2,1 1 0,1 0 0,0 0 0,1 1 0,0-1 0,-2 20 0,4-12 7,0 0 0,1 0-1,1 1 1,1-1-1,2 0 1,4 25 0,-3-32 4,0 0 0,2-1 0,-1 1 0,1-1 0,1-1 0,1 1 0,0-1 0,0 0 0,18 18 0,-16-19-18,1-2-1,1 1 1,0-1-1,0-1 1,1 0-1,0-1 1,1 0-1,0-1 1,0-1-1,0 0 1,1-1-1,0 0 1,0-1-1,0-1 1,0 0-1,1-1 1,-1-1-1,26-1 1,-28-1-1,-1-1 0,1 0 0,0 0 0,-1-2 0,1 1 0,-1-2 0,0 0 0,0 0 0,-1-1 0,0 0 0,0-1 0,0 0 0,-1-1 0,0 0 0,0-1 0,-1 0 0,13-16 0,-6 6 16,-1-1-1,-1-1 1,0 0-1,-2-1 1,0-1 0,-2 1-1,0-2 1,6-27-1,-6 8 189,-3-2-1,-2 1 1,-1 0-1,-3-61 1,-1 98-146,-3-2 307,-3 16-309,-5 21-107,-1 36 71,3 1 1,-1 70-1,7 112 298,3-202-128,-2-125-23,0 35-244,2-1 0,2 0 0,10-65 0,-10 99 0,1-1 0,0 2 0,1-1 0,1 0-1,-1 1 1,2 0 0,0 0 0,0 0 0,1 1 0,0 0 0,0 0 0,1 0 0,1 1 0,0 1 0,0-1 0,0 2 0,19-13-1,-12 12-6,0 1 0,0 0-1,1 1 1,-1 0-1,1 2 1,0 0 0,29-2-1,128 1-66,-122 5 184,-49 0 738,-7 0 397,1 1-1103,-1-1 0,1 1 0,0 0 0,-1 1 0,1-1-1,0 0 1,0 1 0,-1 0 0,1 0 0,0 0 0,1 0 0,-1 0 0,0 1-1,1-1 1,-3 4 0,-37 45-12,39-47-8,-6 9-17,0 1-1,1 0 1,0 0-1,1 1 1,1-1-1,0 2 1,-5 25 0,6-16 14,2-1 1,1 0-1,1 0 1,2 35-1,0-51-88,-1 1 0,2-1-1,-1 0 1,1 0 0,0 0 0,1-1 0,0 1-1,0 0 1,1-1 0,0 0 0,0 0 0,1 0-1,-1 0 1,2-1 0,-1 0 0,1 0 0,-1 0-1,2-1 1,-1 0 0,1 0 0,-1 0-1,1-1 1,1 0 0,-1 0 0,0-1 0,1 0-1,0 0 1,0-1 0,0 0 0,10 1 0,46 1-2041,-6-4-1547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7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64 498 2945,'0'0'3143,"36"-20"-3175,117-59 27,-143 75 5,0 0 0,-1 1 0,1 0 0,0 0 0,1 1 0,-1 0 0,0 1 0,1 1 0,-1-1 0,14 2 0,13 0-8,-14-2 3,52-6-114,-70 6 110,0 0 0,-1 0-1,1 0 1,-1 0 0,0-1 0,1 0 0,-1 0 0,0 0 0,0 0-1,0-1 1,0 1 0,4-5 0,-6 4 39,0 1 1,-1-1-1,1 0 0,-1-1 0,0 1 1,1 0-1,-1 0 0,-1 0 0,1-1 1,0 1-1,-1-1 0,0 1 0,1 0 1,-1-1-1,-1 1 0,1-1 1,0 1-1,-2-6 0,0-1 78,-1 0-1,0 0 1,-1 0-1,-9-17 0,3 9 11,-1 0 0,0 2-1,-2-1 1,0 2-1,-1-1 1,-19-15-1,23 22-45,0 1-1,-1 1 0,0-1 0,0 2 0,0-1 1,-1 2-1,0 0 0,0 0 0,-1 1 0,-24-5 1,23 7-41,1 1 0,-1 0 1,1 1-1,-1 0 0,-18 3 0,25-1-22,0 0 0,0 0 0,0 0 0,0 1-1,1-1 1,-1 2 0,1-1 0,0 1 0,0 0-1,0 0 1,-8 8 0,2 0 66,0 1 1,1 1-1,1-1 0,0 1 0,1 1 0,1 0 1,0 0-1,1 1 0,0 0 0,2 0 1,0 1-1,0-1 0,2 1 0,0 0 1,1 0-1,1 0 0,0 1 0,1-1 0,3 18 1,-1-26-53,1 1 1,0-1 0,0 1 0,1-1 0,0 0-1,1-1 1,0 1 0,0-1 0,1 0-1,0 0 1,0 0 0,1-1 0,0 0 0,0 0-1,1-1 1,-1 0 0,2 0 0,-1-1-1,0 0 1,10 3 0,7 4-100,0-2-1,1 0 1,0-2 0,0-1 0,1-2-1,32 4 1,74-2-2333,-7-7-2231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8.6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424 308 976,'0'0'5219,"5"-30"-5374,15-99 302,-18 115-43,0 0 0,-1-27-1,-1 26 5,0 13-79,0 1 1,0-1 0,0 0-1,-1 0 1,1 1 0,-1-1-1,1 0 1,-1 1-1,1-1 1,-1 1 0,0-1-1,0 1 1,0-1 0,0 1-1,0-1 1,0 1 0,0 0-1,0-1 1,-1 1-1,1 0 1,0 0 0,-1 0-1,1 0 1,-1 0 0,1 0-1,-1 1 1,0-1 0,1 0-1,-1 1 1,-3-1 0,-5-1 49,0 0 1,0 1 0,0 1 0,-14 0-1,12 0-89,-1 0 15,1 1 1,-1 0-1,1 0 0,-1 2 1,1-1-1,0 1 0,0 1 1,0 1-1,1-1 0,0 2 1,-1-1-1,2 2 0,-1-1 1,1 1-1,0 1 0,0 0 1,1 1-1,0-1 0,-14 19 1,11-11-12,0-1 1,1 1 0,1 1-1,1 0 1,0 1 0,1-1-1,1 1 1,0 1 0,2 0-1,0 0 1,1 0 0,1 0-1,1 0 1,0 1 0,2-1-1,0 1 1,5 36 0,-3-51-3,-1 0 1,1 0-1,-1 0 1,1 0-1,1 0 1,-1-1-1,1 1 1,-1-1-1,1 0 1,1 0-1,-1 0 1,0 0-1,8 6 1,-4-5 0,0 0-1,0-1 1,0 1-1,1-2 1,0 1-1,0-1 1,14 4-1,0-2-28,0-1 0,1-1 0,-1-2 0,1 0-1,30-2 1,-44 0-7,1-1 0,-1 0 0,1 0 0,-1-1 0,0 0 0,0-1 0,0 0 0,0 0 0,0-1-1,-1 0 1,0 0 0,0-1 0,-1 0 0,1-1 0,-1 0 0,-1 0 0,1 0 0,-1-1 0,7-11 0,-4 5 61,-1 0 0,-1-1 0,0 0 0,-1-1 1,0 1-1,-1-1 0,-1 0 0,-1 0 0,0-1 0,1-26 0,-4-65 540,-4 77-179,4 29-343,-1 1 0,1 0 0,-1 0 0,0 0 0,0 0 0,0 0 0,0 0 0,0 0 1,1 0-1,-2 0 0,1 0 0,0 0 0,0 1 0,0-1 0,0 0 0,0 1 0,-1-1 0,1 1 0,0-1 1,-2 1-1,2 0-36,0 0 0,0 0 0,1 0 0,-1 0-1,0 1 1,0-1 0,0 0 0,0 1 0,1-1 0,-1 0 0,0 1 0,0-1 0,0 1 0,1-1 0,-1 1 0,0 0 0,1-1 0,-1 1 0,1 0 0,-1-1 0,1 1 0,-1 0 0,1 0 0,-1-1 0,1 1 0,0 0 0,-1 0 0,1 0 0,0 0 0,0-1 0,-1 3 0,-8 34-54,8-32 58,-5 41 15,2 0-1,2 72 1,2-83-22,0-22-5,1-1-1,0 1 1,0 0-1,5 15 1,-4-23-9,-1 0 0,1-1 0,0 1 1,0-1-1,0 1 0,0-1 0,1 0 0,0 0 1,0 0-1,0 0 0,0 0 0,1-1 1,5 5-1,-7-6-7,0-1-1,0 0 1,0 0 0,0 0 0,0 0 0,1 0 0,-1 0-1,0 0 1,1-1 0,-1 1 0,0-1 0,1 0 0,-1 0-1,0 0 1,1 0 0,-1 0 0,1 0 0,-1-1 0,0 1 0,1-1-1,3-1 1,-2 0 0,0 0 1,0 0-1,-1 0 0,1 0 1,-1-1-1,1 0 0,-1 1 1,0-2-1,0 1 0,5-5 0,13-20 46,0-1-1,-2-1 0,-1 0 0,-2-1 0,0-1 0,-3 0 0,0-1 0,-2-1 0,7-39 0,-11 14 315,0-106 1,-1 168-345,21 20-39,-1 1 0,-2 1 0,0 2 0,26 36 0,-41-49 29,0 0 0,0 1 0,-1 0 1,-1 0-1,-1 1 0,0 0 0,-1 0 0,0 1 1,-2-1-1,0 1 0,1 21 0,-4-31 9,1 7-24,-1 1 0,-1-1 0,-3 21 1,3-31 26,0 0 0,0 0 0,0-1 0,-1 1 0,0 0 0,1 0 1,-1-1-1,-1 0 0,1 1 0,0-1 0,-1 0 0,0 0 1,0 0-1,1 0 0,-2-1 0,-3 4 0,-2 0 25,-1-1-1,-1 0 1,-17 6-1,11-4 79,26-6 116,328 19-237,-331-20 22,11 2-10,-1 0 0,1-1 0,25-3 0,-37 2 11,0-1 0,-1 0 0,0 0 0,1 0 0,-1-1 0,0 1 1,1-1-1,-1 0 0,0-1 0,0 1 0,-1-1 0,1 1 0,0-1 0,-1 0 0,0 0 0,0-1 1,5-5-1,0-4 42,0 0 1,-1-1 0,0 0 0,-1 0 0,-1 0 0,0-1-1,-1 0 1,-1 1 0,2-20 0,-1-17 127,-2-73 1,-3 66-127,0 36 69,-1 0 0,-1 0 0,-12-41-1,13 54-75,1 96 300,1 258-211,0-195-3339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8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5058,'0'0'1841,"59"92"-8452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19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1 319 912,'0'0'3271,"10"2"-1766,-8-1-1451,0 0-1,1 0 1,-1 0-1,0-1 1,1 0-1,-1 1 1,0-1 0,1 0-1,-1 0 1,1 0-1,-1 0 1,1 0 0,-1-1-1,0 1 1,1-1-1,-1 0 1,0 0-1,1 0 1,-1 0 0,0 0-1,0 0 1,0 0-1,0-1 1,0 1 0,0-1-1,0 1 1,-1-1-1,1 0 1,0 0 0,-1 0-1,0 0 1,1 0-1,-1 0 1,2-4-1,8-14 221,2 1 0,0 1-1,22-25 1,-30 38-248,1-1 1,0 2-1,-1-1 1,2 0-1,-1 1 1,0 0-1,1 1 0,0-1 1,0 1-1,0 0 1,0 1-1,0 0 1,1 0-1,9-1 1,-11 2-37,-1 1 0,1-1 0,-1 1 1,1 1-1,0-1 0,-1 1 0,1-1 0,-1 2 0,1-1 1,-1 1-1,0-1 0,0 1 0,0 1 0,0-1 0,8 6 1,-8-4-7,0 1 0,0 0 1,-1 1-1,1-1 1,-1 1-1,-1-1 0,1 1 1,-1 1-1,0-1 0,0 0 1,0 1-1,1 9 1,1 6 28,-1 0 0,-1 0 0,-2 0 1,0 1-1,-2 23 0,1-8 36,0-26-25,0 0 0,0 0 1,-2 0-1,1 0 0,-1 0 1,-1 0-1,0-1 0,-9 22 0,15-96 1169,0 51-1172,1-1-1,1 1 1,0 1 0,0-1 0,11-15-1,41-55-25,-46 67 3,-8 12 2,15-23-27,2 0 0,38-36 0,-52 56 17,1 1 0,-1-1 0,1 1 0,0 1 0,1-1-1,-1 1 1,1 0 0,0 1 0,0 0 0,0 0 0,0 1 0,0 0 0,0 0 0,1 1 0,8 0 0,-14 1-4,-1 0 1,1 0-1,-1 1 1,0-1-1,1 1 1,-1 0-1,0-1 1,0 1-1,0 0 1,1 1-1,-1-1 1,0 0-1,0 0 1,-1 1-1,1-1 1,0 1-1,0 0 1,-1-1-1,1 1 1,-1 0-1,1 0 1,-1 0-1,0 0 1,0 0-1,0 1 1,0-1-1,0 0 1,0 0-1,-1 1 1,1-1-1,-1 0 1,1 4-1,1 11-39,-1 0-1,0 0 1,-3 28-1,1-21 44,-1 10 8,-8 38-1,6-50 5,1 0 0,1 0 1,0 1-1,2-1 0,3 26 0,-3-44 0,1-1 0,0 1-1,0-1 1,0 0 0,1 1 0,-1-1-1,1 0 1,0 0 0,0 0 0,0 0-1,0 0 1,0-1 0,1 1 0,-1 0-1,1-1 1,0 0 0,0 0 0,0 0-1,0 0 1,0 0 0,0 0 0,0-1-1,0 0 1,1 1 0,-1-1 0,1-1-1,4 2 1,9 1 15,1-1 0,1-1 0,-1 0 0,20-3-1,-24 2-13,6-2-17,0 0-1,0-2 1,-1 0-1,1-1 0,-1-1 1,0-1-1,-1 0 1,0-1-1,0-1 1,31-22-1,-35 22 25,0-2-1,-1 0 0,0-1 0,-1 0 0,0-1 1,-1 0-1,0-1 0,-1 0 0,-1-1 0,0 0 1,-1 0-1,11-32 0,-11 15 107,-1 0-1,-2 0 1,-2 0-1,0-1 1,-3-32 0,0 58-85,0 0 0,0 1 0,-1-1 0,0 1 0,0-1 0,-1 1 0,1-1 0,-2 1 0,1 0 1,-5-10-1,4 12 0,0 0-1,0 0 1,-1 0 0,1 1 0,-1-1 0,0 1 0,1 0 0,-2 0 0,1 0 0,0 1 0,-1-1 0,1 1 0,-1 0-1,-7-2 1,4 1-25,-1 1 0,1-1-1,-1 2 1,1-1-1,-1 1 1,1 1 0,-1-1-1,0 1 1,1 1-1,-1 0 1,0 0 0,1 1-1,-1 0 1,1 0-1,0 1 1,0 0 0,0 0-1,0 1 1,0 0-1,1 0 1,-1 1 0,1 0-1,1 1 1,-1-1-1,1 1 1,0 0 0,0 1-1,0 0 1,-4 8-1,2-3-11,0 2 0,2-1-1,-1 1 1,2 0 0,0 0-1,1 0 1,-4 18 0,3 0 0,2-1 1,0 46 0,3-67 3,0 1 1,0-1 0,1 0-1,1 0 1,0 0-1,0 0 1,1 0 0,0 0-1,1-1 1,0 1-1,0-1 1,1 0 0,0 0-1,1 0 1,0-1-1,0 0 1,1 0 0,0-1-1,0 0 1,14 11-1,-13-13 8,-1 0-1,1-1 1,0 0-1,1 0 1,-1-1 0,0 0-1,1-1 1,0 1-1,-1-2 1,1 1-1,0-1 1,0-1-1,0 1 1,18-3-1,-22 2 9,-1-1 0,1 0-1,-1 0 1,1 0 0,-1 0-1,0-1 1,1 0 0,-1 0 0,0 0-1,0 0 1,0-1 0,-1 1-1,6-6 1,-2 2 20,-1-1 0,0 0 1,-1 0-1,0 0 0,0 0 0,6-13 0,-1-3 128,-1 1 0,-2-1 0,0-1 0,5-31 0,-7 14-30,-2 1 1,-1-46-1,-2 76-124,1 10-124,3 7 14,3 24-163,3 78-20,-5 133 0,-5-185 263,-6 99 9,-6-1 0,-7 0 0,-7-1 0,-6-2 1,-72 206-1,82-294-13,-61 121 1,67-157 22,-1 0 1,-1-1-1,-2 0 0,-1-2 1,0 0-1,-28 23 0,36-38 8,-1 1 0,-1-1 1,1-1-1,-1-1 0,-1 0 0,0-1 0,0 0 0,0-2 0,-1 0 0,0 0 0,0-2 0,0 0 0,0-1 0,0-1 0,-1 0 0,1-1 0,0-1 1,-1-1-1,1 0 0,0-2 0,0 0 0,0 0 0,1-2 0,0 0 0,0-1 0,0 0 0,1-1 0,0-1 0,-22-18 0,19 13 8,2 0 0,0-2-1,0 0 1,2 0 0,0-2-1,1 0 1,1 0 0,-18-36-1,19 28 31,1-1-1,1 0 1,1 0-1,2 0 0,0-1 1,-2-49-1,8 39-39,0 0 0,3 1 0,1-1-1,2 1 1,2 0 0,1 0 0,1 1 0,3 0-1,1 1 1,1 0 0,2 1 0,1 1 0,2 1-1,1 0 1,1 2 0,2 1 0,1 0 0,1 2-1,48-39 1,-52 51-6,0 0 1,0 1-1,1 1 0,1 1 0,0 2 0,0 0 0,33-8 0,-19 9 5,1 2 0,0 2 0,0 1 0,39 2 0,-38 3-21,-40-1 11,1 1-1,0-1 0,-1 0 0,1 0 0,-1 1 1,1-1-1,0 1 0,-1-1 0,1 0 1,-1 1-1,1-1 0,-1 1 0,1-1 1,-1 1-1,0 0 0,1-1 0,-1 1 1,1-1-1,-1 1 0,0 0 0,0-1 1,1 1-1,-1 0 0,0-1 0,0 1 1,0 0-1,0-1 0,0 1 0,0 0 1,0 0-1,0-1 0,0 1 0,0 0 1,0-1-1,-1 1 0,1 0 0,0-1 1,0 1-1,-1 0 0,1-1 0,0 1 1,-1-1-1,1 1 0,0 0 0,-1-1 1,1 1-1,-1-1 0,1 1 0,-1-1 1,1 0-1,-1 1 0,0-1 0,1 1 1,-1-1-1,0 0 0,0 1 0,-8 3-284,0 0-1,-1 0 1,1 0-1,-14 2 1,-72 17-3418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0.6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532 199 4978,'0'0'2415,"-8"-26"-1642,-26-81-114,33 105-645,0 0 0,0 0 0,1 0-1,-1 0 1,-1 0 0,1 0 0,0 1-1,0-1 1,-1 0 0,1 1 0,-1-1-1,1 0 1,-1 1 0,0 0 0,0-1-1,1 1 1,-1 0 0,0 0 0,0 0-1,0 0 1,0 0 0,0 1 0,-1-1-1,1 1 1,0-1 0,0 1-1,0 0 1,0 0 0,-1 0 0,1 0-1,0 0 1,0 0 0,0 1 0,-3 0-1,-9 0 16,-2 0-17,0 1-1,0 0 1,0 1-1,0 1 1,1 0-1,-1 2 1,1-1 0,0 2-1,1 0 1,-27 18-1,20-11-4,1 1 0,1 1 0,0 0 0,1 2 0,1 0 0,-23 31 0,31-35-5,1 1 0,1 0 0,0 0 0,0 0 0,2 1 0,0 0 0,1 0 0,0 0 0,1 1 0,1-1 0,1 1-1,0-1 1,1 1 0,3 21 0,-2-27 0,1 0-1,1 0 0,-1 0 0,2 0 1,0 0-1,0-1 0,0 1 0,2-1 0,11 18 1,-6-14 2,-1-1 0,2-1 0,0 0 0,0-1 0,1 0 0,15 10 0,3-2 5,0-1 0,2-2-1,-1-1 1,2-2 0,57 15 0,-45-18-4,1-1-1,0-3 1,0-1 0,52-2 0,-89-3-2,0 0 1,0-1 0,0 0 0,0-1-1,0 0 1,0 0 0,-1-1 0,11-4-1,-14 4 3,0-1 1,0 1-1,0-1 0,-1-1 0,0 1 0,1-1 0,-2 0 0,1 0 0,0 0 0,-1-1 0,0 1 0,6-12 0,-4 4 15,0 0 0,0-1 0,-1 0 1,-1 0-1,0 0 0,3-28 0,-2-89 150,-5 114-143,-2-29-3,-1 0 0,-3 1 0,-1 0 0,-3 0 0,-2 0 0,-1 2 0,-25-55 0,38 97-33,-3-6-250,1 0 1,-1 0 0,0 0 0,0 1 0,-1-1-1,0 1 1,0 0 0,-1 0 0,0 0-1,0 1 1,-10-10 0,13 14-74,0 0 1,0 1-1,0-1 1,0 0-1,0 1 1,0 0-1,0-1 0,0 1 1,0 0-1,-3 0 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0.8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3986,'15'50'880,"20"10"-448,16 5-31,-1-9-257,13 4-32,-1-7 96,-3-5-112,-2-4-96,-10-17-32,-14-12-2081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1.5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79 295 976,'0'0'3170,"-10"3"-2239,-33 6-243,42-9-664,1 0 0,-1 0-1,0 0 1,0 0 0,0 0-1,1 0 1,-1 0 0,0 0 0,0 0-1,1 0 1,-1-1 0,0 1-1,0 0 1,1-1 0,-1 1-1,0 0 1,1-1 0,-1 1-1,0-1 1,1 1 0,-1-1 0,1 1-1,-1-1 1,1 1 0,-1-1-1,1 0 1,-1 1 0,1-1-1,0 0 1,-1 1 0,1-1-1,0 0 1,-1 0 0,1 1 0,0-3-1,-3-25 135,3 24-96,0-3-36,-1-12 80,0 1 1,4-26 0,-2 38-97,0 0 1,0 1 0,1-1 0,-1 0-1,1 1 1,1 0 0,-1-1 0,1 1-1,0 0 1,0 0 0,6-6 0,0 1-15,1 1 0,1 0 0,-1 0 1,1 1-1,0 1 0,1 0 0,0 1 0,0 0 1,0 0-1,1 1 0,0 1 0,0 0 0,0 1 1,0 1-1,1 0 0,-1 0 0,1 2 0,25 1 1,-35-1-3,0 0 1,0 1 0,0 0-1,0 0 1,0 0 0,0 0 0,-1 1-1,1-1 1,0 1 0,-1 0-1,1 0 1,-1 1 0,0-1-1,0 1 1,0-1 0,0 1 0,0 0-1,0 0 1,-1 0 0,0 1-1,1-1 1,-1 0 0,0 1-1,-1 0 1,1-1 0,-1 1 0,1 0-1,-1 0 1,1 5 0,2 12 3,-1 0 1,0 0 0,-1 0 0,-2 25-1,0-35 5,-1-1 1,0 0-1,0 1 0,-1-1 0,0 0 1,-1 0-1,-8 18 0,9-23 5,-1 0 0,0 0 0,0 0 0,0 0 0,-1 0 0,1-1 0,-1 0 1,0 0-1,-1 0 0,1 0 0,-1 0 0,1-1 0,-1 0 0,0 0 0,-8 3 0,12-5 2,1-1 0,-1 1 0,0-1 0,0 0 0,1 0 0,-1 1 0,0-1-1,0 0 1,1 0 0,-1 0 0,0 0 0,0 0 0,0 0 0,1 0 0,-1 0 0,0 0 0,0 0 0,1 0 0,-1 0 0,0 0 0,0-1-1,1 1 1,-1 0 0,0-1 0,0 1 0,1 0 0,-1-1 0,0 1 0,0-1 0,1-1 29,-1 1 1,0 0 0,1-1-1,-1 1 1,1-1-1,0 1 1,-1 0-1,1-1 1,0 1-1,0-1 1,0 1-1,0-1 1,0 1 0,0-3-1,1-2 66,0 0 1,1 0-1,-1 0 1,1 1-1,1-1 0,-1 0 1,4-5-1,-1 4-121,0 1 0,1 0 0,0 1 1,0 0-1,0 0 0,1 0 0,-1 0 0,1 1 0,0 0 0,1 1 0,-1-1 1,1 2-1,-1-1 0,1 1 0,0 0 0,0 0 0,0 1 0,0 0 0,0 1 0,8 0 1,-13 0-5,0 0 1,0 0 0,0 1-1,0-1 1,0 1-1,-1 0 1,1 0 0,0 0-1,0 0 1,-1 0 0,1 0-1,-1 1 1,1-1-1,-1 1 1,0 0 0,1 0-1,1 2 1,0 1-11,0 0-1,-1 0 1,1 0 0,-1 0-1,-1 1 1,1-1 0,3 12-1,0 4-9,-2 0 0,0 0 0,1 38-1,-4-35 46,0 1 1,-2-1-1,-4 31 0,2-44-3,1 0 1,-1 0-1,-1-1 1,0 1-1,0-1 1,-1 0-1,0 0 1,-1 0-1,-7 9 1,4-8 0,1 0 0,-2-1 0,1 0 0,-1 0 1,-1-1-1,0-1 0,0 0 0,0 0 0,-1-1 0,0 0 1,-1-1-1,1-1 0,-1 0 0,0-1 0,-1 0 0,1-1 1,-1 0-1,1-1 0,-1-1 0,-17 0 0,26-1 8,0 0-1,0 0 0,0 0 1,0-1-1,1 1 1,-1-1-1,0-1 0,1 1 1,-1 0-1,0-1 0,1 0 1,0 0-1,-1-1 0,1 1 1,0-1-1,0 0 1,1 0-1,-1 0 0,1-1 1,-1 1-1,1-1 0,0 0 1,0 0-1,1 0 0,-1 0 1,1 0-1,0 0 1,0-1-1,0 1 0,0-1 1,1 0-1,0 1 0,0-1 1,0-5-1,-1-1-5,0 1-1,1 0 0,1 0 1,0-1-1,0 1 0,1 0 1,3-17-1,-3 22-9,1-1 1,0 1-1,0-1 0,0 1 1,1 0-1,0 0 1,0 0-1,0 0 0,0 0 1,1 1-1,0-1 0,0 1 1,0 0-1,7-5 0,-1 2-6,1 1-1,0 0 0,0 1 0,0 0 0,0 1 0,1 0 0,-1 1 0,1 0 0,0 1 0,19-2 0,-25 3 2,0 1 0,0 0-1,1 0 1,-1 0-1,0 1 1,0 0-1,0 0 1,0 0 0,0 1-1,0 0 1,0 0-1,-1 1 1,1-1-1,-1 1 1,1 0 0,-1 1-1,0 0 1,0-1-1,0 1 1,-1 1-1,0-1 1,5 6 0,-5-4 18,-1 1 1,1 0 0,-1 0 0,-1 0 0,1 1 0,-1-1 0,0 0 0,1 11-1,0 63-1888,-3-73 1264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1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399 2 4402,'0'0'1747,"-27"1"-1669,6-2-67,12 1-5,-1-1 0,1 1 0,-1 0 1,0 1-1,1 0 0,-1 1 1,1 0-1,-1 0 0,1 1 0,0 0 1,0 1-1,0 0 0,1 1 0,-1-1 1,1 1-1,-10 9 0,1 3 69,0 0-1,2 1 0,0 0 0,2 2 1,0-1-1,1 2 0,0 0 1,2 0-1,1 1 0,0 0 0,-5 25 1,5-5 3,1 0 1,2 1 0,2 0-1,2 0 1,3 52 0,1-78-64,0 0 1,0-1-1,2 0 1,0 1-1,0-1 1,2-1 0,12 26-1,-6-18 2,2-1 0,0-1-1,2 0 1,21 24 0,-31-39-21,0 0 1,1 0-1,-1-1 1,1 0-1,1 0 1,-1 0-1,0-1 1,1 0-1,0-1 1,0 1-1,0-2 1,1 1-1,-1-1 1,1 0-1,-1-1 1,1 0-1,-1 0 1,1-1-1,0 0 1,-1-1-1,18-2 1,-12 0 5,-1-1 1,1 0 0,-1-1-1,0 0 1,0-1-1,-1-1 1,0 0 0,0 0-1,0-1 1,-1-1 0,0 0-1,17-19 1,-15 13 18,-1 0 1,-1-1-1,0-1 0,-2 0 0,1 0 1,-2-1-1,-1-1 0,0 1 1,-1-1-1,6-33 0,-5-1 61,-2-1 0,-3-89 0,-2 122-94,-2 1 0,0 0 1,-1 0-1,-1 0 0,-1 1 0,-1-1 0,-9-20 0,11 31-184,0 1 0,0 0-1,0 1 1,-1-1 0,0 1-1,-1 0 1,1 0-1,-1 0 1,-1 1 0,1 0-1,-1 0 1,0 1 0,0 0-1,-1 0 1,0 0 0,0 1-1,0 1 1,-15-6-1,-27 1-3434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2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0 640,'0'0'2962,"26"158"-2258,16-105-208,5 4-128,13-1-31,-1 4-273,4-4-16,-7-8-48,-8-13-561,-13-14-3056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66 285 2305,'0'0'1838,"-6"-13"-725,5 8-1041,-20-55 721,20 54-741,0 0-1,0 0 1,0 0 0,1 0-1,0-1 1,0 1-1,0 0 1,1 0-1,0 0 1,3-12-1,-1 11-43,1-1-1,0 1 0,1 0 1,-1 0-1,1 0 0,1 1 1,-1-1-1,1 1 0,0 0 1,1 1-1,-1 0 0,1 0 0,0 0 1,14-6-1,-11 6-16,0 1 0,0 0-1,0 0 1,1 1 0,-1 1 0,1-1-1,0 2 1,-1 0 0,1 0 0,22 1-1,-30 1 5,0 0 0,1 0 0,-1 0 0,0 0 0,0 1 0,0-1 0,0 1 0,0-1-1,0 1 1,-1 0 0,1 0 0,-1 1 0,1-1 0,-1 0 0,0 1 0,1 0 0,-1-1-1,-1 1 1,1 0 0,0 0 0,-1 0 0,1 0 0,-1 0 0,0 1 0,0-1 0,0 0-1,-1 0 1,1 5 0,2 12 6,-1-1-1,-1 1 0,-2 31 1,1-45 4,-1 9 11,-2 0 0,1 0 0,-2 0 0,0-1 0,-1 1 0,0-1 0,-1 0 0,0 0 0,-2-1 0,1 0 0,-2 0 0,-12 15 0,-5 3 141,-2-2 0,-1 0-1,-45 34 1,53-46 137,0-2 1,-40 22-1,93-35-54,47-6-67,96-18-1,-12 1-133,-94 14-27,95-4-21,-163 11 3,-1 0 1,1 0-1,0 0 0,-1 1 0,1-1 0,0 0 1,-1 0-1,1 0 0,-1 0 0,1 0 1,0 0-1,-1 0 0,1 0 0,0 0 1,-1-1-1,1 1 0,0 0 0,-1 0 0,1 0 1,-1-1-1,1 1 0,-1 0 0,1-1 1,-1 1-1,1-1 0,-1 1 0,1 0 1,-1-1-1,1 1 0,-1-1 0,1 1 1,-1-1-1,1-1 0,-2 1-62,0-1 1,0 1-1,0 0 1,0-1-1,0 1 0,0 0 1,0 0-1,0-1 0,-1 1 1,1 0-1,0 0 1,-3-1-1,-36-21-1898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2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434 104 5330,'0'0'2073,"-34"-8"-1776,13 2-259,8 1-25,-1 2 0,1-1 0,-1 2 0,0 0 0,-18-1 1,26 3-9,0 1-1,0 0 1,-1 0 0,2 0 0,-1 0 0,0 1 0,0 0 0,0 0 0,1 1 0,-1-1 0,1 1 0,0 0 0,0 1 0,0-1 0,0 1-1,1 0 1,-1 1 0,-5 7 0,-10 12 52,2 0 0,1 2 0,1 0 0,1 0 0,1 2-1,2 0 1,1 0 0,1 1 0,1 1 0,2-1 0,1 1-1,-3 35 1,5-19-11,3 1-1,4 61 0,-1-93-39,0-1 0,0 1 0,1-1 0,1 0 0,1 0 0,0 0 0,0 0 0,2-1 0,0 0 0,0 0 0,14 18 0,-10-20-3,-1 0-1,2-1 1,-1 0-1,1-1 0,1 0 1,0-1-1,0 0 0,0-1 1,1 0-1,0-2 1,1 1-1,-1-2 0,1 0 1,0-1-1,0 0 1,0-1-1,0 0 0,28-2 1,-32-1 3,1 0 0,0 0 0,-1-1 0,1 0 0,-1-1 0,1-1 0,-1 0 0,0 0 0,-1-1 0,21-12 0,-18 8 13,-1-1 1,1 0 0,-2-1-1,1-1 1,-2 1-1,1-2 1,11-18 0,-6 3 102,-1 0-1,-1-1 1,-1 0 0,-2-1 0,-1-1 0,-2 0 0,9-54 0,-8 21 16,-3 0 1,-3-1 0,-9-125 0,4 176-170,-1 1 1,1 0 0,-2 0-1,0 0 1,-1 0 0,-10-21-1,12 28-161,0 1 0,-1-1-1,0 1 1,0 0 0,0 0-1,-1 0 1,0 1 0,0-1-1,0 1 1,0 0 0,-1 1-1,1-1 1,-1 1 0,0 0-1,-11-4 1,-44-3-4309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3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5683,'0'0'864,"178"161"-864,-124-108 208,8 1 192,-5 2-240,-7-11-160,-8-7-112,-4-29-2113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3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 5266,'0'0'3490,"-24"130"-3202,36-47 0,6-11-176,9-7-112,-1-20-112,4-10-1168,-6-17-1842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3.6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519 193 4162,'0'0'3479,"-30"-14"-2545,-2-1-717,-1 1 1,-35-9 0,64 22-204,0 0 0,0 0 0,0 0 0,0 1-1,0 0 1,0 0 0,0 0 0,0 0 0,0 0 0,1 1 0,-1 0-1,0 0 1,0 0 0,0 0 0,1 1 0,-1-1 0,0 1-1,1 0 1,0 0 0,-6 4 0,-11 11 24,0 0-1,0 2 1,2 0 0,0 1-1,2 1 1,0 0-1,1 1 1,-23 47 0,23-36 3,0 0 1,3 1-1,1 0 1,1 1 0,2 0-1,-5 43 1,10-45-12,1-1 1,4 65 0,-1-86-32,1-1 0,0 0 0,0 0 0,1 0-1,0 0 1,1 0 0,0-1 0,1 1 0,0-1 0,0 0 0,1-1 0,0 1 0,8 7 0,-3-5-15,0-2-1,0 0 1,1 0 0,0-1-1,1 0 1,-1-1-1,1 0 1,1-1 0,-1-1-1,1 0 1,25 4 0,-11-4-50,1-1 1,-1-1-1,1-2 1,0-1-1,28-4 0,-44 3 48,-1-1-1,0-1 1,1 1-1,-1-2 1,0 0-1,-1 0 1,1-1-1,-1-1 0,0 0 1,0 0-1,-1-1 1,1 0-1,-2-1 1,1 0-1,-1-1 1,0 0-1,-1 0 0,0-1 1,0 0-1,8-16 1,-4 3 70,-1 0-1,-1-1 1,-2 0 0,0 0 0,-1-1-1,-2 0 1,0 0 0,-2 0 0,1-31-1,-7-224 726,-1 236-827,-2 0 1,-2 0-1,-1 1 0,-20-51 1,26 85-246,-1 0 0,0 0 0,0 1-1,-8-11 1,-20-13-3288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3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4274,'0'0'1104,"146"202"-879,-90-143 431,-5 4-48,5-7-240,-5-8-352,-13-16-16,-11-14-1440,3-18-2914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4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 1 4914,'0'0'2367,"-24"34"-1927,-71 119 112,91-147-532,1 1-1,0 0 0,0 0 1,1 0-1,0 1 1,0-1-1,0 1 1,1-1-1,1 1 1,-1-1-1,1 1 0,0 0 1,1-1-1,0 1 1,0-1-1,0 1 1,1-1-1,0 0 1,1 0-1,0 1 0,0-2 1,0 1-1,5 7 1,-1-5-21,0 0 0,1 0 0,0-1 1,0 0-1,1 0 0,0-1 0,0 0 0,1-1 1,-1 0-1,2-1 0,-1 0 0,13 5 0,-5-5-47,0-1-1,0 0 1,0-1-1,0-1 1,36-1 0,-49-1 51,0 0 0,0 0 0,0 0 1,1-1-1,-1 0 0,0 0 0,0 0 1,0-1-1,0 1 0,0-1 0,8-5 1,-10 5 5,-1-1 1,1 1 0,-1-1-1,0 1 1,0-1-1,0 0 1,0 0-1,0 0 1,0 0 0,-1 0-1,0-1 1,1 1-1,-1 0 1,-1-1 0,1 1-1,0 0 1,-1-1-1,1-5 1,-1 1 40,-1 0 0,1 1 0,-1-1 0,-1 0 0,1 0-1,-1 1 1,-1-1 0,1 1 0,-1 0 0,0 0 0,-1 0 0,0 0 0,0 0 0,0 1 0,-1 0 0,0 0 0,0 0-1,-12-10 1,-10-6 137,0 0 0,-58-33 0,71 46-162,-81-48-628,63 35-1689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4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69 444 5330,'0'0'3287,"2"-25"-2945,-1-5-282,-1 7-24,2 0 0,1 1 0,0-1 0,9-25 0,-4 15-7,-4 11-11,2 1-1,15-39 0,-18 53-19,1 0 0,0 1-1,0-1 1,0 1-1,1 0 1,0 0 0,0 0-1,1 1 1,0 0 0,0 0-1,0 0 1,8-4 0,-5 4-20,0 1 0,0 0 1,1 0-1,0 1 1,-1 0-1,1 0 0,15-1 1,5 2-7,36 1 0,-41 1-21,-23 0 43,-1 0 1,1 1-1,0-1 1,-1 1-1,1-1 0,0 1 1,-1-1-1,1 1 0,-1 0 1,1 0-1,-1 0 1,0 0-1,1 0 0,-1 0 1,0 0-1,0 0 0,0 1 1,1-1-1,-1 0 1,0 1-1,0 1 0,18 36-34,-14-27 47,5 16 10,0 0-1,-2 1 1,-1 0 0,-2 0 0,4 42 0,-6 152 118,-4-129-30,1 98-11,-1-187-90,1 0 0,0 0 0,1 0 0,-1 0 0,1 0 0,0 0 0,0 0 0,0-1 0,1 1 0,0 0 0,0 0 0,0-1 0,1 0 0,-1 1 0,1-1 0,0 0 0,0 0 0,1 0 0,-1-1 0,1 1 0,-1-1 0,1 0 0,0 0 0,1 0 0,-1 0 0,0-1 0,1 0 0,0 0 0,7 3 0,13 2 28,0-2 1,1 0 0,-1-2 0,1 0 0,0-2-1,35-3 1,-58 2-28,10 0 12,0-1 0,25-4 0,-36 5-14,1-1-1,0 0 1,-1 0 0,1 1-1,-1-2 1,1 1 0,-1 0-1,0 0 1,1-1 0,-1 1-1,0-1 1,0 0 0,0 0-1,0 1 1,0-1 0,0-1-1,-1 1 1,1 0 0,2-5-1,-4 6 3,0 0-1,0 1 0,1-1 0,-1 0 0,0 0 1,0 0-1,-1 0 0,1 0 0,0 1 0,0-1 1,0 0-1,-1 0 0,1 0 0,0 0 0,0 1 0,-1-1 1,1 0-1,-1 0 0,1 1 0,-1-1 0,1 0 1,-1 1-1,0-1 0,1 1 0,-1-1 0,0 0 1,1 1-1,-1 0 0,0-1 0,1 1 0,-1-1 0,0 1 1,0 0-1,0-1 0,0 1 0,1 0 0,-1 0 1,0 0-1,0 0 0,0 0 0,-1 0 0,-41-5 152,39 4-127,-7 1 14,5-1-20,1 0 0,-1 1 0,1 0 0,-1 0-1,1 1 1,-1-1 0,1 1 0,-7 2 0,10-2-22,0 0 0,1 0 0,-1 1 0,0-1 0,1 1 1,-1-1-1,1 1 0,0-1 0,-1 1 0,1 0 0,0 0 0,0 0 0,0-1 1,0 1-1,0 0 0,1 0 0,-1 0 0,1 1 0,-1-1 0,1 0 1,0 0-1,-1 0 0,1 0 0,1 3 0,-2 13-9,1-1 0,0 0 0,2 0 0,0 1 0,7 23-1,31 81 59,-21-70-22,2 6-19,-3 0 1,-3 0-1,-2 2 0,9 111 0,-21-157-3,-1 0 1,0 0-1,0-1 1,-2 1-1,0 0 1,0-1-1,-2 1 1,1-1-1,-2 0 1,1 0-1,-2 0 1,0-1-1,0 0 1,-1 0-1,-1 0 1,0-1-1,0 0 1,-1-1-1,-1 0 1,0 0-1,0-1 1,-15 10-1,4-4 101,-2-2 0,1 0 1,-2-2-1,0 0 0,0-1 0,-1-2 0,0 0 0,-30 4 1,13-5-74,-1-2 0,1-2 1,-1-2-1,-52-5 1,68 1-341,0-1 1,0-1-1,-32-10 1,-90-46-4081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5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589 141 1985,'0'0'6048,"-1"-19"-5504,-5-60-317,6 78-224,0-1 1,-1 0-1,1 0 0,0 1 1,-1-1-1,1 0 0,-1 1 0,0-1 1,1 0-1,-1 1 0,0-1 1,0 1-1,0 0 0,0-1 1,0 1-1,0-1 0,-1 1 1,1 0-1,0 0 0,-1 0 0,1 0 1,-1 0-1,1 0 0,-1 0 1,1 1-1,-1-1 0,0 0 1,1 1-1,-1-1 0,0 1 1,0 0-1,1-1 0,-1 1 0,0 0 1,0 0-1,1 0 0,-4 1 1,-3-1-2,-25-3-38,1 1 0,-63 6 1,77-2 18,0 1 0,0 1 0,1 1-1,0 0 1,0 1 0,-29 15 0,31-13 19,1 0-1,0 1 1,0 1-1,0 0 1,2 1-1,-1 0 1,1 1-1,1 1 1,0 0-1,1 0 1,0 1-1,1 0 1,1 0-1,0 1 1,1 1-1,1-1 1,0 1-1,1 0 1,1 0-1,0 1 1,1-1-1,0 19 1,2 48 43,1-80-41,0-1 0,1 1 0,-1 0-1,1 0 1,0-1 0,0 1 0,0 0-1,0-1 1,0 1 0,1-1 0,-1 1-1,1-1 1,0 0 0,0 1 0,-1-1-1,1 0 1,1 0 0,-1-1 0,0 1-1,0 0 1,1-1 0,-1 1 0,1-1-1,-1 0 1,1 0 0,4 2 0,10 2 47,0 0 0,1 0-1,22 1 1,-11-1 53,-14-2-62,30 5 32,-1 1-1,0 3 1,62 25 0,-95-32-75,0 0 0,0 1 0,-1 0 0,1 0 0,-1 2 1,-1-1-1,0 1 0,0 0 0,0 1 0,-1 0 0,0 0 0,-1 1 0,0 0 0,-1 0 0,0 0 0,0 1 1,-1 0-1,4 15 0,-4-11-12,-2 0 0,0 0 0,-1 1 0,1 17 0,-3-26 14,0 0 1,-1 0-1,1 0 0,-1 0 1,-1 0-1,1 0 1,-1-1-1,0 1 0,-1 0 1,1-1-1,-7 10 1,3-8 4,-1 0-1,0-1 1,0 0 0,0 0 0,-1-1 0,0 0 0,-1 0 0,1-1-1,-19 8 1,5-3 28,0-1-1,-1-2 0,-25 6 1,19-8 50,-1-1 0,1-2-1,-39-1 1,52-1 34,6-3 423,19-5-105,5 1-398,1 1 0,0 1 0,0 0 0,1 1-1,-1 1 1,1 0 0,19-1 0,-5 2-30,0 2-1,0 0 1,34 6-1,-56-4-11,0-1 0,0 1 0,0 0 0,-1 1 0,1-1 0,-1 2 0,0-1 0,0 1 0,0 0 1,0 0-1,-1 1 0,1 0 0,8 9 0,-7-5-9,-1 0 0,-1 0 0,0 0 0,0 1 0,-1 0 0,0 0 0,0 0 0,5 19 0,-2 7-10,-2 0 0,-1 0-1,-2 0 1,-2 71 0,-4-46 50,-3-1-1,-19 81 1,16-98-24,1 1-1,-2 63 1,10-102-1,-1 1-1,2-1 1,-1 0 0,0 0-1,1 0 1,0 0-1,0 0 1,4 9 0,-4-11 1,1-1 1,-1 0 0,1 0-1,0 0 1,0 0 0,0 0-1,0 0 1,0 0-1,1-1 1,-1 1 0,0-1-1,1 1 1,-1-1 0,1 0-1,0 0 1,-1 0 0,5 0-1,19 5 2,1-2-1,0-2 1,1 0-1,-1-2 0,33-3 1,-60 3-5,30-2-358,-1-1 1,42-9-1,-30 0-1816,50-23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6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51 400 4610,'0'0'1830,"-5"-33"-832,-14-108 59,6 57-174,7 52-279,2-1 0,0-44-1,36 543 145,-8-192-1595,-18-95-2722,-6-217-382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7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380 68 2881,'0'0'6291,"-92"-68"-6019,45 136-112,-10 13-32,-2-4-112,14-3-16,1-14-1936,8-10-4659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7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51 288,'0'0'8260,"283"-32"-8212,-105 17-48,-6 12-32,-17 3-352,-34 0-625,-34 0-784,-46 0-1408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7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1 4274,'0'0'4426,"-6"1"-3991,5 0-432,0-1-1,0 0 1,0 1 0,-1-1-1,1 1 1,0 0 0,0-1-1,0 1 1,0 0 0,0-1-1,0 1 1,0 0 0,0 0-1,1 0 1,-1 0 0,0 0-1,0 0 1,1 0 0,-1 0-1,1 0 1,-1 1 0,1-1-1,-1 0 1,1 0 0,0 2-1,-4 25 11,1 1 0,1 0 0,4 43 0,-1-10 39,11 322 194,0-5-145,-12-350-107,0-20 35,0-13 130,2-30-148,2 0 0,1 0 0,2 0 0,1 0 0,1 1 0,2 1 0,2 0 0,0 0 0,3 1 0,0 1 0,2 0 0,26-32 1,-35 51-18,0 1 1,1-1-1,0 1 1,1 1-1,0 0 1,0 1-1,1 0 1,0 1-1,1 0 1,0 0-1,0 2 1,0 0-1,0 0 1,1 1-1,0 1 1,0 0-1,0 1 1,27-1 0,-37 3 2,1 0 1,-1 1-1,1-1 1,-1 1 0,1 0-1,-1 0 1,0 1 0,1-1-1,-1 1 1,0 0 0,0 0-1,0 0 1,0 1-1,0-1 1,-1 1 0,1 0-1,-1 0 1,0 1 0,0-1-1,0 0 1,0 1 0,0 0-1,-1 0 1,0 0-1,0 0 1,0 0 0,2 7-1,2 5 3,-2 1 0,0 0 0,-1 1 0,0-1 0,-2 0 0,0 19 0,-1-23 38,0 1 1,0 0-1,-1-1 1,-1 1-1,-1 0 1,0-1-1,0 0 1,-2 0-1,1 0 1,-2 0-1,0-1 1,0 1-1,-1-2 0,0 1 1,-1-1-1,-1 0 1,0 0-1,-19 17 1,11-13-38,-1-1-1,-1 0 1,0-1 0,0-1 0,-2-1-1,1-1 1,-1-1 0,-1 0 0,1-2-1,-1-1 1,-1 0 0,1-2 0,-33 3-1,53-6-139,-1-1 0,1 0 0,-1 0-1,1 0 1,-1 0 0,1 0-1,0 0 1,-1-1 0,1 1-1,-1-1 1,1 0 0,0 1 0,-4-3-1,5 2-159,0-1 0,0 0 0,0 1 0,0-1-1,0 0 1,1 0 0,-1 0 0,0 1 0,1-1 0,0 0 0,-1 0-1,1 0 1,0 0 0,0-3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8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462 130 4930,'0'0'1972,"7"28"-1263,1 8-466,-3-10-59,2 0 0,0 0 0,2-1 1,21 44-1,-26-60-150,1-1 1,0 0 0,1 0 0,0 0-1,0-1 1,0 0 0,1 0 0,0 0-1,1-1 1,0 0 0,0 0 0,0-1-1,0 0 1,1-1 0,12 6 0,-4-5 38,0 0-1,0-2 1,1 0 0,-1 0 0,1-2 0,0 0 0,27-2 0,-31-1-25,-1 0 0,1 0 1,-1-1-1,0-1 0,0 0 0,0-1 1,-1 0-1,1-1 0,-1 0 1,-1-1-1,1 0 0,-1-1 0,0-1 1,-1 0-1,0 0 0,-1 0 0,16-21 1,-15 16 76,1-1 1,-2-1 0,0 0-1,-1 0 1,-1 0 0,0-1-1,-1 0 1,-1-1 0,-1 0-1,0 1 1,-2-1 0,2-34-1,-3 29 88,-3-31 333,1 51-523,1 1 0,-1-1 0,0 0 0,0 0 0,0 1 0,0-1 0,-1 0 0,1 1 0,-1-1 0,1 1 0,-1 0-1,0 0 1,0-1 0,0 1 0,-4-2 0,6 3-23,0 1-1,0 0 0,0 0 0,0 0 1,-1 0-1,1 0 0,0 0 1,0 0-1,0 0 0,0 0 1,-1 0-1,1 0 0,0 0 1,0 0-1,0 0 0,-1 0 0,1 0 1,0 0-1,0 0 0,0 1 1,0-1-1,-1 0 0,1 0 1,0 0-1,0 0 0,0 0 1,0 0-1,0 0 0,-1 1 1,1-1-1,0 0 0,0 0 0,0 0 1,0 0-1,0 0 0,0 1 1,0-1-1,0 0 0,0 0 1,0 0-1,0 0 0,-1 1 1,1-1-1,0 0 0,0 0 1,0 0-1,0 1 0,0-1 0,0 0 1,1 0-1,-1 0 0,0 0 1,0 1-1,0-1 0,0 0 1,0 0-1,0 0 0,0 0 1,0 1-1,0-1 0,0 0 1,-1 27-126,1 37 1,0-12 95,12 345 30,0-16 0,-12-334-3,-10 419-6,3-389 6,-3-1 0,-4 0 0,-2 0 0,-28 74 1,33-120 1,-1 0 0,-2 0 1,-1-2-1,-36 54 1,41-69 0,0-1 0,-1 0 0,0 0 1,-1-1-1,0-1 0,-1 0 0,0-1 1,0 0-1,-1-1 0,0 0 0,-27 9 1,17-10 4,0-1 0,1-1 0,-2-1 0,1-1-1,0-2 1,-1 0 0,1-2 0,0 0 0,-1-2 0,1 0 0,0-2 0,1-1 0,-1 0 0,1-2 0,0-1 0,1-1 0,0 0 0,-24-17 0,24 13 1,2 0 0,0-1 1,1-1-1,0-1 0,1 0 1,1-2-1,1 0 0,0-1 1,2 0-1,0-1 0,2-1 1,0 0-1,1-1 0,1 0 1,2 0-1,0-1 0,-8-44 1,13 39-41,1-2 0,1 1 0,1 0 0,2 0 0,1 0 0,1 0 0,2 1 0,1-1 0,1 1 0,2 1 0,1 0 1,1 0-1,1 1 0,1 0 0,24-33 0,-20 35-10,2 0 0,0 2 0,1 0 0,2 1 0,0 1 0,1 1 0,1 2 0,1 0 0,0 1 0,1 2 0,1 1 0,1 1 0,0 1 0,53-13 0,-53 18 33,1 2 0,0 2 1,58-1-1,-86 4 6,0 0 0,0 0 1,0 0-1,-1 0 0,1 0 0,0 0 1,0 1-1,0-1 0,-1 1 0,1-1 1,0 1-1,0 0 0,-1-1 0,1 1 1,-1 0-1,1 0 0,-1 0 0,1 0 1,-1 1-1,1-1 0,-1 0 0,0 1 1,0-1-1,0 1 0,0-1 0,0 1 1,1 1-1,-1 1-10,-1 0 1,1-1 0,-1 1 0,0 0-1,0-1 1,0 1 0,0 0-1,-1 0 1,1-1 0,-1 1-1,0 0 1,0-1 0,-2 5-1,1-4-62,0 0-1,0 0 0,0 0 1,0-1-1,-1 1 0,0 0 1,0-1-1,-5 6 0,-34 20-2992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8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12 254 3442,'0'0'2209,"0"-27"-1140,0-11-645,-5-132 1959,3 152-1423,2 18-946,0 0 0,0 0-1,0 0 1,0 0 0,0 0 0,0 0-1,0 0 1,0 0 0,0 0 0,0 0-1,0 0 1,0 0 0,-1 0 0,1 0-1,0 0 1,0 0 0,0 1 0,0-1 0,0 0-1,0 0 1,0 0 0,0 0 0,0 0-1,0 0 1,0 0 0,0 0 0,0 0-1,0 0 1,0 0 0,0 0 0,0 0-1,-1 0 1,1 0 0,0 0 0,0 0 0,0 0-1,0 0 1,0 0 0,0 0 0,0 0-1,0 0 1,0 0 0,0 0 0,-3 36 114,21 341-72,-3-108 99,-11-184 3,0-10-595,-3-23-3721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8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330 39 3057,'0'0'6515,"-187"-39"-6339,136 107-63,13 10-49,11 5-64,9 0-577,9-12-3825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29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1 101 4482,'0'0'2161,"231"-33"-1825,-67 1 176,8 5 369,-9 18-657,-32 9-224,-48 0-624,-50 0-2786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58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695 138 5795,'0'0'2323,"-14"-20"-2080,-5-6-160,-28-30 0,43 52-76,0 1 1,-1-1-1,1 1 1,-1 0 0,0 0-1,1 1 1,-1-1 0,0 1-1,0 0 1,-1 1-1,1-1 1,0 1 0,-1 0-1,1 0 1,0 1-1,-1-1 1,1 1 0,-11 1-1,-2-1-5,-18 0 5,-73 6 1,94-3-4,-1 0 1,1 1-1,1 0 1,-1 2-1,1-1 1,0 2-1,-18 10 1,17-8 13,0 0 0,1 1 0,1 1 0,0 0-1,0 1 1,1 0 0,1 1 0,0 0 0,0 1 0,2 0 0,-1 0 0,2 1 0,0 1-1,1-1 1,1 1 0,-8 27 0,5 5 17,3 0 1,1 1-1,3-1 0,8 97 0,-4-118-19,2 1-1,1-1 1,1-1 0,1 1-1,1-1 1,2 0 0,1-1-1,0 0 1,2-1 0,26 37-1,-26-43-7,0-1 0,2-1 1,0 0-1,1-1 0,0-1 0,1-1 0,1 0 0,0-1 0,0-1 0,2 0 0,-1-2 0,1 0 1,39 11-1,-21-12 5,0-1 1,0-1 0,1-3 0,-1-1-1,1-2 1,69-8 0,-89 4-8,0 0 0,0-1 0,-1-1 0,0-1 0,0 0 0,0-2 0,-1 0 1,-1-1-1,1 0 0,-1-1 0,-1-1 0,0-1 0,-1 0 0,-1-1 0,0 0 0,0-1 0,-2-1 0,0 0 1,0 0-1,-2-1 0,0 0 0,-1-1 0,0 0 0,-2 0 0,0-1 0,-1 1 0,4-34 0,-7 15-12,0 0 0,-3 0-1,-1 0 1,-2 0-1,-1 1 1,-2-1 0,-17-51-1,15 61 3,-2 1-1,-1 0 0,-1 0 1,-1 1-1,-1 1 1,-1 0-1,-1 1 1,-1 1-1,-2 1 1,-26-24-1,28 31-2,0 0 0,-1 1-1,-1 1 1,0 1 0,0 1 0,-1 0 0,0 2-1,-1 1 1,0 0 0,0 1 0,0 2-1,-1 0 1,0 2 0,1 0 0,-1 1 0,-30 4-1,48-3-21,0 1 0,0 0 0,0 0 0,1 0 0,-1 1 0,0-1 0,0 1 0,1 0-1,-1 1 1,1-1 0,0 1 0,0 0 0,0 0 0,0 0 0,0 1 0,-4 4 0,5-3-312,-1-1 1,1 1-1,0 0 1,1 0-1,-1 0 1,1 1-1,0-1 1,-2 9-1,1 20-3727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58.9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80 363 1024,'0'0'5566,"0"-32"-5318,-6-108 32,4 123-7,-1-1 0,0 0 0,-2 1-1,0 0 1,0 0 0,-12-23 0,7 20 183,-4-6 518,14 26-963,0 0-1,-1 0 1,1 0-1,0 0 1,0 0 0,-1 0-1,1 0 1,0 0-1,0 0 1,0 0 0,-1 0-1,1 0 1,0 0-1,0 0 1,0 0 0,-1 0-1,1 0 1,0 0-1,0 0 1,-1 0 0,1 0-1,0 0 1,0 1 0,0-1-1,0 0 1,-1 0-1,1 0 1,0 0 0,0 0-1,0 0 1,0 1-1,-1-1 1,1 0 0,0 0-1,0 0 1,0 1-1,0-1 1,0 0 0,0 0-1,0 0 1,0 1-1,0-1 1,0 0 0,-1 0-1,1 0 1,0 1 0,0-1-1,0 0 1,0 0-1,0 0 1,1 1 0,-4 54 184,3-40-270,21 458 158,-5-338-27,48 200 0,19-51 30,-79-275 48,-5-44-7341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0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588 157 4162,'0'0'2380,"-28"-22"-1863,-97-71 92,119 88-491,-1 1 0,-1-1 0,1 1 0,-1 0 0,1 0 0,-1 1 0,0 0 0,0 1 0,0 0 0,-1 0 1,1 1-1,0 0 0,-1 0 0,1 1 0,-15 1 0,-5-1 159,22 1-261,0 0 0,-1 0 0,1 0 0,0 1 0,0 0 0,0 0 0,0 0 0,0 1 0,0 0 0,1 0 0,-1 0 0,1 1 0,0 0 0,0 0-1,0 0 1,0 1 0,1-1 0,0 1 0,-4 6 0,-7 9-18,2 1-1,0 1 1,-16 38-1,14-23 41,1 0 0,2 2-1,2-1 1,-7 52 0,8-17 86,2 104 1,7-150-109,1 1 0,2-1 0,0 1 0,2-1 0,12 39 0,-12-50-10,2 0 0,0-1 0,0 0-1,2 0 1,0-1 0,0 0 0,1-1 0,1 0-1,1 0 1,16 14 0,-11-13-1,0-2 0,1 1 0,1-2 0,0-1 0,0 0 0,1-1 0,1-1 0,-1-1 0,42 8 0,-7-6 5,1-3 0,92 0 0,-122-6-12,-1-1 1,1-1-1,-1-1 0,47-12 1,-60 11-4,1-1-1,-1 0 1,0-1 0,0 0 0,-1-1 0,1 0 0,-2-1 0,1 0 0,-1-1 0,0 0 0,10-12 0,-5 1-12,-1 0 0,-1 0 0,-1-1 0,-1-1 0,0 0 1,-2 0-1,-1-1 0,0 0 0,-2-1 0,0 0 0,3-40 1,-7 33 8,0 0 1,-2 1-1,-1-1 1,-2 0-1,-1 1 1,-1-1-1,-1 1 1,-21-55-1,11 45 7,-2 0-1,-2 1 1,-2 1-1,-1 1 1,-2 2-1,-1 0 1,-2 1-1,-36-33 1,55 59 0,-1 1 1,0-1-1,-1 2 0,1-1 1,-1 2-1,-1-1 1,1 2-1,-19-6 0,25 8-3,-1 1-1,1 0 1,0 0-1,-1 0 0,1 1 1,-1 0-1,1 0 1,-1 0-1,1 1 0,-1 0 1,1 0-1,0 0 1,-1 1-1,1-1 0,0 1 1,0 1-1,0-1 1,0 1-1,1 0 0,-1 0 1,-5 5-1,5-3-185,-1 1 0,1 0 0,0 1 0,1-1 1,-1 1-1,2 0 0,-1 0 0,1 1 0,0-1 0,-3 10 0,3 15-3137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0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174 266 6547,'0'0'950,"-20"28"-1436,-63 88 500,51-64 28,28-43 140,4-24 1298,0 0-1127,-1-23 100,6-40 0,-3 65-461,1 0 0,-1 0 1,2 0-1,0 1 1,0-1-1,1 1 1,8-14-1,-2 9 1,0 1-1,1-1 1,1 2-1,0 0 0,1 0 1,1 2-1,0-1 1,1 2-1,27-17 1,-31 22-4,0 1 1,0 0-1,0 1 1,1 0-1,0 1 1,0 0 0,0 1-1,0 0 1,1 2-1,-1-1 1,1 1-1,-1 1 1,1 1-1,-1 0 1,18 3-1,-25-2 2,0 0 0,0 0-1,-1 0 1,1 0 0,-1 1-1,1 0 1,-1 0-1,0 1 1,0-1 0,0 1-1,-1 0 1,6 6 0,-4-2-5,0 0 1,0 1 0,0-1 0,-1 1 0,0 1 0,5 15 0,-1 1 2,-3 0 0,0 0-1,-1 1 1,2 48 0,-6-33 17,-1 0 0,-2-1 0,-2 0 0,-13 61 0,9-71-1,-1 0 0,-2 0 1,-1-1-1,-1 0 0,-2-2 0,-25 38 1,10-24 123,-1-2 1,-2-1 0,-2-2 0,-2-1-1,-1-1 1,-2-3 0,0-1 0,-3-2-1,0-2 1,-58 26 0,88-46 13,15-5-45,29-5-55,-26 2-52,259-58 1,-99 18 56,249-43-10,-300 67-101,198-4 0,-321 25-231,-48 17-866,-28 1-1543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1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370 62 6691,'0'0'3236,"-29"-6"-2820,11 1-356,6 1-39,1 1 0,-1 0 1,0 1-1,0 1 1,-14-1-1,20 2-12,1 0 0,0 1 0,-1 0-1,1 0 1,0 0 0,0 1 0,0-1 0,0 1-1,0 1 1,0-1 0,1 1 0,-1-1-1,1 1 1,0 0 0,0 1 0,0-1 0,0 1-1,-4 5 1,-8 12 46,1 0-1,1 1 0,1 1 1,0 0-1,2 0 1,1 1-1,1 1 0,-11 50 1,11-27-12,2 1 0,2 0 0,3 92 0,3-120-33,1-1 1,0 1-1,2 0 0,1-1 1,0 1-1,1-1 1,1 0-1,1-1 0,12 20 1,-12-25-7,1 0 1,1-1 0,0 0 0,1-1-1,0 0 1,0 0 0,2-1 0,-1-1-1,1 0 1,1-1 0,0-1 0,17 9-1,-8-8 3,1 0 0,0-1 0,0-2 0,0 0 0,45 4 0,-33-8-3,0-1 0,0-1 1,49-8-1,-64 5-14,1-2 1,0-1-1,-1 0 1,0-2-1,-1 0 1,0-2-1,0 0 1,-1-1-1,32-24 0,-39 26 5,0-1-1,-1-1 0,0 0 0,-1 0 0,0-1 0,-1 0 0,0-1 0,-1 0 0,0 0 0,-1-1 1,-1 0-1,0 0 0,0 0 0,5-29 0,-8 16 15,0-1 0,-2 0 0,-1 0 0,-1 1 1,-2-1-1,-1 1 0,-1-1 0,-1 1 0,-1 1 0,-16-38 0,9 29-4,-3 1 0,-1 0 0,-1 1 0,-2 2-1,-1 0 1,-1 1 0,-29-28 0,41 47-12,0 1-1,-1 0 1,0 0 0,-1 1 0,0 1 0,0 0 0,-1 1 0,0 0 0,0 2 0,-17-6 0,22 9-11,-1 0 1,1 0 0,0 1-1,-1 0 1,1 1-1,-1 0 1,0 0-1,1 1 1,0 0-1,-1 1 1,1 0-1,0 1 1,0 0-1,0 0 1,0 1-1,0 0 1,-13 8-1,11-4-51,-1 0-1,2 1 1,-1 0-1,-14 17 0,21-21-129,0 0-1,0 0 1,0 1-1,1-1 1,0 1-1,0 0 1,0 0-1,1 0 1,0 0-1,0 0 0,-1 12 1,2 5-3259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1.9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30 313 7475,'0'0'219,"0"10"-192,0 29 42,0-29 459,-1-15 428,-4-20-570,2 1 0,0-1 0,2-36 0,1 52-398,1-1 0,0 0 0,0 1 1,1-1-1,0 1 0,1 0 0,0-1 0,0 1 0,1 1 0,0-1 0,1 0 0,6-8 1,-2 7-5,0 1 0,0 0 0,1 0 1,1 1-1,-1 1 0,1 0 0,1 0 1,-1 1-1,1 0 0,0 1 1,1 1-1,-1 0 0,1 0 0,0 1 1,-1 1-1,1 0 0,1 1 0,22 1 1,-30 0-7,0 0-1,0 0 1,0 1 0,0 0 0,0 0 0,-1 1 0,1-1 0,0 1-1,-1 1 1,1-1 0,-1 1 0,1 0 0,-1 0 0,6 5 0,-5-2-7,1 0 0,-1 1 1,-1 0-1,0 0 0,0 0 1,0 1-1,-1-1 0,0 1 0,4 11 1,-2-2-5,0 0-1,-2 0 1,0 0 0,3 31-1,-4 73-3,-3-106 38,0 3 2,-1 0-1,-1 0 1,0 0-1,-9 28 1,8-37 9,0 1 0,-1 0 1,0-1-1,-1 0 0,0 0 1,0 0-1,-1 0 0,0-1 1,-10 10-1,-12 0 911,29-28-176,1 2-745,1-1 0,0 0-1,0 1 1,1-1 0,0 1-1,0 0 1,1 0 0,0 1 0,0-1-1,1 1 1,0 0 0,0 1-1,1-1 1,0 1 0,11-8 0,-9 8-37,0 0 1,0 0 0,1 1 0,-1 0 0,1 0 0,0 1-1,1 0 1,-1 1 0,1 0 0,-1 1 0,1 0 0,0 1-1,17 0 1,-24 1 22,0 1-1,0-1 0,0 1 0,0 0 0,0 1 1,0-1-1,-1 0 0,1 1 0,0 0 0,-1 0 1,0 0-1,1 1 0,-1-1 0,0 1 0,4 4 1,-1-1-1,-1 1 0,0 0 0,0 0 0,-1 0 0,0 1 0,0-1 0,2 9 0,2 10 0,-1-1-1,-1 1 0,5 53 0,-7-35 14,-3 1-1,-1-1 0,-10 75 1,5-92 0,0 0 0,-2 0 0,-1-1 0,-2 0 0,0-1 0,-2 0 0,-17 28 0,15-30 15,-2-1-1,-1 0 1,0-2 0,-2 0 0,0 0 0,-1-2-1,-1-1 1,-1 0 0,0-1 0,-1-2 0,0 0 0,-2-2-1,1 0 1,-2-2 0,1-1 0,-1-1 0,0-1-1,-1-1 1,-43 4 0,62-9 33,-1 0 1,1-1-1,-1 0 1,0-1-1,1 0 1,-1 0-1,1-1 1,-1 0-1,1 0 1,0-1-1,-9-4 1,12 4-18,1 0 0,-1 0 1,1 0-1,0-1 0,0 1 1,1-1-1,-1 0 0,1-1 1,-1 1-1,1 0 0,1-1 0,-1 0 1,1 0-1,0 1 0,0-1 1,0-1-1,0 1 0,0-7 0,-1-2-23,0 1-1,1-1 0,1 0 0,0 1 1,1-1-1,0 0 0,1 0 0,1 0 1,0 1-1,8-25 0,-6 28-13,0 1-1,0-1 0,1 1 1,0 1-1,1-1 0,0 1 1,0 0-1,1 0 0,0 1 1,0 0-1,1 0 0,0 0 1,0 1-1,0 1 0,14-8 1,-8 7-12,1-1 0,1 2-1,-1 0 1,1 0 0,0 2 0,0 0 0,0 1 0,0 0 0,1 1-1,31 3 1,-40-1 12,0 0 0,0 1-1,0 0 1,0 0 0,0 1 0,-1 0-1,1 0 1,-1 1 0,0 0 0,11 7-1,-14-7 3,0 0 0,0 0-1,0 0 1,0 0 0,-1 1 0,1 0-1,-1 0 1,0 0 0,-1 0-1,1 0 1,-1 0 0,0 1-1,-1-1 1,1 1 0,-1-1 0,1 9-1,0 3 26,0 1-1,-2 0 0,0-1 0,-3 24 1,3-41-28,0 0 0,0 0 0,0 0 1,0 1-1,0-1 0,0 0 0,0 0 1,0 1-1,0-1 0,0 0 0,0 0 1,-1 0-1,1 1 0,0-1 0,0 0 1,0 0-1,0 0 0,0 0 0,0 1 0,-1-1 1,1 0-1,0 0 0,0 0 0,0 0 1,0 0-1,-1 1 0,1-1 0,0 0 1,0 0-1,-1 0 0,1 0 0,0 0 1,0 0-1,0 0 0,-1 0 0,1 0 0,0 0 1,0 0-1,-1 0 0,1 0 0,0 0 1,0 0-1,-14-5-1500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2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691 26 256,'0'0'5859,"-34"-5"-4226,-122-14-1335,140 18-272,-1 1-1,1 0 1,-1 1-1,1 1 1,0 0-1,-1 2 0,1 0 1,0 0-1,1 1 1,-1 1-1,1 1 1,-18 11-1,12-8 98,2 1-1,0 1 1,0 0-1,1 2 1,1 0-1,0 1 1,1 1-1,-15 18 1,20-20-63,1 2 1,0-1-1,1 1 1,0 1-1,2-1 1,0 1 0,1 1-1,0-1 1,2 1-1,-4 22 1,3-3-23,1 0-1,3-1 1,0 1-1,2 0 1,9 52-1,-5-63-25,1 0 0,2-1 0,0 0 0,2-1 0,0 0 0,2 0 0,0-1 0,23 31 0,-15-28 0,2-1-1,1-1 1,0-1-1,2-2 1,0 0-1,2-1 1,0-1 0,1-2-1,1-1 1,0-1-1,1-2 1,1 0-1,0-3 1,0 0-1,62 9 1,-58-14-8,1-1 0,0-2 0,0-1 1,0-3-1,0 0 0,42-10 0,-62 9 1,0-1-1,0-1 0,-1-1 0,1 0 0,-1-1 0,-1-1 0,0 0 1,0-1-1,0 0 0,-1-1 0,-1-1 0,0 0 0,0 0 0,-1-2 0,17-23 1,-19 21 2,-1 0 1,0 0-1,-2-1 1,0 0-1,0 0 1,-2 0 0,0-1-1,-1 0 1,0 0-1,0-26 1,-3 19 3,-1 1 0,0 0 0,-2 0 0,-1 1-1,0-1 1,-2 1 0,-12-32 0,3 21-2,-1 1 0,-2 0-1,-42-56 1,18 36-2,-60-58-1,72 81-4,-1 1 0,-1 2 0,-46-30-1,63 47-8,0 0 0,-1 2-1,1 0 1,-2 0-1,1 2 1,0 0-1,-1 1 1,0 0 0,0 1-1,-29 0 1,45 3-21,0 0 0,0 0 0,-1 0 0,1 1 0,0-1 0,0 0 0,-1 1 0,1-1 0,0 1 0,0-1 0,0 1 0,0-1 1,0 1-1,0 0 0,0 0 0,0 0 0,0-1 0,0 1 0,0 0 0,0 0 0,1 0 0,-1 0 0,0 0 0,1 1 0,-1-1 0,0 0 1,1 0-1,0 0 0,-1 0 0,1 1 0,0-1 0,-1 0 0,1 0 0,0 1 0,0-1 0,0 0 0,1 3 0,-1 0-181,0-1-1,0 1 1,1 0-1,0 0 1,0-1 0,0 1-1,0 0 1,0-1-1,1 1 1,0-1-1,0 1 1,0-1-1,3 4 1,1-1-404,1 0-1,1 0 1,-1-1 0,15 8 0,-21-12 579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3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25 272 6499,'0'0'4007,"-5"-6"-3764,-9-7-301,14 13 56,0 0 1,-1 0-1,1 0 0,0 0 1,0 0-1,-1 0 0,1 0 1,0 0-1,0 1 0,-1-1 0,1 0 1,0 0-1,0 0 0,-1 0 1,1 0-1,0 1 0,0-1 1,0 0-1,0 0 0,-1 0 1,1 1-1,0-1 0,0 0 1,0 0-1,0 1 0,0-1 0,-1 0 1,1 0-1,0 1 0,0-1 1,0 0-1,0 0 0,0 1 1,0-1-1,0 0 0,0 0 1,0 1-1,0-1 0,3 59-74,52 380 137,-53-420-57,1 4 3,1 0 0,0-1-1,9 26 1,-11-43-6,0 0 1,0 0-1,0 0 0,1 0 0,0-1 0,0 1 0,0-1 1,0 1-1,1-1 0,-1 0 0,1 0 0,0-1 1,1 1-1,-1-1 0,0 0 0,1 0 0,0 0 0,9 4 1,-1-4-1,1 0 1,0-1 0,0 0-1,0-1 1,1-1 0,-1 0-1,0-1 1,0 0 0,0-1-1,0-1 1,0 0 0,-1-1-1,1 0 1,-1-1 0,23-12-1,-9 0-16,-1-1 0,0-2-1,-1 0 1,-1-2 0,-1 0-1,-1-2 1,-1 0 0,30-48-1,-28 36 42,-3 0 1,0-2-1,-3 0 0,-1-1 0,-2-1 0,11-51 1,-17 42 356,-2 1 0,-2-96 0,-4 140-348,0-4 87,1 0 1,-1 0-1,-1 0 0,1-1 0,-2 1 0,1 0 1,-1 0-1,0 0 0,0 1 0,-1-1 1,0 0-1,-1 1 0,0 0 0,0 0 0,-6-8 1,10 14-77,-1 1 0,1-1 0,-1 0 0,1 0 0,-1 1 0,1-1 0,-1 1 0,1-1 0,-1 0 0,0 1 0,1-1 0,-1 1 0,0 0 0,0-1 0,1 1 0,-1-1 0,0 1 0,0 0 0,0 0 0,1 0 0,-1-1 0,0 1 0,-1 0 0,1 1-37,0 0 1,0 0 0,0 0-1,0 1 1,0-1 0,0 0-1,0 0 1,0 1 0,1-1-1,-1 1 1,1-1 0,-1 0-1,1 1 1,-1-1 0,1 1-1,0-1 1,-1 3 0,-10 57-141,1 0 0,0 72 0,6 139 202,5-189-43,3 55 5,6 0 0,53 258 0,-60-378-47,0-1-1,2 0 1,0 0 0,1 0 0,16 29-1,-6-28-201,-16-17 147,0-1-1,1 0 1,-1 1-1,0-1 1,0 0-1,1 0 1,-1 1-1,0-1 0,0 0 1,1 0-1,-1 0 1,0 1-1,1-1 1,-1 0-1,0 0 1,1 0-1,-1 0 1,0 0-1,1 0 0,-1 0 1,0 0-1,1 0 1,-1 0-1,0 0 1,1 0-1,-1 0 1,1 0-1,-1 0 1,0 0-1,1 0 0,-1 0 1,0 0-1,1 0 1,-1 0-1,0-1 1,0 1-1,1 0 1,-1 0-1,0 0 1,1-1-1,-1 1 0,0 0 1,0 0-1,1-1 1,-1 1-1,0 0 1,0-1-1,0 1 1,0 0-1,1-1 1,-1 1-1,0 0 0,0-1 1,0 1-1,0 0 1,0-1-1,0 1 1,0-1-1,2-46-7411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3.9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6003,'0'0'5426,"-17"18"-5426,46-18-112,40 0-1377,23-15-1328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4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 3762,'0'0'3649,"151"-12"-3328,-85 12-257,14-6-64,15-12-144,6-6-3234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4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5891,'0'0'1152,"158"0"-1088,-66 0-64,15-24-16,2-5-1568,-5-4-2274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4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86 6147,'0'0'4146,"187"0"-4194,-59-17 16,15-19-2882,-4 3-3329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4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69 3954,'0'0'2913,"166"-33"-2881,-80 15-32,13 0-2417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4.8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 3346,'0'0'2913,"190"0"-1873,-101-2-752,-3-19-288,-12 0-992,-23 9-2498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5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63 8564,'0'0'2721,"264"-20"-6739,-115-22-2673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5.3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1 123 8084,'0'0'1216,"157"12"-1168,-53-12-48,36 0-176,26-21-1873,4-9 48,-10 12 1329,-32 0 512,-30 10 160,-36 5 32,-23 3-32,-18-12-16,-16-12-3714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6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478 344 5987,'0'0'3041,"-6"11"-2614,-93 196-447,50-95 67,-34 54 75,-157 237 1,265-432-245,-5 8 97,23-33-145,-3-3-1,-3 0 0,-2-3 0,41-94 0,81-269-58,-112 293 309,-30 88-60,22-44 0,-28 69-16,0 0 1,2 1-1,-1 1 1,2-1-1,14-14 1,-2 14-33,-23 15 26,0 1-1,0 0 1,0-1-1,-1 1 1,1 0 0,0 0-1,0 0 1,0 0-1,0 0 1,0 0 0,0 0-1,0 0 1,-1 0-1,1 0 1,0 0 0,0 0-1,0 1 1,0-1-1,0 0 1,-1 1 0,1-1-1,0 1 1,0-1-1,-1 1 1,1-1 0,0 1-1,0-1 1,-1 1-1,1 0 1,-1-1 0,1 1-1,-1 0 1,1-1-1,0 2 1,7 17-34,0 1 1,-2 0-1,7 34 0,-7-30 43,52 231 45,91 324 96,-139-551-299,-5-16-326,-1 1 1,0 0 0,-1-1-1,0 1 1,1 21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6.4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0 146 5138,'0'0'2049,"187"-45"-1985,-41 22 401,20 2-369,-5 3-96,-28 0-2578,-26-3-1568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6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43 320 4962,'0'0'-138,"-3"21"186,-9 65 45,12-84-37,0-1 0,0 0 0,-1 1-1,1-1 1,0 1 0,0-1 0,-1 1 0,1-1 0,-1 0-1,1 1 1,-1-1 0,1 0 0,-1 0 0,0 1 0,0-1 0,0 0-1,0 0 1,0 0 0,0 0 0,-1 1 0,1-2 30,1 0 0,0 0 0,-1 0 1,1 0-1,-1 0 0,1 0 0,0 0 0,-1 0 1,1 0-1,-1-1 0,1 1 0,0 0 0,-1 0 1,1 0-1,0-1 0,-1 1 0,1 0 0,0-1 1,0 1-1,-1 0 0,1 0 0,0-1 0,0 1 1,-1 0-1,1-1 0,0 0 0,-2-3 56,1-1 0,0 0-1,0 0 1,1-1 0,-1 1 0,1 0-1,0 0 1,1-8 0,0-5-25,-1 3-114,1 0 1,1 0 0,0 0-1,1 1 1,0-1-1,1 1 1,1 0-1,0 0 1,1 0-1,1 1 1,0 0 0,1 0-1,0 1 1,1 0-1,0 0 1,1 1-1,0 0 1,1 1-1,0 0 1,19-13 0,-24 19-14,0 1 1,0-1 0,0 1 0,0 0 0,1 0-1,-1 1 1,1 0 0,0 0 0,8-1-1,-12 2 1,0 1 0,1 0-1,-1 0 1,0 0-1,0 0 1,1 0-1,-1 1 1,0 0-1,0-1 1,0 1 0,0 0-1,0 1 1,0-1-1,0 0 1,0 1-1,0 0 1,0-1-1,-1 1 1,1 0-1,-1 1 1,1-1 0,2 4-1,4 7-16,0 1 0,-1-1 0,-1 1 0,10 28 0,17 68-7,-27-84 33,37 181 38,-26-104-22,-19-154 464,-5-6-425,0 8-30,0-81 0,7 115-34,0-1 1,1 1-1,1-1 0,0 1 1,1 0-1,0 0 0,2 0 1,0 0-1,11-19 1,-6 15-27,1 1 0,1 1 1,0 0-1,17-16 0,-23 26-20,0 0 0,1 1 0,0 0 0,0 0 0,1 0 0,0 1 0,0 1 0,0 0 0,0 0 0,20-5 0,-20 7 6,0 0 0,1 1 0,-1 0 1,1 0-1,-1 1 0,1 0 1,0 1-1,16 4 0,-20-4 40,0 1 0,-1 0 0,0 1 0,0-1 1,0 1-1,0 0 0,0 1 0,0-1 0,-1 1 0,1 0 0,-1 0 0,0 0 0,0 0 0,-1 1 0,5 6 0,0 4 4,0 0-1,-1 0 1,-1 1-1,0-1 1,-2 1 0,1 1-1,-2-1 1,3 31-1,-3 16 49,-4 64-1,-1-42 15,1-64-103,0-15 65,0 0 0,1 0 0,0 0 1,1 0-1,0 6 0,-1-11-44,1 0 1,-1 0-1,0 0 0,1 0 0,-1 0 0,0 0 1,1 0-1,0 0 0,-1 0 0,1 0 0,-1 0 1,1 0-1,0 0 0,0-1 0,0 1 0,-1 0 0,1-1 1,0 1-1,0 0 0,0-1 0,0 1 0,0-1 1,0 1-1,0-1 0,0 0 0,0 0 0,0 1 1,0-1-1,0 0 0,0 0 0,1 0 0,0 0 1,46 0-2946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7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422 1 4018,'0'0'3359,"2"32"-2767,35 362 431,-32-353-974,18 253 162,8 63-51,-25-321-130,-6-35 47,0-27 353,0-11-379,-2 0 1,-1 0 0,-2 1 0,-17-67 0,18 89-65,-1 0 0,0 0 0,-1 1 0,-1 0 0,0 0 0,0 1 0,-1-1 0,-1 2 0,0-1-1,-1 1 1,0 1 0,0 0 0,-1 0 0,-1 1 0,-18-12 0,22 17-5,0 0-1,-1 0 1,1 1-1,-1 0 0,0 0 1,0 1-1,0 0 1,0 1-1,-1 0 1,1 0-1,-11 2 0,13-1 12,0 1 0,1 0 0,-1 0 0,1 1 0,-1 0 1,1 0-1,0 0 0,0 1 0,0 0 0,0 0 0,0 1 0,1-1 0,-1 1 0,1 1 0,0-1 0,-5 7 0,-3 4 7,1 1 1,1 1-1,1 0 0,0 0 1,2 1-1,0 0 0,-11 37 1,11-23 41,1 0 0,1 0 0,2 1 0,1 34 0,2-58-18,1 0 0,1-1 0,-1 1 0,1 0 0,1 0 0,0-1 0,4 14 0,-4-18-16,1 1-1,-1-1 0,1 0 1,0 0-1,0 0 0,0 0 0,1 0 1,-1-1-1,1 0 0,0 1 1,0-1-1,0-1 0,0 1 0,8 3 1,0-1 2,1 0 0,0 0 0,0-1 1,0-1-1,0 0 0,20 1 1,88-1 59,-106-3-63,18-1-239,1 0 0,0-3 0,-1 0 0,0-2 0,0-2-1,0-1 1,45-19 0,47-39-4855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8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901 295 1665,'0'0'5840,"0"7"-4626,1 16-594,-1-33-51,-4-50-251,1 48-317,-1 0-1,1 0 1,-2 0 0,1 0-1,-2 1 1,0 0-1,0 0 1,-1 1 0,0 0-1,-1 0 1,0 0 0,0 1-1,-1 0 1,0 1-1,-16-11 1,10 9-10,0 0 0,0 2 0,-1 0 0,0 1 0,-1 0 1,0 2-1,0 0 0,0 0 0,-1 2 0,-25-3 0,26 5 7,1-1 1,-1 2-1,1 0 0,0 1 0,-1 1 1,1 1-1,0 0 0,0 1 1,0 0-1,0 2 0,1 0 0,0 0 1,-17 11-1,7 0-3,1 1 1,0 1-1,2 1 1,0 1-1,1 1 1,1 1-1,1 1 1,2 1-1,-26 46 1,27-42 6,2 1 0,1 1 0,2 0 0,1 0 0,1 1 0,2 0 0,1 1 0,-3 58 0,9-82 2,0 1-1,0-1 1,1 1-1,0-1 1,0 0-1,1 0 1,5 14-1,-5-20-1,0 1-1,0 0 0,0-1 0,0 1 0,1-1 0,-1 0 0,1 0 0,0 0 0,0 0 0,0 0 0,1-1 0,-1 1 0,0-1 0,1 0 0,0 0 0,-1 0 0,1-1 0,6 2 0,8 2 16,0-2-1,1 0 1,-1-1-1,0-1 1,27-1-1,-22-1 8,37-2 23,0-3 1,0-2-1,63-18 0,-31 6-25,-64 14-25,0 2 0,0 0 1,0 2-1,1 2 0,-1 0 1,44 7-1,-62-5 0,-1 1 0,0 0 0,-1 1 0,1-1 0,0 2 1,-1-1-1,0 2 0,0-1 0,0 1 0,-1 0 0,0 0 0,0 1 0,-1 0 0,1 0 0,-2 1 0,1-1 0,-1 1 0,0 1 1,-1-1-1,6 12 0,0 5 7,-1 0-1,-2 1 1,0-1 0,-1 1 0,-2 1 0,2 30-1,-4-41 0,-2 0-1,0 0 1,-1-1-1,0 1 0,-6 23 1,5-31 7,-1 0 0,0-1 0,0 1 0,-1-1 0,1 0 0,-2 0 0,1 0 0,-1-1 0,0 1 0,0-1 0,-1 0 0,-9 8 0,0-3 36,-1 0 0,-1-1 0,0 0 0,0-1 1,-1-1-1,0-1 0,-1-1 0,0 0 1,0-1-1,-21 2 0,4-2 18,0-2 0,-1-2-1,1 0 1,-56-8 0,80 5-56,-1 0 0,1-1 0,0 0 0,0 0 0,0-1 0,1-1 0,-1 0 0,1-1 0,-20-13 0,25 14-27,1 0-1,-1 0 1,1 0-1,0 0 1,1-1 0,-1 0-1,1 0 1,0 0-1,1-1 1,-1 1 0,1-1-1,1 0 1,-1 0-1,1 0 1,0 0 0,1 0-1,-1 0 1,1-10-1,0 10-212,1-1-1,0 1 0,0 0 0,1-1 1,0 1-1,0-1 0,5-12 0,0 6-799,1 1 0,1 0 1,18-24-1,-26 37 997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8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397 5 4354,'0'0'2169,"-33"-2"-1574,-9-1-142,-58 5 1,93-1-388,-1 0-1,1 1 1,1 0 0,-1 0-1,0 0 1,0 1 0,1 0-1,0 1 1,-1-1 0,1 1 0,1 0-1,-1 1 1,0-1 0,1 1-1,0 0 1,0 1 0,1-1-1,-1 1 1,1 0 0,-5 11-1,4-11-19,-7 16 8,0 0 1,1 0 0,1 1 0,1 0 0,1 1-1,1 0 1,1 0 0,1 1 0,1-1-1,2 1 1,0 0 0,2 0 0,0 0 0,7 42-1,-4-55-48,0-1 0,0 0 0,1 0 0,0-1 0,1 1 0,1-1 0,-1 0 1,1 0-1,1-1 0,0 0 0,0 0 0,1 0 0,0-1 0,1 0 0,0-1 0,0 0 0,0 0 0,1-1 0,0 0 0,0-1 0,16 6 0,-1-1 4,0-2 0,1-1-1,1-1 1,-1-2 0,1 0 0,-1-2 0,1 0 0,31-4 0,-39 1-5,0-1 1,-1-1-1,1-1 1,-1-1-1,0 0 1,-1-1-1,1-1 1,-1-1-1,0 0 0,24-17 1,-31 18 1,0-1 0,0 0-1,0-1 1,-1 0 0,0 0 0,-1-1 0,0 0 0,-1-1-1,0 0 1,0 0 0,-1 0 0,-1-1 0,0 0-1,-1 0 1,0 0 0,3-18 0,-4 13 10,-1 1 1,-1 0-1,0 0 1,-1-1-1,-1 1 1,-1 0-1,0 0 1,-1 0-1,-1 0 1,0 0-1,-1 1 1,-1 0-1,-12-23 1,11 26-11,0 0 0,-1 1 0,-1 0 1,0 1-1,0 0 0,-1 1 0,0-1 1,0 2-1,-1 0 0,-1 0 0,1 1 1,-1 0-1,0 1 0,-1 0 1,1 1-1,-20-5 0,18 6 14,1 1 0,-1 1-1,0 0 1,1 0 0,-1 2 0,0-1-1,0 2 1,-21 3 0,31-3-161,-1 0 0,1 0 1,-1 0-1,1 1 1,0-1-1,0 1 0,0 0 1,0 0-1,0 1 0,0-1 1,0 1-1,1 0 0,-1 0 1,1 0-1,0 1 0,0-1 1,0 1-1,1-1 0,-1 1 1,1 0-1,0 0 0,0 0 1,0 0-1,0 1 1,1-1-1,0 0 0,0 1 1,-1 5-1,1 19-5609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9.2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594 26 5715,'0'0'2870,"-34"-7"-1792,16 3-928,-3-1 2,1 1 0,-1 1 0,-30 0 0,40 3-96,1 1 0,-1 0 0,0 1 0,0 0 0,1 0 0,-1 1 0,1 1 0,0 0 0,0 0 0,0 1 0,-12 8 0,-4 5 53,1 0 1,2 2-1,-1 1 0,2 0 1,1 2-1,1 1 0,-20 29 1,28-34-84,0 1 1,2 0 0,0 1 0,1 0-1,1 0 1,1 1 0,1 0-1,1 0 1,0 1 0,0 30 0,4-42-26,1-1 0,0 1 1,1-1-1,0 0 1,0 1-1,1-1 1,1 0-1,0 0 0,0 0 1,10 19-1,-9-22 1,1 0-1,0 0 1,0-1 0,1 1-1,0-1 1,0 0 0,1-1-1,0 0 1,-1 0-1,2 0 1,-1-1 0,0 0-1,1 0 1,9 2 0,9 2 13,0-2 0,1 0 0,0-2 1,-1-1-1,1-1 0,53-4 0,-52 1-8,-1-2-1,0-1 0,0-1 1,0-1-1,0-1 1,35-16-1,-47 17-5,0-1 1,0-1-1,-1 0 1,0-1-1,-1-1 0,0 0 1,0-1-1,-1 0 1,-1-1-1,0 0 0,19-27 1,-26 32 2,0-1 0,0 1 1,-1-1-1,0 0 0,0 0 0,-1 0 1,0 0-1,0 0 0,-1 0 0,0-1 1,0 1-1,-1-1 0,0 1 1,-1 0-1,0-1 0,-4-15 0,2 13 2,-1-1 0,-1 2 0,0-1-1,0 0 1,-1 1 0,0 0-1,-1 0 1,0 1 0,0 0 0,-1 0-1,-10-9 1,-15-10-61,-1 1 1,-1 2-1,-1 1 0,-41-20 0,46 30-1967,-40-14-1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9.6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0 603 4514,'0'0'1673,"3"13"-894,7 38 13,-8-38 1150,-2-34-1360,2-1-1,0 1 1,1 0-1,11-38 1,-6 36-594,2 0 1,0 0-1,1 1 1,1 1-1,1 0 1,0 0-1,2 1 1,1 1-1,0 0 1,1 2-1,27-23 1,-39 37 1,-1-1 0,0 1 1,1 0-1,-1 0 1,1 1-1,0-1 0,0 1 1,0 0-1,0 1 0,0-1 1,1 1-1,-1 0 0,7-1 1,-9 2 0,1 1 1,-1-1 0,0 1-1,0-1 1,0 1-1,1 0 1,-1 0 0,0 0-1,0 1 1,0-1 0,0 1-1,-1-1 1,1 1-1,0 0 1,-1 0 0,1 0-1,-1 1 1,0-1-1,0 0 1,1 1 0,-2 0-1,1-1 1,2 4 0,8 17-15,0 1 1,-2 0 0,-1 0-1,12 47 1,13 108 12,-32-169 9,6 51 77,2 98 0,-11-176 11,-1 0 0,0 1 0,-2-1 0,-5-19 0,-7-26-47,11 34-37,1 0 1,1 0-1,2 0 1,0 0-1,2-1 0,1 1 1,2 0-1,0 0 1,2 1-1,1-1 1,1 1-1,1 0 0,19-36 1,-12 34-21,2 0 1,0 2-1,2 0 0,26-27 1,-38 45-1,1 0 0,0 1 0,1 0 0,-1 0-1,2 1 1,-1 1 0,1 0 0,0 0 0,0 1 0,0 0 0,1 1 0,0 0 0,0 1 0,13-2 0,-21 4 9,-1 1 0,0 0 0,1 0-1,-1 0 1,1 0 0,-1 0 0,0 1 0,1-1 0,-1 1 0,0 0 0,0 0-1,1 0 1,-1 1 0,0-1 0,0 1 0,0 0 0,-1 0 0,1 0 0,0 0-1,-1 0 1,1 0 0,-1 1 0,0-1 0,0 1 0,0 0 0,0-1 0,0 1-1,0 0 1,1 5 0,2 6-9,-1 0 1,0 0-1,-1 0 0,-1 1 1,1 25-1,0 256 23,-3-112 41,-1-178-42,2 1 0,-1 0 1,1 0-1,-1-1 0,2 1 0,-1 0 0,1-1 0,0 1 0,1-1 1,3 8-1,-3-10 1,0 0 0,0 0 0,1 0 0,0-1 0,-1 1 0,1-1 0,1 0 0,-1 0 0,0-1 0,1 1 0,-1-1 0,1 0 0,0 0 0,6 1 0,10 3 29,0-1 1,-1-1-1,44 2 0,70-5 96,-118-1-120,37-1-165,67-10 1,-69 0-694,62-21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1.5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12 368 1905,'0'0'7659,"-2"-10"-7322,-5-10-313,5 20-40,1 5-12,4 61-106,-2-59 127,31 771 176,-31-666-147,-5 152 166,4-256-178,0-7-7,0 0 0,0 0 1,0 0-1,0 0 0,0 0 0,0 0 0,0 0 1,0 0-1,-1 0 0,1 0 0,0 0 0,-1 0 1,1 0-1,-1 0 0,1 0 0,-1 0 0,1 0 1,-1 0-1,1 0 0,-1-1 0,-1 2 0,1-1 77,1-4 110,-17-594 834,10 236-1167,7 279 62,0 41-3,2 0 0,2 0 0,1 0 0,17-65 0,-17 90 63,1-1 1,0 1-1,1 0 0,0 1 1,1 0-1,1 0 0,1 1 1,0 0-1,1 1 0,0 0 1,1 0-1,0 1 0,26-19 1,-22 22 9,-1 0 1,2 1 0,-1 0 0,1 2-1,0 0 1,1 0 0,-1 2 0,1 0 0,30-2-1,-37 5 2,0 0-1,0 1 1,0 1-1,0-1 1,0 2-1,0-1 1,0 2-1,0-1 1,0 2-1,-1-1 1,1 1-1,-1 1 0,0 0 1,-1 0-1,1 1 1,15 12-1,-14-6 0,0 1-1,-1 0 1,-1 0-1,0 1 1,0 0-1,-2 1 1,1-1-1,-2 1 1,0 1-1,-1-1 1,-1 1-1,5 29 1,-2 6 2,-3 0 0,-4 91 0,-2-115 13,-1 1 0,-1-1-1,-2 0 1,-1 0-1,-1-1 1,-1 0 0,-1 0-1,-1-1 1,-1 0 0,-2-1-1,0-1 1,-2 0-1,0-1 1,-23 24 0,28-35 0,0 0 1,0-1 0,-1 0 0,-23 15-1,28-21 29,-1 0-1,1-1 0,-1 1 1,1-1-1,-1-1 0,0 0 0,0 0 1,0 0-1,-1-1 0,-9 0 1,17-1-18,0 0 0,0 0 0,0 0 0,0 0 0,0 0 0,0 0 0,0 0 0,0-1 0,0 1 0,0-1 0,0 1 0,0 0 0,0-1 0,1 0 0,-1 1 0,0-1 0,0 1 0,0-1 0,1 0 0,-1 0 0,0 1 0,1-1 0,-1 0 0,1 0 0,-1 0 0,0-1 0,0-1-1,0 0-1,0 0 1,1 0-1,-1 0 0,1 0 1,0-1-1,0 1 1,0 0-1,1-4 0,0-1-13,0 0-1,1 1 0,0-1 0,0 0 1,1 1-1,0-1 0,4-7 0,0 6-5,-1 1-1,1 0 0,0 0 1,1 1-1,0 0 0,0 0 1,0 1-1,1 0 1,0 0-1,0 1 0,1 0 1,12-4-1,-5 2-7,1 2 0,-1 0 0,1 2-1,0-1 1,0 2 0,28 0 0,-39 1 8,0 1 1,0 0-1,1 1 0,-1 0 1,0 0-1,0 0 0,0 1 0,0 0 1,0 0-1,-1 1 0,1 0 1,-1 0-1,1 0 0,-1 1 1,0 0-1,0 0 0,-1 1 0,1 0 1,-1 0-1,6 7 0,3 5 0,0 1 0,-2 1-1,0 0 1,-1 1 0,0 0-1,-2 1 1,-1 0 0,11 40-1,-9-17 12,-2-1-1,-2 1 0,0 70 1,-6-90 1,0-1 0,-2 1 0,-1 0-1,0-1 1,-9 28 0,8-38 2,-1 0 0,0-1 0,-1 0 0,0 0-1,-1-1 1,-1 1 0,0-1 0,0-1 0,-1 0 0,-14 14-1,8-12 34,0 0-1,-1-1 0,0 0 0,0-2 1,-1 0-1,-1-1 0,1 0 0,-1-1 1,-36 7-1,21-8 7,0-1-1,-1-2 1,1-1 0,-57-4-1,75 1-29,0-1 0,0 0 0,1-1 0,-1-1 0,1 0 0,-25-11 0,32 12-23,1 0 0,1-1 0,-1 0 0,0 0 0,1 0 0,0 0 0,0-1 0,0 0 0,0 0 0,1-1-1,0 1 1,0-1 0,0 0 0,1 0 0,0 0 0,-4-11 0,4 7-268,1-1-1,0 0 0,0 0 0,1 1 1,1-1-1,0 0 0,0 0 0,1 0 0,1 0 1,0 0-1,0 1 0,5-13 0,-1 10-671,1 0 0,0 0 1,1 1-1,9-12 0,-10 15 280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1.9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86 211 4914,'0'0'5408,"-9"2"-4890,6-1-515,-1 0 0,1 0 1,0 1-1,0-1 1,0 1-1,0 0 1,0 0-1,0 0 1,1 0-1,-1 1 0,0-1 1,1 1-1,0-1 1,0 1-1,0 0 1,0 0-1,0 0 0,0 0 1,1 0-1,0 0 1,-1 1-1,1-1 1,0 0-1,0 4 0,-4 16-3,1 0-1,-1 42 1,4-39 12,-4 179 32,5-196-43,0 7 2,1-1 0,0 1 0,1-1-1,0 0 1,2 0 0,-1 0 0,2 0 0,6 15 0,-7-23-2,-1 0 0,1-1 0,0 1 0,1-1 0,0 0 0,-1 0 0,2-1 0,-1 1 0,1-1 0,0 0 0,0-1 0,0 1 0,1-1 0,-1-1 0,1 1 0,0-1 0,0 0 0,12 3 0,2-2 5,0 0-1,0-1 0,1-1 1,-1-2-1,1 0 0,-1-1 1,1-1-1,-1 0 0,0-2 1,29-9-1,-35 7-1,1-1 0,-1 0 1,-1-2-1,1 0 0,-1 0 0,-1-1 0,0-1 1,0 0-1,-1-1 0,-1 0 0,0-1 0,0 0 0,10-18 1,-9 11 3,-2 0 1,0-1-1,-1 0 1,-1 0-1,-1-1 1,0 0 0,-2-1-1,-1 1 1,2-30-1,-3 7 5,-2 0 0,-2 0 0,-10-59-1,8 85-7,0 0-1,-2 0 0,-1 0 1,0 1-1,-1 0 0,-1 0 1,-1 1-1,0 0 0,-1 0 1,-16-19-1,15 27 0,5 14-5,6 24-15,1-15 5,-1 6-12,-1 28 45,2 0 0,2 1 0,2-1 1,13 51-1,-10-66 12,2-2 0,2 1 0,0-1 0,2-1 0,19 30-1,-24-46-30,1 1 0,0-2-1,1 1 1,1-1-1,0-1 1,0 0 0,1-1-1,1 0 1,0-1-1,0-1 1,28 14 0,-27-17-143,1-1 1,0 0 0,0-1 0,27 4-1,62-4-3138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2.2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1 4354,'0'0'5242,"-7"0"-5060,6 0-179,0 0 0,0-1 0,0 1 0,0 1 0,0-1 0,0 0 0,0 0 0,0 0 0,1 0 0,-1 1 0,0-1 0,0 0 0,0 1 0,0-1 0,0 1 0,0-1 0,1 1 0,-1 0 0,0-1 0,0 1 0,1 0 0,-1-1 0,0 1 0,1 0 1,-1 0-1,1-1 0,-1 1 0,1 0 0,-1 0 0,1 0 0,0 0 0,-1 0 0,1 0 0,0 0 0,0 0 0,-1 1 0,-1 13 44,-1 1 1,2-1-1,0 0 1,2 23-1,8 88 287,-4-63-153,12 209 370,33 312 123,-47-563-665,0 5-4,1-1-1,2 1 1,13 39-1,-17-59 0,1-1-1,-1 0 1,1 1-1,-1-1 1,2 0 0,-1-1-1,0 1 1,1 0 0,0-1-1,0 0 1,0 0-1,1 0 1,-1-1 0,1 1-1,0-1 1,0 0-1,0 0 1,0-1 0,0 0-1,1 0 1,9 3-1,-2-4-1,0 1 0,0-2-1,0 0 1,0 0 0,0-2-1,0 1 1,0-1 0,-1-1-1,1-1 1,-1 1 0,1-2-1,-1 0 1,0 0 0,-1-1-1,14-10 1,-3 2-511,-1-2 0,0 0 1,-2-2-1,0 0 0,-1-1 0,25-34 1,17-38-4313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2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 6307,'0'0'800,"160"6"-528,9-12 337,22-9-609,-10 3-176,-39-3-3538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3.3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 7139,'0'0'2770,"241"-8"-2770,-108-10-1793,-5 3-2177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3.5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6771,'0'0'1889,"211"-3"-1841,-99-3-48,-2-3-2369,-24 3-2337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3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 3890,'0'0'4754,"184"0"-4674,-92-12-80,-3-5-992,-14 2-5363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3.9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5234,'0'0'1649,"223"0"-1297,-84 0 209,10-9-561,-18-18-1921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58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695 138 5795,'0'0'2323,"-14"-20"-2080,-5-6-160,-28-30 0,43 52-76,0 1 1,-1-1-1,1 1 1,-1 0 0,0 0-1,1 1 1,-1-1 0,0 1-1,0 0 1,-1 1-1,1-1 1,0 1 0,-1 0-1,1 0 1,0 1-1,-1-1 1,1 1 0,-11 1-1,-2-1-5,-18 0 5,-73 6 1,94-3-4,-1 0 1,1 1-1,1 0 1,-1 2-1,1-1 1,0 2-1,-18 10 1,17-8 13,0 0 0,1 1 0,1 1 0,0 0-1,0 1 1,1 0 0,1 1 0,0 0 0,0 1 0,2 0 0,-1 0 0,2 1 0,0 1-1,1-1 1,1 1 0,-8 27 0,5 5 17,3 0 1,1 1-1,3-1 0,8 97 0,-4-118-19,2 1-1,1-1 1,1-1 0,1 1-1,1-1 1,2 0 0,1-1-1,0 0 1,2-1 0,26 37-1,-26-43-7,0-1 0,2-1 1,0 0-1,1-1 0,0-1 0,1-1 0,1 0 0,0-1 0,0-1 0,2 0 0,-1-2 0,1 0 1,39 11-1,-21-12 5,0-1 1,0-1 0,1-3 0,-1-1-1,1-2 1,69-8 0,-89 4-8,0 0 0,0-1 0,-1-1 0,0-1 0,0 0 0,0-2 0,-1 0 1,-1-1-1,1 0 0,-1-1 0,-1-1 0,0-1 0,-1 0 0,-1-1 0,0 0 0,0-1 0,-2-1 0,0 0 1,0 0-1,-2-1 0,0 0 0,-1-1 0,0 0 0,-2 0 0,0-1 0,-1 1 0,4-34 0,-7 15-12,0 0 0,-3 0-1,-1 0 1,-2 0-1,-1 1 1,-2-1 0,-17-51-1,15 61 3,-2 1-1,-1 0 0,-1 0 1,-1 1-1,-1 1 1,-1 0-1,-1 1 1,-1 1-1,-2 1 1,-26-24-1,28 31-2,0 0 0,-1 1-1,-1 1 1,0 1 0,0 1 0,-1 0 0,0 2-1,-1 1 1,0 0 0,0 1 0,0 2-1,-1 0 1,0 2 0,1 0 0,-1 1 0,-30 4-1,48-3-21,0 1 0,0 0 0,0 0 0,1 0 0,-1 1 0,0-1 0,0 1 0,1 0-1,-1 1 1,1-1 0,0 1 0,0 0 0,0 0 0,0 0 0,0 1 0,-4 4 0,5-3-312,-1-1 1,1 1-1,0 0 1,1 0-1,-1 0 1,1 1-1,0-1 1,-2 9-1,1 20-3727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1:58.9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80 363 1024,'0'0'5566,"0"-32"-5318,-6-108 32,4 123-7,-1-1 0,0 0 0,-2 1-1,0 0 1,0 0 0,-12-23 0,7 20 183,-4-6 518,14 26-963,0 0-1,-1 0 1,1 0-1,0 0 1,0 0 0,-1 0-1,1 0 1,0 0-1,0 0 1,0 0 0,-1 0-1,1 0 1,0 0-1,0 0 1,0 0 0,-1 0-1,1 0 1,0 0-1,0 0 1,-1 0 0,1 0-1,0 0 1,0 1 0,0-1-1,0 0 1,-1 0-1,1 0 1,0 0 0,0 0-1,0 0 1,0 1-1,-1-1 1,1 0 0,0 0-1,0 0 1,0 1-1,0-1 1,0 0 0,0 0-1,0 0 1,0 1-1,0-1 1,0 0 0,-1 0-1,1 0 1,0 1 0,0-1-1,0 0 1,0 0-1,0 0 1,1 1 0,-4 54 184,3-40-270,21 458 158,-5-338-27,48 200 0,19-51 30,-79-275 48,-5-44-7341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0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588 157 4162,'0'0'2380,"-28"-22"-1863,-97-71 92,119 88-491,-1 1 0,-1-1 0,1 1 0,-1 0 0,1 0 0,-1 1 0,0 0 0,0 1 0,0 0 0,-1 0 1,1 1-1,0 0 0,-1 0 0,1 1 0,-15 1 0,-5-1 159,22 1-261,0 0 0,-1 0 0,1 0 0,0 1 0,0 0 0,0 0 0,0 0 0,0 1 0,0 0 0,1 0 0,-1 0 0,1 1 0,0 0 0,0 0-1,0 0 1,0 1 0,1-1 0,0 1 0,-4 6 0,-7 9-18,2 1-1,0 1 1,-16 38-1,14-23 41,1 0 0,2 2-1,2-1 1,-7 52 0,8-17 86,2 104 1,7-150-109,1 1 0,2-1 0,0 1 0,2-1 0,12 39 0,-12-50-10,2 0 0,0-1 0,0 0-1,2 0 1,0-1 0,0 0 0,1-1 0,1 0-1,1 0 1,16 14 0,-11-13-1,0-2 0,1 1 0,1-2 0,0-1 0,0 0 0,1-1 0,1-1 0,-1-1 0,42 8 0,-7-6 5,1-3 0,92 0 0,-122-6-12,-1-1 1,1-1-1,-1-1 0,47-12 1,-60 11-4,1-1-1,-1 0 1,0-1 0,0 0 0,-1-1 0,1 0 0,-2-1 0,1 0 0,-1-1 0,0 0 0,10-12 0,-5 1-12,-1 0 0,-1 0 0,-1-1 0,-1-1 0,0 0 1,-2 0-1,-1-1 0,0 0 0,-2-1 0,0 0 0,3-40 1,-7 33 8,0 0 1,-2 1-1,-1-1 1,-2 0-1,-1 1 1,-1-1-1,-1 1 1,-21-55-1,11 45 7,-2 0-1,-2 1 1,-2 1-1,-1 1 1,-2 2-1,-1 0 1,-2 1-1,-36-33 1,55 59 0,-1 1 1,0-1-1,-1 2 0,1-1 1,-1 2-1,-1-1 1,1 2-1,-19-6 0,25 8-3,-1 1-1,1 0 1,0 0-1,-1 0 0,1 1 1,-1 0-1,1 0 1,-1 0-1,1 1 0,-1 0 1,1 0-1,0 0 1,-1 1-1,1-1 0,0 1 1,0 1-1,0-1 1,0 1-1,1 0 0,-1 0 1,-5 5-1,5-3-185,-1 1 0,1 0 0,0 1 0,1-1 1,-1 1-1,2 0 0,-1 0 0,1 1 0,0-1 0,-3 10 0,3 15-3137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0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174 266 6547,'0'0'950,"-20"28"-1436,-63 88 500,51-64 28,28-43 140,4-24 1298,0 0-1127,-1-23 100,6-40 0,-3 65-461,1 0 0,-1 0 1,2 0-1,0 1 1,0-1-1,1 1 1,8-14-1,-2 9 1,0 1-1,1-1 1,1 2-1,0 0 0,1 0 1,1 2-1,0-1 1,1 2-1,27-17 1,-31 22-4,0 1 1,0 0-1,0 1 1,1 0-1,0 1 1,0 0 0,0 1-1,0 0 1,1 2-1,-1-1 1,1 1-1,-1 1 1,1 1-1,-1 0 1,18 3-1,-25-2 2,0 0 0,0 0-1,-1 0 1,1 0 0,-1 1-1,1 0 1,-1 0-1,0 1 1,0-1 0,0 1-1,-1 0 1,6 6 0,-4-2-5,0 0 1,0 1 0,0-1 0,-1 1 0,0 1 0,5 15 0,-1 1 2,-3 0 0,0 0-1,-1 1 1,2 48 0,-6-33 17,-1 0 0,-2-1 0,-2 0 0,-13 61 0,9-71-1,-1 0 0,-2 0 1,-1-1-1,-1 0 0,-2-2 0,-25 38 1,10-24 123,-1-2 1,-2-1 0,-2-2 0,-2-1-1,-1-1 1,-2-3 0,0-1 0,-3-2-1,0-2 1,-58 26 0,88-46 13,15-5-45,29-5-55,-26 2-52,259-58 1,-99 18 56,249-43-10,-300 67-101,198-4 0,-321 25-231,-48 17-866,-28 1-1543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1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370 62 6691,'0'0'3236,"-29"-6"-2820,11 1-356,6 1-39,1 1 0,-1 0 1,0 1-1,0 1 1,-14-1-1,20 2-12,1 0 0,0 1 0,-1 0-1,1 0 1,0 0 0,0 1 0,0-1 0,0 1-1,0 1 1,0-1 0,1 1 0,-1-1-1,1 1 1,0 0 0,0 1 0,0-1 0,0 1-1,-4 5 1,-8 12 46,1 0-1,1 1 0,1 1 1,0 0-1,2 0 1,1 1-1,1 1 0,-11 50 1,11-27-12,2 1 0,2 0 0,3 92 0,3-120-33,1-1 1,0 1-1,2 0 0,1-1 1,0 1-1,1-1 1,1 0-1,1-1 0,12 20 1,-12-25-7,1 0 1,1-1 0,0 0 0,1-1-1,0 0 1,0 0 0,2-1 0,-1-1-1,1 0 1,1-1 0,0-1 0,17 9-1,-8-8 3,1 0 0,0-1 0,0-2 0,0 0 0,45 4 0,-33-8-3,0-1 0,0-1 1,49-8-1,-64 5-14,1-2 1,0-1-1,-1 0 1,0-2-1,-1 0 1,0-2-1,0 0 1,-1-1-1,32-24 0,-39 26 5,0-1-1,-1-1 0,0 0 0,-1 0 0,0-1 0,-1 0 0,0-1 0,-1 0 0,0 0 0,-1-1 1,-1 0-1,0 0 0,0 0 0,5-29 0,-8 16 15,0-1 0,-2 0 0,-1 0 0,-1 1 1,-2-1-1,-1 1 0,-1-1 0,-1 1 0,-1 1 0,-16-38 0,9 29-4,-3 1 0,-1 0 0,-1 1 0,-2 2-1,-1 0 1,-1 1 0,-29-28 0,41 47-12,0 1-1,-1 0 1,0 0 0,-1 1 0,0 1 0,0 0 0,-1 1 0,0 0 0,0 2 0,-17-6 0,22 9-11,-1 0 1,1 0 0,0 1-1,-1 0 1,1 1-1,-1 0 1,0 0-1,1 1 1,0 0-1,-1 1 1,1 0-1,0 1 1,0 0-1,0 0 1,0 1-1,0 0 1,-13 8-1,11-4-51,-1 0-1,2 1 1,-1 0-1,-14 17 0,21-21-129,0 0-1,0 0 1,0 1-1,1-1 1,0 1-1,0 0 1,0 0-1,1 0 1,0 0-1,0 0 0,-1 12 1,2 5-3259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1.9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30 313 7475,'0'0'219,"0"10"-192,0 29 42,0-29 459,-1-15 428,-4-20-570,2 1 0,0-1 0,2-36 0,1 52-398,1-1 0,0 0 0,0 1 1,1-1-1,0 1 0,1 0 0,0-1 0,0 1 0,1 1 0,0-1 0,1 0 0,6-8 1,-2 7-5,0 1 0,0 0 0,1 0 1,1 1-1,-1 1 0,1 0 0,1 0 1,-1 1-1,1 0 0,0 1 1,1 1-1,-1 0 0,1 0 0,0 1 1,-1 1-1,1 0 0,1 1 0,22 1 1,-30 0-7,0 0-1,0 0 1,0 1 0,0 0 0,0 0 0,-1 1 0,1-1 0,0 1-1,-1 1 1,1-1 0,-1 1 0,1 0 0,-1 0 0,6 5 0,-5-2-7,1 0 0,-1 1 1,-1 0-1,0 0 0,0 0 1,0 1-1,-1-1 0,0 1 0,4 11 1,-2-2-5,0 0-1,-2 0 1,0 0 0,3 31-1,-4 73-3,-3-106 38,0 3 2,-1 0-1,-1 0 1,0 0-1,-9 28 1,8-37 9,0 1 0,-1 0 1,0-1-1,-1 0 0,0 0 1,0 0-1,-1 0 0,0-1 1,-10 10-1,-12 0 911,29-28-176,1 2-745,1-1 0,0 0-1,0 1 1,1-1 0,0 1-1,0 0 1,1 0 0,0 1 0,0-1-1,1 1 1,0 0 0,0 1-1,1-1 1,0 1 0,11-8 0,-9 8-37,0 0 1,0 0 0,1 1 0,-1 0 0,1 0 0,0 1-1,1 0 1,-1 1 0,1 0 0,-1 1 0,1 0 0,0 1-1,17 0 1,-24 1 22,0 1-1,0-1 0,0 1 0,0 0 0,0 1 1,0-1-1,-1 0 0,1 1 0,0 0 0,-1 0 1,0 0-1,1 1 0,-1-1 0,0 1 0,4 4 1,-1-1-1,-1 1 0,0 0 0,0 0 0,-1 0 0,0 1 0,0-1 0,2 9 0,2 10 0,-1-1-1,-1 1 0,5 53 0,-7-35 14,-3 1-1,-1-1 0,-10 75 1,5-92 0,0 0 0,-2 0 0,-1-1 0,-2 0 0,0-1 0,-2 0 0,-17 28 0,15-30 15,-2-1-1,-1 0 1,0-2 0,-2 0 0,0 0 0,-1-2-1,-1-1 1,-1 0 0,0-1 0,-1-2 0,0 0 0,-2-2-1,1 0 1,-2-2 0,1-1 0,-1-1 0,0-1-1,-1-1 1,-43 4 0,62-9 33,-1 0 1,1-1-1,-1 0 1,0-1-1,1 0 1,-1 0-1,1-1 1,-1 0-1,1 0 1,0-1-1,-9-4 1,12 4-18,1 0 0,-1 0 1,1 0-1,0-1 0,0 1 1,1-1-1,-1 0 0,1-1 1,-1 1-1,1 0 0,1-1 0,-1 0 1,1 0-1,0 1 0,0-1 1,0-1-1,0 1 0,0-7 0,-1-2-23,0 1-1,1-1 0,1 0 0,0 1 1,1-1-1,0 0 0,1 0 0,1 0 1,0 1-1,8-25 0,-6 28-13,0 1-1,0-1 0,1 1 1,0 1-1,1-1 0,0 1 1,0 0-1,1 0 0,0 1 1,0 0-1,1 0 0,0 0 1,0 1-1,0 1 0,14-8 1,-8 7-12,1-1 0,1 2-1,-1 0 1,1 0 0,0 2 0,0 0 0,0 1 0,0 0 0,1 1-1,31 3 1,-40-1 12,0 0 0,0 1-1,0 0 1,0 0 0,0 1 0,-1 0-1,1 0 1,-1 1 0,0 0 0,11 7-1,-14-7 3,0 0 0,0 0-1,0 0 1,0 0 0,-1 1 0,1 0-1,-1 0 1,0 0 0,-1 0-1,1 0 1,-1 0 0,0 1-1,-1-1 1,1 1 0,-1-1 0,1 9-1,0 3 26,0 1-1,-2 0 0,0-1 0,-3 24 1,3-41-28,0 0 0,0 0 0,0 0 1,0 1-1,0-1 0,0 0 0,0 0 1,0 1-1,0-1 0,0 0 0,0 0 1,-1 0-1,1 1 0,0-1 0,0 0 1,0 0-1,0 0 0,0 0 0,0 1 0,-1-1 1,1 0-1,0 0 0,0 0 0,0 0 1,0 0-1,-1 1 0,1-1 0,0 0 1,0 0-1,-1 0 0,1 0 0,0 0 1,0 0-1,0 0 0,-1 0 0,1 0 0,0 0 1,0 0-1,-1 0 0,1 0 0,0 0 1,0 0-1,-14-5-1500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2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691 26 256,'0'0'5859,"-34"-5"-4226,-122-14-1335,140 18-272,-1 1-1,1 0 1,-1 1-1,1 1 1,0 0-1,-1 2 0,1 0 1,0 0-1,1 1 1,-1 1-1,1 1 1,-18 11-1,12-8 98,2 1-1,0 1 1,0 0-1,1 2 1,1 0-1,0 1 1,1 1-1,-15 18 1,20-20-63,1 2 1,0-1-1,1 1 1,0 1-1,2-1 1,0 1 0,1 1-1,0-1 1,2 1-1,-4 22 1,3-3-23,1 0-1,3-1 1,0 1-1,2 0 1,9 52-1,-5-63-25,1 0 0,2-1 0,0 0 0,2-1 0,0 0 0,2 0 0,0-1 0,23 31 0,-15-28 0,2-1-1,1-1 1,0-1-1,2-2 1,0 0-1,2-1 1,0-1 0,1-2-1,1-1 1,0-1-1,1-2 1,1 0-1,0-3 1,0 0-1,62 9 1,-58-14-8,1-1 0,0-2 0,0-1 1,0-3-1,0 0 0,42-10 0,-62 9 1,0-1-1,0-1 0,-1-1 0,1 0 0,-1-1 0,-1-1 0,0 0 1,0-1-1,0 0 0,-1-1 0,-1-1 0,0 0 0,0 0 0,-1-2 0,17-23 1,-19 21 2,-1 0 1,0 0-1,-2-1 1,0 0-1,0 0 1,-2 0 0,0-1-1,-1 0 1,0 0-1,0-26 1,-3 19 3,-1 1 0,0 0 0,-2 0 0,-1 1-1,0-1 1,-2 1 0,-12-32 0,3 21-2,-1 1 0,-2 0-1,-42-56 1,18 36-2,-60-58-1,72 81-4,-1 1 0,-1 2 0,-46-30-1,63 47-8,0 0 0,-1 2-1,1 0 1,-2 0-1,1 2 1,0 0-1,-1 1 1,0 0 0,0 1-1,-29 0 1,45 3-21,0 0 0,0 0 0,-1 0 0,1 1 0,0-1 0,0 0 0,-1 1 0,1-1 0,0 1 0,0-1 0,0 1 0,0-1 1,0 1-1,0 0 0,0 0 0,0 0 0,0-1 0,0 1 0,0 0 0,0 0 0,1 0 0,-1 0 0,0 0 0,1 1 0,-1-1 0,0 0 1,1 0-1,0 0 0,-1 0 0,1 1 0,0-1 0,-1 0 0,1 0 0,0 1 0,0-1 0,0 0 0,1 3 0,-1 0-181,0-1-1,0 1 1,1 0-1,0 0 1,0-1 0,0 1-1,0 0 1,0-1-1,1 1 1,0-1-1,0 1 1,0-1-1,3 4 1,1-1-404,1 0-1,1 0 1,-1-1 0,15 8 0,-21-12 579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3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25 272 6499,'0'0'4007,"-5"-6"-3764,-9-7-301,14 13 56,0 0 1,-1 0-1,1 0 0,0 0 1,0 0-1,-1 0 0,1 0 1,0 0-1,0 1 0,-1-1 0,1 0 1,0 0-1,0 0 0,-1 0 1,1 0-1,0 1 0,0-1 1,0 0-1,0 0 0,-1 0 1,1 1-1,0-1 0,0 0 1,0 0-1,0 1 0,0-1 0,-1 0 1,1 0-1,0 1 0,0-1 1,0 0-1,0 0 0,0 1 1,0-1-1,0 0 0,0 0 1,0 1-1,0-1 0,3 59-74,52 380 137,-53-420-57,1 4 3,1 0 0,0-1-1,9 26 1,-11-43-6,0 0 1,0 0-1,0 0 0,1 0 0,0-1 0,0 1 0,0-1 1,0 1-1,1-1 0,-1 0 0,1 0 0,0-1 1,1 1-1,-1-1 0,0 0 0,1 0 0,0 0 0,9 4 1,-1-4-1,1 0 1,0-1 0,0 0-1,0-1 1,1-1 0,-1 0-1,0-1 1,0 0 0,0-1-1,0-1 1,0 0 0,-1-1-1,1 0 1,-1-1 0,23-12-1,-9 0-16,-1-1 0,0-2-1,-1 0 1,-1-2 0,-1 0-1,-1-2 1,-1 0 0,30-48-1,-28 36 42,-3 0 1,0-2-1,-3 0 0,-1-1 0,-2-1 0,11-51 1,-17 42 356,-2 1 0,-2-96 0,-4 140-348,0-4 87,1 0 1,-1 0-1,-1 0 0,1-1 0,-2 1 0,1 0 1,-1 0-1,0 0 0,0 1 0,-1-1 1,0 0-1,-1 1 0,0 0 0,0 0 0,-6-8 1,10 14-77,-1 1 0,1-1 0,-1 0 0,1 0 0,-1 1 0,1-1 0,-1 1 0,1-1 0,-1 0 0,0 1 0,1-1 0,-1 1 0,0 0 0,0-1 0,1 1 0,-1-1 0,0 1 0,0 0 0,0 0 0,1 0 0,-1-1 0,0 1 0,-1 0 0,1 1-37,0 0 1,0 0 0,0 0-1,0 1 1,0-1 0,0 0-1,0 0 1,0 1 0,1-1-1,-1 1 1,1-1 0,-1 0-1,1 1 1,-1-1 0,1 1-1,0-1 1,-1 3 0,-10 57-141,1 0 0,0 72 0,6 139 202,5-189-43,3 55 5,6 0 0,53 258 0,-60-378-47,0-1-1,2 0 1,0 0 0,1 0 0,16 29-1,-6-28-201,-16-17 147,0-1-1,1 0 1,-1 1-1,0-1 1,0 0-1,1 0 1,-1 1-1,0-1 0,0 0 1,1 0-1,-1 0 1,0 1-1,1-1 1,-1 0-1,0 0 1,1 0-1,-1 0 1,0 0-1,1 0 0,-1 0 1,0 0-1,1 0 1,-1 0-1,0 0 1,1 0-1,-1 0 1,1 0-1,-1 0 1,0 0-1,1 0 0,-1 0 1,0 0-1,1 0 1,-1 0-1,0-1 1,0 1-1,1 0 1,-1 0-1,0 0 1,1-1-1,-1 1 0,0 0 1,0 0-1,1-1 1,-1 1-1,0 0 1,0-1-1,0 1 1,0 0-1,1-1 1,-1 1-1,0 0 0,0-1 1,0 1-1,0 0 1,0-1-1,0 1 1,0-1-1,2-46-7411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3.9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6003,'0'0'5426,"-17"18"-5426,46-18-112,40 0-1377,23-15-1328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4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 3762,'0'0'3649,"151"-12"-3328,-85 12-257,14-6-64,15-12-144,6-6-3234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4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5891,'0'0'1152,"158"0"-1088,-66 0-64,15-24-16,2-5-1568,-5-4-2274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4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86 6147,'0'0'4146,"187"0"-4194,-59-17 16,15-19-2882,-4 3-3329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4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69 3954,'0'0'2913,"166"-33"-2881,-80 15-32,13 0-2417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4.8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 3346,'0'0'2913,"190"0"-1873,-101-2-752,-3-19-288,-12 0-992,-23 9-2498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5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63 8564,'0'0'2721,"264"-20"-6739,-115-22-2673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5.3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1 123 8084,'0'0'1216,"157"12"-1168,-53-12-48,36 0-176,26-21-1873,4-9 48,-10 12 1329,-32 0 512,-30 10 160,-36 5 32,-23 3-32,-18-12-16,-16-12-3714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6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478 344 5987,'0'0'3041,"-6"11"-2614,-93 196-447,50-95 67,-34 54 75,-157 237 1,265-432-245,-5 8 97,23-33-145,-3-3-1,-3 0 0,-2-3 0,41-94 0,81-269-58,-112 293 309,-30 88-60,22-44 0,-28 69-16,0 0 1,2 1-1,-1 1 1,2-1-1,14-14 1,-2 14-33,-23 15 26,0 1-1,0 0 1,0-1-1,-1 1 1,1 0 0,0 0-1,0 0 1,0 0-1,0 0 1,0 0 0,0 0-1,0 0 1,-1 0-1,1 0 1,0 0 0,0 0-1,0 1 1,0-1-1,0 0 1,-1 1 0,1-1-1,0 1 1,0-1-1,-1 1 1,1-1 0,0 1-1,0-1 1,-1 1-1,1 0 1,-1-1 0,1 1-1,-1 0 1,1-1-1,0 2 1,7 17-34,0 1 1,-2 0-1,7 34 0,-7-30 43,52 231 45,91 324 96,-139-551-299,-5-16-326,-1 1 1,0 0 0,-1-1-1,0 1 1,1 21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6.4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0 146 5138,'0'0'2049,"187"-45"-1985,-41 22 401,20 2-369,-5 3-96,-28 0-2578,-26-3-1568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6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43 320 4962,'0'0'-138,"-3"21"186,-9 65 45,12-84-37,0-1 0,0 0 0,-1 1-1,1-1 1,0 1 0,0-1 0,-1 1 0,1-1 0,-1 0-1,1 1 1,-1-1 0,1 0 0,-1 0 0,0 1 0,0-1 0,0 0-1,0 0 1,0 0 0,0 0 0,-1 1 0,1-2 30,1 0 0,0 0 0,-1 0 1,1 0-1,-1 0 0,1 0 0,0 0 0,-1 0 1,1 0-1,-1-1 0,1 1 0,0 0 0,-1 0 1,1 0-1,0-1 0,-1 1 0,1 0 0,0-1 1,0 1-1,-1 0 0,1 0 0,0-1 0,0 1 1,-1 0-1,1-1 0,0 0 0,-2-3 56,1-1 0,0 0-1,0 0 1,1-1 0,-1 1 0,1 0-1,0 0 1,1-8 0,0-5-25,-1 3-114,1 0 1,1 0 0,0 0-1,1 1 1,0-1-1,1 1 1,1 0-1,0 0 1,1 0-1,1 1 1,0 0 0,1 0-1,0 1 1,1 0-1,0 0 1,1 1-1,0 0 1,1 1-1,0 0 1,19-13 0,-24 19-14,0 1 1,0-1 0,0 1 0,0 0 0,1 0-1,-1 1 1,1 0 0,0 0 0,8-1-1,-12 2 1,0 1 0,1 0-1,-1 0 1,0 0-1,0 0 1,1 0-1,-1 1 1,0 0-1,0-1 1,0 1 0,0 0-1,0 1 1,0-1-1,0 0 1,0 1-1,0 0 1,0-1-1,-1 1 1,1 0-1,-1 1 1,1-1 0,2 4-1,4 7-16,0 1 0,-1-1 0,-1 1 0,10 28 0,17 68-7,-27-84 33,37 181 38,-26-104-22,-19-154 464,-5-6-425,0 8-30,0-81 0,7 115-34,0-1 1,1 1-1,1-1 0,0 1 1,1 0-1,0 0 0,2 0 1,0 0-1,11-19 1,-6 15-27,1 1 0,1 1 1,0 0-1,17-16 0,-23 26-20,0 0 0,1 1 0,0 0 0,0 0 0,1 0 0,0 1 0,0 1 0,0 0 0,0 0 0,20-5 0,-20 7 6,0 0 0,1 1 0,-1 0 1,1 0-1,-1 1 0,1 0 1,0 1-1,16 4 0,-20-4 40,0 1 0,-1 0 0,0 1 0,0-1 1,0 1-1,0 0 0,0 1 0,0-1 0,-1 1 0,1 0 0,-1 0 0,0 0 0,0 0 0,-1 1 0,5 6 0,0 4 4,0 0-1,-1 0 1,-1 1-1,0-1 1,-2 1 0,1 1-1,-2-1 1,3 31-1,-3 16 49,-4 64-1,-1-42 15,1-64-103,0-15 65,0 0 0,1 0 0,0 0 1,1 0-1,0 6 0,-1-11-44,1 0 1,-1 0-1,0 0 0,1 0 0,-1 0 0,0 0 1,1 0-1,0 0 0,-1 0 0,1 0 0,-1 0 1,1 0-1,0 0 0,0-1 0,0 1 0,-1 0 0,1-1 1,0 1-1,0 0 0,0-1 0,0 1 0,0-1 1,0 1-1,0-1 0,0 0 0,0 0 0,0 1 1,0-1-1,0 0 0,0 0 0,1 0 0,0 0 1,46 0-2946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7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422 1 4018,'0'0'3359,"2"32"-2767,35 362 431,-32-353-974,18 253 162,8 63-51,-25-321-130,-6-35 47,0-27 353,0-11-379,-2 0 1,-1 0 0,-2 1 0,-17-67 0,18 89-65,-1 0 0,0 0 0,-1 1 0,-1 0 0,0 0 0,0 1 0,-1-1 0,-1 2 0,0-1-1,-1 1 1,0 1 0,0 0 0,-1 0 0,-1 1 0,-18-12 0,22 17-5,0 0-1,-1 0 1,1 1-1,-1 0 0,0 0 1,0 1-1,0 0 1,0 1-1,-1 0 1,1 0-1,-11 2 0,13-1 12,0 1 0,1 0 0,-1 0 0,1 1 0,-1 0 1,1 0-1,0 0 0,0 1 0,0 0 0,0 0 0,0 1 0,1-1 0,-1 1 0,1 1 0,0-1 0,-5 7 0,-3 4 7,1 1 1,1 1-1,1 0 0,0 0 1,2 1-1,0 0 0,-11 37 1,11-23 41,1 0 0,1 0 0,2 1 0,1 34 0,2-58-18,1 0 0,1-1 0,-1 1 0,1 0 0,1 0 0,0-1 0,4 14 0,-4-18-16,1 1-1,-1-1 0,1 0 1,0 0-1,0 0 0,0 0 0,1 0 1,-1-1-1,1 0 0,0 1 1,0-1-1,0-1 0,0 1 0,8 3 1,0-1 2,1 0 0,0 0 0,0-1 1,0-1-1,0 0 0,20 1 1,88-1 59,-106-3-63,18-1-239,1 0 0,0-3 0,-1 0 0,0-2 0,0-2-1,0-1 1,45-19 0,47-39-4855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8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901 295 1665,'0'0'5840,"0"7"-4626,1 16-594,-1-33-51,-4-50-251,1 48-317,-1 0-1,1 0 1,-2 0 0,1 0-1,-2 1 1,0 0-1,0 0 1,-1 1 0,0 0-1,-1 0 1,0 0 0,0 1-1,-1 0 1,0 1-1,-16-11 1,10 9-10,0 0 0,0 2 0,-1 0 0,0 1 0,-1 0 1,0 2-1,0 0 0,0 0 0,-1 2 0,-25-3 0,26 5 7,1-1 1,-1 2-1,1 0 0,0 1 0,-1 1 1,1 1-1,0 0 0,0 1 1,0 0-1,0 2 0,1 0 0,0 0 1,-17 11-1,7 0-3,1 1 1,0 1-1,2 1 1,0 1-1,1 1 1,1 1-1,1 1 1,2 1-1,-26 46 1,27-42 6,2 1 0,1 1 0,2 0 0,1 0 0,1 1 0,2 0 0,1 1 0,-3 58 0,9-82 2,0 1-1,0-1 1,1 1-1,0-1 1,0 0-1,1 0 1,5 14-1,-5-20-1,0 1-1,0 0 0,0-1 0,0 1 0,1-1 0,-1 0 0,1 0 0,0 0 0,0 0 0,0 0 0,1-1 0,-1 1 0,0-1 0,1 0 0,0 0 0,-1 0 0,1-1 0,6 2 0,8 2 16,0-2-1,1 0 1,-1-1-1,0-1 1,27-1-1,-22-1 8,37-2 23,0-3 1,0-2-1,63-18 0,-31 6-25,-64 14-25,0 2 0,0 0 1,0 2-1,1 2 0,-1 0 1,44 7-1,-62-5 0,-1 1 0,0 0 0,-1 1 0,1-1 0,0 2 1,-1-1-1,0 2 0,0-1 0,0 1 0,-1 0 0,0 0 0,0 1 0,-1 0 0,1 0 0,-2 1 0,1-1 0,-1 1 0,0 1 1,-1-1-1,6 12 0,0 5 7,-1 0-1,-2 1 1,0-1 0,-1 1 0,-2 1 0,2 30-1,-4-41 0,-2 0-1,0 0 1,-1-1-1,0 1 0,-6 23 1,5-31 7,-1 0 0,0-1 0,0 1 0,-1-1 0,1 0 0,-2 0 0,1 0 0,-1-1 0,0 1 0,0-1 0,-1 0 0,-9 8 0,0-3 36,-1 0 0,-1-1 0,0 0 0,0-1 1,-1-1-1,0-1 0,-1-1 0,0 0 1,0-1-1,-21 2 0,4-2 18,0-2 0,-1-2-1,1 0 1,-56-8 0,80 5-56,-1 0 0,1-1 0,0 0 0,0 0 0,0-1 0,1-1 0,-1 0 0,1-1 0,-20-13 0,25 14-27,1 0-1,-1 0 1,1 0-1,0 0 1,1-1 0,-1 0-1,1 0 1,0 0-1,1-1 1,-1 1 0,1-1-1,1 0 1,-1 0-1,1 0 1,0 0 0,1 0-1,-1 0 1,1-10-1,0 10-212,1-1-1,0 1 0,0 0 0,1-1 1,0 1-1,0-1 0,5-12 0,0 6-799,1 1 0,1 0 1,18-24-1,-26 37 997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8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397 5 4354,'0'0'2169,"-33"-2"-1574,-9-1-142,-58 5 1,93-1-388,-1 0-1,1 1 1,1 0 0,-1 0-1,0 0 1,0 1 0,1 0-1,0 1 1,-1-1 0,1 1 0,1 0-1,-1 1 1,0-1 0,1 1-1,0 0 1,0 1 0,1-1-1,-1 1 1,1 0 0,-5 11-1,4-11-19,-7 16 8,0 0 1,1 0 0,1 1 0,1 0 0,1 1-1,1 0 1,1 0 0,1 1 0,1-1-1,2 1 1,0 0 0,2 0 0,0 0 0,7 42-1,-4-55-48,0-1 0,0 0 0,1 0 0,0-1 0,1 1 0,1-1 0,-1 0 1,1 0-1,1-1 0,0 0 0,0 0 0,1 0 0,0-1 0,1 0 0,0-1 0,0 0 0,0 0 0,1-1 0,0 0 0,0-1 0,16 6 0,-1-1 4,0-2 0,1-1-1,1-1 1,-1-2 0,1 0 0,-1-2 0,1 0 0,31-4 0,-39 1-5,0-1 1,-1-1-1,1-1 1,-1-1-1,0 0 1,-1-1-1,1-1 1,-1-1-1,0 0 0,24-17 1,-31 18 1,0-1 0,0 0-1,0-1 1,-1 0 0,0 0 0,-1-1 0,0 0 0,-1-1-1,0 0 1,0 0 0,-1 0 0,-1-1 0,0 0-1,-1 0 1,0 0 0,3-18 0,-4 13 10,-1 1 1,-1 0-1,0 0 1,-1-1-1,-1 1 1,-1 0-1,0 0 1,-1 0-1,-1 0 1,0 0-1,-1 1 1,-1 0-1,-12-23 1,11 26-11,0 0 0,-1 1 0,-1 0 1,0 1-1,0 0 0,-1 1 0,0-1 1,0 2-1,-1 0 0,-1 0 0,1 1 1,-1 0-1,0 1 0,-1 0 1,1 1-1,-20-5 0,18 6 14,1 1 0,-1 1-1,0 0 1,1 0 0,-1 2 0,0-1-1,0 2 1,-21 3 0,31-3-161,-1 0 0,1 0 1,-1 0-1,1 1 1,0-1-1,0 1 0,0 0 1,0 0-1,0 1 0,0-1 1,0 1-1,1 0 0,-1 0 1,1 0-1,0 1 0,0-1 1,0 1-1,1-1 0,-1 1 1,1 0-1,0 0 0,0 0 1,0 0-1,0 1 1,1-1-1,0 0 0,0 1 1,-1 5-1,1 19-5609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9.2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594 26 5715,'0'0'2870,"-34"-7"-1792,16 3-928,-3-1 2,1 1 0,-1 1 0,-30 0 0,40 3-96,1 1 0,-1 0 0,0 1 0,0 0 0,1 0 0,-1 1 0,1 1 0,0 0 0,0 0 0,0 1 0,-12 8 0,-4 5 53,1 0 1,2 2-1,-1 1 0,2 0 1,1 2-1,1 1 0,-20 29 1,28-34-84,0 1 1,2 0 0,0 1 0,1 0-1,1 0 1,1 1 0,1 0-1,1 0 1,0 1 0,0 30 0,4-42-26,1-1 0,0 1 1,1-1-1,0 0 1,0 1-1,1-1 1,1 0-1,0 0 0,0 0 1,10 19-1,-9-22 1,1 0-1,0 0 1,0-1 0,1 1-1,0-1 1,0 0 0,1-1-1,0 0 1,-1 0-1,2 0 1,-1-1 0,0 0-1,1 0 1,9 2 0,9 2 13,0-2 0,1 0 0,0-2 1,-1-1-1,1-1 0,53-4 0,-52 1-8,-1-2-1,0-1 0,0-1 1,0-1-1,0-1 1,35-16-1,-47 17-5,0-1 1,0-1-1,-1 0 1,0-1-1,-1-1 0,0 0 1,0-1-1,-1 0 1,-1-1-1,0 0 0,19-27 1,-26 32 2,0-1 0,0 1 1,-1-1-1,0 0 0,0 0 0,-1 0 1,0 0-1,0 0 0,-1 0 0,0-1 1,0 1-1,-1-1 0,0 1 1,-1 0-1,0-1 0,-4-15 0,2 13 2,-1-1 0,-1 2 0,0-1-1,0 0 1,-1 1 0,0 0-1,-1 0 1,0 1 0,0 0 0,-1 0-1,-10-9 1,-15-10-61,-1 1 1,-1 2-1,-1 1 0,-41-20 0,46 30-1967,-40-14-1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09.6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0 603 4514,'0'0'1673,"3"13"-894,7 38 13,-8-38 1150,-2-34-1360,2-1-1,0 1 1,1 0-1,11-38 1,-6 36-594,2 0 1,0 0-1,1 1 1,1 1-1,1 0 1,0 0-1,2 1 1,1 1-1,0 0 1,1 2-1,27-23 1,-39 37 1,-1-1 0,0 1 1,1 0-1,-1 0 1,1 1-1,0-1 0,0 1 1,0 0-1,0 1 0,0-1 1,1 1-1,-1 0 0,7-1 1,-9 2 0,1 1 1,-1-1 0,0 1-1,0-1 1,0 1-1,1 0 1,-1 0 0,0 0-1,0 1 1,0-1 0,0 1-1,-1-1 1,1 1-1,0 0 1,-1 0 0,1 0-1,-1 1 1,0-1-1,0 0 1,1 1 0,-2 0-1,1-1 1,2 4 0,8 17-15,0 1 1,-2 0 0,-1 0-1,12 47 1,13 108 12,-32-169 9,6 51 77,2 98 0,-11-176 11,-1 0 0,0 1 0,-2-1 0,-5-19 0,-7-26-47,11 34-37,1 0 1,1 0-1,2 0 1,0 0-1,2-1 0,1 1 1,2 0-1,0 0 1,2 1-1,1-1 1,1 1-1,1 0 0,19-36 1,-12 34-21,2 0 1,0 2-1,2 0 0,26-27 1,-38 45-1,1 0 0,0 1 0,1 0 0,-1 0-1,2 1 1,-1 1 0,1 0 0,0 0 0,0 1 0,0 0 0,1 1 0,0 0 0,0 1 0,13-2 0,-21 4 9,-1 1 0,0 0 0,1 0-1,-1 0 1,1 0 0,-1 0 0,0 1 0,1-1 0,-1 1 0,0 0 0,0 0-1,1 0 1,-1 1 0,0-1 0,0 1 0,0 0 0,-1 0 0,1 0 0,0 0-1,-1 0 1,1 0 0,-1 1 0,0-1 0,0 1 0,0 0 0,0-1 0,0 1-1,0 0 1,1 5 0,2 6-9,-1 0 1,0 0-1,-1 0 0,-1 1 1,1 25-1,0 256 23,-3-112 41,-1-178-42,2 1 0,-1 0 1,1 0-1,-1-1 0,2 1 0,-1 0 0,1-1 0,0 1 0,1-1 1,3 8-1,-3-10 1,0 0 0,0 0 0,1 0 0,0-1 0,-1 1 0,1-1 0,1 0 0,-1 0 0,0-1 0,1 1 0,-1-1 0,1 0 0,0 0 0,6 1 0,10 3 29,0-1 1,-1-1-1,44 2 0,70-5 96,-118-1-120,37-1-165,67-10 1,-69 0-694,62-21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1.5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12 368 1905,'0'0'7659,"-2"-10"-7322,-5-10-313,5 20-40,1 5-12,4 61-106,-2-59 127,31 771 176,-31-666-147,-5 152 166,4-256-178,0-7-7,0 0 0,0 0 1,0 0-1,0 0 0,0 0 0,0 0 0,0 0 1,0 0-1,-1 0 0,1 0 0,0 0 0,-1 0 1,1 0-1,-1 0 0,1 0 0,-1 0 0,1 0 1,-1 0-1,1 0 0,-1-1 0,-1 2 0,1-1 77,1-4 110,-17-594 834,10 236-1167,7 279 62,0 41-3,2 0 0,2 0 0,1 0 0,17-65 0,-17 90 63,1-1 1,0 1-1,1 0 0,0 1 1,1 0-1,1 0 0,1 1 1,0 0-1,1 1 0,0 0 1,1 0-1,0 1 0,26-19 1,-22 22 9,-1 0 1,2 1 0,-1 0 0,1 2-1,0 0 1,1 0 0,-1 2 0,1 0 0,30-2-1,-37 5 2,0 0-1,0 1 1,0 1-1,0-1 1,0 2-1,0-1 1,0 2-1,0-1 1,0 2-1,-1-1 1,1 1-1,-1 1 0,0 0 1,-1 0-1,1 1 1,15 12-1,-14-6 0,0 1-1,-1 0 1,-1 0-1,0 1 1,0 0-1,-2 1 1,1-1-1,-2 1 1,0 1-1,-1-1 1,-1 1-1,5 29 1,-2 6 2,-3 0 0,-4 91 0,-2-115 13,-1 1 0,-1-1-1,-2 0 1,-1 0-1,-1-1 1,-1 0 0,-1 0-1,-1-1 1,-1 0 0,-2-1-1,0-1 1,-2 0-1,0-1 1,-23 24 0,28-35 0,0 0 1,0-1 0,-1 0 0,-23 15-1,28-21 29,-1 0-1,1-1 0,-1 1 1,1-1-1,-1-1 0,0 0 0,0 0 1,0 0-1,-1-1 0,-9 0 1,17-1-18,0 0 0,0 0 0,0 0 0,0 0 0,0 0 0,0 0 0,0 0 0,0-1 0,0 1 0,0-1 0,0 1 0,0 0 0,0-1 0,1 0 0,-1 1 0,0-1 0,0 1 0,0-1 0,1 0 0,-1 0 0,0 1 0,1-1 0,-1 0 0,1 0 0,-1 0 0,0-1 0,0-1-1,0 0-1,0 0 1,1 0-1,-1 0 0,1 0 1,0-1-1,0 1 1,0 0-1,1-4 0,0-1-13,0 0-1,1 1 0,0-1 0,0 0 1,1 1-1,0-1 0,4-7 0,0 6-5,-1 1-1,1 0 0,0 0 1,1 1-1,0 0 0,0 0 1,0 1-1,1 0 1,0 0-1,0 1 0,1 0 1,12-4-1,-5 2-7,1 2 0,-1 0 0,1 2-1,0-1 1,0 2 0,28 0 0,-39 1 8,0 1 1,0 0-1,1 1 0,-1 0 1,0 0-1,0 0 0,0 1 0,0 0 1,0 0-1,-1 1 0,1 0 1,-1 0-1,1 0 0,-1 1 1,0 0-1,0 0 0,-1 1 0,1 0 1,-1 0-1,6 7 0,3 5 0,0 1 0,-2 1-1,0 0 1,-1 1 0,0 0-1,-2 1 1,-1 0 0,11 40-1,-9-17 12,-2-1-1,-2 1 0,0 70 1,-6-90 1,0-1 0,-2 1 0,-1 0-1,0-1 1,-9 28 0,8-38 2,-1 0 0,0-1 0,-1 0 0,0 0-1,-1-1 1,-1 1 0,0-1 0,0-1 0,-1 0 0,-14 14-1,8-12 34,0 0-1,-1-1 0,0 0 0,0-2 1,-1 0-1,-1-1 0,1 0 0,-1-1 1,-36 7-1,21-8 7,0-1-1,-1-2 1,1-1 0,-57-4-1,75 1-29,0-1 0,0 0 0,1-1 0,-1-1 0,1 0 0,-25-11 0,32 12-23,1 0 0,1-1 0,-1 0 0,0 0 0,1 0 0,0 0 0,0-1 0,0 0 0,0 0 0,1-1-1,0 1 1,0-1 0,0 0 0,1 0 0,0 0 0,-4-11 0,4 7-268,1-1-1,0 0 0,0 0 0,1 1 1,1-1-1,0 0 0,0 0 0,1 0 0,1 0 1,0 0-1,0 1 0,5-13 0,-1 10-671,1 0 0,0 0 1,1 1-1,9-12 0,-10 15 280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1.9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86 211 4914,'0'0'5408,"-9"2"-4890,6-1-515,-1 0 0,1 0 1,0 1-1,0-1 1,0 1-1,0 0 1,0 0-1,0 0 1,1 0-1,-1 1 0,0-1 1,1 1-1,0-1 1,0 1-1,0 0 1,0 0-1,0 0 0,0 0 1,1 0-1,0 0 1,-1 1-1,1-1 1,0 0-1,0 4 0,-4 16-3,1 0-1,-1 42 1,4-39 12,-4 179 32,5-196-43,0 7 2,1-1 0,0 1 0,1-1-1,0 0 1,2 0 0,-1 0 0,2 0 0,6 15 0,-7-23-2,-1 0 0,1-1 0,0 1 0,1-1 0,0 0 0,-1 0 0,2-1 0,-1 1 0,1-1 0,0 0 0,0-1 0,0 1 0,1-1 0,-1-1 0,1 1 0,0-1 0,0 0 0,12 3 0,2-2 5,0 0-1,0-1 0,1-1 1,-1-2-1,1 0 0,-1-1 1,1-1-1,-1 0 0,0-2 1,29-9-1,-35 7-1,1-1 0,-1 0 1,-1-2-1,1 0 0,-1 0 0,-1-1 0,0-1 1,0 0-1,-1-1 0,-1 0 0,0-1 0,0 0 0,10-18 1,-9 11 3,-2 0 1,0-1-1,-1 0 1,-1 0-1,-1-1 1,0 0 0,-2-1-1,-1 1 1,2-30-1,-3 7 5,-2 0 0,-2 0 0,-10-59-1,8 85-7,0 0-1,-2 0 0,-1 0 1,0 1-1,-1 0 0,-1 0 1,-1 1-1,0 0 0,-1 0 1,-16-19-1,15 27 0,5 14-5,6 24-15,1-15 5,-1 6-12,-1 28 45,2 0 0,2 1 0,2-1 1,13 51-1,-10-66 12,2-2 0,2 1 0,0-1 0,2-1 0,19 30-1,-24-46-30,1 1 0,0-2-1,1 1 1,1-1-1,0-1 1,0 0 0,1-1-1,1 0 1,0-1-1,0-1 1,28 14 0,-27-17-143,1-1 1,0 0 0,0-1 0,27 4-1,62-4-3138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2.2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1 4354,'0'0'5242,"-7"0"-5060,6 0-179,0 0 0,0-1 0,0 1 0,0 1 0,0-1 0,0 0 0,0 0 0,0 0 0,1 0 0,-1 1 0,0-1 0,0 0 0,0 1 0,0-1 0,0 1 0,0-1 0,1 1 0,-1 0 0,0-1 0,0 1 0,1 0 0,-1-1 0,0 1 0,1 0 1,-1 0-1,1-1 0,-1 1 0,1 0 0,-1 0 0,1 0 0,0 0 0,-1 0 0,1 0 0,0 0 0,0 0 0,-1 1 0,-1 13 44,-1 1 1,2-1-1,0 0 1,2 23-1,8 88 287,-4-63-153,12 209 370,33 312 123,-47-563-665,0 5-4,1-1-1,2 1 1,13 39-1,-17-59 0,1-1-1,-1 0 1,1 1-1,-1-1 1,2 0 0,-1-1-1,0 1 1,1 0 0,0-1-1,0 0 1,0 0-1,1 0 1,-1-1 0,1 1-1,0-1 1,0 0-1,0 0 1,0-1 0,0 0-1,1 0 1,9 3-1,-2-4-1,0 1 0,0-2-1,0 0 1,0 0 0,0-2-1,0 1 1,0-1 0,-1-1-1,1-1 1,-1 1 0,1-2-1,-1 0 1,0 0 0,-1-1-1,14-10 1,-3 2-511,-1-2 0,0 0 1,-2-2-1,0 0 0,-1-1 0,25-34 1,17-38-4313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2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 6307,'0'0'800,"160"6"-528,9-12 337,22-9-609,-10 3-176,-39-3-3538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3.3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 7139,'0'0'2770,"241"-8"-2770,-108-10-1793,-5 3-2177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3.5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6771,'0'0'1889,"211"-3"-1841,-99-3-48,-2-3-2369,-24 3-2337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3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 3890,'0'0'4754,"184"0"-4674,-92-12-80,-3-5-992,-14 2-5363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13.9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5234,'0'0'1649,"223"0"-1297,-84 0 209,10-9-561,-18-18-1921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31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1237 4178,'0'0'1291,"-3"-3"-795,3 3-485,-1-1-1,1 1 1,0-1-1,-1 0 1,1 0-1,0 1 1,0-1-1,-1 0 0,1 0 1,0 1-1,0-1 1,0 0-1,0 0 1,0 1-1,0-1 0,0 0 1,0 0-1,0 0 1,0 1-1,1-1 1,-1 0-1,0 0 1,0 1-1,1-1 0,-1 0 1,1 1-1,-1-1 1,0 0-1,1 1 1,-1-1-1,1 1 1,-1-1-1,1 1 0,1-2 1,28-31 38,3 1 0,53-43 0,-46 41-36,106-81 14,4 5-1,273-149 1,359-109 280,-725 344-271,171-67 64,-168 71-91,108-23 1,-142 39-116,-24 4-103,-5 1-72,-38 10-1065,16-5 836,-66 21-2806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31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394 0 5378,'0'0'1716,"-10"31"-1892,-26 71 181,-85 169 1,-37-23 68,110-176 257,27-39 635,31-33-662,24-4-208,0-2-1,0-1 1,33-12 0,21-4 71,88-14-76,301-23 0,-194 50-4238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33.1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51 357 4018,'0'0'2388,"-3"-25"-1938,0-8-254,-1-19 420,-15-69 0,12 92-627,-5-27 1472,10 50-1117,1 8-109,4 29-287,11 55 12,34 114 0,-17-81 53,108 426 38,-122-468-49,-10-69 25,-6-8-23,-1 0 0,1-1 1,-1 1-1,1 0 0,0 0 0,-1-1 1,1 1-1,-1-1 0,1 1 0,-1-1 0,0 1 1,1-1-1,-1 1 0,1-1 0,-1 1 1,0-1-1,1 1 0,-1-1 0,0 1 1,0-1-1,1 0 0,-1 1 0,0-2 0,42-155 150,-19 65-150,73-207 11,26-113 53,-112 357-10,-10 55-58,0 0-1,0-1 0,0 1 0,0 0 1,0-1-1,0 1 0,0 0 1,0-1-1,0 1 0,0-1 1,0 1-1,0 0 0,0-1 1,0 1-1,1 0 0,-1-1 1,0 1-1,0 0 0,0-1 0,1 1 1,-1 0-1,0 0 0,0-1 1,1 1-1,-1 0 0,0 0 1,0-1-1,1 1 0,-1 0 1,0 0-1,1 0 0,-1-1 1,1 1-1,3 7-55,-3-6 42,15 46-113,13 60 0,-10-34 82,25 95 47,-7-25 1,73 189 0,-58-208 2,-45-115 57,-1-14 28,1-24 98,-5 21-143,49-244 352,26-112-302,22 11-502,-97 346 130,13-31 27,-15 37 53,1-1 0,-1 1-1,1 0 1,0 0 0,0 0 0,-1 0 0,1 0 0,0-1 0,0 2 0,0-1-1,0 0 1,0 0 0,0 0 0,0 0 0,1 1 0,-1-1 0,0 0 0,0 1-1,1-1 1,-1 1 0,0-1 0,2 1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33.6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5250,'0'0'2151,"0"14"-2111,10 384 60,0-46-38,-3 101 333,-8-527-186,3-112-180,1 156-44,0 1-1,2 0 1,1 0-1,13-37 0,-12 44-11,2-1 0,1 1-1,0 1 1,2 0 0,0 0-1,1 1 1,19-21 0,-29 38 15,0 0 1,1 0 0,-1 0-1,1 1 1,0-1 0,0 1-1,0 0 1,0 0 0,7-2-1,-9 4 9,-1-1-1,1 1 1,0-1-1,0 1 1,0 0-1,-1 0 1,1 0-1,0 0 1,0 0-1,0 0 1,0 0 0,-1 1-1,1-1 1,0 1-1,0-1 1,-1 1-1,1 0 1,0 0-1,-1-1 1,1 1-1,0 0 1,-1 0-1,0 1 1,1-1-1,-1 0 1,0 1-1,2 1 1,2 4-1,-1 1-1,0 0 1,0 0 0,-1 0-1,0 0 1,-1 1 0,1-1-1,-1 1 1,0 13 0,4 90 28,-5-97-18,-1 56 60,-4 0 1,-19 116 0,19-162-624,-4 48 1,8-54-2229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33.9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51 445 2129,'0'0'2684,"29"-9"-2665,93-30-14,-87 29 3,1 2-1,43-5 1,-60 12-9,-1-2 0,0 0 1,1-2-1,-1 1 0,30-14 1,-44 16 16,-1-1 1,1 1-1,-1-1 1,0 1 0,0-1-1,0 0 1,0 0-1,-1 0 1,1-1 0,-1 1-1,0-1 1,0 1 0,0-1-1,0 0 1,0 0-1,-1 1 1,0-1 0,0 0-1,0-1 1,0 1-1,0-5 1,-1 2 69,1 0-1,-1 0 1,0 0-1,-1 0 1,0-1 0,0 1-1,0 0 1,-1 1-1,0-1 1,0 0 0,-6-11-1,2 9-14,0 0-1,-1 1 1,0 0 0,0 0-1,-1 1 1,0 0-1,-10-7 1,-1 1 131,0 0 0,-28-12 0,33 19-110,-1 0-1,1 0 1,-1 2-1,0 0 1,0 0-1,0 1 1,-1 1-1,1 1 1,-31 1-1,40 1-71,1-1-1,-1 2 0,1-1 0,0 0 1,0 1-1,-1 0 0,1 0 0,1 1 0,-1 0 1,0-1-1,1 1 0,-1 1 0,1-1 1,0 1-1,0 0 0,0 0 0,0 0 0,-3 6 1,-4 6 30,1 2 1,0-1 0,-11 32 0,11-23 24,1 1 0,2 0 0,0 0 0,2 0 0,1 0 0,1 1 0,2 0-1,0 0 1,6 47 0,-2-62-63,-1-1 0,2 1 0,-1-1 0,2 0-1,-1-1 1,2 1 0,0-1 0,0 0 0,1 0-1,0 0 1,1-1 0,0 0 0,0-1 0,1 0 0,12 9-1,-8-7-39,1-1 0,1-1-1,0 0 1,0-1 0,0-1-1,1 0 1,0-1 0,1-1-1,-1-1 1,30 5 0,-10-6-930,37-1 0,-73-2 958,98 0-3900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34.4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34 399 192,'0'0'4677,"-5"13"-4146,-14 39 56,19-51-519,0-1 1,0 0-1,0 0 0,0 0 1,0 0-1,0 1 1,0-1-1,-1 3 1437,0-3-1436,1 0-1,0 1 1,0-1-1,0 0 0,0 0 1,-1 0-1,1 0 1,0 0-1,0 0 0,0 0 1,-1 0-1,1 0 1,0 0-1,0 0 1,0 0-1,-1 0 0,1 0 1,0 0-1,-3-12 878,2-23-993,1 33 219,0-19-155,1-1-1,1 1 1,1 0-1,8-30 1,-8 42-32,0 0-1,0 0 1,1 0-1,0 0 1,1 0 0,0 1-1,0 0 1,1 0-1,0 0 1,0 1 0,1 0-1,8-8 1,-12 13-18,-1 0 0,1 0 1,-1 0-1,1 1 0,0-1 1,0 1-1,0 0 0,0-1 1,0 1-1,0 0 0,0 1 1,0-1-1,0 1 0,0-1 1,6 1-1,-7 0 8,1 1-1,-1-1 1,1 1 0,-1 0-1,1 0 1,-1 0 0,1 0-1,-1 1 1,0-1 0,0 0-1,0 1 1,0 0 0,0-1-1,0 1 1,2 3 0,3 4-11,0 1 0,-1 0 0,-1 1 1,0-1-1,0 1 0,-1 0 1,3 12-1,7 34 33,-3 0 0,-3 0 1,2 69-1,-4-53 24,-4-61-21,-3-17 91,0 1 0,0-1 0,1 1 0,0-1 0,0 0 0,0 1-1,1-7 1,1-16 156,-2 8-196,-1-17-50,2-1 0,1 0 0,2 1 0,13-60 0,-5 59-80,0 1-1,32-62 1,-38 86 12,0 0 0,1 1 0,0 0 0,1 1 0,0-1 0,1 1-1,0 1 1,1 0 0,0 0 0,0 1 0,19-12 0,-23 18 4,0-1 0,0 1 0,0 0-1,0 0 1,10-1 0,-13 2 44,-1 1 1,1 0-1,-1 0 0,1 0 1,-1 0-1,1 0 0,-1 1 1,1-1-1,-1 1 0,1-1 1,-1 1-1,0 0 0,1 0 1,-1 0-1,0 0 0,0 0 1,3 3-1,1 3 6,0 0 1,-1 0-1,0 1 0,-1-1 0,1 1 0,-1 0 1,-1 1-1,0-1 0,0 1 0,-1-1 0,1 1 1,0 10-1,3 21 11,1 56-1,-10 269 772,2-355-690,1 29 134,0-37-208,1 0 0,-1 0 1,0 0-1,1-1 1,0 1-1,-1 0 1,1-1-1,0 1 0,0-1 1,0 1-1,0-1 1,0 1-1,0-1 1,0 1-1,0-1 0,1 0 1,-1 0-1,3 2 1,6 1-76,0-1 1,0 0 0,0-1 0,0-1 0,0 1 0,1-2 0,-1 1-1,0-1 1,1-1 0,-1 0 0,16-3 0,7-4-1904,32-11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2.9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609 168 3298,'0'0'2691,"-29"-22"-2397,-95-65 210,119 83-459,0 2-1,0-1 1,0 0-1,-1 1 1,1 0 0,-1 0-1,1 0 1,-1 1-1,0 0 1,1 0-1,-1 1 1,0-1 0,0 1-1,0 0 1,0 1-1,1 0 1,-1 0-1,0 0 1,0 0 0,1 1-1,-1 0 1,1 0-1,-9 5 1,0 0-36,0 1 0,1 0 1,-1 2-1,2-1 0,-1 1 0,2 1 1,-18 20-1,4-2-7,2 2 0,-21 35 0,29-41-3,2 0 0,1 1 0,1 1 0,1-1 0,-11 53 0,13-36-5,2 0-1,3 0 1,1 50-1,2-71 5,2 0 0,0-1 0,2 1-1,0-1 1,2 0 0,0 0 0,1-1 0,12 24 0,-15-34 10,2-1 0,-1 1 0,1-1 0,1 0 0,0 0 0,0-1 0,1 1 0,0-2 0,0 1 0,0-1 0,1 0 0,1-1 0,-1 0 0,1-1 0,0 0 0,0 0 0,16 4 0,-13-5 22,0-2-1,0 1 1,1-2-1,-1 0 1,0 0-1,1-1 1,-1-1-1,1 0 1,-1-1-1,0 0 1,0-1 0,0-1-1,0 0 1,-1-1-1,14-6 1,-6 0 25,-1-1 0,0-1 0,-1-1 0,0 0 0,-1-2 0,-1 0 1,0 0-1,13-20 0,-8 8 48,-2-1 0,-2 0 0,0-1 0,-2-1 1,-1-1-1,-2 0 0,-1-1 0,-1 0 0,6-40 0,-6 6 29,-3 0 0,-3-1-1,-7-110 1,2 167-157,0-1-1,0 1 1,-1-1 0,0 1 0,-1 0 0,-1 0-1,1 0 1,-9-15 0,10 23-123,0 0-1,0 0 1,0 1 0,0-1-1,0 1 1,-1-1-1,1 1 1,-1 0-1,0 0 1,0 0 0,1 0-1,-1 0 1,0 1-1,-1-1 1,1 1 0,0 0-1,0 0 1,0 0-1,-1 1 1,1-1 0,0 1-1,-1-1 1,1 1-1,-1 0 1,1 1 0,0-1-1,-1 0 1,1 1-1,0 0 1,-1 0 0,-4 2-1,-5 2-1370,1 0 0,-21 12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3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2113,'0'0'2945,"164"166"-2448,-111-106-49,1 5 32,5 3-176,-3 1-224,1-7-80,-7-23-384,-11-19-2834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3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44 305 4146,'0'0'872,"-8"-8"-170,-22-25-334,29 31-358,1 1 1,-1-1-1,0 0 0,1 0 0,-1 1 0,1-1 1,-1 0-1,1 0 0,0 0 0,0 0 0,0 0 1,0 0-1,0 1 0,0-1 0,1 0 0,-1 0 1,0 0-1,1 0 0,0 1 0,-1-1 0,1 0 1,0 0-1,0 1 0,0-1 0,0 1 0,0-1 1,0 1-1,3-3 0,2-5 25,12-22-7,-5 7 2,1 1 0,28-35 0,-37 52-31,0 0 0,0 1 0,1 0-1,0 0 1,0 0 0,0 1 0,0 0 0,1 0 0,-1 1 0,1 0 0,0 0 0,0 0 0,0 1-1,11-2 1,-15 3-10,1 0 0,-1 1 0,1-1 0,0 1 0,-1 0 0,1 0 0,-1 0-1,1 1 1,-1-1 0,1 1 0,0 0 0,-1 0 0,0 0 0,1 0 0,-1 1-1,0-1 1,0 1 0,0 0 0,5 3 0,-4 0-5,-1-1-1,1 1 1,-1 0-1,0 1 1,0-1 0,0 0-1,-1 1 1,0 0-1,0-1 1,2 13-1,2 13 23,-2 1 0,-1-1 0,-2 57 0,-1-54 10,0-30-8,0 0-1,0-1 1,0 1-1,0 0 0,-1 0 1,1 0-1,-1 0 1,0 0-1,0 0 0,-1 0 1,1-1-1,-3 6 1,3-8 154,4-10 1167,2 2-1308,0 0-1,1 1 1,0 0 0,0 0 0,0 1 0,0-1-1,1 1 1,0 1 0,0-1 0,0 1-1,1 1 1,-1-1 0,1 1 0,0 0 0,0 1-1,0 0 1,0 0 0,10 0 0,-14 2-38,-1 0 0,0 0 0,0 0 1,0 0-1,0 1 0,1-1 0,-1 1 0,0 0 1,0 0-1,0 0 0,0 0 0,0 0 0,-1 1 1,1-1-1,0 1 0,3 3 0,-2-1-9,0 0 0,-1 0-1,0 0 1,0 0 0,0 0 0,0 1 0,0 0-1,-1-1 1,2 8 0,2 6-36,-1 1 0,-1 0 1,-1 0-1,1 31 0,-1-12 53,-6 71-1,2-95 13,-1 0-1,-1-1 0,0 1 1,-1-1-1,0 0 1,-1 0-1,-1 0 1,-10 18-1,9-20 2,1-1-1,-1 0 1,-1 0-1,0 0 1,0-1-1,-1 0 1,0-1-1,-1 0 1,0-1 0,0 0-1,0 0 1,-1-1-1,0 0 1,0-1-1,-1 0 1,0-1-1,-12 3 1,15-5 8,-1-1 0,1 0 0,-1 0 0,1-1-1,-1 0 1,0-1 0,-10-2 0,16 2 0,0 0 1,0 0-1,0-1 0,0 1 0,1-1 1,-1 0-1,1 0 0,-1 0 0,1-1 1,0 1-1,-1-1 0,2 0 1,-1 0-1,0 0 0,0 0 0,1-1 1,0 1-1,-3-5 0,0-3 23,0-1 0,1 0 1,0 1-1,0-1 0,2-1 0,-1 1 0,2 0 0,0 0 0,0-1 0,1 1 1,2-16-1,-2 25-33,0 1 1,0 0-1,1-1 0,-1 1 1,1 0-1,0-1 1,0 1-1,0 0 0,0 0 1,0-1-1,0 1 1,0 0-1,1 0 0,-1 0 1,1 1-1,0-1 0,-1 0 1,1 0-1,0 1 1,0-1-1,0 1 0,0 0 1,0 0-1,0 0 1,3-2-1,3 1-7,0 0 0,0 1 0,0 0 0,0 0 0,1 0-1,8 1 1,-12 1-8,0-1 0,1 0 0,-1 1 0,0 0 0,0 0 0,0 1 0,1-1 0,-1 1 0,-1 0 0,1 1 0,0-1 0,-1 1 0,1 0 0,-1 0 0,0 0 0,1 1 0,-2-1 0,6 6 0,2 5-24,-1 1 0,0 1 0,-1-1 0,8 18 0,8 15-54,-24-46 14,0 1 0,1-1 0,0 1 0,0-1 0,0 0 0,0 0 0,0 0 0,0 0 0,4 3-1,-4-4-149,0-1-1,0 1 1,0 0-1,0-1 1,-1 1-1,1-1 1,0 0-1,0 0 1,0 1-1,3-2 1,-5 1 219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3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351 51 2033,'0'0'3650,"-32"-10"-3234,10 3-368,0 1 1,-1 0-1,0 2 1,-24-2 0,43 7-38,0-1 0,1 0 0,-1 1 0,0 0 0,1 0 0,-1 0 1,1 0-1,-1 1 0,1-1 0,0 1 0,-1 0 0,1 0 1,0 0-1,0 0 0,0 1 0,1-1 0,-1 1 0,0 0 0,-3 5 1,-1 3 36,0 0 1,1 1-1,1-1 1,-5 16-1,4-14-1,-10 37 35,1 1 0,2 1 1,3 0-1,2 0 0,3 1 1,1 84-1,4-115-41,1 1 0,1-1 1,1 0-1,10 40 0,-8-48 3,0 0-1,1-1 1,0 1-1,1-1 1,0-1-1,2 1 1,-1-1-1,13 13 1,-16-19-8,1 0 1,0-1-1,0 0 1,1 0-1,0 0 1,0-1-1,0 0 1,0 0-1,0-1 1,1 0 0,0 0-1,-1-1 1,1 0-1,0 0 1,0-1-1,0 0 1,1 0-1,-1-1 1,0 0-1,0 0 1,0-1-1,10-2 1,-6 0 65,1 0 0,-1-1 0,0 0 1,0-1-1,-1 0 0,0-1 0,1-1 0,-2 0 0,1 0 0,-1-1 1,0 0-1,-1 0 0,10-13 0,-4 3-9,-1-2 1,-1 0-1,-1 0 0,-1-2 0,-1 1 1,-1-1-1,-1 0 0,0-1 0,-2 0 1,4-28-1,-1-15-46,-3 0 1,-3-93 0,-4 137-190,0-1 0,-1 0 1,-9-39-1,8 53-203,0-1 0,0 1 0,-1 0 0,0 1 0,-1-1 0,0 1 0,0-1 0,-1 1 0,0 1 0,0-1 0,-10-8 0,7 9-688,1 1-1,-1 0 0,-12-6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4.1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3970,'0'0'1168,"0"151"-767,24-74-113,14-11-64,7 2 144,8-6-128,4-5-144,-4-16-96,4-14-960,-16-27-2834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4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106 301 3201,'0'0'1700,"7"-10"-1359,131-186 228,-131 186-530,0 0 1,1 1-1,0 0 1,0 1-1,17-14 1,-20 19-34,1 0 0,-1 0-1,1 0 1,-1 0 0,1 1 0,0 0-1,0 0 1,0 1 0,0-1 0,0 1-1,0 1 1,10-1 0,-14 1-12,0 0 1,0 0-1,0 0 1,0 1 0,1-1-1,-1 1 1,0-1-1,0 1 1,0 0-1,0 0 1,0 0-1,-1 0 1,1 0-1,0 0 1,0 1 0,-1-1-1,1 0 1,-1 1-1,1 0 1,1 2-1,0 0-2,0 1-1,-1-1 0,0 1 0,0-1 1,0 1-1,-1 0 0,1 0 1,0 8-1,0 9 0,-1 0 0,0 0 1,-4 25-1,3-45 10,-3 18 12,0-1 1,-2 1-1,0 0 1,-1-1-1,-1 0 0,-1-1 1,-1 1-1,-1-2 1,0 1-1,-1-1 0,-20 23 1,-8 6 126,-2-2 0,-73 61 1,-18-7 511,107-80-469,25-18-178,0 0 0,0 0 1,0 0-1,0 0 0,0 0 1,1 0-1,-1 0 0,0 0 1,0 0-1,0 0 1,0 0-1,0 0 0,0 0 1,0 0-1,1 0 0,-1 0 1,0 0-1,0 1 0,0-1 1,0 0-1,0 0 0,0 0 1,0 0-1,0 0 0,0 0 1,0 0-1,1 0 0,-1 0 1,0 0-1,0 1 1,0-1-1,0 0 0,0 0 1,0 0-1,0 0 0,0 0 1,0 0-1,0 0 0,0 1 1,0-1-1,0 0 0,0 0 1,0 0-1,0 0 0,0 0 1,0 0-1,0 1 0,0-1 1,0 0-1,0 0 1,0 0-1,0 0 0,0 0 1,-1 0-1,1 0 0,0 0 1,0 1-1,0-1 0,0 0 1,0 0-1,18 1 157,-16-1-117,59-4 183,0-3 0,69-15 0,25-4-194,18 8-23,-162 17-70,-6 1 61,0 0 0,0-1 0,0 1 0,-1-1 0,1 0 0,7-3 1,-11 3-65,1 1 1,-1-1 0,0 0 0,0 0 0,0 0-1,0 0 1,0 0 0,0 0 0,0 0 0,0-1-1,0 1 1,0 0 0,-1 0 0,1-1-1,0 1 1,-1 0 0,1-1 0,-1 1 0,1-1-1,-1 1 1,0-1 0,0 1 0,0 0 0,0-1-1,0-2 1,0-32-1644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4.8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365 67 4370,'0'0'2196,"-26"-14"-1689,0 1-411,0 1 0,-33-12 0,56 23-87,0 1 0,0-1 0,0 0 0,0 1 1,0 0-1,0 0 0,0 0 0,0 0 0,-1 0 1,1 1-1,0-1 0,0 1 0,1 0 0,-1 0 1,0 0-1,0 0 0,0 0 0,1 1 0,-1-1 1,0 1-1,1 0 0,-3 2 0,-1 2 5,1 0 1,0 0-1,0 1 0,1-1 1,0 1-1,-4 9 0,1-4 0,-11 24 14,2-1 0,1 2-1,2 0 1,1 0 0,-10 62-1,13-38 53,3 0 0,3 115 0,4-156-61,0-1-1,2 0 1,0 0 0,1 0 0,1-1 0,1 1 0,14 32 0,-15-41-9,1-1-1,-1 0 1,1 0 0,1-1-1,-1 0 1,2 0 0,-1 0 0,1-1-1,0 0 1,0-1 0,1 1 0,0-2-1,0 1 1,0-1 0,19 6 0,-18-7 36,0-1 0,1 0 1,-1 0-1,1-1 1,0-1-1,0 0 1,0 0-1,-1-1 0,1 0 1,0-1-1,0 0 1,0-1-1,0 0 1,-1-1-1,1 0 1,-1-1-1,0 0 0,0 0 1,0-1-1,-1-1 1,0 0-1,0 0 1,0 0-1,0-1 1,-1 0-1,10-12 0,-1-3 75,-2-1 0,0-1-1,-1 0 1,-1-1-1,-1 0 1,-2-1 0,0 0-1,6-30 1,-6 7-108,-1 0 1,-3 0-1,0-84 1,-6 115-148,1-1-12,-1 0 0,-2 0 1,-4-27-1,6 42-55,-1 0 0,0 0 0,-1 1 0,1-1 0,0 0 0,-1 0 1,0 1-1,0-1 0,0 1 0,0 0 0,-1-1 0,1 1 1,-1 0-1,0 0 0,0 1 0,0-1 0,0 1 0,0-1 0,-1 1 1,1 0-1,-8-3 0,5 3-742,0 1 1,0 0-1,-1 0 0,1 1 1,-12 0-1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4.9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5442,'0'0'1393,"98"205"-673,-38-140-463,5 3-161,-8-8-96,-4-1-64,-8-23-2289,-4-18-2114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5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57 5122,'0'0'4162,"0"-56"-4370,6 124 208,3 15 64,-3 7 0,6-13-48,3-3-16,0-18-960,8-17-1954,-2-24-2272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5.5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503 1 5394,'0'0'1428,"-35"1"-1321,16 0-92,-2-1 0,1 1 1,-1 1 0,-30 7 0,41-6 5,0 0 1,0 1-1,0 0 1,0 0-1,0 1 1,1 1-1,0-1 1,0 2-1,1-1 1,0 1-1,-12 13 1,-2 6 76,1 1-1,1 1 1,2 0 0,1 2 0,1 0 0,1 1 0,-17 57 0,18-41-36,3 1 1,1 1 0,3 0-1,-2 88 1,9-111-32,1 0 1,1 0-1,1-1 0,8 37 0,-7-50-20,0 0-1,0 0 0,1 0 1,1-1-1,0 0 0,0 0 1,1 0-1,1-1 0,-1 0 1,2-1-1,9 10 0,-8-10 9,0-1-1,1 0 1,0-1 0,0 0-1,1-1 1,-1 0-1,1-1 1,22 7 0,-13-7 3,0-1 0,0-1 0,1 0 0,31-1 0,-41-2 19,-1 0 1,0-1 0,1-1 0,-1 0-1,0 0 1,0-1 0,0 0 0,-1-1-1,21-10 1,-20 8 47,0-2 0,-1 0 0,0 0 0,0-1 1,-1 0-1,0-1 0,-1 1 0,12-18 0,-6 4 95,-1 0-1,-1-1 1,-1 0 0,-1-1-1,-1-1 1,-2 1 0,0-1-1,-2 0 1,4-38 0,-3-27-42,-8-126 1,2 199-152,-1-9-246,-1 1 0,0-1 1,-2 1-1,-2 0 0,-15-47 0,19 66-73,-1 1 0,0-1 0,0 1 0,-1 0-1,0 0 1,0 1 0,-5-7 0,6 10-124,0 0-1,0-1 1,0 1-1,0 1 1,0-1 0,-1 0-1,1 1 1,-1 0-1,-4-2 1,7 3 353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5.7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4658,'0'0'1169,"74"178"-737,-26-116-160,2 7 608,1-7-335,-4 12-289,-8-8-240,-7-4 32,-2-9-48,-3-17-641,0-24-2576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6.0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1 4354,'0'0'2532,"-20"29"-2177,-64 105 181,78-122-503,0 0-1,1 0 1,1 0 0,0 1-1,1 0 1,0 0 0,1 0 0,0 0-1,1 0 1,1 0 0,1 17-1,-1-7-5,0-5-3,0-1-1,1 1 1,1 0 0,6 22 0,-7-34-19,1 0 0,1 0 0,-1-1 0,1 1 0,0 0 0,0-1 0,1 0 0,-1 0 0,1 0 0,0 0 0,1 0 1,-1-1-1,1 0 0,0 0 0,7 5 0,-1-3 14,1-1 0,-1 0-1,1-1 1,1 0 0,-1 0 0,0-1 0,1-1 0,0 0 0,-1-1 0,1-1 0,0 1-1,19-4 1,-27 3-6,-1-1-1,0 0 1,0 0 0,0 0-1,0 0 1,0-1-1,0 0 1,0 1-1,0-2 1,-1 1 0,1 0-1,-1-1 1,1 1-1,-1-1 1,0 0 0,0 0-1,0 0 1,0-1-1,-1 1 1,0-1-1,1 1 1,-1-1 0,0 0-1,-1 0 1,1 0-1,-1 0 1,2-8-1,2-8 89,-2-1-1,0 0 1,-2 0-1,-1-29 0,0 38-47,0 2-57,0 0 0,-1-1 0,-1 1 0,1 0 0,-2-1 0,1 1 0,-2 0 0,1 1 0,-1-1 0,-1 1 0,1-1 0,-2 1 0,1 1 0,-1-1 0,-1 1 0,1 0 0,-2 0 0,1 1-1,-1 0 1,0 0 0,0 1 0,0 0 0,-1 0 0,0 1 0,-1 0 0,1 1 0,-1 0 0,-15-4 0,-31-2-2312,-1 6-2782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6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6403,'0'0'2657,"205"0"-2257,-74 0-336,-3 0-64,-33 0-2049,-33 15-3137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6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63 6163,'0'0'2193,"259"-36"-2161,-114 21 0,7 9-32,-31 0-2465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8.7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1 370 3314,'0'0'3508,"0"-33"-2839,0-106-258,0-59 2676,7 414-3183,51 312 0,-38-360 152,10 59-766,-29-221 145,3 10-577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9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 0 4722,'0'0'4477,"-18"13"-4352,7-4-121,0 0-1,0 1 1,1 0-1,1 0 1,-1 1-1,2 1 1,0-1-1,0 1 1,1 1-1,0-1 1,1 1-1,-8 25 1,-2 29 43,3 0 0,2 1-1,4 1 1,2 90 0,4-144-34,2-1 0,0 1 0,1-1 0,0 1 0,2-1 0,-1 0-1,2 0 1,0 0 0,7 14 0,-8-19-5,2-1 0,-1 0-1,1 0 1,0 0 0,0-1 0,1 0 0,0 0-1,1-1 1,-1 0 0,1 0 0,0-1-1,1 0 1,-1 0 0,16 5 0,-8-4 20,0-2 1,1 0 0,-1-1-1,1 0 1,0-2 0,0 0-1,0-1 1,0 0-1,0-2 1,21-3 0,-32 3-24,1 1 0,-1-1 0,0-1 0,0 1 0,0-1 0,-1 0 0,1 0 0,0-1 0,-1 1 0,0-1 0,0-1 0,0 1 0,6-8 0,-5 3 14,0 1 1,0-1-1,-1 0 1,0-1 0,-1 1-1,0-1 1,5-17 0,-2-6 13,-2-1 1,-1-1-1,-1 1 1,-2-35-1,-2 39-36,-1 1 0,-1 0 0,-2 0 0,-1 0 0,-1 1 0,-1 0 0,-2 0 0,0 1 0,-2 0 0,-1 0 0,-2 2 0,-25-36-1,35 53-6,-1 0-1,0 1 0,-1 0 0,1 1 1,-1-1-1,-1 1 0,1 1 0,-1-1 0,0 1 1,0 1-1,-1-1 0,1 1 0,-1 1 1,0 0-1,0 0 0,0 1 0,0 0 0,-1 0 1,1 1-1,-1 0 0,1 1 0,0 0 0,-12 2 1,17-2-108,0 1 0,0 0 0,0 1 1,0-1-1,0 1 0,0-1 0,1 1 1,-1 0-1,1 1 0,-1-1 0,1 1 1,0-1-1,0 1 0,0 0 0,0 0 1,1 0-1,-1 1 0,1-1 0,0 1 1,0-1-1,0 1 0,0 0 0,1-1 1,-1 1-1,1 0 0,0 0 0,0 0 1,0 8-1,-1 26-3511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9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 1 4962,'0'0'3986,"-28"11"-3818,19-7-156,-9 3 9,1 1 1,0 1 0,-23 15 0,32-18-8,0 0 0,0 1 0,1 0 0,0 1 0,0 0 0,0 0 0,1 0 0,0 1 0,1-1 0,0 1 0,-4 10 0,-4 18 50,2 0 1,2 1-1,1 0 1,2 0-1,1 1 0,1 74 1,4-98-57,0 0 0,1 0-1,0 0 1,1 0 0,1 0 0,1 0 0,0 0 0,0-1 0,2 0-1,0 0 1,0 0 0,1-1 0,1 0 0,0 0 0,1-1 0,0 0-1,15 14 1,-15-18 9,1 1 0,0-2 0,1 0-1,-1 0 1,1 0 0,1-2 0,-1 1 0,1-1 0,0-1-1,0 0 1,1-1 0,-1 0 0,1-1 0,-1-1-1,1 0 1,0 0 0,-1-1 0,1-1 0,13-2-1,-21 2-4,0 0-1,0 0 1,0 0-1,0-1 1,-1 1-1,1-1 1,-1-1-1,1 1 0,-1 0 1,0-1-1,0 0 1,0 0-1,0 0 1,5-6-1,-4 3 10,-1-1 0,1 1 1,-1-1-1,-1 0 0,1 0 0,-1 0 0,0 0 0,2-12 0,1-9 43,-2 0-1,0 0 0,-2-57 1,-2 77-61,-2-18-16,0 1 0,-1-1 0,-1 1 0,-2 0-1,-1 0 1,0 1 0,-2 0 0,-1 0 0,-1 1-1,0 0 1,-2 1 0,-1 0 0,-1 1 0,0 1-1,-2 0 1,0 1 0,-39-32 0,49 45-35,1 1 1,-1 0-1,0 1 1,-1 0-1,1 0 1,-1 0-1,0 1 0,1 0 1,-1 0-1,-1 1 1,1 0-1,0 1 1,-1 0-1,1 0 1,0 1-1,-9 0 1,16 0-54,0 0 0,0 0 0,0 0 0,1 0 0,-1 1 0,0-1 0,0 0 0,0 1 0,1-1 1,-1 0-1,0 1 0,1-1 0,-1 1 0,0-1 0,1 1 0,-1-1 0,1 1 0,-1 0 1,0-1-1,1 1 0,-1 1 0,-2 19-4250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2:59.7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0 848,'0'0'9205,"-9"12"-9301,9 95 96,0 30 416,0-4-256,0-2 0,9-15-96,6-6-32,3-18-16,3-15-16,5-32-832,-8-42-5988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02.0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799 88 752,'0'0'7532,"-30"-20"-6692,14 10-786,1 0 0,-2 0-1,1 2 1,-2 0 0,1 1 0,-20-6-1,32 13-41,0-1-1,1 1 0,-1 0 0,1 0 0,-1 0 1,0 1-1,1-1 0,-1 1 0,0 1 1,1-1-1,-9 4 0,3 0 21,0 1-1,0 0 1,-17 14 0,-14 16 33,2 2 1,1 2 0,2 1-1,2 1 1,2 2-1,-39 71 1,34-48-6,4 2-1,3 2 1,2 1 0,-17 78-1,29-87 24,-12 121 0,26-152-63,1 1-1,1-1 0,2 0 0,1 1 0,12 51 0,-7-58-12,1 0 1,2-1-1,0 0 1,2-1-1,1-1 1,0 0-1,2 0 1,1-2-1,0 0 1,34 30-1,-16-20-71,1-1 0,2-2 0,0-1 0,2-3 0,59 27 0,-55-31-517,0-3-1,71 18 0,74-4-2973,-187-31 3511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02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1 229 3666,'0'0'1819,"1"-31"-1168,-1-15-326,5-89 1586,-4 120-1034,0 14-492,0 13-385,-1 348 87,0-205-4237,0-146 1204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02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0 4178,'0'0'1313,"-110"187"-1073,140-133-48,29-22 0,7-20 112,-7-12-176,-5-6-96,-16-32 432,-20-16-224,-12-2-240,-6 2-864,-9 16-2562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03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39 270 960,'0'0'3786,"-7"12"-2657,2-5-943,-16 23 673,21-29-853,0-1 1,0 0-1,0 0 0,0 0 1,0 0-1,-1 0 0,1 0 1,0 0-1,0 0 1,0 0-1,0 0 0,0 1 1,0-1-1,0 0 0,-1 0 1,1 0-1,0 0 1,0 0-1,0 0 0,0 0 1,0 0-1,0 0 0,-1 0 1,1 0-1,0 0 0,0 0 1,0 0-1,0 0 1,0 0-1,0 0 0,-1 0 1,1 0-1,0 0 0,0 0 1,0-1-1,0 1 1,0 0-1,0 0 0,0 0 1,-1 0-1,1 0 0,0 0 1,0 0-1,0 0 1,0 0-1,0 0 0,0-1 1,0 1-1,0 0 0,0 0 1,0 0-1,0 0 0,0 0 1,0 0-1,0-1 1,0 1-1,0 0 0,0 0 1,0 0-1,0 0 0,0 0 1,0 0-1,0-1 1,0 1-1,0 0 0,0 0 1,4-29 388,5-9-284,1 0 0,2 0 0,2 1 0,26-51 0,-37 84-111,-1 0-1,1-1 0,0 1 1,1 0-1,-1 1 1,1-1-1,0 1 0,0-1 1,5-3-1,-7 6-7,0 0 0,0 0 0,-1 1 0,1-1 0,0 0 0,0 1 0,0-1 0,0 1 0,0 0 0,-1-1 0,1 1 0,0 0 0,0 0 0,0 0 0,0 1 0,0-1 0,0 0 1,0 1-1,0-1 0,0 1 0,-1-1 0,1 1 0,0 0 0,0 0 0,-1 0 0,1 0 0,-1 0 0,1 0 0,2 3 0,2 3-18,1 1 0,-1 0 1,0 0-1,-1 1 1,0-1-1,0 1 0,-1 0 1,4 12-1,25 85-41,-31-101 71,12 58 113,-2 1 0,-3 0-1,1 111 1,-18-272 755,0-15-586,8 99-251,0 0 0,1 0 0,1 0 0,0 0 0,1 0 0,7-19 0,-4 19-40,0 0-1,1 1 1,0 0-1,1 1 0,0-1 1,1 1-1,1 1 0,-1 0 1,1 0-1,1 1 0,13-9 1,-17 13-23,1 0 1,-1 0-1,1 1 0,0 0 1,0 0-1,1 1 0,-1 0 1,1 1-1,-1 0 1,1 0-1,0 1 0,0 0 1,0 0-1,0 1 1,0 0-1,0 1 0,-1 0 1,16 4-1,-18-3 8,-1 0-1,1 1 0,-1 0 1,0 0-1,0 0 1,-1 1-1,1-1 1,0 1-1,-1 0 0,0 1 1,0-1-1,-1 1 1,1 0-1,-1-1 0,0 2 1,4 6-1,1 5-29,-1 1-1,-1 0 0,8 34 1,-7-6 66,-2 1 1,-2 0-1,-3 67 0,3 63-679,2-155-1861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03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366 75 4962,'0'0'3682,"3"-17"-3370,-2 5-289,7-31-54,-7 41-3,1 7-12,1 32-79,48 908 485,-50-923-350,-1-12 6,1 0 0,0 0 0,0-1 1,1 1-1,3 10 0,-5-20-13,0 0 1,0 0 0,1 0 0,-1 0 0,0 0 0,0 0 0,0 0 0,0 0 0,0 0-1,0 0 1,0 0 0,0 0 0,0 0 0,0 0 0,0 0 0,0 0 0,0 0 0,0 0-1,1 0 1,-1 0 0,0 0 0,0 0 0,0 0 0,0 0 0,0 0 0,0 0-1,0 0 1,0 0 0,0 0 0,0 0 0,0 0 0,0 0 0,0 0 0,0 0 0,0 0-1,0 0 1,0 0 0,1 0 0,-1 1 0,0-1 0,0 0 0,0 0 0,0 0 0,0 0-1,0 0 1,0 0 0,0 0 0,0 0 0,0-11 190,0 5-155,1-30 10,-1 0 0,-3-1 1,-1 1-1,-14-61 0,7 62-98,-2 0 0,-25-50 0,31 71-1,-2 1 0,1 0 0,-2 0 0,0 0 0,0 1 0,-1 1 0,-1 0 0,-16-13 0,22 20 22,0 0 0,-1 0 0,1 1 1,-1 0-1,0 0 0,0 1 0,0-1 1,0 2-1,-1-1 0,1 1 0,0 0 1,-1 0-1,-9 1 0,12 1 24,-1-1-1,1 1 1,0 0 0,-1 0-1,1 0 1,0 1-1,0 0 1,0 0 0,0 0-1,0 1 1,1-1-1,-1 1 1,1 0-1,-1 1 1,1-1 0,0 1-1,0 0 1,-4 5-1,1 3 25,-1 0 0,2 0 0,0 1 0,0 0 0,1 0 0,1 0 0,0 1 0,1 0 0,0-1 0,1 1 0,1 0 0,0 0 0,2 15 0,-1-21-10,0 0 0,1 0 0,-1 0 0,2 0-1,-1-1 1,1 1 0,1 0 0,-1-1 0,1 1-1,1-1 1,7 13 0,-5-12-18,1 1 0,0-2 0,0 1 0,1-1 0,0 0 0,0-1 0,1 0 0,0 0 0,9 4 0,0-1-415,0-1 0,0-1 0,1-1 0,0 0 1,0-2-1,1 0 0,29 2 0,44-3-3416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03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111 350 3970,'0'0'2358,"28"-7"-1741,7-1-590,19-6-10,66-7 0,-82 16-27,-9 2-14,-1-1 0,0-1-1,52-17 1,-78 21 32,0 0 1,0 0-1,0-1 1,0 1-1,-1 0 0,1-1 1,0 1-1,-1-1 0,1 0 1,-1 1-1,1-1 0,-1 0 1,0 0-1,0 0 0,0 0 1,0 0-1,0 0 0,0 0 1,-1 0-1,1-1 0,0 1 1,-1 0-1,0 0 0,0-1 1,0 1-1,0 0 0,0 0 1,0-1-1,0 1 0,-1 0 1,0-5-1,-1 1 22,0 0 0,0-1 0,0 1-1,-1 0 1,1 0 0,-2 1 0,1-1 0,0 1 0,-9-10 0,-1 3 27,0 0 1,0 1 0,-1 1 0,0 0-1,-1 1 1,-1 0 0,1 1 0,-1 1-1,-32-10 1,21 10 67,0 2 0,0 0-1,-1 2 1,0 1 0,-43 2 0,65 0-100,-1 1 0,1-1 0,0 1 0,-1 1 0,1-1 0,0 1 0,0 0 0,0 0 0,0 1 0,0 0 0,0 0 0,1 0 0,0 1 0,-1 0 0,1 0 0,0 0 0,1 1 0,-1-1 0,1 1 0,0 0 0,0 0 0,1 1 0,-1-1 0,1 1 0,0 0 0,1 0 0,0 0 0,-3 8 0,1-1 4,1 0-1,0 0 0,1 1 0,0-1 0,1 0 0,1 1 1,0-1-1,1 1 0,0-1 0,1 1 0,0-1 0,1 0 1,1 0-1,0 0 0,1-1 0,0 1 0,1-1 0,0 0 1,1-1-1,1 1 0,-1-2 0,2 1 0,0-1 1,15 15-1,-4-9-10,0 0 0,1-1 0,1-1 0,1-1 0,0-1 0,0-1 1,40 12-1,-25-12-718,1-1 1,0-3 0,0-1 0,50 1 0,17-5-2729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04.4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194 364 5587,'0'0'1718,"0"5"-1652,0 0-67,-1-1 25,1 0 0,0 0 0,1 0 0,-1 0-1,1 0 1,0 0 0,2 7 0,-2-9-9,0-1-1,0 1 1,0-1 0,0 1 0,0-1 0,0 0-1,1 0 1,-1 1 0,0-1 0,1 0-1,-1 0 1,1 0 0,-1-1 0,1 1 0,0 0-1,-1-1 1,1 1 0,0-1 0,-1 1-1,1-1 1,0 0 0,0 1 0,2-1 0,5 1 23,-1-1 1,0 1 0,1-2 0,-1 1-1,0-1 1,0 0 0,1-1-1,-1 1 1,0-2 0,8-3 0,-12 4-23,1 0 1,-1-1-1,-1 1 0,1-1 1,0 0-1,-1-1 1,1 1-1,-1 0 1,0-1-1,0 0 1,0 0-1,-1 0 0,0 0 1,1 0-1,-1 0 1,-1-1-1,1 1 1,-1-1-1,2-4 1,0-3 3,-1 1 1,0-1 0,0 0-1,-1 0 1,-1 0 0,0 0 0,0 0-1,-1 0 1,-4-16 0,3 20-17,-1 0 0,0 0-1,0 0 1,-1 0 0,0 0 0,0 1 0,-1 0 0,0 0 0,0 0 0,-1 0-1,1 1 1,-1 0 0,-10-7 0,8 7-3,-1 0 0,1 1 0,-1 0 0,0 1 0,0 0-1,-1 0 1,1 1 0,-1 0 0,0 1 0,0 0 0,-13-1 0,17 3-10,-1-1 1,1 1-1,-1 1 1,0-1-1,1 1 1,-1 0 0,1 0-1,0 1 1,-1 0-1,1 0 1,0 1-1,0-1 1,0 1-1,0 0 1,1 1 0,-1 0-1,-9 8 1,7-2 0,0 0 0,1 1 0,-1-1 0,2 2 0,0-1 0,0 1 0,1 0 0,1 0 0,0 0 0,0 0 0,-1 15 0,1 0 15,0 1 0,2 0 0,2-1-1,2 33 1,0-40 10,2-1-1,0 0 0,1-1 0,0 1 1,2-1-1,0 0 0,1 0 0,1-1 1,0 0-1,2 0 0,0-1 0,0-1 1,2 0-1,0-1 0,0 0 0,1-1 1,1 0-1,0-1 0,1-1 0,1 0 1,19 9-1,-23-15-46,2 0-1,-1 0 1,0-1 0,1-1-1,-1-1 1,1 0 0,0-1 0,0 0-1,0-1 1,0-1 0,0 0 0,-1-1-1,1-1 1,-1 0 0,1-1-1,-1-1 1,0 0 0,0-1 0,-1 0-1,0-1 1,0-1 0,21-16 0,-16 8 11,-2 0 0,0-2 0,-1 0 0,-1 0 0,0-2 1,-2 0-1,0 0 0,-1-1 0,15-43 0,-15 30 36,-2-1 1,-1 0-1,-2-1 0,-1 1 0,0-65 0,-6-84 18,1 181-23,0 1 0,0-1 0,-1 1 1,1-1-1,-1 1 0,1 0 0,-1-1 0,0 1 1,0 0-1,0-1 0,-1-1 0,1 4-9,1 0-1,0 0 1,0-1-1,0 1 1,0 0-1,-1 0 1,1 0-1,0 0 1,0 0-1,0-1 1,-1 1-1,1 0 1,0 0-1,0 0 1,0 0-1,-1 0 1,1 0-1,0 0 1,0 0-1,-1 0 1,1 0-1,0 0 1,0 0-1,-1 0 1,1 0-1,0 0 1,0 0 0,0 0-1,-1 0 1,1 0-1,0 0 1,0 1-1,0-1 1,-1 0-1,1 0 1,0 0-1,0 0 1,0 0-1,-1 1 1,1-1-1,-10 20-35,0 18 53,1-1 1,2 1-1,-3 58 1,5 123 161,5-165-158,0-51-53,0 1 0,0-1 1,1 1-1,-1 0 0,1-1 0,-1 1 0,1-1 1,0 1-1,1-1 0,2 6 0,-3-7-132,0-1 0,0 1 0,0-1 0,1 0-1,-1 0 1,0 0 0,1 0 0,-1 0 0,1 0 0,-1 0 0,1 0-1,0 0 1,-1-1 0,1 1 0,0-1 0,0 1 0,-1-1 0,1 0-1,0 0 1,0 1 0,-1-1 0,3-1 0,18 1-4660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04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209 1 3073,'0'0'2978,"-184"95"-2626,160-21 432,24 0-287,6-8-129,56-19 16,27-23-176,0-24-48,-14 0 0,-25-42-64,-38-2 16,-12-7-64,-42 4-48,-35 11-128,-9 0-1841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05.5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98 398 2065,'0'0'5106,"-7"9"-4919,-9 13-139,1 0 0,1 1 0,-19 43 0,23-50 148,7-40 1030,5-12-883,1 0 1,2 0-1,12-49 0,43-106-403,-58 187 59,5-17-30,1 1 0,18-30 0,-24 46 26,0 1 0,0-1 0,1 1 0,-1-1 1,1 1-1,0 0 0,0 0 0,0 0 0,0 1 1,0-1-1,1 1 0,-1 0 0,1 0 0,-1 0 1,1 0-1,0 0 0,0 1 0,0 0 1,0 0-1,4-1 0,-6 2-3,-1 0 1,1 0-1,-1 0 0,1 0 1,-1 0-1,1 0 0,-1 1 1,0-1-1,1 0 0,-1 1 1,1-1-1,-1 1 0,0 0 1,0-1-1,1 1 0,-1 0 1,0 0-1,0 0 0,0 0 1,0 0-1,2 2 0,13 30-99,-15-27 92,9 27-15,-1 0 0,-2 0 1,-1 1-1,2 48 0,-7 145 109,-2-122-62,1-4 159,-1-153 59,8-148 21,-4 176-268,1 1 0,1-1-1,1 1 1,1 0 0,1 0 0,17-32-1,-13 32-88,2-1 1,1 2-1,27-34 0,-36 49 25,0 1 1,0-1 0,1 1-1,0 1 1,0-1 0,0 1-1,1 0 1,-1 1-1,1 0 1,0 0 0,1 1-1,-1 0 1,1 0 0,13-2-1,-19 4 59,1 1 0,-1 0 0,0 0 0,1 0 0,-1 1 0,1-1-1,-1 1 1,0 0 0,1 0 0,-1 0 0,0 0 0,0 0 0,0 1-1,0-1 1,0 1 0,5 4 0,-3-2-1,0 1 0,-1-1 0,0 1 1,0 0-1,0 1 0,-1-1 0,1 1 0,2 8 0,3 7-3,-2 1-1,-1 0 0,0 0 1,2 26-1,-2 13 28,-3 105 0,-4-102 33,1-56-32,1-5-1,-1 0 1,0 1-1,0-1 1,0 0-1,0 0 1,0 0 0,-1 1-1,0-1 1,1 0-1,-1 0 1,0 0 0,-1 0-1,1 0 1,0 0-1,-3 3 1,-2-31 292,5-110-132,3 116-174,0-1-1,0 0 1,2 1-1,1 0 1,6-19-1,0 11-122,1-1 0,1 2 0,29-44 0,-38 62 65,1 1 1,1 0-1,-1 1 0,1-1 0,0 1 0,1 0 1,0 1-1,0 0 0,0 0 0,0 0 1,1 1-1,-1 0 0,1 0 0,0 1 1,1 0-1,-1 0 0,10-1 0,-15 4 60,-1 0 0,1-1-1,-1 1 1,1 0 0,-1 1-1,1-1 1,-1 0 0,1 1 0,-1 0-1,0-1 1,1 1 0,-1 0-1,0 0 1,1 0 0,-1 0-1,0 1 1,0-1 0,0 1 0,2 1-1,-1 1 2,0-1-1,0 1 0,-1 0 1,1 0-1,-1 0 0,0 0 1,0 0-1,0 1 0,2 7 1,0 9 13,-1-1 1,0 1 0,-1 35-1,-2-47 1,1 45 280,-2 0 0,-2 1 1,-11 59-1,6-77-173,0-2-63,1 0 0,-3 69 1,10-101-134,-1 0 1,1 0-1,1 0 1,-1 0-1,0 0 1,1 0-1,-1 0 0,3 5 1,-2-7-86,0 0 0,0 0 0,0 0 0,0 0 0,0-1 0,0 1 1,0 0-1,0-1 0,0 1 0,0-1 0,1 1 0,-1-1 0,0 1 0,0-1 0,3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06.1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1 960 6067,'25'-5'760,"2"-1"-668,0 0-80,1 1-1,0 2 1,-1 0-1,31 2 1,71 8-16,27 0 13,-155-7-3,0 0-1,0 0 1,0 0-1,0 0 1,0 0 0,0 0-1,-1-1 1,1 1 0,0 0-1,0-1 1,0 1 0,0 0-1,0-1 1,-1 1-1,1-1 1,0 1 0,0-1-1,-1 0 1,1 1 0,0-1-1,-1 0 1,1 1 0,-1-1-1,1 0 1,-1 0-1,1 1 1,-1-1 0,0 0-1,1 0 1,-1 0 0,0 0-1,1 0 1,-1 0 0,0 1-1,0-1 1,0 0-1,0 0 1,0 0 0,0 0-1,0 0 1,0 0 0,-1 0-1,1 0 1,0 0 0,0 1-1,-1-3 1,-1-2 34,1 0 0,-1 0 0,0 1-1,0-1 1,-1 0 0,1 1 0,-7-9 0,-1 2 7,0 1 0,-1 0 0,-1 0 0,0 1 0,0 1 0,0 0 0,-1 1 0,0 0 0,-28-10 0,23 11 10,1 1 1,-1 1 0,-1 0-1,1 1 1,0 1 0,-1 1 0,-32 2-1,48 0-57,0-1 0,0 1 0,0 0 0,0 0 1,0 0-1,0 1 0,0-1 0,1 1 0,-1 0 0,0-1 0,1 1 0,0 0 0,-1 0 0,1 1 0,0-1 0,0 0 0,0 1 0,0 0 0,0-1 1,1 1-1,-1 0 0,1 0 0,0 0 0,0 0 0,0 0 0,0 0 0,-1 6 0,-1 9 4,0-1-1,2 1 1,0 29-1,1-47-3,-1 18 18,1-1-1,1 1 0,0 0 1,2-1-1,0 1 0,1-1 1,0 0-1,2 0 0,0 0 1,1-1-1,14 26 0,-8-22 1,1-1-1,1 0 0,0-1 1,1 0-1,1-2 0,31 25 1,-34-32-3,-1 0 0,1-1-1,0-1 1,1 0 0,0-1 0,0 0 0,0-1 0,1-1 0,-1 0 0,29 2 0,-19-4 3,0-1-1,47-4 1,-62 1-19,0 0 1,0 0-1,0-1 0,0 0 0,0 0 0,-1-1 1,1-1-1,-1 0 0,13-9 0,-5 1 0,-1-2 0,0 1 0,-2-2 0,1 0 0,-2 0 0,0-2 0,-2 1 0,1-2 0,-2 1 0,-1-1 0,0-1 0,-1 0 0,-1 0 0,-1-1-1,3-24 1,3-30 73,-4 0-1,-3-145 1,-5 172-40,0-25 14,-4-1 0,-15-83 1,13 126 100,-1 1 0,-1-1 1,-2 1-1,-1 0 0,-1 1 1,-2 1-1,-26-43 1,40 71-139,0-1 1,-1 0-1,1 1 1,0-1 0,-1 0-1,1 1 1,0-1 0,-1 0-1,1 1 1,-1-1 0,1 1-1,-1-1 1,1 1 0,-1-1-1,0 1 1,1-1 0,-1 1-1,0-1 1,1 1 0,-1 0-1,0-1 1,1 1 0,-1 0-1,0 0 1,0 0 0,1 0-1,-1-1 1,0 1 0,0 0-1,0 0 1,0 1 0,-1 0-15,1 1 1,0-1 0,0 1 0,0-1-1,0 1 1,0 0 0,0 0 0,0-1-1,1 1 1,-1 0 0,1 0 0,-1 0-1,1 0 1,-1 2 0,-11 86-18,-4 172 1,16-236 40,0-19-14,-2 211 167,5-164-112,2 0 0,12 59 0,-11-86-42,2 0 1,0 0 0,2-1-1,1 0 1,24 42-1,-24-51-21,1 0-1,1 0 0,0-1 0,1-1 1,1 0-1,1-1 0,0 0 1,30 18-1,-26-20-359,0-2 1,1-1-1,0 0 1,0-2-1,1 0 1,0-1-1,0-2 1,42 4-1,59-4-5597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09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1 6355,'0'0'768,"65"193"-704,-65-72 176,-39 7-80,-14-3-160,2-33-160,7-44-4242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11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99 405 3762,'0'0'3521,"-9"-15"-3000,-1-1-390,4 7-64,0 0 1,1 0-1,0 0 1,0-1-1,1 0 1,1 0-1,-1 0 1,-1-13 0,-1-19 125,1 0 0,3-1 0,2-44 0,1 27-88,-1 1093-121,-2-962 46,2-72-29,0 1 1,0 0-1,-1 0 1,1 0-1,0 0 1,0 0-1,0-1 1,0 1-1,0 0 1,0 0 0,0 0-1,0 0 1,0 0-1,0 0 1,0 0-1,-1-1 1,1 1-1,0 0 1,0 0-1,0 0 1,0 0-1,0 0 1,0 0 0,-1 0-1,1 0 1,0 0-1,0 0 1,0 0-1,0 0 1,0 0-1,-1 0 1,1 0-1,0 0 1,0 0-1,0 0 1,0 0 0,0 0-1,-1 0 1,1 0-1,0 0 1,0 0-1,0 0 1,0 0-1,0 0 1,0 0-1,-1 0 1,1 0-1,0 0 1,0 0 0,0 0-1,0 1 1,0-1-1,0 0 1,0 0-1,-1 0 1,1 0-1,0 0 1,0 1-1,-2-9 33,0-1 0,0 1 0,1 0 0,0-1-1,1-13 1,-1-3 6,-5-208 46,6 224-94,0 0 1,0 0 0,1 0-1,0 0 1,0 1 0,1-1 0,0 0-1,1 0 1,0 1 0,0 0-1,1-1 1,0 1 0,1 0 0,-1 1-1,1-1 1,1 1 0,0 0 0,0 1-1,0-1 1,1 1 0,12-9-1,-9 8-2,0 1 1,0 1-1,0-1 0,1 2 0,0-1 0,0 2 0,0-1 0,0 2 0,1-1 0,-1 2 0,1-1 0,-1 2 0,22 0 0,-24 1 4,0 0 0,0 0 0,0 1 1,0 0-1,-1 1 0,1 0 0,-1 0 0,1 1 0,-1 0 0,0 0 0,0 1 0,-1 0 0,0 1 1,0-1-1,0 1 0,0 1 0,9 11 0,-6-3-4,-1-1-1,0 1 1,-2 1 0,1 0-1,-2 0 1,0 0 0,-1 1-1,3 21 1,-3-12 12,-2 1 1,-1 0 0,-2-1-1,-4 45 1,3-61 3,-1-1 0,0 1 0,0-1 0,-1 0 0,0 0 0,-1 0 0,0 0 0,-1-1 0,1 0 0,-2 0 0,1 0 0,-1 0 0,0-1 0,-1 0 0,1 0 0,-2-1 0,1 0 0,-1 0 0,-13 8 0,4-5 1,1-1 0,-1 0 0,0-2 0,0 0 0,-1-1 0,0 0 0,0-2 0,0 0-1,-25 1 1,40-4-13,-5 0-51,-1 1-1,1-2 0,0 1 1,-13-3-1,18 2-39,1 1-1,0-1 1,0 0 0,0 0-1,0 0 1,0 0 0,0 0-1,0 0 1,0 0 0,0-1-1,1 1 1,-1-1 0,0 0-1,1 1 1,-1-1 0,1 0-1,0 0 1,0 0 0,0 0-1,0 0 1,-2-3 0,1-3-646,0-1 1,1 0 0,0 1 0,0-15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11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18 300 2369,'0'0'2777,"31"0"-2096,103-4-593,-98 4-63,0 2 0,0 1 1,55 13-1,-54-9 72,52 4 1,-78-10-86,12 0 20,1 0 1,32-4-1,-54 3-28,-1-1 0,0 1 0,0-1 0,0 1 0,0-1 0,0 0 0,0 1 0,0-1 0,0 0 0,0 0 0,0 0 0,0 0 0,0 0 0,0 0 0,-1 0 0,1 0 0,0 0 0,-1 0 0,1 0 0,-1-1 0,1 1 0,-1 0 0,0 0 0,1-1 0,-1 1 0,0 0 0,0 0 0,0-3 0,0-44 89,-1 32-78,0 7-12,0 0 0,0-1 0,-1 1-1,-1 0 1,1 0 0,-1 1-1,-1-1 1,0 0 0,0 1 0,0 0-1,-1 0 1,-1 0 0,1 1 0,-1 0-1,0 0 1,-15-12 0,11 10 8,-1 0 0,0 1 1,-1 0-1,0 1 0,0 0 1,-1 1-1,1 0 0,-1 1 0,-1 0 1,-24-4-1,17 5 101,-2 2 0,1 0 0,0 2 0,-37 3 0,50-2-68,-1 1 1,0 0-1,1 1 1,-1 0 0,1 0-1,0 1 1,0 0-1,0 0 1,1 1-1,0 0 1,0 1 0,-13 11-1,9-5 83,0 1 1,1 1-1,1 0 0,0 0 0,1 1 1,1 0-1,0 0 0,1 1 0,-7 24 0,6-12 54,2 1 0,0 0 0,2 0 0,0 49 0,4-62-127,0-1 1,1 1-1,1-1 0,6 29 0,-5-35-40,0-1 0,1 1-1,-1-1 1,2 0 0,-1 0-1,1-1 1,0 1 0,1-1 0,11 11-1,-6-7-8,1-1 0,1-1 0,0 0 0,0 0 0,0-1 0,1-1 0,0-1 0,1 0 0,-1 0 0,27 5 0,-1-3-499,0-2 0,81 1 0,27-6-3236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12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447 203 3426,'0'0'2651,"-7"12"-2101,-21 38-265,28-49-272,-1 1 0,0-1-1,1 1 1,-1-1-1,1 1 1,-1 0 0,1-1-1,-1 1 1,1-1-1,0 1 1,0 0-1,0-1 1,0 4 0,1-4-9,-1-1 0,0 1 0,1 0 0,-1-1 0,0 1 0,1 0 0,-1-1 0,1 1 0,-1-1 0,1 1 0,-1 0 0,1-1 0,-1 1 0,1-1 0,-1 1 0,1-1 0,0 0 0,-1 1 0,1-1 0,1 1 0,2 0 8,0 0-1,1-1 1,-1 1-1,1-1 1,-1 0-1,0 0 1,6-1-1,-1 1 45,-4 0-46,-1-1 0,0 1 0,1-1 0,-1 0 0,0 0 0,0-1 0,0 1 1,0-1-1,0 0 0,0 0 0,0 0 0,-1-1 0,1 1 0,-1-1 0,1 0 0,-1 0 1,0 0-1,0 0 0,-1-1 0,1 1 0,-1-1 0,1 1 0,-1-1 0,0 0 0,-1 0 1,1 0-1,-1 0 0,2-6 0,-1 4-27,0-1 0,-1 1 0,0-1 0,0 0 0,-1 1 0,0-1 0,0 0 0,0 1 0,-1-1 0,0 0 0,0 1 0,-1-1 0,1 1 0,-1-1 0,-1 1 0,0 0 0,1 0 0,-7-8 0,3 6 13,0 1 0,-1 0-1,0 0 1,0 1 0,-1-1-1,0 2 1,0-1 0,0 1-1,-1 1 1,1-1 0,-1 1-1,0 1 1,-15-4 0,6 3 17,-1 0-1,1 2 1,-1 0 0,1 1 0,-1 1 0,-25 3 0,33-1 8,0 1 0,-1-1 0,1 2 0,0-1 0,0 2 0,1-1 0,-1 2 0,1-1 0,0 1 1,0 1-1,1 0 0,0 0 0,0 1 0,1 0 0,0 0 0,-10 13 0,8-7 90,0 1 1,1-1-1,1 1 0,0 1 0,1 0 1,1 0-1,0 0 0,1 0 0,1 1 1,-4 27-1,6-23-38,0-1-1,2 0 1,0 0 0,1 0 0,5 26 0,-4-38-64,0 1 0,1 0 0,0-1 0,0 1 0,1-1 0,0 0 0,1 0 0,0 0 0,0-1 0,0 0 0,1 0 0,0 0 0,13 11 0,-5-8-127,1 0 1,0-1 0,0-1-1,1 0 1,0-1-1,0-1 1,1-1 0,0 0-1,0-1 1,0 0-1,18 0 1,86 0-2626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12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257 24 2737,'0'0'3914,"-32"-7"-3799,11 2-54,0 0 0,-1 2 1,0 1-1,-23 0 1,42 3-45,0-1 0,-1 1 0,1 0 0,0 0 1,0 0-1,0 0 0,0 1 0,0-1 1,0 1-1,0 0 0,0 0 0,1 0 1,-1 0-1,1 0 0,-1 1 0,1-1 0,0 1 1,0-1-1,0 1 0,0 0 0,1 0 1,-1 0-1,-1 3 0,-1 6 65,0 1 0,0-1 0,1 1-1,-2 16 1,4-21-32,-3 17 74,1 1 0,2-1 0,0 0 0,1 1 0,2-1 0,5 30 0,-4-41-90,1 0 0,0-1 0,1 1 0,0-1 0,1 0 0,0-1 0,1 1 0,0-1 0,1-1 0,1 1 0,0-2 0,16 16 0,-16-17-20,1-1 1,0-1-1,1 0 0,0 0 1,0-1-1,0 0 1,1-1-1,22 7 0,-13-7 6,0-1-1,0-1 1,0-1-1,29 0 1,-41-2-22,0 0 1,0 0 0,0-1 0,0-1-1,0 1 1,0-2 0,-1 1-1,1-1 1,12-6 0,-17 7 0,0-1 1,1 0-1,-1-1 0,0 1 1,0-1-1,-1 1 1,1-1-1,-1 0 0,0-1 1,0 1-1,0-1 0,0 1 1,-1-1-1,0 0 1,0 0-1,0 0 0,1-7 1,0-4 11,0-1 1,-1 1 0,-1-1-1,-1 0 1,0 1 0,-1-1-1,-1 1 1,0-1 0,-2 1-1,0 0 1,0 0 0,-2 0-1,0 0 1,0 1 0,-2 0-1,0 0 1,0 1 0,-1 0-1,-1 1 1,-1 0 0,0 0-1,0 1 1,-1 1-1,-1 0 1,0 0 0,-20-12-1,24 19-321,0 0 0,0 0 0,-1 1 0,1 0 0,-1 0 0,0 1 0,0 1 0,-16-2 0,-22 2-4927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24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44 256 2049,'0'0'3802,"-1"0"-3744,0 0 0,0-1 0,0 1 1,0 0-1,1 0 0,-1 0 0,0 0 1,0 0-1,0 0 0,0 1 0,1-1 1,-1 0-1,0 0 0,0 1 0,0-1 1,1 0-1,-2 1 0,-5 20 3,2 0 0,0 0 1,-2 28-1,4-34-52,4-58 1045,-2 29-1029,0 0 1,2 0-1,0 0 0,0 0 0,7-26 0,-2 24-36,1 0 0,0 1 0,1 0 0,1 1 0,0 0 0,1 0-1,22-22 1,-27 30-11,0 1-1,0 0 0,1 1 0,-1-1 1,1 1-1,0 0 0,0 0 0,0 1 1,1-1-1,0 2 0,-1-1 0,1 1 1,0 0-1,0 0 0,0 1 0,0-1 1,0 2-1,1-1 0,-1 1 0,0 0 1,8 2-1,-14-2 8,1 1 0,0 1 1,0-1-1,0 0 0,-1 0 0,1 0 1,-1 1-1,1-1 0,-1 1 1,1-1-1,-1 1 0,0 0 0,0 0 1,0-1-1,0 1 0,0 0 0,0 0 1,0 0-1,-1 0 0,1 0 0,-1 0 1,1 0-1,-1 0 0,0 0 1,0 0-1,0 4 0,1 0-3,6 78 47,-6 123 1,-2-140 282,1-86-179,0-25 49,6-48-1,-4 76-188,1 0 0,1 0 0,0 0 0,2 0 1,-1 1-1,14-24 0,-11 24-6,1 0 1,0 1 0,2 0-1,-1 0 1,25-22 0,-29 30-24,1 1 0,-1 1 1,1-1-1,0 1 1,0 0-1,0 0 0,1 1 1,-1 0-1,1 0 0,0 1 1,-1 0-1,1 0 1,0 1-1,16-1 0,-20 3 15,0-1 0,0 1-1,0 0 1,0 0-1,0 0 1,0 1-1,0-1 1,-1 1 0,1 0-1,-1 0 1,1 0-1,-1 0 1,1 1-1,-1-1 1,0 1 0,0 0-1,0 0 1,-1 0-1,1 1 1,-1-1-1,0 0 1,0 1 0,4 7-1,2 7 3,-1 0-1,-1 0 1,8 35-1,-6-4 48,-2 1 0,-2 0 0,-3 65 0,-1-81 66,1-47 17,1 0 1,0 0-1,1 0 1,9-26 0,-5 15-102,5-15-52,2 1 0,34-68 1,-41 92-61,0 1 0,2 0 0,-1 1 0,2 0 0,-1 0 0,2 1 0,-1 1 1,2 0-1,-1 0 0,26-16 0,-33 24 58,1 0 1,-1 0-1,1 0 0,0 0 0,-1 1 1,1 0-1,10-2 0,-14 3 38,1 0 0,0 0 0,0 0 0,0 1 0,0-1 0,0 0 0,-1 1 0,1-1 0,0 1 0,0-1 0,-1 1 0,1 0 0,0 0 0,-1 0 0,1 0-1,-1 0 1,1 0 0,-1 0 0,0 1 0,1-1 0,-1 1 0,0-1 0,0 0 0,0 1 0,2 2 0,1 7 10,1-1-1,-2 1 1,1 0 0,-1 0 0,-1 0-1,0 0 1,0 18 0,-2 89 311,-1-60-89,1 137 75,-1-187-421,1-6 52,0-1-1,-1 0 0,1 1 1,0-1-1,0 0 0,-1 1 1,1-1-1,0 1 1,1-1-1,-1 0 0,0 1 1,0-1-1,0 0 1,1 1-1,-1-1 0,1 0 1,-1 1-1,1-1 0,0 0 1,-1 0-1,1 0 1,0 0-1,0 1 0,0-1 1,0 0-1,0 0 0,0-1 1,1 2-1,20 0-4141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25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71 321 5250,'0'0'403,"28"0"-355,94 0-21,-86 1-32,-6-1 29,58-6 0,-80 5-61,-1 0 0,0-1 0,0 0-1,0-1 1,0 1 0,0-1 0,0-1 0,-1 1 0,0-1-1,1-1 1,9-8 0,-14 12 27,0-1-1,0 0 1,-1-1 0,1 1-1,0 0 1,-1 0-1,1-1 1,-1 1 0,0-1-1,0 1 1,0-1-1,0 0 1,0 1 0,-1-1-1,1 0 1,-1 0-1,0 1 1,1-1 0,-1 0-1,-1 0 1,1 0-1,0 1 1,-1-1 0,1 0-1,-3-5 1,1 3 35,0 1 0,0-1 1,-1 1-1,1-1 0,-1 1 1,0 0-1,0 0 0,-1 0 1,1 0-1,-1 1 0,0-1 1,-8-4-1,-6-3 54,0 2 0,-1 0 0,0 1 0,-1 1 1,1 1-1,-1 0 0,-1 2 0,1 0 0,-1 1 0,1 1 0,-33 2 1,46 0-80,0 0 1,0 1 0,1 0 0,-1 0 0,0 1 0,1 0 0,-1 0 0,1 0 0,0 1 0,0 0 0,0 0 0,0 0 0,0 1-1,1 0 1,-1 0 0,1 1 0,0-1 0,0 1 0,1 0 0,0 1 0,-1-1 0,2 1 0,-1-1 0,1 1 0,0 0-1,0 1 1,0-1 0,-2 11 0,0 5 3,1 0-1,1 0 1,1 0-1,1 0 1,2 36-1,0-42 8,-1-5-15,1 0 1,1 0-1,0 0 0,1-1 0,-1 1 1,2 0-1,0-1 0,0 0 0,1 0 1,0 0-1,1-1 0,0 0 0,0 0 1,1 0-1,0-1 0,1 0 0,0 0 0,0 0 1,0-1-1,1-1 0,0 0 0,1 0 1,-1 0-1,1-1 0,0-1 0,0 0 1,1 0-1,-1-1 0,1 0 0,0-1 0,0 0 1,0-1-1,13 0 0,-15 0-14,1-1-1,0-1 0,-1 1 1,1-2-1,-1 1 0,1-1 0,-1-1 1,0 0-1,0 0 0,0-1 1,0 0-1,-1 0 0,1-1 1,-1 0-1,10-9 0,19-15-33,-1-3 0,-2-1 0,-1-1-1,39-54 1,-59 70 66,-1-1 0,-1-1 0,-1 0 0,14-38 0,-19 45 1,-2-1 1,0 0-1,0 0 0,-1 0 1,-1-1-1,0 1 0,-1 0 1,-3-20-1,3 31 11,-1 0 0,1-1-1,-1 1 1,0 0 0,0 0 0,0 0-1,0 0 1,-1 0 0,1 1 0,-1-1 0,0 0-1,0 1 1,0-1 0,0 1 0,0-1-1,0 1 1,-1 0 0,1 0 0,-1 0 0,0 0-1,1 1 1,-1-1 0,0 1 0,0 0-1,-5-2 1,-4 0 105,0 0-1,0 2 0,0-1 1,-1 2-1,-13 0 0,23 0-115,-6 2 103,12 9-121,1-4-4,0-1 0,0 0 0,0 0 0,1 0-1,0 0 1,0-1 0,0 0 0,9 6 0,56 37 41,-23-17-4,-13-7-17,0 3-1,-1 1 0,-2 1 1,52 63-1,-74-81-15,0 1-1,-1 1 0,0-1 0,-1 1 1,-1 0-1,0 1 0,-1 0 0,0 0 1,-1 0-1,0 0 0,-2 0 0,1 1 1,-2 0-1,0-1 0,-1 1 0,0 0 1,-5 27-1,4-35 5,-1-1 0,0 0-1,0 0 1,-1 0 0,1 0 0,-1-1 0,-1 1 0,1-1 0,-1 0 0,0 1 0,0-2-1,0 1 1,-1 0 0,0-1 0,0 0 0,0 0 0,0-1 0,0 1 0,-1-1 0,0 0-1,-7 3 1,-3-1 15,1 0 0,-2-1 0,1 0 0,0-2 0,-1 0 0,-31 0-1,44-2 10,0 1-1,0-1 1,-1-1-1,1 1 1,0-1-1,1 1 1,-1-1-1,0 0 1,0-1-1,0 1 1,0 0-1,1-1 1,-1 0-1,1 0 1,-1 0-1,1-1 1,0 1-1,-3-4 0,3 2 42,0 0 0,0-1 0,1 1-1,0-1 1,0 0 0,0 0-1,0 0 1,1 0 0,0 0-1,0 0 1,0-1 0,1 1-1,0-6 1,-1 5-51,1 0 0,0 0-1,0 0 1,1 0 0,0 0 0,0 1 0,0-1-1,1 0 1,0 1 0,0-1 0,5-8-1,-5 10-12,1 1 0,-1 0 0,1-1-1,0 1 1,0 1 0,0-1-1,0 0 1,1 1 0,-1-1 0,1 1-1,-1 0 1,1 0 0,0 0-1,0 1 1,-1-1 0,1 1 0,5-1-1,-2 0 3,0 1-1,0-1 0,0 1 1,0 1-1,0-1 1,0 1-1,0 0 0,0 1 1,0 0-1,0 0 1,0 0-1,0 1 0,0 0 1,0 0-1,-1 1 1,1 0-1,-1 0 0,0 0 1,0 1-1,0 0 1,9 8-1,-5 1 0,0 0 0,-1 0 0,15 29 0,-16-26-9,0-1 1,18 23-1,-25-36-26,1 0 1,0 0 0,0 0-1,0 0 1,0 0-1,1-1 1,-1 1 0,0-1-1,1 1 1,-1-1 0,5 2-1,31 0-1734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25.7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365 14 8180,'0'0'667,"25"15"-694,-6-6 13,-5-2 1,0 0-1,-1 1 0,21 15 0,-28-18 13,0 0 1,-1 1-1,0-1 0,0 1 1,0 0-1,-1 0 0,0 1 1,0-1-1,0 1 1,-1 0-1,0 0 0,3 11 1,-1 1 17,-1 1 1,0-1 0,-2 1-1,0 0 1,-1-1-1,-1 1 1,-1 0 0,-1 0-1,-4 19 1,3-26-13,-1-1 1,0 0-1,-1 0 0,0 0 1,-1 0-1,0-1 0,-1 0 1,0 0-1,0 0 0,-2-1 0,1 0 1,-1-1-1,0 0 0,-18 12 1,13-11 45,0-1 0,-1 0 1,0-1-1,0-1 0,-1 0 1,0-1-1,0-1 0,0-1 1,-1 0-1,0-1 0,0-1 1,0 0-1,0-1 0,0-1 1,0-1-1,-29-5 0,40 5 1,1-1 0,-1 0-1,0 0 1,0-1 0,1 1-1,0-1 1,-1 0 0,1-1-1,0 1 1,1-1 0,-1 0-1,-7-8 1,6 4 21,1 0 0,-1 0 1,1 0-1,0-1 0,1 1 0,0-1 1,-4-15-1,4 8-9,0-1 0,1 0 0,1 1 0,0-1-1,1 0 1,1-1 0,1 1 0,1 0 0,3-18 0,0 19-50,0 1 1,1-1-1,1 1 1,0 0-1,1 0 0,0 1 1,2 0-1,-1 1 1,2 0-1,0 0 0,0 1 1,1 1-1,0 0 1,18-12-1,-12 10-24,2 0 0,0 1 0,0 1-1,1 1 1,0 1 0,0 1 0,1 0 0,1 2 0,40-6 0,-49 10 5,1 1-1,0 0 1,0 2 0,0-1 0,0 2 0,0 0-1,0 1 1,25 8 0,-29-6-3,0 0-1,0 1 1,0 0 0,-1 0-1,0 1 1,0 0 0,0 1-1,-1 1 1,0-1 0,-1 1-1,8 11 1,1 5 36,-1 0-1,-1 0 1,-2 2-1,0 0 0,-2 0 1,-1 1-1,-1 0 1,7 43-1,-8-22 148,-2 0 0,-2 1-1,-2 0 1,-7 62 0,3-89-119,-1 0 1,-1 0-1,-1 0 1,-2-1 0,0 0-1,-1 0 1,-1 0 0,-1-1-1,-1-1 1,-1 0-1,0 0 1,-2-1 0,0-1-1,-1 0 1,-1-1-1,-1-1 1,-36 28 0,24-22-14,-1-1 0,0-2 0,-2 0 0,-52 20 0,65-31-51,0-1 1,0-2-1,0 0 0,-1 0 0,0-2 0,0-1 0,0 0 0,0-2 0,-32-2 0,49 2-50,0-1 1,0 1 0,-1-1-1,1 1 1,0-1 0,0 0-1,0-1 1,0 1 0,0 0-1,0-1 1,0 0-1,1 1 1,-1-1 0,1 0-1,-1-1 1,-3-3 0,3 2-180,1 0 1,0 0 0,0-1-1,0 1 1,1-1 0,-1 1-1,1-1 1,0 1-1,0-1 1,0-5 0,-2-67-5543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25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708 1 10709,'0'0'304,"246"110"-592,-160 14 256,-14 40 32,-25 41 512,-35 23 80,-27 7-175,-98-3-273,-65-24-144,-65-27-304,-51-39-1938,-33-47-7170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44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 81 2545,'0'0'5090,"-185"0"-4545,129 0 239,14 0 577,22-6 960,31 3-2033,64 0-176,44-9-112,41 3 0,21-3-80,12-3-2177,-9-6-2257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44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 6067,'0'0'3457,"166"0"-2592,-14 0-497,26 0-368,3-3-224,-12-15-4290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45.0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1473,'0'0'8227,"214"0"-8227,-51 0 112,33 0-47,21-6-17,-6-3-48,-42-8-1489,-53-4-5186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45.4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5635,'0'0'5618,"0"23"-5570,113-17-96,36-6-112,23 0-4034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45.6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39 7587,'0'0'1249,"194"-5"-144,-99-1-753,12 0-352,5 3-144,-5 3-2161,-6-6-977,-3-6-944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45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 6435,'0'0'3169,"190"0"-2832,-74-9 47,26 9-384,16 0-160,-1-3-3842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45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 5827,'0'0'720,"155"-21"-576,-69 18 96,-6 0-240,-18-3-288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5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444 169 2241,'0'0'2684,"1"-15"-2436,1 0-85,3-73 1691,-5 87-1823,-1-1 0,1 1 0,0 0 0,-1-1 0,0 1 0,1 0 0,-1-1 0,0 1 0,1 0 0,-1 0 0,0 0 0,0 0 0,0 0 0,0 0 0,0 0 0,0 0 0,0 0 0,-1 0 0,1 0 0,0 1 0,0-1 0,-1 1 0,1-1 0,0 1 0,-1-1 0,1 1 0,-1-1 0,1 1 0,-1 0 0,-1 0 0,-9-2-45,1 1 1,-21 0-1,26 2 62,-10-2-46,3 1 6,0 0 1,1 0-1,-1 1 1,0 0-1,1 1 1,-1 1-1,1 0 0,-14 5 1,11-2 3,0 2 1,0-1-1,1 2 0,0 0 1,1 0-1,0 2 1,0-1-1,1 1 0,-13 17 1,17-18-3,1 0 1,0 1 0,0-1-1,1 1 1,1 1-1,0-1 1,0 1-1,2 0 1,-1 0 0,1 0-1,1 0 1,-1 19-1,3-15 4,0 1 0,0-1 0,2 0 0,4 20-1,-4-28-5,1 1-1,0-1 0,0 1 0,1-1 1,1 0-1,-1 0 0,1-1 0,1 0 0,7 10 1,0-4 2,1 1 0,1-1 0,0-1 0,1-1 0,0 0 0,1-1 0,0 0 0,0-2 0,1 0 0,1 0 0,-1-2 1,1 0-1,0-1 0,1-1 0,-1-1 0,1 0 0,24-1 0,-8-1 14,41-3-1,-63 0-17,-1 0-1,1 0 1,-1-1-1,0-1 1,0 0-1,14-7 0,-14 5 3,-1 0-1,1-1 0,-2-1 0,1 0 0,-1 0 0,0-1 0,-1-1 0,0 1 1,-1-2-1,0 1 0,-1-1 0,0 0 0,7-13 0,-8 9-2,0-1 0,-2 0 0,1 0-1,-2 0 1,0 0 0,-1-1-1,-1 1 1,-1-1 0,0 0 0,-3-18-1,1 22-7,-1 1 0,0-1 0,-1 1 0,-1 0 0,0 0-1,0 0 1,-2 0 0,1 1 0,-2-1 0,-13-17-1,10 15 5,-1 1-1,-1 0 1,0 1-1,-1 1 0,-1 0 1,0 0-1,-24-14 0,30 22-14,0-1-1,0 1 1,0 0-1,0 0 1,0 1-1,-1 0 1,1 0-1,-1 1 0,1 0 1,-16 1-1,23 0-60,-1 0-1,1 0 0,-1 0 0,1 0 1,-1 0-1,1 0 0,0 1 0,-1-1 0,1 1 1,-1-1-1,1 1 0,0-1 0,-1 1 1,1 0-1,0 0 0,0-1 0,-1 1 1,1 0-1,0 0 0,0 0 0,0 0 0,0 1 1,0-1-1,1 0 0,-1 0 0,0 0 1,0 1-1,1-1 0,-1 2 0,-6 16-2050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6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332 104 3842,'0'0'3930,"-17"-17"-3514,-58-50-323,73 65-93,0 0 0,0 0 0,-1 1 1,1-1-1,0 1 0,-1 0 0,0-1 0,1 1 0,-1 0 0,0 0 0,0 1 1,1-1-1,-1 1 0,0-1 0,0 1 0,0 0 0,0 0 0,0 0 0,0 0 1,1 0-1,-1 1 0,0-1 0,0 1 0,0 0 0,0 0 0,1 0 0,-1 0 1,1 0-1,-4 2 0,4-2-1,-6 4-4,-1 0 1,1 0 0,0 1-1,1 0 1,0 1 0,0-1-1,0 1 1,1 1-1,0-1 1,-8 13 0,4-4 5,1 1 1,1-1 0,0 2-1,-8 27 1,11-19 28,0-1 0,2 1 0,1 0 1,1 0-1,5 48 0,-3-66-26,0 0 1,1 0-1,1 0 0,-1 0 0,1 0 0,1-1 1,-1 1-1,1-1 0,1 0 0,-1 0 1,1 0-1,1-1 0,-1 1 0,1-1 0,0 0 1,1-1-1,0 0 0,8 6 0,-3-4 3,1 0 0,-1 0 0,2-1-1,-1-1 1,1 0 0,0 0 0,0-2 0,0 0-1,0 0 1,17 0 0,-6-1 11,0-1 1,0-1-1,0-1 1,0-1-1,32-8 1,-46 8-12,0-2 1,0 1-1,-1-1 0,1-1 0,-1 0 1,0 0-1,-1-1 0,1 0 1,-1-1-1,0 0 0,-1 0 1,0-1-1,13-14 0,-12 10 4,-1-1-1,0 0 0,-1 0 1,0 0-1,-2-1 1,1 0-1,-2 0 0,6-24 1,-7 18-3,-1 0 1,0 0-1,-1-1 1,-2 1-1,-4-35 0,3 45-4,-1 0 0,0 1-1,0 0 1,-1-1 0,0 1 0,0 0-1,-1 1 1,-1-1 0,1 1-1,-1 0 1,-1 0 0,0 1-1,0 0 1,0 0 0,-1 0-1,0 1 1,-15-9 0,12 9-15,-1 0 0,0 0 0,0 1 0,0 1 0,-1 0 0,0 0 0,0 2 0,0-1 0,0 1 0,0 1-1,0 0 1,0 1 0,-20 2 0,29-1-124,0 0 0,-1 0 0,1 0 0,0 0 0,0 0-1,0 1 1,0 0 0,0 0 0,0 0 0,1 0-1,-1 1 1,1-1 0,-1 1 0,-4 5 0,-11 10-4686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384 121 1729,'0'0'2692,"-2"-14"-2071,-8-44-207,9 56-369,1 0 1,0 0-1,-1 0 0,0 0 1,1 0-1,-1 1 0,0-1 1,0 0-1,0 0 1,0 0-1,0 1 0,-1-1 1,1 0-1,0 1 1,-1-1-1,1 1 0,-1 0 1,0-1-1,0 1 0,1 0 1,-4-2-1,1 2 12,0 0 0,-1 0 0,1 1 0,0-1 0,0 1 0,0 0 0,-8 1-1,0-1-36,-3 0 18,0 0 0,-1 1 1,-17 4-1,26-3-30,0 0 0,-1 0 0,1 1 1,0 0-1,1 0 0,-1 1 0,0-1 0,-8 8 0,2-1 24,1 0-1,1 0 0,0 1 0,1 1 1,0 0-1,0 0 0,2 0 1,-1 1-1,2 1 0,0-1 1,1 1-1,0 0 0,1 1 1,-6 25-1,9-26-19,1 0 1,0 0 0,0 0-1,2 0 1,0 0 0,0 0-1,2 0 1,0 0 0,0-1-1,1 1 1,1-1-1,1 0 1,0 0 0,0 0-1,1-1 1,1 0 0,0 0-1,16 16 1,-7-10 0,2 0 1,0-1-1,1-1 1,1-1-1,0-1 1,1-1-1,1 0 1,0-2-1,0 0 1,1-2-1,1 0 1,0-2-1,0-1 1,1 0-1,-1-2 0,1-1 1,0 0-1,0-2 1,32-3-1,-48 2-6,1-1-1,-1 0 0,0-1 0,1 0 0,-1-1 0,0 0 0,-1 0 0,1-1 1,-1 0-1,1-1 0,-1 0 0,-1 0 0,1-1 0,-1 0 0,0 0 0,0-1 1,-1 0-1,0 0 0,0-1 0,-1 0 0,0 0 0,0 0 0,-1-1 0,0 0 1,-1 0-1,4-11 0,-2 3 5,-1 0 0,-1 0-1,-1 0 1,0 0 0,-1 0 0,-1-1 0,-1 1 0,-1 0 0,0-1 0,-1 1 0,-7-25 0,0 19-12,-2 1 0,0-1 0,-1 2 0,-2-1 1,0 2-1,-1 0 0,-1 0 0,-1 2 0,-33-29 1,39 37-7,-1 0 1,0 1 0,-1 1 0,0 0 0,0 0 0,0 1 0,-1 1 0,0 0 0,-1 1 0,1 0 0,-1 1 0,0 1 0,0 0 0,-27-2 0,41 5-7,0 0 1,-1 0-1,1 0 1,0 1-1,0-1 1,-1 0-1,1 0 1,0 1-1,0-1 1,0 0-1,-1 1 1,1-1-1,0 1 1,0 0-1,0-1 1,0 1-1,0 0 1,0 0-1,0-1 1,0 1-1,0 0 1,1 0-1,-1 0 0,0 0 1,1 0-1,-1 0 1,0 0-1,1 0 1,-1 2-1,0-1-114,1 1-1,-1 0 1,1-1-1,0 1 1,0-1-1,0 1 1,0 0-1,1-1 1,-1 1-1,1-1 0,-1 1 1,1-1-1,2 5 1,0-2-419,0 0 0,1 0 0,-1 0 0,8 7 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45 166 3858,'0'0'2977,"-34"-144"-1760,29 125-209,0 16 257,5 28-1265,0 37-112,0 29 112,0 18 16,0 9 16,10-2-16,18-10 0,6-12-16,8-27-1201,-9-38-4593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8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478 146 2721,'0'0'2145,"-11"-23"-1211,-3-7-519,-21-33 0,34 61-392,-1 0 1,0 0-1,1 0 1,-1 0-1,0 0 0,0 0 1,0 0-1,0 1 1,0-1-1,-1 1 1,1-1-1,0 1 1,-1 0-1,1 0 1,-1 0-1,1 0 1,-1 0-1,0 1 1,1-1-1,-1 1 0,0-1 1,1 1-1,-1 0 1,0 0-1,0 0 1,1 1-1,-1-1 1,-2 1-1,-9 0 28,6 0-41,-1 1 1,0-1 0,1 1 0,0 1-1,-1 0 1,1 0 0,0 0 0,0 1-1,1 0 1,-1 1 0,1-1-1,0 1 1,0 1 0,-9 8 0,-4 6-1,1 0 1,1 1-1,-19 30 0,21-27 26,2 0 0,0 0 1,2 1-1,1 1 0,1 0 0,1 0 0,2 1 0,1 0 0,1 0 0,1 1 0,0 38 0,4-53-21,0-1 0,1 1 0,0-1 0,1 1-1,1-1 1,0 0 0,7 18 0,-6-22-7,0 0 0,1 0 0,0-1 1,0 0-1,0 0 0,1 0 0,0 0 0,1-1 0,0 0 0,0 0 0,9 5 0,-5-4 3,0 0 1,1-1-1,-1-1 0,1 0 1,1 0-1,-1-1 0,24 4 1,-13-4 8,1-2 0,0 0 0,33-3 0,-41 0-12,0-1 1,0 0-1,-1-1 1,1-1-1,-1 0 1,0-1 0,0-1-1,-1 0 1,1-1-1,-1 0 1,-1-1-1,0-1 1,0 0 0,0-1-1,-2 0 1,1 0-1,-1-1 1,-1-1-1,0 0 1,-1 0 0,0-1-1,-1 0 1,0 0-1,-1-1 1,-1 0-1,0 0 1,6-27 0,-8 24-3,-1 0 0,0-1 0,-2 0 0,0 1 0,-1-1 0,-1 0 0,-1 1 0,-1-1 0,0 1 1,-1-1-1,-1 1 0,-1 0 0,-15-31 0,10 29-16,-2 0 0,0 0 0,-2 1 0,0 1 0,0 0 0,-28-22 0,33 31 2,-1 0 1,1 1-1,-2 0 1,1 0-1,-1 1 1,0 1-1,-1 0 1,1 0-1,-1 1 1,0 1-1,0 0 0,-24-2 1,35 5 3,-1-1 0,0 1 0,1 0-1,-1 0 1,0 0 0,0 1 0,1-1 0,-1 0 0,0 1 0,1 0 0,-1 0-1,1-1 1,-1 2 0,1-1 0,0 0 0,-1 0 0,1 1 0,0-1 0,0 1-1,0-1 1,0 1 0,-2 2 0,1 0-43,1 0 0,0 1 0,0-1 0,1 0 0,-1 1 1,1 0-1,0-1 0,0 1 0,1-1 0,-1 10 0,1-6-284,0 0 0,0-1 1,1 1-1,2 12 0,0-11-400,0 0-1,1-1 1,7 13 0,-11-20 630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65 205 3474,'0'0'1366,"0"7"-884,0 21-193,0-21 876,0-12 287,-1-4-1367,1-1 1,0 1-1,1-1 0,0 1 1,1-1-1,0 1 0,0 0 1,1 0-1,1 0 0,-1 0 1,1 0-1,1 1 1,0-1-1,0 1 0,1 0 1,8-9-1,-5 9-92,0 0 0,0 1 0,1-1 0,0 2 0,1 0-1,-1 0 1,1 1 0,0 0 0,1 0 0,-1 2 0,1-1 0,0 1 0,0 1 0,0 0-1,0 0 1,0 2 0,13-1 0,-22 1 4,1 0-1,0 0 1,-1 1-1,1-1 1,-1 1 0,1 0-1,-1 0 1,1 0-1,-1 0 1,0 0 0,1 1-1,-1-1 1,0 1-1,0 0 1,0 0-1,0 0 1,-1 0 0,1 1-1,-1-1 1,1 1-1,-1-1 1,0 1 0,0 0-1,0 0 1,0 0-1,-1 0 1,1 0 0,1 6-1,1 5-12,0 0 0,-2 1 0,0-1 0,0 1 0,-2 23 0,0-21 17,-1-1-1,-1 0 0,-1 0 1,0 0-1,-1-1 0,-1 1 1,-1-1-1,0 0 0,-1 0 1,-1 0-1,0-1 1,-1 0-1,0-1 0,-18 20 1,7-12 17,-1 0 0,0-1 1,-1-1-1,-1-1 1,-1-1-1,-1-2 0,-1 0 1,0-1-1,-41 16 1,61-28 45,1 0 0,-1 0 0,0 0 0,1-1 0,-1 0 0,0 0 0,-9 0 0,163-12 201,-72 3-253,487-8 39,-505 16-51,-26 0-7,-21-1-5,0 1-1,1 0 1,-1 0-1,0 1 1,0 0-1,1 1 1,20 7-1,-31-9-8,0 1 0,1 0 0,-1-1 0,0 1 0,1 0 0,-1 0 0,0 0 0,0 0 0,0 0 0,0 0 0,0 0 0,0 0-1,1 2 1,-2-2-6,0-1 0,0 1 0,1 0-1,-1-1 1,0 1 0,0-1 0,0 1-1,0 0 1,0-1 0,0 1 0,0-1-1,0 1 1,0 0 0,0-1-1,0 1 1,-1-1 0,1 1 0,0 0-1,0-1 1,-1 1 0,1-1 0,0 1-1,-1-1 1,1 1 0,0-1 0,-1 1-1,1-1 1,-1 1 0,1-1 0,-1 0-1,1 1 1,-1-1 0,0 1-1,-5 2-244,0-1-1,0 1 0,-1-1 0,1 0 0,0-1 0,-9 2 0,-70 6-2328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 49 3169,'0'0'2151,"-30"-11"-1383,10 2-691,-1 2 1,-1 0-1,-41-8 1,59 15-74,1 0 0,-1 0 1,1 0-1,0 1 1,-1-1-1,1 1 1,-1 0-1,1-1 1,0 1-1,0 1 1,-1-1-1,1 0 0,0 1 1,0 0-1,0-1 1,1 1-1,-1 0 1,0 1-1,1-1 1,-1 0-1,1 1 0,0-1 1,-3 5-1,-10 13 31,1 0 0,0 0-1,2 1 1,1 1 0,0 0-1,2 1 1,1 0 0,-8 33-1,9-20 55,1 1 0,2-1-1,1 1 1,6 72-1,-1-96-76,0 1-1,0 0 1,2-1-1,-1 0 1,2 0-1,0 0 1,1 0 0,0-1-1,1 1 1,16 20-1,-17-25-3,1 0 0,1 0 0,-1-1 0,1 0 0,1-1 0,-1 0 0,1 0-1,0-1 1,1 1 0,-1-2 0,1 0 0,0 0 0,0 0 0,0-1 0,17 2 0,-12-2 6,1-2 1,-1 0-1,1 0 1,0-1 0,0-1-1,23-4 1,-28 2-6,-1 1 1,1-2-1,-1 1 1,1-1-1,-1-1 1,0 0 0,-1 0-1,1-1 1,16-13-1,-11 6 2,-1-1 1,0-1-1,-1 0 0,-1-1 0,0 0 0,-1-1 0,-1 0 0,-1 0 1,-1-1-1,10-30 0,-11 25-1,-1-1 0,-1 1 0,-2-1 0,0 0 0,-2 0 0,0-1 0,-2 1 1,-5-30-1,4 43-12,-1 1 0,0-1 0,-1 1 0,0 0 0,0 0 0,-1 0 0,-1 0 0,0 1 0,0 0 0,-1 0 0,0 1 0,-1-1 0,0 1 0,0 1 0,-1 0 0,-9-7 0,8 7-2,-1 1 1,1 0-1,-1 0 0,0 1 0,-1 1 0,1 0 1,-1 0-1,0 1 0,0 0 0,0 1 0,-1 0 0,1 1 1,0 1-1,-20 0 0,28 1-16,0-1 1,0 0-1,0 1 1,0 0-1,0 0 1,0 0-1,0 0 0,1 0 1,-1 1-1,1 0 1,-1-1-1,1 1 1,-1 1-1,1-1 0,0 0 1,0 1-1,0-1 1,1 1-1,-1 0 1,1 0-1,-1 0 1,1 0-1,0 1 0,0-1 1,0 0-1,1 1 1,-1-1-1,1 1 1,0 0-1,0-1 0,0 1 1,1 0-1,-1 0 1,1-1-1,0 1 1,0 0-1,1 0 0,0 5 1,10 30-2281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0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109 209 3570,'0'0'1803,"-16"11"-1565,-48 31-126,39-28 538,25-14-615,-1 0 1,1 0-1,0-1 0,0 1 0,0 0 0,-1 0 0,1 0 0,0-1 0,0 1 0,0 0 0,0 0 0,-1 0 0,1-1 0,0 1 1,0 0-1,0 0 0,0 0 0,0-1 0,0 1 0,0 0 0,0 0 0,0-1 0,0 1 0,0 0 0,0 0 0,0-1 0,0 1 0,0 0 1,0 0-1,0-1 0,0 1 0,0 0 0,0 0 0,0 0 0,0-1 0,1 1 0,-1 0 0,0-1 0,1-8 142,0-2-142,0 1 0,1-1 0,0 0-1,1 0 1,1 1 0,-1-1 0,2 1-1,-1 0 1,1 0 0,1 1 0,0 0 0,1-1-1,0 2 1,0-1 0,1 1 0,0 0-1,0 1 1,14-10 0,-12 9-48,1 0-1,1 1 1,-1 1-1,1 0 1,0 0-1,0 1 1,1 0-1,0 1 1,0 1 0,0 0-1,0 1 1,0 0-1,1 0 1,-1 2-1,26 1 1,-35-1 9,0 1 0,1 0-1,-1 0 1,0 1 0,0-1 0,0 1 0,-1 0 0,1 0-1,0 0 1,-1 0 0,1 1 0,-1-1 0,0 1 0,0 0 0,0 0-1,0 0 1,0 0 0,-1 1 0,0-1 0,1 1 0,-1-1 0,-1 1-1,1 0 1,2 6 0,0 5-16,0 0 0,-1 0 0,-1 1 0,0-1 0,-1 19 0,0-10 15,-6 46 1,3-61 8,1 0 1,-2-1-1,1 1 0,-2 0 0,1-1 0,-1 0 1,0 0-1,-6 8 0,5-7 17,-1-1 0,0 0-1,-1 0 1,1-1 0,-2 1 0,1-1-1,-1-1 1,-12 9 0,20-15 0,-1 1 0,1-1-1,0 0 1,-1 0 0,1 1 0,0-1 0,-1 0 0,1 0 0,0 0-1,-1 1 1,1-1 0,-1 0 0,1 0 0,0 0 0,-1 0 0,1 0-1,-1 0 1,1 0 0,0 0 0,-1 0 0,1 0 0,-1 0 0,1 0-1,0 0 1,-1 0 0,1 0 0,-1 0 0,1-1 0,-1 1-1,0-11 502,11-14-237,-4 18-279,1-1-1,-1 2 0,1-1 0,0 1 1,1 0-1,0 0 0,10-5 0,-3 2-14,0 1 0,1 1 0,21-7 0,-26 10-3,1 1 0,-1 0-1,1 0 1,17-1 0,-26 4 6,0 0-1,1 0 0,-1 0 1,0 0-1,0 1 0,0-1 1,0 1-1,0-1 0,0 1 1,0 0-1,0 0 0,0 1 1,0-1-1,0 1 1,0-1-1,-1 1 0,1 0 1,-1 0-1,1 0 0,-1 0 1,0 0-1,3 4 0,1 3-3,-1 1-1,-1 0 1,1 0 0,-2 0-1,1 0 1,-1 0-1,-1 0 1,2 20-1,-2-6-3,-1 1 0,-5 46 0,0-49 18,-1-1 0,-1 0 0,0-1 0,-2 1 0,-1-1 0,0-1 0,-2 1 0,0-2 0,-1 1 0,-1-1-1,-1-1 1,0-1 0,-1 0 0,-1 0 0,-1-2 0,-29 21 0,37-28 2,-1-1 0,1 0 1,-1-1-1,0 0 0,0-1 0,-1 0 0,1 0 0,-1-1 1,0 0-1,0-1 0,0 0 0,0-1 0,-1 0 0,1-1 1,-13 0-1,22-1 1,0 1 0,-1 0-1,1-1 1,0 1 0,0-1 0,0 1 0,-1-1 0,1 0 0,0 0 0,0 0 0,0 0 0,0-1 0,1 1-1,-1 0 1,0-1 0,0 1 0,1-1 0,-1 1 0,-1-4 0,1 2 9,0-1 1,0 0-1,1 1 1,-1-1-1,1 0 1,0 0-1,0 0 1,0 1-1,1-1 1,-1-6-1,1 1 0,1 0-1,0 0 0,0 0 0,0 1 1,1-1-1,1 0 0,0 0 0,0 1 1,7-14-1,-4 14-20,0-1-1,1 1 1,0 1 0,0-1-1,1 1 1,0 0 0,0 1 0,0 0-1,1 0 1,15-7 0,-16 9-3,0 0 0,1 0 1,-1 1-1,1 0 1,0 1-1,0 0 0,0 1 1,0-1-1,0 1 0,0 1 1,1 0-1,13 1 1,-20 0 3,0-1 1,-1 1-1,1-1 0,0 1 1,-1 0-1,1 0 1,-1 0-1,1 0 1,-1 1-1,0-1 1,1 1-1,-1-1 1,0 1-1,0 0 1,0-1-1,0 1 1,-1 0-1,1 0 1,0 1-1,-1-1 1,0 0-1,1 0 1,-1 1-1,1 3 1,1 3-15,-1 0 0,-1 0 0,0 0 0,0 0 1,-1 14-1,0-18-102,0 0 0,0 0 0,0 1 0,-1-1 0,0 0 0,0 0 0,0 0 0,0 0 0,-1 0 0,0 0 1,0 0-1,-1-1 0,1 1 0,-1-1 0,0 1 0,-1-1 0,1 0 0,-1 0 0,1 0 0,-1-1 0,-6 5 0,-54 33-4154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437 38 4578,'0'0'779,"-23"-6"206,-78-21-508,93 26-421,0-1 0,0 1 0,0 1 0,0-1 0,-1 1 0,1 1 0,0-1 0,0 2 0,0-1 0,0 1 0,0 0 0,1 0 0,-1 1 0,1 0 0,-1 0 0,1 1 0,0-1 0,0 2 0,1-1 0,-1 1 0,1 0 0,0 0 0,0 1 1,-6 7-1,-2 5 38,1 0 1,1 1-1,0 1 1,2 0-1,0 0 1,-10 33-1,12-28-45,2 1 0,0 0 0,2 0 0,0 0 0,2 42 0,2-55-24,0 0 0,1 0-1,1 0 1,5 22 0,-5-28-17,1-1-1,0 1 1,1 0 0,-1-1-1,1 0 1,0 0-1,1 0 1,-1-1 0,1 1-1,7 5 1,-3-4 1,0 1 0,1-1 0,0 0 0,0-1 1,1-1-1,0 1 0,0-1 0,0-1 0,23 6 0,-13-5 8,1-2-1,0 0 1,0-2-1,37-1 0,-43-1 1,1 0-1,-1-2 1,0 0-1,0 0 1,-1-2-1,1 0 1,-1 0-1,0-1 1,-1-1-1,1-1 1,-1 0-1,19-14 1,-22 13-10,-1 1 0,0-2 0,0 0 0,-1 0 0,0 0 0,-1-1 0,-1 0 0,1-1 0,-2 1 0,0-1 0,0-1 0,-1 1 0,-1-1 0,5-23 1,-6 19 5,-1-1 0,0 1 0,-2-1 0,0 1 0,-3-20 0,1 27-11,0 1-1,0-1 1,-1 1-1,0 0 1,-1-1 0,0 2-1,-1-1 1,0 0-1,0 1 1,-10-12 0,2 5-4,-1 0 0,-1 2 0,-1-1 1,0 2-1,-22-14 0,26 19-2,1 1-1,-1 0 1,1 1-1,-1 0 0,-1 1 1,1 0-1,-1 1 1,0 0-1,-19-1 1,29 4-4,0-1 1,0 1 0,0 0-1,0 1 1,0-1 0,0 0-1,0 1 1,0-1 0,0 1-1,0 0 1,0 0 0,1 0-1,-1 1 1,-3 1 0,5-2-30,0 0 1,0 0 0,0 0-1,0 0 1,1 0 0,-1 1-1,0-1 1,1 0 0,-1 1-1,0-1 1,1 0 0,0 1-1,-1-1 1,1 1 0,0-1-1,0 0 1,0 1 0,0-1 0,0 1-1,0-1 1,0 1 0,1-1-1,-1 0 1,0 1 0,1-1-1,-1 0 1,1 1 0,1 1-1,-1 0-182,1-1 0,-1 1-1,1-1 1,0 1 0,-1-1-1,1 0 1,0 0 0,0 0-1,1 0 1,-1 0 0,0 0-1,1 0 1,3 1 0,9 4-2086,33 12-1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3570,'0'0'4172,"1"8"-4052,1 17-119,1 0 1,2 0-1,1 0 0,17 45 0,-17-55 8,0-1-1,1-1 1,0 1 0,1-1-1,1 0 1,0-1 0,1 1 0,0-2-1,1 0 1,12 11 0,-15-17-3,0-1 0,-1 0 0,1 0 0,1 0 1,-1-1-1,1 0 0,-1 0 0,1-1 0,0-1 1,14 2-1,-2-1 25,-1-2 1,1 0 0,31-5-1,-36 3-17,0-2-1,0 0 0,0-1 0,0 0 0,-1-2 1,0 1-1,0-2 0,-1 0 0,20-14 0,-25 16 2,-1-1 0,1 0-1,-1 0 1,0-1 0,-1 0-1,0 0 1,0-1 0,-1 1-1,0-2 1,-1 1 0,0 0 0,-1-1-1,0 0 1,6-20 0,-7 12 114,-1-1 1,0 1-1,-2-24 1,0 37-16,0-1 1,-1 1-1,0 0 0,0-1 1,0 1-1,-1 0 0,0 0 1,0 0-1,0 0 0,0 0 1,-1 0-1,0 1 0,0-1 1,0 1-1,-7-6 0,10 9-103,0 1-1,0-1 1,-1 1 0,1 0-1,0-1 1,-1 1-1,1 0 1,0-1-1,-1 1 1,1 0 0,0-1-1,-1 1 1,1 0-1,-1 0 1,1-1-1,-1 1 1,1 0 0,-1 0-1,1 0 1,-1 0-1,1 0 1,-1 0-1,1 0 1,-1 0 0,1 0-1,-1 0 1,1 0-1,-1 0 1,1 0-1,-1 0 1,1 0 0,-1 0-1,1 0 1,0 1-1,-1-1 1,1 0-1,-1 0 1,1 1 0,-1-1-1,1 0 1,0 1-1,-1-1 1,1 0-1,0 1 1,-1-1 0,1 0-1,0 1 1,0-1-1,-1 1 1,1 0-1,-7 28-77,6-22 102,-9 73 62,3 140-1,8-179-46,-2-17-31,2 0 0,2 0 0,0 0 0,1-1 1,13 39-1,42 90-1711,-39-108-4193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 75 3137,'0'0'2911,"-22"-16"-2057,11 6-721,3 4-63,1-1 0,-2 1 0,1 1 0,-1-1 0,-18-7-1,24 12-53,0 0 0,0 0 0,0 0 0,0 1 0,0-1 0,0 1 0,0-1 0,0 1 0,0 0-1,0 0 1,0 1 0,0-1 0,0 1 0,0-1 0,0 1 0,0 0 0,0 0 0,0 0 0,1 0 0,-1 1-1,0-1 1,1 1 0,-1-1 0,1 1 0,-1 0 0,1 0 0,0 0 0,-3 4 0,-8 8 49,1 2 0,1-1 0,0 1 0,2 1 0,-1-1 0,2 2 1,-11 32-1,12-23 3,0 0 0,3 1 0,0 0 0,0 46 0,4-58-45,1 0 0,0-1-1,1 1 1,0-1 0,1 0-1,1 1 1,1-1 0,0-1-1,1 1 1,1-1 0,0 0-1,1 0 1,1-1 0,0 0 0,1 0-1,0-1 1,13 11 0,-10-11-14,0-1 0,1 0 1,1-1-1,-1-1 0,2 0 1,-1-1-1,1 0 0,1-1 1,-1-1-1,1-1 0,0 0 1,1-1-1,-1-1 0,1 0 1,-1-1-1,1-1 0,0-1 1,0 0-1,28-4 0,-37 2-1,0 0-1,0 0 0,0-1 1,-1 0-1,1-1 0,-1 1 1,0-2-1,0 1 1,0-1-1,-1 0 0,0 0 1,0-1-1,0 0 0,-1 0 1,0-1-1,0 1 0,0-1 1,-1-1-1,0 1 1,-1-1-1,0 1 0,6-16 1,-2-2 5,0 0 0,-2 0 0,-1 0 0,-2-1 0,0 0 1,-1-37-1,-2 47-11,0 1 0,-2-1 0,1 1 0,-2-1 0,0 1 0,-1 0 0,-1 0 0,0 0 0,-1 1 0,-1-1 0,0 1 0,-1 1 0,0-1 0,-1 1 0,-1 1 0,-18-19 0,18 21-6,-1 0-1,0 1 1,-1 0-1,0 1 1,0 0-1,-1 1 1,0 0-1,0 1 1,-1 0-1,0 1 1,0 1-1,0 0 0,0 1 1,-1 0-1,0 1 1,1 0-1,-1 2 1,0-1-1,-23 4 1,36-3-14,1 0 1,-1 0 0,0 0-1,1 0 1,-1 1 0,0-1 0,1 0-1,-1 1 1,1 0 0,-1-1-1,1 1 1,-1 0 0,1 0-1,0-1 1,-1 1 0,1 0-1,0 0 1,0 1 0,0-1 0,0 0-1,0 0 1,0 0 0,0 1-1,0-1 1,0 0 0,1 1-1,-1-1 1,0 1 0,1-1-1,-1 1 1,1-1 0,0 1-1,0-1 1,-1 1 0,1-1 0,0 1-1,0 0 1,1-1 0,-1 1-1,0-1 1,0 1 0,1 1-1,10 26-2684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 4066,'0'0'4882,"267"-40"-4818,-117 38-64,-15 2-304,-28 0-2529,-45 0-241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0 1953,'0'0'4314,"-7"14"-4237,1-3-63,1 0 0,0 0 0,1 1 0,0 0 0,1 0-1,0 0 1,1 0 0,1 1 0,-1 17 0,3 349 984,-1-379-997,0-26 166,6-47 0,-5 64-163,1 0 0,1 0 0,0 0 0,0 0 0,0 1 0,2 0 1,-1 0-1,1 0 0,7-10 0,-5 10-7,0 1 0,0-1 0,0 2 0,1-1-1,0 1 1,1 0 0,0 1 0,-1 0 0,2 0 0,-1 1 0,14-5 0,-6 4-12,0 1 0,0 0 0,0 2 0,1 0 0,-1 0 0,20 2 1,-28 0 6,-1 1 0,1-1 1,-1 2-1,1-1 0,-1 1 1,0 0-1,0 1 1,1 0-1,-2 0 0,1 0 1,13 9-1,-13-6 0,-1 0 0,1 0 0,-2 1-1,1 0 1,-1 0 0,0 0 0,0 1 0,-1 0-1,0 0 1,6 15 0,-3-4-8,-2 0-1,0 0 1,-2 1 0,0 0 0,2 30-1,-5-20 8,-1 0-1,-1 0 1,-6 33-1,4-49 15,-1 0 0,-1 0 0,0 0 0,-1-1 0,0 0 0,-1 0 0,-1 0 0,0-1 0,-1 0 0,0 0 0,-1-1 0,-1 0 0,0-1 0,0 0 0,-17 11-1,16-13 33,1 0 0,-1-1-1,-1 0 1,1-1-1,-1-1 1,0 0 0,0 0-1,-1-1 1,1-1-1,-1 0 1,0-1 0,0 0-1,0-1 1,0 0 0,0-2-1,-26-2 1,36 2-17,1 0 0,-1 0 1,1 0-1,-1-1 0,1 0 1,0 1-1,-1-1 0,1 0 0,0 0 1,0-1-1,1 1 0,-1-1 1,0 1-1,1-1 0,-1 0 1,1 0-1,0 0 0,0 0 1,0 0-1,1 0 0,-1-1 0,1 1 1,0 0-1,0-1 0,0 1 1,-1-8-1,1 4 7,0 0 0,1 0 0,0 0 1,0 0-1,1 0 0,0 0 0,0 0 0,0 0 0,1 1 1,0-1-1,1 0 0,-1 1 0,6-9 0,-3 8-28,1 0 0,1 0-1,0 1 1,0-1 0,0 1 0,0 1 0,1-1-1,0 1 1,0 1 0,1-1 0,-1 2-1,1-1 1,0 1 0,0 0 0,0 0 0,1 1-1,-1 1 1,1-1 0,-1 1 0,1 1-1,-1 0 1,1 0 0,13 2 0,-19 0 0,0-1 0,0 1-1,0-1 1,0 1 0,-1 0 0,1 1 0,-1-1 0,0 0 0,1 1-1,-1 0 1,0 0 0,-1 0 0,1 0 0,0 0 0,-1 0 0,0 1-1,0-1 1,0 1 0,3 6 0,-3-3-199,1-1-1,-1 0 1,-1 1-1,1 0 1,-1-1-1,-1 1 1,1 0-1,-1 0 1,0-1 0,-2 11-1,-6 1-4345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554 23 704,'0'0'2132,"-30"-4"-859,-99-13-356,115 16-787,1 0 0,0 1 1,0 0-1,0 1 0,-1 1 0,1 0 0,0 0 0,0 1 0,1 1 0,-1 0 0,1 1 0,0 0 0,0 0 1,0 1-1,1 1 0,0 0 0,1 0 0,-1 1 0,1 1 0,-13 14 0,9-7-33,1 1 0,0 0 0,2 1 0,0 1 0,1-1 0,1 2 0,1-1 0,1 1 0,1 0 0,-7 39 0,8-29-18,2 1 0,0-1 1,3 1-1,0 0 0,6 35 0,-3-51-62,0 0 0,1 0 0,1 0 0,0-1 0,1 1 0,0-1 0,2-1 0,-1 1 0,2-1 0,0-1 1,0 1-1,15 13 0,-13-16-9,0 0 1,0-1-1,1 0 0,1-1 1,0 0-1,0 0 1,0-1-1,28 9 0,-23-11 5,1 0-1,-1-1 1,1-1-1,0-1 1,1-1-1,29-1 0,-35 0-4,0-2-1,0 1 0,0-2 0,0 0 1,0 0-1,0-1 0,-1-1 0,0 0 1,0-1-1,0 0 0,-1-1 0,0 0 1,0-1-1,-1 0 0,0-1 0,-1 0 1,0-1-1,0 0 0,-1 0 0,10-16 1,-8 10-3,-2 0 0,0 0 0,-1-1 0,-1-1 0,-1 1 0,0-1 1,-1 0-1,-1 0 0,-1 0 0,-1 0 0,0-1 0,-2 1 0,-2-26 1,1 31-2,0 0 0,-2 0 0,1 0 0,-2 0 1,0 1-1,0 0 0,-2-1 0,1 1 0,-2 1 1,1-1-1,-18-20 0,14 19-7,-2 1-1,0 1 1,0 0-1,-1 0 1,-1 1-1,0 1 1,0 0-1,-1 0 1,-20-7 0,19 10-5,1 1 0,-1 0 0,-1 1 0,1 1 0,0 1 0,-1 0 0,-21 0 0,36 2 6,-7 0-4,1 0 0,0 0 0,-16 3 0,22-2 4,0-1 0,0 1 0,0 0 0,0-1 1,0 1-1,0 0 0,1 0 0,-1 0 0,0 0 0,1 0 1,-1 1-1,1-1 0,-1 0 0,1 1 0,-1-1 1,1 1-1,0-1 0,0 1 0,0-1 0,-2 5 0,2-2-104,0 0-1,0 1 0,0-1 0,0 1 0,1 0 0,0-1 0,0 1 1,0-1-1,0 1 0,1-1 0,0 1 0,0-1 0,0 1 1,1-1-1,0 1 0,-1-1 0,1 0 0,5 6 0,-1-4-491,1-1 0,-1 1 0,2-2 0,-1 1 0,14 6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616 84 5362,'0'0'1236,"-33"-14"-735,-110-42 70,132 53-455,0 0-1,0 1 1,0 0-1,-1 0 1,1 1-1,-20 1 1,17 0-48,0 1 0,0 0 1,0 1-1,0 1 1,1 0-1,-1 1 1,1 0-1,0 1 0,0 0 1,0 1-1,1 0 1,0 1-1,0 0 0,1 1 1,0 1-1,-15 14 1,15-12-34,0 1 1,0 1-1,2 0 0,0 0 1,0 1-1,1 0 0,1 1 1,0-1-1,1 1 1,-7 31-1,11-36-18,0 1 0,0-1 1,1 1-1,1-1 0,0 1 0,0-1 0,1 1 1,1-1-1,0 1 0,0-1 0,1 0 0,0 0 1,1 0-1,0 0 0,1-1 0,0 1 1,12 15-1,-6-12-4,1 1 1,1-2-1,0 0 1,1-1-1,0 0 1,1 0-1,20 9 1,-11-8-3,0-1 0,1-1 0,1-1 0,34 8-1,-8-7-3,0-2-1,1-2 1,0-3-1,78-4 0,-121 1-2,-1-1-1,1 1 0,-1-2 0,1 0 0,-1 0 0,18-6 0,-24 6-1,0 1 0,0-1 0,0 0 0,0 0 0,0 0 1,0 0-1,0-1 0,-1 1 0,0-1 0,1 1 0,-1-1 0,0 0 0,0 0 0,0 0 0,-1 0 0,1 0 0,-1 0 0,0-1 0,0 1 0,0 0 0,1-4 0,-2 2 1,1 1-1,0-1 0,-1 0 1,0 1-1,0-1 1,-1 1-1,1-1 0,-1 1 1,0-1-1,0 1 1,-1-1-1,1 1 0,-1 0 1,0-1-1,-3-4 1,1 3-4,-1 1 0,1 0 0,-1 0 1,0 0-1,0 1 0,-1-1 0,1 1 1,-1 0-1,-10-5 0,-1 2-6,0 0-1,0 0 1,-1 2-1,0 0 0,0 1 1,0 1-1,-21-2 1,12 3 7,1 0 0,-1 2 0,0 1 1,1 1-1,-36 7 0,53-6 2,0-1 0,0 1 0,0 0 0,0 1 0,1 0 1,0 0-1,0 1 0,-8 6 0,11-7-1,0 0-1,1 0 1,0 1 0,0-1-1,0 1 1,0 0 0,1 0-1,0 1 1,0-1 0,0 1-1,1-1 1,0 1 0,-2 6-1,3-9-32,1 0 1,-1 0-1,0-1 0,1 1 0,0 0 0,0 0 1,0 0-1,0 0 0,1 0 0,-1 0 0,1 0 0,1 6 1,0-6-156,0 0 1,0 0-1,1-1 1,-1 1-1,1 0 1,-1-1-1,1 0 1,0 1-1,3 1 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4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 46 3570,'0'0'909,"-23"-8"-215,2 0-480,8 3-63,-1-1 0,0 2 0,0 0 0,0 1 0,0 0 0,-1 1 0,1 0 0,-1 1 0,-15 1-1,16 2-20,0 0-1,0 1 0,0 1 0,0 0 0,1 0 0,0 2 0,0-1 0,0 2 0,0-1 0,1 2 0,0 0 0,1 0 0,-15 14 0,6-3-32,1 0 0,0 1 1,2 1-1,1 0 0,1 1 0,-14 27 0,20-32-23,1 1 0,1 1 0,0-1 0,1 1 0,2 0 0,0 1 0,1-1 0,1 0 0,1 1 0,0 0 0,5 36 0,-2-48-68,0 1 0,0-1 0,1 0 0,0 1 0,0-1 0,1-1 0,0 1 0,0 0 0,1-1 0,0 0 0,1 0 0,6 7 0,-3-5 3,1-1 0,0 0 0,1 0 0,0-1 0,0 0-1,1-1 1,18 7 0,0-3 7,-1-1 0,2-1-1,-1-2 1,1-1 0,-1-1-1,43 0 1,-47-3-12,-1-2 1,1 0-1,0-1 0,-1-2 1,43-11-1,-57 12-3,1-2 0,-1 1 0,0-1 0,0-1 0,0 0 0,-1 0 0,0-1 0,0-1 0,-1 1 0,0-1 0,-1-1 0,1 1 0,12-20 0,-13 16-1,-2 0 0,0 0 0,0 0-1,-1-1 1,0 0 0,-2 0 0,1 0 0,-2 0 0,0-1-1,0 1 1,-2-1 0,1 1 0,-2-1 0,-3-19 0,2 16-1,-2 1 1,0 0 0,-1 0 0,-1 0-1,0 1 1,-2-1 0,1 1 0,-2 1 0,0 0-1,-1 0 1,-15-16 0,14 18-5,-1 0 1,0 1 0,-1 1-1,-1-1 1,1 2-1,-2 0 1,1 1-1,-1 0 1,0 1-1,-1 1 1,0 0-1,0 1 1,0 0 0,-1 1-1,0 1 1,0 1-1,-30-1 1,44 3 1,-6 0 0,0 0 1,1 1-1,-15 2 1,21-3-6,0 1 0,0-1 0,-1 1 1,2 0-1,-1 0 0,0 0 0,0 0 1,0 0-1,0 0 0,1 0 0,-1 1 1,0-1-1,1 0 0,-1 1 0,1-1 1,0 1-1,-1 0 0,1-1 0,-1 4 1,0-1-101,1-1 0,1 0 0,-1 1 1,0-1-1,1 1 0,0-1 0,-1 1 0,1-1 1,1 6-1,6 25-3112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344 31 2833,'0'0'1862,"-23"-6"-1088,-8-3-396,-41-6-1,68 15-334,0-1 1,0 1-1,-1 0 0,1 0 0,0 1 0,0-1 0,-1 1 1,1-1-1,0 1 0,0 1 0,0-1 0,0 0 1,0 1-1,0 0 0,-4 3 0,1 0 27,1 0 0,0 0 0,1 1 0,-1-1 0,-6 11 0,7-10-23,-7 11 76,0-1-1,2 1 1,0 1 0,1 0-1,0 0 1,2 1-1,-6 23 1,6-15 21,2 1 1,1 0-1,2 0 0,1 44 0,1-59-125,1 1 0,1-1 0,0 0 0,0 1 0,1-1 0,1 0 0,1-1 0,0 1 0,0-1-1,1 0 1,1 0 0,0 0 0,1-1 0,0 0 0,1 0 0,0-1 0,1 0 0,0-1 0,1 0 0,20 13 0,-15-12-13,1-1 1,0-1-1,0-1 1,1 0 0,0-1-1,0-1 1,1 0-1,-1-2 1,1 0 0,0-1-1,0 0 1,33-3-1,-36 1-10,-1-2 0,1 0-1,0-1 1,-1-1 0,1 0-1,-1 0 1,0-2 0,-1 0-1,1 0 1,-1-2-1,-1 1 1,1-2 0,-1 0-1,-1 0 1,16-15 0,-17 11-17,0 0-1,0-1 1,-2 0 0,1-1 0,-2 0 0,0 0-1,-1 0 1,-1-1 0,0 0 0,-2-1 0,1 1 0,-2-1-1,-1 1 1,0-1 0,-1-20 0,0 26 22,-1 0 1,0-1-1,-1 1 1,-1 0-1,0-1 1,0 1-1,-1 0 1,-1 0-1,0 0 0,0 1 1,-1 0-1,-1-1 1,0 1-1,0 1 1,-1-1-1,0 1 1,-1 0-1,0 1 1,0 0-1,-1 0 0,-18-12 1,12 10-1,-1 0 0,-1 1 0,1 1 0,-2 0 0,1 2 0,-1-1 0,0 2 0,0 1 0,-1 0 0,1 1 0,-1 0 0,0 2 0,0 0 0,0 1 0,-32 4 0,47-3-20,1 0 0,0 0 1,-1 0-1,1 0 0,0 0 0,0 1 1,0-1-1,0 1 0,0 0 0,0 0 1,0 0-1,1 0 0,-1 0 0,1 1 1,0-1-1,-1 1 0,1-1 0,0 1 1,1 0-1,-1 0 0,0 0 0,1 0 1,0 0-1,-1 0 0,1 0 0,1 0 1,-1 0-1,0 1 0,1-1 1,0 0-1,0 1 0,0-1 0,0 0 1,0 0-1,1 1 0,-1-1 0,3 5 1,-1-4-409,0 0 0,0 0 0,1 0 0,0-1 0,0 1 0,5 4 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555 94 2865,'0'0'2204,"-29"-17"-1193,-96-48 14,120 63-974,0 0 1,0 0-1,0 1 1,0 0-1,0 0 1,-1 0-1,1 0 1,0 1-1,-1-1 1,1 2-1,0-1 1,0 0-1,-1 1 1,1 0-1,-6 2 1,3 0 4,0 0 1,1 1-1,-1 0 1,1 1 0,0 0-1,-9 7 1,6-4-10,-12 10 23,1 0-1,1 2 1,1 0 0,1 1 0,1 1 0,0 0-1,2 1 1,1 1 0,1 1 0,1-1 0,2 2 0,0-1-1,2 1 1,1 1 0,1-1 0,1 1 0,-1 32-1,6-47-50,-1 0-1,2 1 1,0-1-1,0 0 1,1 0-1,1 1 0,0-1 1,9 21-1,-8-24-13,1-1 1,0 0-1,0-1 0,1 1 0,0-1 0,0 0 0,1 0 0,0-1 0,0 0 0,1 0 0,0 0 0,13 6 1,-5-3 3,1-2 0,1 0 0,-1 0 0,1-2 0,0 0 0,24 3 0,-15-4 6,1-2 1,1-1-1,41-2 1,-56 0-7,-1-1-1,1 0 1,0 0 0,-1-2 0,0 1-1,0-2 1,0 0 0,0 0 0,-1-1-1,17-10 1,-21 10-6,0 0 1,0-1-1,-1 0 1,0 0-1,-1 0 0,1-1 1,-1 0-1,-1 0 0,0 0 1,0-1-1,0 1 1,-1-1-1,-1 0 0,5-18 1,-4 10 3,0 0 0,-2-1 0,0 0 0,-1 1 0,-1-1 0,0 0 0,-7-32 0,5 39-5,-1-1-1,-1 1 1,0 0 0,-1 0-1,0 0 1,-1 0-1,0 1 1,0 0 0,-1 0-1,-1 1 1,0 0-1,-14-13 1,8 10-5,-1 0 1,-1 1-1,0 1 0,-1 0 1,0 1-1,0 1 0,-1 1 1,0 0-1,0 1 0,0 1 1,-1 1-1,0 0 0,0 1 1,0 1-1,-20 1 0,36 0 2,1 1 0,-1 0 0,0 0-1,1 0 1,-1 1 0,0-1 0,1 1-1,-1-1 1,1 1 0,-1 0 0,-3 1-1,5-1-6,0 0-1,0 1 0,0-1 1,0 0-1,1 0 1,-1 1-1,0-1 0,1 0 1,-1 1-1,0-1 1,1 1-1,0-1 0,-1 1 1,1-1-1,0 1 0,0-1 1,0 1-1,0 1 1,0-1-78,-1 1 0,1-1 0,0 0 1,0 1-1,1-1 0,-1 0 0,0 0 1,1 1-1,-1-1 0,1 0 1,0 0-1,0 0 0,0 1 0,2 2 1,2 0-560,0 0 0,1-1 0,0 1 1,-1-1-1,14 6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 55 2785,'0'0'942,"-30"0"125,-146 0 1220,235-5-503,685-44-1650,-720 49-116,-20 0 28,-11 4 29,-17 12 60,0 0 0,0 2 1,2 1-1,1 0 1,0 1-1,1 2 1,2 0-1,-18 27 1,22-24-31,1 1 0,1 1 0,2-1-1,1 2 1,1-1 0,1 1 0,2 0 0,1 1 0,1-1 0,2 1 0,3 38 0,-1-56-148,0 0-1,2 0 1,-1 0-1,1 0 1,1-1 0,0 0-1,0 1 1,1-1-1,1-1 1,9 14-1,11 17-3061,-17-19-3727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5026,'0'0'288,"151"-59"-208,-29 52-32,15 4 49,1 3-97,-16 0-225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6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71 375 496,'0'0'4338,"-6"-21"-3596,-20-77-139,24 91-559,1-1-1,1 1 1,-1-1 0,1 0-1,1 1 1,-1-1 0,2 0-1,-1 1 1,1-1 0,0 1 0,0 0-1,1-1 1,0 1 0,1 0-1,-1 1 1,1-1 0,1 1-1,-1-1 1,1 1 0,1 0 0,-1 1-1,1-1 1,9-6 0,-1 2-5,-1 1 0,1 0 0,1 1 0,0 1 1,0 0-1,0 1 0,1 0 0,0 2 0,26-6 0,-26 8-35,0 0-1,1 0 1,0 2-1,-1 0 1,1 1-1,26 4 0,-39-4-5,-1 0-1,0 0 1,1 0-1,-1 1 1,0-1-1,0 1 1,0 0-1,0 0 1,0 0-1,0 0 1,-1 0-1,1 1 1,-1-1-1,0 1 1,3 3-1,-2-2 2,0 1 0,-1 0 0,1 0 0,-1 1 0,0-1 0,-1 0 0,0 0 0,2 10 0,-2-3 9,-1 0-1,0 0 1,-1-1-1,0 1 1,-1 0 0,0-1-1,-1 1 1,-5 14-1,0-11 27,0 1-1,0-2 0,-2 1 1,0-1-1,-1 0 1,0-1-1,-1 0 1,-15 12-1,-118 86 709,136-105-680,-16 12 53,-2 0 77,0 1 1,-45 44 0,65-56-170,0 1 0,1 0 0,0 1 0,0 0 0,1 0 0,0 0 0,1 0 0,0 0 1,0 1-1,1 0 0,0 0 0,1 0 0,-1 13 0,2-16-20,0 0 0,1 0 0,0-1 0,0 1 0,1 0 1,-1 0-1,2-1 0,-1 1 0,1-1 0,0 1 0,0-1 0,1 1 0,0-1 0,0 0 0,1 0 0,-1-1 0,1 1 0,1-1 0,-1 1 0,1-1 0,0 0 1,0-1-1,1 1 0,-1-1 0,1 0 0,9 4 0,-2-1 0,0-1 1,1-1-1,0-1 0,0 1 1,0-2-1,27 4 1,88-2-28,-116-4 23,0-2 0,0 0 0,0 0 0,-1-1 0,23-6 0,-30 6 1,1 0 0,-1 0 0,0-1 0,0 0 0,0 0 0,0 0 0,-1 0 0,1-1 0,-1 1 0,0-1 0,0 0 0,0-1 0,-1 1 0,0 0 0,4-7 1,-1-1 3,-1-1 1,0 0 0,-1 0 0,-1 0 0,0-1-1,-1 1 1,0-1 0,-1 1 0,-1-1 0,0 0-1,-1 0 1,0 1 0,-1-1 0,-1 1 0,0-1-1,-1 1 1,-1 0 0,0 1 0,-7-14 0,-1 8-4,0-1 1,-1 2 0,-1 0 0,0 0 0,-2 2-1,0 0 1,0 0 0,-2 2 0,-20-13 0,-6 1-64,-1 2 0,-95-34-1,138 57-69,1-1-1,0 0 0,0 0 0,-1 0 0,1 0 0,0-1 0,0 1 1,0 0-1,-2-3 0,-5-15-4037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6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454 122 4386,'0'0'750,"27"-2"-174,88-5 40,-110 7-587,-1 0 0,0 0-1,0 0 1,0 1 0,0-1-1,0 1 1,0 0 0,0 0 0,0 0-1,0 1 1,0 0 0,0-1-1,-1 1 1,1 0 0,-1 1 0,1-1-1,-1 0 1,0 1 0,0 0-1,0 0 1,-1 0 0,1 0 0,3 6-1,-2-1 6,0 1-1,-1 0 1,0 0 0,0 1-1,-1-1 1,-1 1-1,1 11 1,0-6-4,-1 1 1,-1-1-1,-1 1 1,0-1-1,-6 25 1,5-30-20,-1-1 0,-1 1 1,1-1-1,-2 0 0,1 0 1,-1 0-1,-1-1 0,0 0 1,-12 15-1,8-14 24,0 0-1,-1 0 0,0-1 1,0 0-1,0-1 1,-1 0-1,-1-1 1,1-1-1,-1 1 0,-19 4 1,13-5 91,0-1 0,0-1 0,0-1 1,0 0-1,-1-2 0,-37-2 0,45 0-99,1-1-1,0 0 1,0 0 0,0-1 0,0 0-1,0 0 1,1-2 0,0 1-1,0-1 1,0 0 0,1-1 0,0 0-1,0-1 1,1 1 0,0-2-1,1 1 1,0-1 0,0 0-1,1 0 1,-10-19 0,11 19-5,1 0 1,0 0-1,1 0 0,0-1 1,0 1-1,1-1 1,0 0-1,1 0 0,0 1 1,1-1-1,0 0 1,1 0-1,0 0 0,0 0 1,1 1-1,1-1 0,-1 1 1,2-1-1,-1 1 1,1 0-1,1 0 0,0 0 1,0 1-1,7-10 1,1 6-22,-1-1 1,1 2 0,1 0 0,0 0-1,1 1 1,0 1 0,1 0 0,30-12-1,-15 8-3,2 2 0,-1 2 1,62-11-1,-62 15 2,0 1 0,1 2 0,51 2 0,-73 1 0,0 0 0,0 1 0,-1 0 0,1 0 0,0 1 0,-1 0 0,0 1 0,0 0 0,0 1 0,-1 0 0,1 0 0,-1 1 0,0 0 0,9 9 0,-8-4 3,0 1 0,-1-1 0,0 2 0,-1-1 0,-1 1 1,0 0-1,-1 1 0,0-1 0,-1 1 0,-1 0 0,0 1 0,-1-1 1,1 25-1,-2-18 48,-1-1 0,-2 0 0,0 0 0,-1 0 0,-1 0 0,-1 0 0,-1-1 0,-1 1 0,-13 31 0,7-31 53,0 0-1,0 0 1,-2-1-1,-1 0 1,-21 20-1,2-7 112,-68 51 1,57-52-325,0-1 0,-2-3 1,-1-2-1,-1-1 1,-1-3-1,-73 21 0,-120 4-3954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100 313 3634,'0'0'2257,"-12"13"-1996,-40 41-39,49-51-205,0 1 0,0 0 0,1 0 0,0 0 0,-1 0 0,1 0 0,-1 5 0,2-7 48,1 1 0,-1-1 0,0 0 0,0 0 0,0 0 0,0 0 1,-1 0-1,1-1 0,-3 4 504,4-11 199,-1-17-634,1 1-1,1-1 0,2 0 1,0 1-1,1 0 1,2-1-1,12-32 0,-9 35-136,1 1-1,1 0 1,1 0-1,19-21 1,-26 34-1,0 0 1,1 0-1,0 0 0,0 1 1,1 0-1,-1 0 1,1 1-1,0 0 1,0 0-1,1 0 0,0 1 1,-1 0-1,1 0 1,0 1-1,8-1 1,-13 2-1,0 1 1,0 0 0,0 0 0,-1 0 0,1 0-1,0 0 1,0 0 0,-1 1 0,1-1 0,0 1-1,-1 0 1,1 0 0,0 0 0,-1 0 0,1 0-1,-1 1 1,0-1 0,1 1 0,-1-1 0,0 1-1,0 0 1,0 0 0,0 0 0,0 0 0,-1 0-1,1 0 1,-1 0 0,1 1 0,-1-1 0,0 0-1,1 4 1,3 8-2,-1 0 1,0-1-1,-2 2 0,3 23 0,-5-31 6,7 331 31,-7-328-29,-1 0 0,1 0-1,-2-1 1,1 1 0,-5 13-1,-1-14 14,2-14 6,-2-18 23,3-27-38,5-94-1,0 128-43,1 1 0,0 0 0,2 0 0,0 0-1,1 1 1,0-1 0,1 1 0,1 0 0,0 0-1,1 1 1,10-14 0,-12 19 4,0 1-1,1-1 1,0 1 0,0 1-1,1-1 1,0 1-1,0 0 1,0 0 0,1 1-1,-1 1 1,1-1 0,1 1-1,-1 0 1,1 1-1,-1 0 1,1 1 0,0 0-1,15-1 1,-20 2 9,-1 1-1,0 0 1,0 0 0,0 0 0,0 1 0,0-1-1,0 1 1,1 0 0,-1 0 0,-1 0-1,1 1 1,0-1 0,0 1 0,5 4 0,-5-3 20,-1 0 1,0 0 0,0 1 0,0-1-1,0 1 1,0 0 0,-1 0 0,0 0-1,0 0 1,0 0 0,0 0 0,1 9-1,3 17 11,-1 1-1,-2 0 0,-1 0 1,-3 38-1,1-27 18,-1 7 64,-12 86 0,9-80-10,4-55-77,0 1 0,0-1-1,0 1 1,0 0 0,0-1 0,0 1 0,1-1 0,-1 1 0,0-1-1,0 1 1,1-1 0,-1 1 0,0-1 0,1 1 0,-1-1 0,1 1 0,-1-1-1,0 0 1,1 1 0,-1-1 0,1 1 0,-1-1 0,1 0 0,-1 0 0,1 1-1,0-1 1,-1 0 0,1 0 0,-1 0 0,1 1 0,-1-1 0,1 0 0,0 0-1,-1 0 1,1 0 0,0 0 0,27-3 63,-22 3-51,2-2-5,1 0 0,0 0 0,-1-1 0,1 0 0,-1-1 0,0 1 0,0-2 0,10-5 0,6-7-22,25-24 0,-38 32 0,13-12-105,-2 0 0,0-1 0,-1-2 0,-2 0 0,0-1 0,15-27 1,-26 37 58,0 0 0,-1-1 0,-1 0 0,-1-1 0,0 1 0,-1-1 0,-1 0 0,0 0 0,-2 0 0,0 0 0,-1 0 0,-2-20 0,1 31 63,-1 0-1,1 0 0,-1 0 1,0 0-1,-1 1 1,1-1-1,-1 1 0,0 0 1,-1-1-1,1 1 1,-1 0-1,0 1 1,-1-1-1,1 1 0,-1 0 1,0 0-1,0 0 1,0 1-1,0-1 1,-1 1-1,1 0 0,-1 1 1,-6-3-1,6 3 27,1 1-1,0-1 0,-1 1 0,0 0 0,1 0 1,-1 1-1,0-1 0,0 1 0,1 0 1,-1 1-1,0-1 0,1 1 0,-1 0 1,1 1-1,-1-1 0,1 1 0,-1 0 1,1 0-1,0 1 0,0 0 0,0-1 1,0 2-1,1-1 0,-1 0 0,-7 8 0,2 1 88,1 1 0,0 0-1,1 0 1,1 0 0,0 1-1,1 0 1,0 0 0,1 1-1,-5 26 1,2-1 258,3 0 0,-1 60 0,6-87-283,0 1 0,1-1 0,1 1 1,4 18-1,-4-25-65,0-1 0,1 1 0,0-1 1,0 0-1,1 0 0,-1 0 0,1-1 1,1 1-1,-1-1 0,9 8 0,-2-4-13,0-1 0,1 0 0,-1 0 0,2-1 0,-1-1 0,1 0 0,0-1 0,0 0 0,23 5 0,-3-3-319,1-1-1,63 2 1,18-9-2981,-18-11-1966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22 207 1329,'0'0'3396,"-3"20"-2801,-11 62-291,10-62 974,4-37-932,1 11-71,-1 3-228,-1-13 32,1 1 0,0 0 0,2-1 0,0 1 0,0 0-1,2 0 1,9-25 0,-7 26-80,1 0 0,0 0 0,2 1 0,-1 1 0,21-23 1,-25 30-8,1 0 0,1 0 1,-1 1-1,1 0 0,0 0 1,0 0-1,0 1 0,0 0 1,0 0-1,1 0 0,0 0 1,0 1-1,-1 1 0,1-1 1,10 0-1,-15 1 4,1 1-1,-1 0 1,1 0-1,-1 1 1,0-1-1,1 0 1,-1 1-1,0 0 1,1-1-1,-1 1 1,0 0-1,0 0 1,1 0-1,-1 0 1,0 0-1,0 1 1,-1-1-1,1 1 1,0-1 0,0 1-1,-1 0 1,1-1-1,-1 1 1,1 0-1,-1 0 1,0 0-1,0 0 1,0 0-1,0 0 1,0 0-1,1 5 1,1 6-4,0 0 0,-1 0 1,-1 1-1,1 18 0,-2-24 11,1 37 10,-7 69 0,4-94 3,-2 0 0,0-1 0,-2 0 0,0 1 1,-1-2-1,-11 20 0,6-15 41,-23 30 0,30-46-34,0-1 0,-1 0 0,1 0 1,-1 0-1,0-1 0,-1 1 0,1-2 1,-13 8-1,19-12-8,0 0-12,0 0 0,0 0-1,0-1 1,0 1 0,0 0-1,0 0 1,0 0 0,0 0 0,0-1-1,0 1 1,0 0 0,0 0-1,0 0 1,0 0 0,0-1 0,0 1-1,0 0 1,0 0 0,0 0-1,0 0 1,0-1 0,0 1 0,0 0-1,-1 0 1,1 0 0,0 0-1,0 0 1,0-1 0,0 1 0,0 0-1,-1 0 1,1 0 0,0 0-1,0 0 1,0 0 0,0 0 0,0 0-1,-1 0 1,1-1 0,0 1-1,0 0 1,0 0 0,-1 0 0,1 0-1,0 0 1,0 0 0,0 0 0,-1 0-1,1 0 1,0 0 0,0 0-1,0 0 1,0 1 0,-1-1 0,1 0-1,0 0 1,0 0 0,0 0-1,0 0 1,-1 0 0,1 0 0,0 0-1,0 0 1,0 1 0,0-1-1,0 0 1,0 0 0,-1 0 0,1 1-1,2-8 19,1 0-1,-1 0 0,1 1 0,1 0 1,-1 0-1,1-1 0,7-6 0,39-42 90,-23 27-91,90-105-48,-90 99 18,-1-1 1,22-42-1,-42 67 16,-1-1 1,0 0-1,-1 0 1,0 0 0,-1-1-1,0 0 1,-1 1-1,0-1 1,-1 0-1,-1-12 1,0 23-6,0 1-1,0 0 1,0 0 0,0-1 0,0 1-1,0 0 1,0 0 0,-1 0-1,1-1 1,0 1 0,0 0 0,0 0-1,0 0 1,0-1 0,-1 1-1,1 0 1,0 0 0,0 0 0,0 0-1,-1 0 1,1-1 0,0 1-1,0 0 1,-1 0 0,1 0-1,0 0 1,0 0 0,0 0 0,-1 0-1,1 0 1,0 0 0,0 0-1,-1 0 1,1 0 0,0 0 0,0 0-1,-1 0 1,1 0 0,0 0-1,0 0 1,-1 0 0,1 0-1,0 0 1,0 1 0,0-1 0,-1 0-1,1 0 1,0 0 0,0 0-1,0 0 1,-1 1 0,1-1 0,0 0-1,0 0 1,0 0 0,0 1-1,0-1 1,-1 0 0,1 0 0,0 0-1,0 1 1,0-1 0,0 1-1,-4 5 0,0 0 0,1 0 0,0 1-1,0-1 1,0 1 0,1 0-1,0 0 1,0 0 0,0 13 0,0-12 8,-7 64 255,3 1 1,6 83-1,0-136-203,1 1-1,1-1 1,1 0-1,1 0 1,1 0-1,11 28 0,-13-40-118,0-1-1,1 0 1,0-1-1,0 1 0,0-1 1,1 1-1,0-1 1,0 0-1,1-1 0,-1 1 1,1-1-1,1 0 0,-1-1 1,1 1-1,0-1 1,0 0-1,0-1 0,0 0 1,15 5-1,-11-6-854,-1-1-1,1 0 1,21 0-1,-31-1 888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0 3233,'0'0'2252,"-1"31"-1355,0-20-802,-5 228 1216,5-85-507,3 183-48,-1-329-740,-1 0 0,1 0 0,1 0-1,-1 0 1,2 0 0,5 14 0,-7-19-11,1 0 0,0 0 0,0 0 0,0-1 0,0 1 0,0-1 1,1 1-1,-1-1 0,1 0 0,-1 0 0,1 0 0,0 0 0,0 0 1,0-1-1,0 1 0,1-1 0,-1 0 0,7 2 0,-1-1 7,0 0-1,0-1 1,0 0-1,0 0 1,1-1-1,-1 0 1,0-1-1,0 0 1,1 0-1,-1-1 1,0 0-1,0 0 1,-1-1-1,12-5 1,-10 3-294,0 0 1,-1-1 0,1 0-1,-2-1 1,1 0 0,-1 0-1,0-1 1,0 0-1,-1 0 1,0 0 0,7-14-1,17-38-3749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 4498,'0'0'1985,"270"-2"-1873,-78 2-96,-8-5-16,-28-3-928,-53 4-1954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5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143 258 3842,'0'0'1595,"-20"19"-1189,-65 62-89,81-78-267,0 0 1,0 1-1,1 0 1,0 0-1,-1 0 0,1 0 1,1 0-1,-4 7 0,2-2 735,4-13-129,0-20-576,2 0-1,1 1 1,1 0 0,1-1-1,1 2 1,1-1-1,1 1 1,2 0-1,0 0 1,16-25-1,-18 35-80,0 0-1,1 0 0,0 1 0,0 0 0,23-19 0,-27 26-9,1-1 0,0 1 1,0 1-1,0-1 0,1 1 0,-1 0 0,1 1 1,0-1-1,0 1 0,0 0 0,0 1 0,0 0 1,0 0-1,9 0 0,-13 1 9,-1 0 1,1 1-1,-1-1 0,0 0 1,0 1-1,1 0 0,-1 0 1,0-1-1,0 1 0,0 1 1,0-1-1,0 0 0,0 0 1,0 1-1,0-1 0,0 1 1,-1-1-1,1 1 1,-1 0-1,1 0 0,-1-1 1,1 1-1,-1 0 0,0 0 1,0 0-1,0 1 0,-1-1 1,1 0-1,0 4 0,3 8-1,-2 0 0,0 0 0,0 25 0,-1-30 4,0 13 8,-1 166 46,-1-164-47,-2 0 0,-1-1 0,-1 1 0,-1 0 0,-16 38 0,21-60 40,1-6-25,0 0-4,1-22-4,2-1-1,0 1 0,2 0 1,1 0-1,12-30 0,-1 10-34,3 1-1,26-44 0,-45 88 18,10-18-66,22-30 0,-30 46 42,-1 0 0,1-1-1,0 1 1,0 0 0,0 1-1,0-1 1,0 0 0,1 1-1,-1 0 1,1 0 0,0 0-1,0 0 1,0 0 0,0 1-1,0 0 1,5-2 0,-8 3 22,0 0-1,0 0 1,0 0 0,0 1 0,-1-1 0,1 0 0,0 0-1,0 1 1,0-1 0,0 0 0,-1 1 0,1-1-1,0 1 1,0-1 0,-1 1 0,1-1 0,0 1-1,-1-1 1,1 1 0,0 0 0,-1-1 0,1 1 0,-1 0-1,1 0 1,-1-1 0,0 1 0,1 0 0,-1 0-1,0 0 1,0-1 0,1 1 0,-1 0 0,0 0-1,0 1 1,1 37 14,-1-29-12,-5 322 216,5-321-223,-1-7-142,1-1 1,0 0-1,-1 0 0,1 1 0,1-1 0,-1 0 1,1 0-1,-1 1 0,1-1 0,0 0 0,0 0 1,0 0-1,1 0 0,-1 0 0,1 0 0,3 5 1,-3-7-254,1 0 0,-1 1 0,1-1 0,-1 0 0,1 0 0,-1 0 0,1 0 0,4 0 0,-7-1 320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42 109 2385,'0'0'2799,"-1"-15"-2004,-1 1-677,-2-23 23,4 37-140,0 0 0,0 0 0,0 0-1,0 0 1,0 1 0,-1-1 0,1 0 0,0 0 0,0 0 0,0 0 0,0 0 0,0 0-1,0 0 1,0 0 0,0 0 0,0 0 0,-1 0 0,1 0 0,0 0 0,0 0 0,0 0-1,0 0 1,0 0 0,0 0 0,0 0 0,-1 0 0,1 0 0,0 0 0,0 0 0,0 0-1,0 0 1,0 0 0,0 0 0,0 0 0,0 0 0,-1 0 0,1 0 0,0 0 0,0 0-1,0 0 1,0 0 0,0 0 0,0 0 0,0 0 0,0 0 0,0 0 0,-1-1 0,1 1-1,0 0 1,0 0 0,0 0 0,0 0 0,0 0 0,0 0 0,0 0 0,0 0 0,0-1-1,0 1 1,0 0 0,0 0 0,0 0 0,0 0 0,0 0 0,0 0 0,0 0 0,0 0-1,0-1 1,0 1 0,0 0 0,-7 23 105,-2 24 132,2 0 0,3 0 0,2 49 0,2-87-216,0-1-1,0 1 1,1-1 0,1 0-1,-1 1 1,1-1 0,1 0-1,4 11 1,-5-16-18,0 0 1,0 1 0,0-1-1,1 0 1,-1 0-1,1-1 1,0 1 0,0 0-1,0-1 1,0 1-1,0-1 1,0 0 0,1 0-1,-1-1 1,1 1 0,0-1-1,-1 1 1,1-1-1,0 0 1,0 0 0,6 0-1,0 1 4,0-1 0,0-1 0,1 1 0,-1-2 0,0 1 0,1-1 0,14-4 0,-20 4-6,0-1-1,0 0 1,0 0 0,0 0-1,0-1 1,0 1 0,0-1-1,-1 0 1,1-1 0,-1 1-1,0-1 1,0 0 0,-1 0 0,1 0-1,4-6 1,-1-2-1,-1 0 0,0 0 0,-1 0 0,0-1 0,-1 0 0,-1 0 0,0 0 0,1-20 0,-1-12 20,-3-50 0,-1 71-8,1 17-7,0 0 0,0 0 0,-1 0 0,0 1 0,0-1 0,0 0 0,-1 0 0,-1 1 0,1-1 1,-5-7-1,7 14-6,0 0 0,0 1 1,1-1-1,-1 0 0,0 0 1,0 0-1,0 0 0,0 0 1,0 0-1,0 0 0,0 1 1,0-1-1,0 0 0,0 0 1,0 0-1,0 0 0,0 0 1,-1 0-1,1 0 0,0 1 1,0-1-1,0 0 1,0 0-1,0 0 0,0 0 1,0 0-1,0 0 0,0 0 1,0 0-1,0 0 0,0 1 1,-1-1-1,1 0 0,0 0 1,0 0-1,0 0 0,0 0 1,0 0-1,0 0 0,0 0 1,-1 0-1,1 0 0,0 0 1,0 0-1,0 0 0,0 0 1,0 0-1,0 0 0,-1 0 1,1 0-1,0 0 1,0 0-1,0 0 0,0 0 1,0 0-1,0 0 0,0 0 1,-1 0-1,1 0 0,0 0 1,0-1-1,-2 30 63,2 55 0,1-29 75,-1-26-196,1 0-1,1 0 1,2 0-1,0-1 1,3 0 0,0 0-1,2 0 1,17 36-1,-3-26-2390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0 235 3554,'0'0'245,"6"-24"-117,22-75-50,-27 94-30,0 1 1,1 0 0,-1 0 0,1 1 0,0-1-1,0 0 1,1 0 0,-1 1 0,1-1 0,0 1 0,6-5-1,-7 6-15,-1 1-1,1 0 1,0 0-1,0 0 1,0 0 0,0 0-1,0 1 1,0-1-1,0 1 1,0-1-1,0 1 1,0 0-1,0-1 1,1 1-1,-1 0 1,0 0-1,3 1 1,-1 0-16,0 0 0,0 1 0,0-1 0,0 1 0,0 0 0,0 0 0,-1 0 0,1 0 0,-1 0 0,0 1 0,0 0 0,0 0 0,0-1 0,0 2 0,0-1 0,-1 0 0,4 5 1,2 10 50,1-1 1,-2 1 0,-1 1 0,0-1 0,-2 1 0,4 27 0,-1 116 333,-7-161-401,-2 9 464,0-28 111,0-10-471,2 0 0,1-1 1,1 1-1,9-38 1,-9 58-109,0 0 1,1-1 0,0 1 0,0 0 0,1 1 0,0-1 0,0 0 0,1 1 0,0 0 0,1 0 0,-1 1 0,2-1 0,-1 1 0,0 0 0,1 1 0,0 0-1,1 0 1,-1 0 0,11-4 0,-12 6-3,1 1-1,0-1 1,0 1-1,0 1 0,0 0 1,1-1-1,-1 2 1,8-1-1,-12 1 3,0 0-1,-1 0 0,1 0 0,0 1 1,0-1-1,-1 1 0,1-1 1,0 1-1,-1 0 0,1 0 1,-1 0-1,1 0 0,-1 1 1,1-1-1,-1 1 0,0-1 0,0 1 1,0 0-1,0 0 0,0-1 1,0 2-1,0-1 0,1 3 1,3 7 2,-1 1 1,-1-1-1,0 1 1,-1 0 0,0 0-1,1 24 1,-4 86 20,-1-64-11,1-40 29,-1-24 94,-1-33 24,3 2-140,0 0 0,3 1 0,9-44 1,-10 65-24,1 0 0,1-1 0,0 2 0,1-1 0,1 1 0,0 0 0,1 0 1,0 0-1,1 1 0,19-20 0,-25 30 0,0-1-1,1 1 0,-1-1 1,0 1-1,1 0 1,-1 0-1,1 0 1,0 1-1,5-3 1,-8 4 4,0 0 1,0 0-1,0-1 1,0 1-1,1 0 1,-1 0-1,0 0 1,0 0-1,0 0 1,0 0-1,0 1 1,1-1-1,-1 0 1,0 0-1,0 1 1,0-1-1,0 1 0,0-1 1,0 1-1,0-1 1,0 1-1,0 0 1,0-1-1,-1 1 1,1 0-1,0 0 1,0 0-1,-1-1 1,1 1-1,0 0 1,-1 0-1,1 0 1,-1 0-1,1 0 1,-1 0-1,0 0 1,1 0-1,-1 2 1,4 18 2,0-1 1,-2 0-1,-1 1 1,-2 31-1,0-12 64,1 191 457,0-229-565,0-1 1,0 1-1,0 0 1,0-1-1,0 1 1,0-1-1,1 1 1,-1-1-1,0 1 0,1-1 1,0 1-1,0 1 1,0-3-108,0 1-1,0-1 1,-1 1-1,1-1 1,0 0 0,0 1-1,0-1 1,0 0-1,0 0 1,0 0 0,0 1-1,0-1 1,0 0-1,0 0 1,2-1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42 132 3089,'0'0'393,"0"-21"332,0-49-166,0 29 2385,-28 746-1781,25-652-1155,0 0 14,-3-89 178,5-125-115,1 151-82,0 0 0,1 0 0,0 1 0,0-1 0,1 0 0,1 1 1,0-1-1,4-8 0,-4 12-4,0 1 0,0 0 0,1 0 1,0 0-1,-1 1 0,2-1 0,-1 1 1,1 0-1,-1 0 0,1 0 0,0 1 0,0 0 1,1 0-1,9-4 0,-6 3-2,0 1-1,0 0 1,1 1-1,-1 0 1,1 0-1,18 0 1,-25 2 1,1 0 0,-1 0 1,0 0-1,1 0 0,-1 0 1,1 1-1,-1-1 0,0 1 0,0 0 1,1 0-1,-1 0 0,0 1 0,0-1 1,0 1-1,0-1 0,0 1 1,0 0-1,-1 0 0,1 0 0,-1 1 1,1-1-1,3 5 0,-3-1-2,0 1 0,-1-1 1,0 1-1,0 0 0,0-1 0,-1 1 0,1 11 0,-1 53 15,-2-37 12,1-23 15,0-1 1,-1 1-1,-1-1 1,0 1-1,0-1 0,-1 0 1,0 0-1,-1 0 1,-7 15-1,6-17 3,0-1 0,-1 1 0,0-1 1,0-1-1,0 1 0,-1-1 0,0 0 0,-1 0 0,1 0 0,-1-1 0,-13 6 1,12-6-98,0-1 1,0 0 0,-1 0-1,1-1 1,-1 0 0,0-1-1,0 0 1,0 0 0,0-1 0,-17 0-1,27-1-17,-1 0 0,1 0 0,-1 0 0,1 0 0,0 0 0,-1 0 0,1 0 0,0 0 0,-1 0 0,1 0 0,0 0 0,-1 0 0,1 0 0,0-1 0,-1 1 0,1 0 0,0 0 0,-1 0-1,1-1 1,0 1 0,-1 0 0,1 0 0,0 0 0,0-1 0,0 1 0,-1 0 0,1-1 0,0 1 0,0 0 0,0-1 0,-1 1 0,1 0 0,0 0 0,0-1 0,0 1 0,0-1 0,-1-26-4796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1 218 304,'0'0'3970,"24"4"-3951,75 14 23,-88-15 5,0-2 0,0 1 0,1-2 0,-1 1 0,13-2 0,-7 0-22,-15 0-13,1 1 0,0 0 0,0-1 0,0 0 0,0 0 0,-1 0 0,1 0 0,0 0 0,-1 0 0,1 0 0,-1-1 0,1 0 0,-1 1 0,0-1 0,0 0 0,0 0 0,0 0 0,0 0 0,0 0 0,0-1 0,-1 1 0,1 0 0,-1-1 0,0 1 0,0-1 0,0 1 0,0-1 0,1-3 0,1-7 129,-1 0 0,0 0 0,0 0 1,-2-21-1,1 30-105,-2 1 0,1 0 0,0-1 0,-1 1 0,0 0 0,1-1 0,-1 1 0,-1 0 0,1 0 0,0 0 0,-1 0 0,0 0 0,0 0 0,0 0 0,0 0 0,0 1 0,-5-5 0,3 4 20,-1-1 0,0 1 0,0 1 0,0-1 0,0 1 0,0 0 0,0 0 0,0 0 0,-1 0 1,-9 0-1,4 0 15,0 0 0,0 1 0,0 1 1,0 0-1,-21 2 0,28-1-62,0 0 0,-1 0 0,1 0 0,0 0-1,0 1 1,-1-1 0,1 1 0,0 0 0,1 0 0,-1 1 0,0-1-1,1 1 1,-1 0 0,1 0 0,0 0 0,0 0 0,-3 4-1,1 2 10,0 0-1,0 0 0,1 1 0,1-1 1,-1 1-1,2 0 0,-1 0 0,1 0 0,1 0 1,0 0-1,1 1 0,1 17 0,0-15 2,0-1-1,2 1 0,-1-1 0,2 0 0,0 1 0,0-1 0,1-1 1,1 1-1,13 20 0,-9-18-12,0-1 1,2 0-1,0-1 0,0 0 0,1 0 1,26 16-1,-32-23-3,1 0 1,0-1-1,0-1 1,1 1-1,-1-1 0,1 0 1,-1-1-1,1 0 1,0 0-1,0-1 1,0 0-1,0 0 0,0-1 1,0-1-1,9 0 1,-14 0-4,0-1 0,0 1 1,0-1-1,0 1 0,0-1 1,-1 0-1,1-1 0,-1 1 1,1 0-1,-1-1 0,0 0 0,0 0 1,0 0-1,-1 0 0,1 0 1,-1 0-1,0-1 0,0 1 1,0-1-1,0 0 0,2-6 1,3-9 12,-1-1 1,7-37-1,-12 53-10,7-49 48,-2-1 0,-3-88 0,-3 113-17,-13 366 105,15-372-24,-4-42 0,0 41-20,1 0 0,6-36 0,-5 67-103,1 0-1,0 0 1,1 0 0,-1 1 0,1-1 0,0 1-1,0-1 1,0 1 0,1-1 0,0 1 0,0 0 0,0 0-1,7-6 1,-5 6-20,1-1 0,0 1 0,0 0-1,0 1 1,1-1 0,0 1 0,-1 0 0,13-3 0,5 1-49,1 0 0,0 2 0,-1 1 0,42 1 0,-65 5 29,-3 10 67,0-1 0,0 1 0,-2-1 0,0 1 0,-8 20 0,-10 33 342,18-49-200,0-1 0,2 1 0,0 23 0,1-35-135,2 0 1,-1-1-1,1 1 1,0 0-1,0 0 1,1-1-1,0 1 1,0 0-1,0-1 0,1 0 1,-1 1-1,1-1 1,1 0-1,3 5 1,0-4-16,-1-1 0,1 1-1,0-1 1,0 0 0,1-1 0,-1 1 0,1-1 0,0-1 0,0 0 0,1 0 0,-1 0 0,14 2 0,-1-2-392,1 0 0,0-1 0,42-1 0,28-8-5254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576 65 1056,'0'0'897,"-28"0"-179,-186 0 1024,-120 0 2420,420 0-3410,371-27-472,-224 8-315,515 1-4356,-710 18 1723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33 3057,'0'0'4458,"-15"-8"-3865,5 2-523,7 3-53,-1 1 0,0 0-1,0 0 1,0 0 0,0 0-1,0 0 1,0 1 0,-6-2-1,9 3-14,1 0 0,-1 0-1,0 0 1,1 0-1,-1 1 1,0-1 0,0 0-1,1 0 1,-1 0 0,0 0-1,1 1 1,-1-1 0,0 0-1,1 1 1,-1-1-1,0 0 1,1 1 0,-1-1-1,1 1 1,-1-1 0,1 1-1,-1-1 1,0 2-1,0 0 2,0 0-1,0 0 0,0 0 0,1 0 0,-1 1 0,1-1 0,-1 0 1,1 1-1,0-1 0,0 0 0,0 3 0,-8 668 780,8-659-839,-1-11-177,1 1 0,0 0 0,0-1 0,0 1 0,1-1 0,-1 1-1,1-1 1,2 7 0,3-5-2567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2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3057,'0'0'2876,"0"9"-2788,0 19-51,-9 183 212,-3-126-84,-2 3-23,-1 109-1,15-195-117,0-11 4,-1-1 0,1 1 0,1-1 0,0 1-1,0-1 1,5-17 0,24-52-32,-20 56 13,8-19-9,37-63 0,-46 90 0,1 0 0,0 1-1,1 1 1,1-1 0,0 2-1,1 0 1,19-15 0,-25 23-5,-1 0 1,0 1-1,1 0 1,0 0-1,0 0 1,0 1-1,8-2 1,-13 3 1,-1 1 1,0-1-1,1 1 1,-1 0 0,1 0-1,-1-1 1,1 1 0,-1 0-1,1 0 1,-1 1-1,1-1 1,-1 0 0,0 0-1,1 1 1,-1-1 0,1 0-1,-1 1 1,0-1-1,1 1 1,-1 0 0,0 0-1,0-1 1,1 1 0,-1 0-1,0 0 1,0 0-1,0 0 1,0 0 0,0 0-1,0 0 1,-1 0 0,1 1-1,0-1 1,0 0-1,-1 0 1,1 1 0,-1-1-1,1 0 1,-1 1 0,1 2-1,1 25 11,-2 0-1,0 1 1,-2-1 0,-1 0-1,-2 0 1,-1 0 0,-12 33-1,17-56-3,-29 102 151,27-93-125,0 0 0,2 1 0,0-1 0,0 1 0,3 16 0,-2-30-28,0-1-1,1 1 0,-1 0 1,1-1-1,-1 1 0,1 0 1,-1-1-1,1 1 0,0-1 1,0 1-1,0-1 0,0 1 1,0-1-1,0 0 0,0 0 1,1 1-1,-1-1 0,0 0 0,1 0 1,-1 0-1,1 0 0,-1-1 1,1 1-1,0 0 0,-1 0 1,4 0-1,3 1 4,0-1 0,0 0 0,0-1 0,15 0 0,-13 0-4,6 0 1,0-1-1,0 0 1,-1-1 0,1-1 0,-1-1 0,0 0 0,1 0-1,-2-2 1,1 0 0,-1 0 0,0-1 0,0-1 0,-1 0-1,0-1 1,20-17 0,-16 11-21,-1 0 0,0-1-1,-1-1 1,-1-1 0,-1 1-1,-1-2 1,0 0 0,9-22 0,-13 25 9,-2-1 1,0-1 0,-1 1 0,0-1 0,-2 0-1,0 0 1,-1 0 0,-1 0 0,-1 0-1,-3-21 1,3 35 8,-1 0-1,0 1 1,1-1-1,-2 0 1,1 1-1,0-1 1,-1 1-1,1-1 1,-1 1-1,0 0 1,-1 0-1,1-1 1,0 1-1,-1 1 1,-5-6-1,4 5 1,-1 0-1,0 0 0,1 1 0,-1-1 0,0 1 1,-1 0-1,1 1 0,0-1 0,-1 1 0,1 0 1,-7-1-1,-1 1 16,0 0 0,0 0 0,0 1 0,-16 2 0,23-1 5,0 0 0,0 0 0,1 1 0,-1 0 0,1 0 0,-1 0 0,1 0 0,0 1 0,0 0 0,0 0 0,0 0 0,-5 5 0,3-1 40,0 1-1,0-1 1,1 1 0,0 1-1,1-1 1,0 1-1,0 0 1,0 0-1,-3 11 1,3-2 128,0 0 0,1 1 0,1-1 0,-1 22 0,3-30-101,1 1 1,0 0-1,1 0 0,0-1 0,6 20 1,-5-23-58,0 0 1,1-1 0,0 0-1,1 1 1,-1-1-1,1 0 1,1-1-1,-1 1 1,1-1 0,7 8-1,-1-5-2,-1 0 0,1 0 0,1-1 0,-1-1 0,1 1 0,0-2 0,18 6 0,-3-2 3,2-2 1,43 7-1,102 0-396,10-12-1554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15 225 2609,'0'0'782,"0"-20"-233,-5-153 1306,6 167-1568,-1 4-160,0 0 1,0 0-1,0 1 1,0-1-1,0 0 1,0 0-1,0 0 1,-1 1-1,1-1 1,-1 0-1,1 0 1,-2-1 0,1 3-116,1 1 1,-1 0-1,1 0 1,-1 0 0,0 0-1,1-1 1,0 1-1,-1 0 1,1 0 0,0 0-1,-1 0 1,1 0-1,0 0 1,0 0 0,0 0-1,0 0 1,0 0-1,0 0 1,0 0 0,0 0-1,1 0 1,-1 1-1,0 4 13,-1 84 44,4 118 132,-3-201-466,2 1-1,-1-1 1,1 1 0,4 8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 3378,'0'0'1024,"-67"133"-464,67-93 177,13-3-113,28-18-336,11-9-208,0-10 32,-3 0-32,-13-19-32,-15-11 16,-13-2 16,-8 5-80,0 4-32,-3 9-1168,-7 9-785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5 485 3810,'0'0'2195,"-5"1"-1454,5-1-719,36-27 294,-1 0 0,32-33-1,-39 34-266,0 1-41,-2-2 1,37-46 0,-55 63-4,-1 0-1,-1-1 1,1 0 0,-2 0 0,0 0 0,0-1 0,-1 1 0,-1-1 0,0 0 0,0-1 0,0-14 0,-3 24-3,0 1 1,0-1-1,0 1 0,0-1 1,-1 1-1,1 0 0,-1-1 1,0 1-1,1 0 0,-1-1 1,-1 1-1,1 0 0,0 0 1,0 0-1,-1 0 0,1 0 1,-4-4-1,1 4 8,1-1 0,0 1 0,-1 0 0,1 0 0,-1 0 0,0 1 0,0-1 0,1 1 0,-1 0 0,-6-2 0,-2 2 32,0-1 1,-1 1 0,1 1 0,0 0-1,-1 1 1,-21 4 0,32-5-36,0 0 0,0 1 0,0-1 0,0 1 1,0 0-1,0-1 0,1 1 0,-1 0 0,0 0 1,0 0-1,0 0 0,1 0 0,-1 1 0,1-1 0,-1 0 1,1 1-1,-1-1 0,1 1 0,0 0 0,0-1 0,0 1 1,0 0-1,0-1 0,0 1 0,1 0 0,-1 0 0,0 0 1,1 0-1,-1 3 0,1-2-5,0 1 1,1-1-1,-1 0 1,1 0-1,-1 0 1,1 0-1,0 0 1,1 0-1,-1-1 0,0 1 1,1 0-1,-1 0 1,1-1-1,0 1 1,0-1-1,0 1 1,1-1-1,-1 0 0,5 3 1,22 15 46,2-1-1,59 26 1,4 3-35,-59-29-11,-2 1 1,57 46-1,-80-56-2,0-1-1,0 1 1,-1 0-1,0 1 1,-1 0-1,0 0 1,-1 1-1,0 0 1,-1 0-1,-1 0 1,7 21-1,-9-22 1,-1-1 0,0 2 0,-1-1 0,0 0 0,0 0 0,-2 0 1,-1 13-1,2-19 1,-2 0 1,1 0-1,-1 0 1,1 0-1,-1 0 1,-1-1-1,1 1 1,-1 0-1,0-1 0,0 0 1,0 0-1,-1 0 1,1 0-1,-1 0 1,0-1-1,0 0 1,-6 4-1,-5 2 39,-1-1 0,0 0 0,0-1-1,-1-1 1,1-1 0,-1 0-1,-1-1 1,1 0 0,-1-2 0,1 0-1,-1-1 1,0 0 0,0-2 0,-29-3-1,45 3-13,0 1 0,0-1-1,0 0 1,0 0 0,0 0-1,1 0 1,-1 0 0,0 0-1,1 0 1,-1 0 0,0-1-1,1 1 1,0-1 0,-1 1-1,1-1 1,0 1-1,0-1 1,0 0 0,0 0-1,0 1 1,0-1 0,1 0-1,-1 0 1,1 0 0,-1 0-1,1 0 1,-1-2 0,1-1-4,0 1 1,-1 0 0,2-1-1,-1 1 1,0 0-1,1-1 1,0 1 0,0 0-1,0 0 1,1 0-1,3-8 1,0 5-23,1 1-1,-1 0 0,1 0 1,0 0-1,1 0 1,-1 1-1,1 0 1,0 1-1,1 0 0,-1 0 1,1 0-1,0 0 1,0 1-1,0 1 1,15-4-1,-7 2-3,1 1-1,-1 1 0,1 0 1,0 1-1,0 0 1,-1 2-1,25 2 1,-39-3-7,0 1 0,0-1-1,1 1 1,-1 0 0,0 0 0,0 0 0,0 0 0,0 0 0,0 0 0,0 0-1,0 1 1,0-1 0,-1 0 0,1 1 0,0 0 0,-1-1 0,0 1 0,1 0-1,-1 0 1,0 0 0,0 0 0,0 0 0,0 0 0,0 0 0,0 0 0,-1 0-1,1 0 1,-1 0 0,0 0 0,1 1 0,-1-1 0,0 0 0,-1 4 0,0 5-1695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109 406 352,'0'0'2201,"0"-24"-1248,0-154 898,2 115-332,-1 25-196,-4-60 0,0 93-964,0 11-262,-3 18-97,-20 151 283,-23 161 752,27 6-651,22-307-432,0-33-24,1 8-169,-1-10 203,0 0 0,0 0 0,0 0-1,0 1 1,0-1 0,0 0 0,0 0 0,0 0-1,0 0 1,0 0 0,0 0 0,0 0-1,1 0 1,-1 0 0,0 0 0,0 1-1,0-1 1,0 0 0,0 0 0,0 0 0,0 0-1,0 0 1,1 0 0,-1 0 0,0 0-1,0 0 1,0 0 0,0 0 0,0 0-1,0 0 1,0 0 0,1 0 0,-1 0 0,0 0-1,0 0 1,0 0 0,0 0 0,0 0-1,0 0 1,0 0 0,1 0 0,-1 0-1,0 0 1,0 0 0,0 0 0,0-1-1,0 1 1,0 0 0,0 0 0,0 0 0,0 0-1,0 0 1,1 0 0,-1 0 0,0 0-1,0 0 1,7-9-3595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351 1 1489,'0'0'6307,"-169"153"-5859,115-92-320,2-4-128,13-5 0,10-20-1953,22-15-3185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 3794,'0'0'3473,"223"-32"-3393,-83 22-80,3 10 0,-19 0-16,-25 0-576,-42 0-897,-41 0-1056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6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561 178 480,'0'0'4087,"6"-22"-3220,16-69-256,-21 89-585,-1 0 0,1 0-1,-1 1 1,0-1-1,0 0 1,1 0 0,-2 0-1,1 0 1,0 0-1,0 0 1,-1 0-1,1 0 1,-1 0 0,1 0-1,-1 0 1,0 0-1,0 0 1,-2-2-1,2 3 0,-1 0 0,1-1 0,-1 1-1,0 0 1,1 1 0,-1-1 0,0 0-1,0 0 1,1 1 0,-1-1 0,0 1-1,-2-1 1,-5-1 77,-12-2 79,0 0 0,0 2 0,0 0 0,-1 1 0,-33 4 0,40-3-93,1 1-21,1 0-1,0 1 1,0 0-1,0 1 1,0 0 0,0 1-1,0 1 1,1 0-1,0 0 1,-17 11-1,15-6 56,0-1-1,1 2 0,1 0 0,-1 0 0,2 1 0,0 1 0,-14 20 0,10-9 39,1 1 0,2 0 0,0 0-1,2 1 1,1 0 0,1 1 0,1 0 0,2 0 0,-3 40 0,6-37-38,1 1 0,2 0 0,7 45-1,-5-60-89,1 0 0,1 0 0,0 0 0,1-1 0,1 0-1,1 0 1,0 0 0,12 15 0,-4-9-18,2-1 0,0 0 1,1-1-1,1-2 0,1 1 1,1-2-1,0-1 0,1-1 0,1 0 1,0-2-1,1 0 0,1-2 1,-1-1-1,2-1 0,-1 0 0,49 5 1,-44-8-8,1-3 1,0 0-1,0-2 1,60-7-1,-78 5-4,-1 0 0,0-2 0,0 1 0,0-2 0,0 1 0,-1-2 0,1 0 0,-1 0 0,-1-1 1,1 0-1,-2-1 0,1 0 0,16-17 0,-18 16 0,-1-1 1,0-1-1,-1 0 0,0 0 1,0 0-1,-1-1 1,-1 1-1,0-1 0,3-17 1,-3 6 0,-1 0 1,-1 0-1,-1-1 0,-2-28 1,-2 25-4,-1 0 0,-2 0 0,-1 0 0,-1 0 1,-1 1-1,-1 0 0,-2 1 0,-1 0 0,0 0 0,-21-27 0,11 20 2,-2 1-1,-1 1 1,-1 2-1,-1 0 0,-2 2 1,-59-43-1,69 57-4,0 0-1,-1 2 1,0-1-1,-31-9 1,38 16-11,0 0 1,0 1-1,-1 0 0,0 1 1,1 1-1,-1 0 1,0 1-1,-18 1 1,29-1-83,-1 0 0,1 1 0,0-1 0,-1 1 0,1 0 0,-1 0 0,1 0 0,0 0 0,0 0 1,0 1-1,0-1 0,0 1 0,0 0 0,0 0 0,0 0 0,1 0 0,-1 0 0,1 1 0,-1-1 0,1 1 0,0-1 1,0 1-1,1 0 0,-1 0 0,-1 3 0,-6 29-5185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30 701 4978,'0'0'2583,"2"-17"-2452,4-53 174,-3 1 0,-8-93 0,5 159-300,-36-377 523,53 960-559,57 1 11,-62-519-825,-5-22-2117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0 4290,'0'0'2655,"-30"15"-2149,-5 2-205,-59 38-1,86-48-256,1 0 0,0 0-1,1 0 1,-1 1 0,1-1 0,1 2 0,0-1 0,0 0 0,0 1 0,1 0 0,0 0 0,1 1 0,0-1 0,1 1 0,0-1 0,-2 16 0,3-19-34,-3 28 61,0 0-1,4 68 0,0-94-65,1 1-1,0 0 1,1-1-1,0 0 1,0 1-1,1-1 1,0 0 0,0 0-1,1 0 1,0 0-1,0-1 1,1 0-1,0 1 1,0-2 0,1 1-1,0-1 1,0 0-1,1 0 1,-1 0-1,1-1 1,0 0-1,1 0 1,-1-1 0,1 0-1,0-1 1,0 1-1,0-2 1,0 1-1,1-1 1,10 2 0,-6-2 2,1 0 1,-1-1-1,1-1 1,-1 0-1,1-1 1,-1 0 0,15-3-1,-22 2-4,1 0 0,-1 0 0,0 0 0,-1-1 0,1 1-1,0-1 1,-1-1 0,1 1 0,-1-1 0,0 0 0,0 0 0,-1 0-1,1-1 1,-1 0 0,0 0 0,6-10 0,-3 3 3,-1-1 0,-1-1 0,0 1 1,-1-1-1,0 0 0,-1 0 0,-1 0 0,0 0 1,-1-1-1,0 1 0,-1 0 0,-1-1 0,0 1 1,-1 0-1,-1 0 0,0 0 0,-1 0 0,0 0 1,-1 0-1,-1 1 0,0 0 0,0 0 0,-2 1 1,1 0-1,-2 0 0,1 1 0,-14-13 0,19 21-6,-40-38-190,40 39 110,-1 0 0,1-1 0,0 1 0,-1 1 0,1-1 0,-1 0 0,0 1 0,1-1 0,-1 1 0,0 0 0,0 1 0,-6-2 0,1 4-2673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57 185 4066,'0'0'3583,"-8"0"-3276,6 0-305,0 0 0,0 1 0,0-1 0,0 0 0,1 0 0,-1 1 1,0-1-1,0 1 0,0 0 0,1-1 0,-1 1 0,0 0 0,1 0 1,-1 0-1,1 0 0,-1 1 0,1-1 0,-3 3 0,2-1 0,0 0 1,1 1-1,-1 0 0,1-1 0,0 1 0,0 0 0,0-1 1,1 1-1,-1 0 0,1 0 0,0 4 0,-2 30 25,2 0-1,2 0 1,8 49-1,-7-70-17,1 0-1,1 0 0,0-1 1,1 0-1,1 0 0,1 0 1,0-1-1,1 0 0,18 23 1,-24-34-7,1 1 1,0-1 0,0-1-1,0 1 1,0-1 0,1 1 0,0-1-1,-1 0 1,1-1 0,0 1-1,8 2 1,-4-3 4,1 0-1,-1 0 1,1-1 0,0 0-1,19-1 1,-23-1-6,0 0 1,0 1 0,0-2-1,0 1 1,-1-1-1,1 0 1,0 0-1,0 0 1,-1-1 0,0 0-1,8-5 1,-4 1-8,0 0 1,-1-1-1,0 0 1,0 0-1,12-18 1,-9 9-14,-1 0 1,-1-1 0,0 1 0,-2-2-1,0 1 1,-1-1 0,4-21 0,-3 2 16,-3-1 1,-1 1-1,-2-1 0,-6-59 1,-2 69 73,6 28-64,1 0 0,-1 0-1,1 0 1,-1 0-1,1 1 1,-1-1-1,1 0 1,-1 0 0,0 0-1,1 1 1,-1-1-1,0 0 1,0 1-1,0-1 1,1 1-1,-1-1 1,0 1 0,0-1-1,0 1 1,0 0-1,0-1 1,0 1-1,0 0 1,0 0 0,-1 0-1,1 0-7,1 0 1,-1 0-1,1 0 0,-1 0 1,1 0-1,-1 0 0,1 1 1,-1-1-1,1 0 0,-1 0 1,1 0-1,-1 1 0,1-1 0,0 0 1,-1 1-1,1-1 0,-1 1 1,1-1-1,0 0 0,0 1 1,-1-1-1,1 1 0,0-1 1,0 1-1,-1-1 0,1 1 0,0-1 1,0 1-1,0 0 0,-3 19-17,3-15 15,0 179-17,0-175 22,1 0 1,1 0-1,0 0 1,0 0 0,0 0-1,1-1 1,1 0-1,-1 1 1,1-1-1,1 0 1,8 12 0,-9-15 0,0-1 1,0 1 0,0-1 0,1 0-1,-1 0 1,1 0 0,0-1 0,0 1-1,0-1 1,1 0 0,-1-1 0,1 1 0,-1-1-1,1 0 1,0-1 0,0 0 0,0 1-1,9-1 1,-8 0 21,0-1 1,0 0-1,0-1 0,-1 1 0,1-1 1,0-1-1,-1 1 0,1-1 0,-1 0 1,1-1-1,-1 0 0,0 0 0,0 0 1,0 0-1,0-1 0,-1 0 0,1 0 0,-1-1 1,0 0-1,-1 1 0,1-2 0,-1 1 1,0 0-1,0-1 0,0 0 0,-1 0 1,0 0-1,0 0 0,2-8 0,0-1 28,-1 0 0,0 0-1,-1 0 1,1-31 0,-3-66 129,-2 62-200,-7-76-2741,8 107-177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2993,'0'0'2175,"26"15"-1668,89 44-278,-106-55-219,1-1 1,-1 0-1,1-1 1,-1 0-1,1 0 1,0-1-1,0 0 1,0-1-1,-1 0 1,11-2-1,10 1 3,-29 1-13,19 1 8,0-2 1,0 0-1,0-1 0,0-1 0,20-5 1,-36 6-7,1 1-1,-1-1 1,0 1 0,0-1 0,0 0 0,0-1 0,0 1 0,0-1 0,-1 0-1,1 1 1,-1-2 0,0 1 0,0 0 0,0-1 0,0 1 0,0-1 0,-1 0-1,0 0 1,0 0 0,0 0 0,0 0 0,0 0 0,-1-1 0,0 1 0,0-1 0,0 1-1,-1-1 1,1-6 0,-1 6 4,0 0 1,-1 0-1,1 0 0,-1 0 0,0 0 1,-1 0-1,1 0 0,-1 0 0,0 1 1,0-1-1,0 1 0,-1-1 1,0 1-1,0 0 0,0 0 0,0 0 1,-1 0-1,1 0 0,-1 1 0,0 0 1,0 0-1,0 0 0,0 0 0,-6-2 1,-10-5 113,-1 0 1,0 2 0,-1 0 0,-24-4-1,15 5 185,-1 3-1,1 0 0,-62 2 0,90 2-290,-1 0-1,0 1 1,0-1-1,0 1 1,1 0-1,-1 0 1,0 0-1,1 1 1,-1-1 0,1 1-1,-1 0 1,1 0-1,0 0 1,0 0-1,0 1 1,0-1-1,0 1 1,1 0 0,-1-1-1,1 1 1,0 1-1,-1-1 1,1 0-1,1 0 1,-4 7-1,-1 6-2,1-1 0,1 1-1,0 0 1,-3 29 0,2-11 4,2 0 0,3 67 1,1-89-14,0-1 0,1 1 0,0-1 0,1 1 1,0-1-1,1 0 0,0 0 0,1 0 0,0-1 1,1 0-1,0 1 0,9 10 0,-5-10-225,1 0 0,0-1 0,1 0 0,0 0 0,0-1 0,1-1 0,1 0-1,-1-1 1,1 0 0,0-1 0,0-1 0,1 0 0,0-1 0,0 0 0,27 2 0,48-3-3632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22 3874,'0'0'2433,"-14"28"-1929,-43 91-90,53-110-379,1 1 1,0-1-1,1 1 1,0 0 0,1 0-1,0-1 1,0 1-1,1 0 1,1 13 0,0 4 16,1 30-45,-1 5 751,-2-59-545,-1-8-21,-4-37 62,2 11-242,1-1-1,2 0 0,1 1 0,5-43 1,-4 69-39,1-1 1,0 1 0,0-1 0,1 1 0,-1 0 0,1 0 0,0 0 0,1 0 0,-1 0 0,1 1 0,0 0 0,0-1-1,0 1 1,1 1 0,-1-1 0,1 1 0,0 0 0,0 0 0,0 0 0,1 1 0,9-4 0,12-3-261,-1 1 0,2 1 1,33-4-1,-55 10 231,220-46-542,-215 46 924,-9 6 34,-14 16 137,4-9-541,-12 20 230,-47 87 651,60-104-693,1 0 0,0 0 0,2 1 0,-1 0 0,2-1 0,-2 26 0,4-36-120,1 0 1,0 0 0,0 1-1,0-1 1,1 0 0,-1 0-1,2 0 1,-1 0 0,0 0 0,1 0-1,0 0 1,0-1 0,0 1-1,1-1 1,-1 1 0,1-1-1,0 0 1,5 6 0,-2-5-25,1-1 1,-1 1 0,1-1 0,-1 0-1,1 0 1,0-1 0,1 0-1,-1 0 1,1-1 0,-1 0-1,12 2 1,7 0-381,48-1 0,28-2-3067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532 503 4338,'0'0'2799,"4"-9"-2319,2-8-430,-1 0-1,-1 0 1,0-1 0,-1 1 0,1-32 0,-4 18 100,1-3 1,-1-1 1,-2 1-1,-2-1 0,-8-39 1,4 48-24,-18-56 483,23 75-518,1 8-78,1 11-64,1-9 48,0 80-56,7 652 98,-7-727-42,3 32 21,-3-38-23,0-1 0,0 1-1,0 0 1,1-1 0,-1 1 0,1-1-1,-1 1 1,1 0 0,0-1 0,-1 0 0,1 1-1,0-1 1,0 1 0,0-1 0,0 0-1,0 0 1,1 1 0,0 0 0,-1-2-4,-1 0 1,1 0-1,-1 0 1,0 0-1,1 1 1,-1-1-1,1 0 0,-1 0 1,1 0-1,-1-1 1,0 1-1,1 0 1,-1 0-1,1 0 1,-1 0-1,1 0 1,-1 0-1,0-1 1,1 1-1,-1 0 1,1 0-1,-1-1 1,0 1-1,1 0 1,-1 0-1,0-1 0,0 1 1,1 0-1,-1-1 1,0 1-1,0-1 1,1 1-1,-1 0 1,0-1-1,0 1 1,0-1-1,0 1 1,1 0-1,-1-1 1,0 1-1,0-1 1,0 1-1,0-1 0,0 1 1,0-1-1,0 1 1,2-30-472,0 1-1,-4-49 1,0 47 256,1 16 128,-1-1 0,0 1 0,-1-1 0,-1 1 0,0 0 0,-1 0-1,-1 1 1,0-1 0,-1 1 0,-13-19 0,14 23 73,-2 0 0,1 1 0,-1 0-1,0 0 1,-1 1 0,0 0 0,-1 1 0,1 0 0,-1 0-1,-1 1 1,1 0 0,-1 1 0,0 0 0,-15-4 0,13 6 38,0 0 0,0 0 0,0 2 0,0-1 0,0 2 0,0 0 0,0 0 1,-1 1-1,-15 3 0,21-2 18,0 1 0,0 0 0,0 0 1,0 0-1,0 1 0,0 0 0,1 0 0,0 1 0,0 0 1,0 0-1,1 1 0,-1 0 0,1 0 0,-9 13 1,7-6 51,0 0 0,0 1 0,1 0 1,1 0-1,1 0 0,0 1 0,1 0 1,0 0-1,-2 23 0,4-25-24,1 0 0,1 0 0,0 0 0,0 1 0,2-1 0,-1 0-1,2 0 1,0 0 0,0-1 0,1 1 0,9 18 0,-6-19-42,1-1 0,0 0 1,0 0-1,1 0 0,1-2 0,0 1 0,0-1 1,1 0-1,0-1 0,22 13 0,-7-8-22,0 0 0,1-2-1,0-1 1,36 8 0,-12-7-785,0-3 0,0-2 1,78-2-1,-1-4-3365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4562,'0'0'3650,"0"-54"-3618,0 108-32,0 11 256,0-2-160,0-1-16,0-11-32,0-7-48,0-11-320,0-9-1345,3-16-512,12-8-944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1 2961,'0'0'4194,"-98"33"-4098,119-33 80,11 0-176,7 0-1584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906 111 1217,'0'0'4882,"-12"-18"-4159,4 4-593,4 7-73,-1-1 1,1 0 0,-2 1 0,-11-13-1,14 17-24,0 1 0,0-1 0,-1 0 0,1 1-1,-1 0 1,1 0 0,-1 0 0,0 0 0,0 1-1,0-1 1,0 1 0,0 0 0,-1 0 0,1 1 0,0-1-1,-5 1 1,0 0-2,1 0-1,0 0 1,-1 1 0,1 0-1,0 0 1,-1 1 0,1 0-1,0 1 1,0 0-1,1 0 1,-1 0 0,1 1-1,-1 0 1,1 1-1,0 0 1,1 0 0,-1 0-1,-9 10 1,5 0-28,0 0 0,1 0 0,1 0 0,1 1 1,0 1-1,0 0 0,2 0 0,0 0 0,1 0 0,1 1 0,1 0 1,0 0-1,1 0 0,1 0 0,1 0 0,4 36 0,-3-48-3,0-1 0,0 0 0,0 0 1,1 0-1,0 0 0,0 0 0,0 0 0,0-1 0,1 1 0,0 0 0,0-1 0,0 0 0,0 0 1,1 0-1,0 0 0,-1-1 0,1 1 0,1-1 0,-1 0 0,0 0 0,1 0 0,0-1 0,-1 0 0,1 0 1,5 2-1,4 0 0,0-1 1,0 0-1,0-1 1,0-1 0,1 0-1,-1-1 1,0 0 0,18-3-1,-25 2 3,-1 0 0,0-1-1,0 1 1,0-1 0,0 0-1,0-1 1,0 1 0,-1-1 0,1-1-1,-1 1 1,0-1 0,0 1-1,0-2 1,0 1 0,-1 0-1,1-1 1,-1 0 0,-1 0 0,1 0-1,-1 0 1,1-1 0,-1 1-1,-1-1 1,1 0 0,2-11-1,0-1 14,-2-1-1,0 0 0,0 1 0,-2-1 1,-1 0-1,0 0 0,-4-30 0,2 38 7,0 0 0,0 1 0,-1-1 0,0 1-1,-1-1 1,0 1 0,-1 0 0,0 0 0,0 1 0,-7-10-1,12 19-20,-1 1-1,1-1 1,0 0-1,0 0 0,0 0 1,0 0-1,0 1 1,0-1-1,0 0 0,0 0 1,0 0-1,0 0 1,0 1-1,0-1 1,-1 0-1,1 0 0,0 0 1,0 0-1,0 0 1,0 0-1,0 1 0,-1-1 1,1 0-1,0 0 1,0 0-1,0 0 0,0 0 1,-1 0-1,1 0 1,0 0-1,0 0 1,0 0-1,-1 0 0,1 0 1,0 0-1,0 0 1,0 0-1,-1 0 0,1 0 1,0 0-1,0 0 1,0 0-1,0 0 0,-1 0 1,1 0-1,0 0 1,0 0-1,0-1 0,0 1 1,0 0-1,-1 0 1,1 0-1,0 0 1,0 0-1,0-1 0,0 1 1,0 0-1,0 0 1,-1 0-1,1 0 0,0 0 1,0-1-1,0 1 1,0 0-1,-1 13-24,1 1 0,1 0 0,0 0 1,0-1-1,6 21 0,-2-1 15,20 131 5,4 175 0,-28-306 4,-5 326-26,1-316 23,-3-2 0,-1 1 0,-2-1 0,-2 0-1,-2-1 1,-25 57 0,28-78 4,0 0 0,-1-1 0,-1 0-1,-1-1 1,-1 0 0,-24 24 0,26-31 1,-1 1 0,0-2-1,0 0 1,0-1 0,-1 0 0,-1-1 0,1 0-1,-1-2 1,-24 7 0,15-6 4,-2-1 0,1-2 0,-1 0 0,1-2-1,-1 0 1,1-2 0,-1-1 0,1-1 0,-1-1 0,-29-10 0,42 10 12,-1 0 1,1-1-1,0-1 0,1 0 1,-1-1-1,1 0 0,1-1 1,-1-1-1,1 0 1,1 0-1,0-1 0,0 0 1,1-1-1,0 0 1,0 0-1,2-1 0,-1 0 1,2 0-1,-1-1 0,-4-16 1,4 7-1,2 0 0,0 0 0,2-1 0,0 0 1,2 1-1,0-1 0,2 0 0,0 0 0,2 0 0,0 1 0,2-1 0,0 1 1,1 0-1,2 1 0,18-41 0,-13 38-22,0 0 1,1 1-1,2 1 1,0 0-1,1 1 1,1 1-1,1 0 0,1 2 1,1 0-1,0 1 1,1 1-1,1 1 1,26-12-1,-34 20-2,0 1 0,0 0 0,1 2 0,0-1 0,0 2 0,0 0 0,33-1 0,-46 4 2,1-1 1,-1 1-1,0 0 1,0 1-1,1-1 1,-1 1-1,0-1 0,0 1 1,0 0-1,0 0 1,0 0-1,0 1 1,0-1-1,0 1 0,0-1 1,3 3-1,-4-1 1,0 0-1,0 0 1,0 0 0,0 0-1,0 0 1,-1 0-1,1 1 1,-1-1-1,0 1 1,0-1 0,0 1-1,0-1 1,-1 1-1,1 3 1,1 56-1451,3-49-1697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6 3762,'0'0'3825,"1"-6"-3282,-3 14-560,-16 326 728,17-192-4285,1-172 1798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227 1 624,'0'0'4354,"-191"41"-3970,162 7 241,23-4 143,6 4-336,47-19-224,25-14 161,5-15-225,-12 0-80,-20-9 96,-21-26 256,-24-4 96,0 0-416,-6 4-96,-15 8-560,12 12-1073,9 6-1840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0 4242,'0'0'4442,"-2"17"-4298,-9 283 1179,6-74-816,-7 119 80,12-342-583,0 0 0,0 0 0,0-1 0,0 1 0,0 0 0,1 0 0,-1 0 0,1 0 0,0-1 0,0 1 0,0 0 0,0-1 0,0 1-1,1-1 1,-1 1 0,1-1 0,0 0 0,3 4 0,-1-3 3,-1-1-1,1 0 0,0 0 1,0-1-1,0 1 0,0-1 1,0 0-1,0 0 0,1 0 1,-1-1-1,0 1 0,6-1 1,4 1-29,0 0 0,-1-1 0,1 0 0,0-1 1,0-1-1,0 0 0,-1-1 0,1-1 0,-1 0 1,0 0-1,21-11 0,-16 5-606,0-1 0,-1-1 1,-1 0-1,0-1 0,23-24 0,-28 23-672,-1 0 0,9-16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6195,'0'0'432,"160"-9"-336,3 6 160,16 3-176,-10 0-80,-29 0-480,-54-9-1105,-62-2-3009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80 196 3666,'0'0'515,"-4"-26"-361,-3-8 27,0 4 314,-4-59 1,11 73 273,0 31-165,-21 730-3,16-657-587,5-52 0,-3-1 0,0 0-1,-13 51 1,13-138 365,3 23-347,1 0 1,2 0-1,0 0 1,14-48-1,-13 63-27,1 1-1,0 1 0,0-1 0,2 1 0,-1 0 0,2 0 0,0 1 0,0 0 1,1 1-1,0-1 0,0 2 0,14-11 0,-13 12-7,1 1 0,0 0 0,0 0 0,1 1 0,0 1 0,0 0 0,0 1 0,0 0 1,1 1-1,0 0 0,0 1 0,-1 0 0,1 1 0,0 1 0,0 0 0,0 0 0,0 2 0,13 2 0,-21-3 3,0 1 0,-1 0 0,1 0-1,-1 0 1,1 1 0,-1-1 0,0 1 0,0 0 0,-1 0-1,1 1 1,0-1 0,-1 1 0,0 0 0,0 0 0,0 0 0,0 0-1,-1 0 1,0 0 0,0 1 0,0-1 0,0 1 0,1 7-1,1 4 31,-1 1 0,0-1 0,-2 1 0,0-1 0,-1 25 0,-1-33 12,0 0-1,0 0 0,0 0 1,-1-1-1,0 1 1,0 0-1,-1-1 1,0 0-1,-1 1 1,1-1-1,-1 0 0,-7 8 1,2-4 31,-1-1 1,0 1 0,-1-2-1,0 0 1,0 0-1,-14 7 1,-4 3 43,-1-2 0,-39 16 0,57-28-462,0-1-1,-1 0 1,1 0-1,-1-2 0,0 1 1,0-2-1,0 0 1,-23 0-1,14-6-3013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1 302 4402,'34'0'760,"110"-2"-608,-114 2-135,-1 1 0,1 1-1,44 10 1,-5 0 23,-49-9-32,0-2-1,0 0 1,0-1-1,32-5 1,-50 4-6,1 0 0,-1 0 0,1 0 0,-1 0 0,0 0 0,0-1 0,1 1 0,-1-1 0,0 0 0,-1 1 0,1-1 1,0 0-1,0 0 0,-1 0 0,1 0 0,-1-1 0,0 1 0,1 0 0,-1-1 0,0 1 0,-1 0 0,1-1 0,0 0 1,-1 1-1,1-1 0,-1 1 0,0-1 0,0 1 0,0-6 0,0 1 8,0 0-1,0 0 1,-1 0 0,0 0-1,-1 1 1,1-1 0,-1 0 0,0 1-1,-1-1 1,0 1 0,-3-7-1,-4-1 43,-1 0 0,0 1 0,-1 0 0,-1 1-1,0 0 1,0 1 0,-1 0 0,-1 1 0,1 1 0,-2 0-1,1 1 1,-1 1 0,0 1 0,-1 0 0,1 1 0,-1 0-1,0 1 1,-1 2 0,1-1 0,-32 1 0,43 3 3,0 0 1,-1 0 0,1 0-1,0 1 1,0 0-1,0 0 1,1 1 0,-1 0-1,0 0 1,1 0-1,0 0 1,-1 1 0,1 0-1,1 0 1,-1 0-1,1 1 1,-1 0 0,2-1-1,-1 2 1,0-1-1,1 0 1,0 1 0,0-1-1,0 1 1,1 0 0,-2 7-1,0 0 41,0 0 0,1 0 0,0 1 0,2 0-1,-1-1 1,2 1 0,-1 0 0,2 0 0,0-1 0,1 1 0,5 21 0,-2-22-58,1 0 1,0 0 0,0 0 0,2-1 0,-1 0 0,2-1-1,-1 1 1,2-2 0,-1 1 0,1-1 0,1-1 0,0 0 0,14 9-1,3 1-88,2-1-1,0-1 1,1-2-1,44 16 0,-41-20-1162,1-2-1,0-1 0,70 7 0,-11-13-3407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229 311 3394,'0'0'3316,"7"-5"-2817,25-16-230,-30 20-260,-1 1 0,0 0 0,0-1 0,0 1 0,1 0 0,-1 0 0,0-1 0,0 1 0,1 0 0,-1 0 0,0 0 0,0 1 0,1-1 1,-1 0-1,0 0 0,0 1 0,0-1 0,1 1 0,-1-1 0,0 1 0,2 1 0,7 2 27,-4-3-31,0 0 0,-1 0 1,1 0-1,0-1 0,0 0 1,-1 0-1,1 0 0,0-1 0,-1 1 1,1-2-1,0 1 0,-1 0 1,1-1-1,6-4 0,-8 4-2,-1 0-1,0-1 0,0 0 1,0 0-1,0 0 0,0 0 1,-1 0-1,0 0 0,1-1 1,-1 1-1,0-1 0,-1 0 1,1 0-1,-1 1 0,1-1 1,-1 0-1,0 0 0,-1 0 1,1 0-1,-1 0 0,1-5 1,-1 1-3,-1 1 0,1-1 1,-1 1-1,0-1 1,-1 1-1,0 0 1,0 0-1,-1 0 1,0 0-1,0 0 0,0 0 1,-1 1-1,0-1 1,0 1-1,-1 0 1,1 0-1,-2 1 1,1 0-1,0-1 0,-1 2 1,0-1-1,0 1 1,-11-6-1,6 3 4,-1 1-1,0 0 0,0 1 0,0 0 1,-1 1-1,1 1 0,-1 0 1,0 0-1,0 1 0,0 1 0,-1 0 1,-25 3-1,32-1 17,0 1 0,0-1 0,0 2 0,0-1 0,0 1 0,1 0 0,-1 0 0,1 1 0,0 0 0,0 0 0,0 1 0,0-1 0,1 1 0,0 0 0,0 1 0,0-1 0,0 1 0,1 0 0,0 0 0,1 1 0,-1-1 0,-4 14 0,2-4 49,1 0 1,1 0-1,0 0 1,1 1 0,1-1-1,1 1 1,0 0-1,1-1 1,2 19-1,-1-26-59,0 0 1,1-1-1,0 1 0,1-1 0,0 0 0,0 0 1,1 0-1,0 0 0,0-1 0,1 1 0,9 11 1,-6-10-12,1 0 1,0-1 0,0 0 0,1 0-1,0-1 1,0-1 0,19 10 0,-5-6-426,1-1 1,0-1 0,0-1 0,1-1-1,0-1 1,0-2 0,33 1 0,40-3-2289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 1969,'0'0'1425,"-27"9"-593,8-4-619,4-1-26,0 1 1,0 0-1,-23 13 0,31-15-88,0 2 0,1-1 1,0 1-1,0 0 0,0 0 0,1 0 0,0 1 1,0 0-1,0 0 0,0 0 0,1 0 0,-6 12 1,1 7 131,0-1 1,2 1-1,1 1 0,0-1 1,2 1-1,1 0 1,1 51-1,2-69-215,0-1-1,0 1 1,1-1-1,0 0 1,1 0 0,0 0-1,0 1 1,0-2-1,1 1 1,0 0-1,7 11 1,-7-13-11,1-1 0,-1 1-1,1-1 1,0-1 0,1 1 0,-1 0 0,1-1 0,0 0-1,0 0 1,0 0 0,0-1 0,0 0 0,0 0 0,1 0-1,8 1 1,-4 0 2,1-1-1,-1-1 1,1 0-1,-1 0 0,1-1 1,-1 0-1,1-1 1,-1 0-1,1-1 0,-1 0 1,0-1-1,0 0 1,0 0-1,16-9 0,-19 8-2,0 0-1,0-1 0,-1 0 1,0-1-1,0 1 0,0-1 1,0 0-1,-1 0 0,0-1 1,-1 0-1,1 0 0,-1 0 1,-1 0-1,1-1 0,-1 1 1,-1-1-1,1 0 0,-1 0 1,1-11-1,0 6 4,-1-1 0,-1 1 0,0-1-1,-1 0 1,0 1 0,-1-1 0,-1 1 0,0-1 0,-1 1-1,0 0 1,-1 0 0,-1 0 0,0 0 0,0 1 0,-8-13-1,-1 5 37,-1 1 0,-27-30 0,36 43-197,0 0 0,0 0-1,0 1 1,-1 0 0,1 1-1,-1-1 1,0 1-1,0 1 1,-1-1 0,1 1-1,-14-3 1,6 5-2506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65 335 3874,'0'0'3004,"-11"10"-2255,9-7-671,-33 24 337,34-27-407,1 1 0,-1-1 0,1 0 0,-1 1 1,1-1-1,-1 0 0,1 0 0,-1 1 0,1-1 0,-1 0 0,1 0 0,-1 0 0,0 0 0,1 0 0,-1 0 0,1 0 0,-1 0 0,0 0 0,1 0 0,-1 0 0,1 0 1,-1 0-1,0-1 0,0 1 1,1-1 1,0 0 0,-1 0-1,1 0 1,0 0-1,0 0 1,0 0 0,0 0-1,0 0 1,0 0 0,0 0-1,0 0 1,0 0-1,0 0 1,1 0 0,-1 0-1,0 0 1,1 0 0,-1 0-1,1-1 1,22-56 88,3 1 0,40-65-1,-55 102-73,24-30-1,-32 46-17,0 0-1,1 0 0,-1 0 0,1 1 0,0 0 1,0-1-1,0 1 0,0 1 0,0-1 1,1 0-1,-1 1 0,1 0 0,7-2 0,-10 4-6,-1 0 0,0 0 0,0 0 0,0 0 0,1 0 0,-1 0 0,0 1 0,0-1 0,0 0-1,0 1 1,0-1 0,0 1 0,0-1 0,0 1 0,0 0 0,0-1 0,0 1 0,0 0 0,0 0 0,0 0-1,0-1 1,0 1 0,-1 0 0,1 0 0,-1 0 0,1 0 0,0 0 0,-1 1 0,1-1 0,-1 0-1,0 0 1,1 0 0,-1 2 0,8 45-38,-8-43 38,6 316 86,-8-196-58,3-186 67,13-100 0,-11 139-74,2 0 0,0 0 0,1 0 0,1 1 0,1 0 0,1 0 0,1 1 0,16-24 0,-24 39-42,2 0 0,-1 0-1,0 1 1,1-1 0,0 1 0,0 0-1,0 0 1,1 0 0,-1 1 0,1-1-1,0 1 1,0 0 0,0 0-1,0 1 1,1 0 0,-1 0 0,1 0-1,-1 1 1,1-1 0,0 1 0,-1 0-1,11 1 1,-13 0-10,0 0 0,0 0 0,0 1 0,0-1 0,0 1 0,0 0 0,0 0 0,0 0 0,0 0 0,0 1 1,-1-1-1,1 1 0,-1-1 0,1 1 0,-1 0 0,3 2 0,0 1 5,-1 0 1,0 0 0,0 1 0,-1-1-1,0 1 1,1 0 0,1 7-1,3 10 9,-1-1 0,-1 1-1,3 30 1,-1 18 75,-3 107-1,-5-162 23,0-50-35,-2 14-81,2 0 0,0 1 0,2-1 1,0 1-1,1 0 0,0 0 0,10-27 0,-3 24-138,1 1 0,2 0 0,0 0 0,0 1 0,2 1 0,1 0 0,0 2 0,1-1 0,35-25 0,-44 37 3,1 1 0,0 0-1,0 0 1,0 1 0,1 0 0,17-4-1,-25 7 162,1 1 0,-1-1 0,1 0 0,-1 1 0,1 0 0,-1-1 0,1 1 0,-1 0 0,1 0 0,-1 1 0,1-1 0,-1 1 0,1-1 0,-1 1 0,1 0 0,-1-1 0,1 1 0,-1 1 0,0-1 0,0 0 0,0 0 0,0 1 0,0-1 0,0 1 0,0 0 0,0 0 0,0 0 0,-1-1 0,1 1 0,-1 1 0,1-1 0,0 3 0,1 6 72,0 0 0,-1 0 0,0 1-1,0-1 1,-2 1 0,0 22-1,0-15 110,-1 24 480,-1-1 0,-3 0-1,-10 49 1,12-79-564,-9 45 244,12-52-367,-1 0 0,1-1 0,0 1 0,0 0-1,0 0 1,1 0 0,-1 0 0,1-1 0,2 7 0,-2-10-57,-1-1 0,1 1-1,-1 0 1,0-1 0,1 1 0,0 0-1,-1-1 1,1 1 0,-1-1 0,1 1-1,0-1 1,-1 1 0,1-1 0,0 0-1,-1 1 1,1-1 0,0 0-1,0 1 1,-1-1 0,1 0 0,0 0-1,0 0 1,1 0 0,32 2-4121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6 360 5362,'0'0'1292,"31"-5"-1170,107-14-98,-105 15-132,-1-2-1,1-1 0,-1-2 0,42-16 0,-68 23 103,1-1 1,-1 0-1,1 0 0,-1-1 1,0 0-1,0 0 0,-1 0 0,1 0 1,-1-1-1,0 0 0,0 0 1,8-12-1,-10 12 37,-1 1-1,0-1 1,1 0 0,-1-1-1,-1 1 1,1 0-1,-1 0 1,0-1 0,0 1-1,-1-1 1,0 1 0,0-1-1,0 1 1,0-1 0,-1 1-1,0-1 1,-2-7 0,1 8 0,0-1 0,-1 1 0,1 0 1,-1-1-1,0 1 0,0 1 0,-1-1 1,0 0-1,1 1 0,-2 0 0,1 0 1,0 0-1,-1 0 0,1 1 0,-1-1 1,0 1-1,0 0 0,-1 1 0,1 0 1,-10-4-1,-4 0 123,-1 1-1,0 1 1,0 1 0,-35-2-1,46 5-104,0-1 0,1 2-1,-1-1 1,0 1 0,0 0-1,1 1 1,-1 0 0,1 0-1,0 1 1,-1 0-1,1 1 1,0-1 0,1 2-1,-1-1 1,1 1 0,0 0-1,0 0 1,0 1 0,1 0-1,0 1 1,0-1-1,0 1 1,1 0 0,0 0-1,-4 9 1,1-3 1,1 1 0,1 0-1,1 0 1,0 0 0,0 1 0,-4 29-1,5-12-24,2 0-1,1 37 1,1-64-24,1 0 1,-1 1-1,1-1 1,0 0-1,0 0 1,0 0-1,1 0 1,0 0 0,0 0-1,0 0 1,0 0-1,1-1 1,0 1-1,0-1 1,0 0-1,1 1 1,5 4 0,-3-4-2,0-1 0,0 0 0,1 0 0,-1-1 0,1 0 0,-1 0 0,1-1 0,0 0 0,0 0 1,0 0-1,0-1 0,12 1 0,0-1-20,-1 0 1,0-1-1,0-1 1,1 0-1,-1-2 0,0 0 1,0-1-1,-1-1 1,1 0-1,-1-2 1,0 0-1,-1 0 1,0-2-1,17-11 0,-8 3-76,0-1 0,-1-1 0,-2-1 0,0-1 0,29-35 0,-42 44 102,0 0 1,-1-1-1,-1 0 1,0 0-1,-1 0 1,0-1-1,-1 0 1,0 0-1,-2-1 1,1 1-1,-2-1 1,0 0-1,0-17 1,-2 21 37,-1-28 154,1 38-186,0 0 0,-1 0 0,1 0-1,0 0 1,0 0 0,0 0-1,-1 0 1,1 0 0,-1 0 0,1 0-1,-1 0 1,1 0 0,-1 0 0,1 0-1,-1 0 1,0 1 0,0-1-1,1 0 1,-1 0 0,0 1 0,0-1-1,0 1 1,0-1 0,1 1 0,-1-1-1,0 1 1,-2-1 0,3 1-11,-1 0 0,1 0 0,0 0 0,0 0 0,-1 0 0,1 0 0,0 0 0,-1 0 0,1 0 0,0 0 0,0 0 0,-1 0 0,1 0 0,0 0 0,0 0 0,-1 1 0,1-1 0,0 0 0,0 0 0,-1 0 0,1 0 0,0 1 1,0-1-1,0 0 0,0 0 0,-1 0 0,1 1 0,0-1 0,0 0 0,0 0 0,0 1 0,0-1 0,-1 0 0,1 0 0,0 1 0,0-1 0,0 0 0,0 1 0,0-1 0,0 0 0,0 0 0,0 1 0,0-1 0,0 0 0,0 0 0,0 1 0,0-1 0,1 0 0,-1 1 0,0-1 0,0 0 0,0 1 0,5 12-26,6 2 23,1-1 0,0 0-1,25 21 1,-18-18 3,-2 0 4,9 7-3,0 1 0,43 58 1,-62-74-4,-1 1 0,0 1 0,-1-1 0,0 1 1,-1 0-1,0 0 0,-1 0 0,0 0 0,0 1 0,-2 0 1,1-1-1,-1 1 0,-1 15 0,-1-21 11,0 1 1,-1-1-1,1 0 0,-1 1 0,0-1 1,-1 0-1,0 0 0,0 0 0,0-1 1,0 1-1,-1-1 0,0 0 0,0 0 0,-1 0 1,1 0-1,-1-1 0,0 0 0,0 0 1,0 0-1,-1-1 0,0 1 0,1-1 1,-11 3-1,5-1 157,0-1 0,0 0-1,0-1 1,-1 0 0,0-1 0,1 0 0,-1-1-1,0 0 1,0-1 0,0-1 0,1 0 0,-21-3 0,30 3-122,-1 0 0,1-1 0,-1 1 0,1 0 0,0-1 0,0 1 0,0-1 0,-1 0 0,2 0 0,-1 0 0,0 0 0,0 0 0,0 0 0,1 0 0,0-1 0,-1 1 0,1-1 0,0 1 0,0-1 0,0 1 0,0-1 0,1 1 0,-1-4 0,0 2-34,0 0-1,0 0 1,1 0-1,0 0 1,0 0-1,0 0 1,0 0-1,1 0 1,0 0-1,-1 0 1,1 0-1,1 0 1,-1 0-1,0 1 1,1-1-1,2-3 1,1 1-33,0 0-1,1 1 1,0-1 0,-1 1 0,2 0-1,11-6 1,49-26-1152,-25 16-1055,13-12-3715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2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255 108 2049,'0'0'1555,"-29"-3"-480,-156-10 1316,178 12-2103,6 2-207,-1-1 0,0 0 0,0 0 0,0 0 1,1-1-1,-1 1 0,0 0 0,1-1 0,-1 1 0,0-1 1,1 1-1,-1-1 0,0 0 0,1 0 0,-1 0 1,1 0-1,-1 0 0,-1-2 0,3 3-73,0 0-1,0 0 1,0 0-1,0-1 1,0 1 0,-1 0-1,1 0 1,0-1-1,0 1 1,0 0 0,0 0-1,0 0 1,0-1-1,0 1 1,0 0-1,1 0 1,-1 0 0,0-1-1,0 1 1,0 0-1,0 0 1,0-1 0,0 1-1,0 0 1,0 0-1,0 0 1,1 0-1,-1-1 1,0 1 0,0 0-1,0 0 1,0 0-1,1 0 1,-1 0 0,0-1-1,0 1 1,0 0-1,1 0 1,-1 0-1,0 0 1,0 0 0,0 0-1,1 0 1,-1 0-1,0 0 1,0 0 0,1 0-1,-1 0 1,0 0-1,0 0 1,13-3 21,0 1 1,0 1 0,0 0-1,15 1 1,21-1-23,177-13-2,223-20-184,-417 31 180,-26 4 2,0-1 0,1-1 0,-1 1 0,0-1 1,1 0-1,-1-1 0,0 0 0,0 0 0,6-2 0,-11 3 27,-5 2-12,-2 1-15,-1 0-1,1 1 1,0 0-1,0 0 1,1 1-1,-1 0 0,1 0 1,0 0-1,0 0 1,0 1-1,0 0 1,-5 8-1,-11 14 9,-20 36 0,25-38 10,-81 114 240,-116 129 1,207-262-196,5-5-33,0 0-1,-1 1 0,1-1 0,0 1 0,0-1 1,0 1-1,0-1 0,0 1 0,0 0 0,0-1 1,1 1-1,-1 0 0,1 0 0,-1-1 0,0 4 0,9-3 190,13-2-119,6 0 0,1-1-1,27-4 1,87-27 1,-49 10-198,132-37-3686,-137 26-1449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12 432 4386,'0'0'2607,"27"0"-2578,187 0 94,-165 1-94,-21 0-260,1 0 0,-1-2 0,1-2 1,-1 0-1,55-14 0,-79 15 186,0 1 0,0-1 0,0 0-1,0 0 1,-1 0 0,1-1 0,-1 1-1,1-1 1,-1 0 0,0 0-1,0 0 1,0-1 0,0 1 0,-1-1-1,1 1 1,-1-1 0,0 0 0,0 0-1,2-6 1,-3 5 47,1-1 1,-1 0-1,0 0 0,-1 0 0,0 1 0,0-1 0,0 0 1,0 0-1,-1 0 0,0 0 0,0 0 0,-1 1 1,1-1-1,-4-7 0,-1 2 89,0 0 1,0 1-1,-1-1 0,0 1 1,-1 0-1,0 1 0,0 0 1,-1 0-1,0 1 0,-1 0 1,0 1-1,-14-9 0,10 8 70,0 0 1,-1 2-1,0-1 0,0 2 0,0 0 0,0 1 0,-1 0 0,0 2 0,-18-2 1,17 3-23,1 1 0,-1 0 1,1 1-1,-18 4 0,27-3-98,0 0 0,0 0 0,0 0 0,1 1 0,0 0 0,-1 1 0,1-1 0,0 1 0,0 0 0,1 1 0,0-1 0,-6 6 0,0 3 23,1 0 0,0 0 0,1 1 0,0 0-1,1 0 1,1 1 0,0 0 0,-8 30 0,8-17 0,1 1 0,1 0 1,1 0-1,1 34 1,3-48-53,0 0 0,1 0 0,0 0 0,1 0 0,1 0-1,9 26 1,-8-33-9,-1 1-1,2-1 0,-1 0 0,1 0 0,1-1 1,-1 1-1,1-1 0,1 0 0,-1-1 0,1 0 1,0 0-1,11 8 0,-3-6-3,0 1 1,0-2-1,1 0 1,0-1-1,0 0 1,0-1-1,31 4 1,-2-3-220,80-1 1,-99-5-4,0-1 0,-1-2 0,1 0 0,0-2 0,-1 0 0,0-2-1,0-1 1,-1-1 0,0-1 0,-1-1 0,0-1 0,32-23 0,-32 20 140,-1-2 0,0-1 0,-2 0 1,0-2-1,24-30 0,-35 38 161,0-1 0,0-1 0,-2 1 1,0-1-1,0-1 0,-1 1 0,-1-1 0,0 0 1,-2-1-1,5-29 0,-8 45-75,3-34 506,-2-46 0,0 74-431,-2-1 0,1 1 0,-1 0 0,0-1 0,0 1 0,-1 0-1,0 0 1,0 0 0,0 0 0,-1 0 0,0 1 0,0-1 0,0 1 0,-7-9 0,9 13-47,0 0-1,0 0 1,1 1-1,-1-1 0,0 0 1,0 1-1,0-1 1,0 1-1,0-1 1,0 1-1,0-1 1,-1 1-1,1 0 1,0-1-1,-1 1 0,1 0-19,0 0 1,1 0-1,-1 0 0,1 0 0,-1 1 0,1-1 0,-1 0 0,1 0 0,-1 1 0,1-1 0,-1 0 0,1 1 0,0-1 0,-1 0 0,1 1 0,-1-1 0,1 0 0,0 1 0,-1-1 0,1 1 0,0-1 0,-1 1 0,0 3 6,0-1 0,0 0 0,0 1 1,0-1-1,0 1 0,1 0 0,0 5 0,3 426 1021,-3-430-836,0-11-78,0-29-41,-4-50-89,-6-4 32,-9-131-44,19 218 15,0 1 1,1-1 0,-1 1 0,0-1 0,0 0 0,1 1 0,-1-1-1,1 1 1,-1-1 0,1 1 0,0 0 0,0-1 0,-1 1 0,1-1-1,0 1 1,0 0 0,0 0 0,0 0 0,1 0 0,-1 0 0,0 0 0,0 0-1,1 0 1,-1 0 0,3-1 0,2-1-11,1 1 0,0 0 0,0 0 0,11-1 1,-5 1-4,194-27-308,-110 18 35,139-35 0,-205 33 440,-28 10-14,-21 9-4,4 0-65,1 1-1,0 0 1,0 1-1,1 0 1,0 1-1,0 0 1,1 1-1,0 1 1,1-1 0,-16 22-1,16-18 58,0 1 1,1 0-1,0 0 0,1 1 0,1 0 1,0 0-1,2 0 0,-1 1 1,-2 21-1,6-28-96,1 1 0,0 0 0,1-1 0,0 1 1,1-1-1,0 1 0,4 18 0,-3-23-27,0 0-1,1 0 1,0-1 0,-1 1-1,2-1 1,-1 1 0,1-1-1,0 0 1,0 0-1,0-1 1,0 1 0,1-1-1,10 7 1,-2-2-117,1-1 0,0-1 0,0 0 0,1-1-1,0 0 1,31 7 0,-12-7-1074,0-1 0,41 0 0,34-3-3210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 99 4802,'0'0'4840,"-20"6"-4413,11-3-365,0 0 1,0 1 0,0-1-1,0 2 1,1-1 0,-1 1-1,-13 12 1,17-11-13,0 0 0,1 0 0,-1 1-1,1 0 1,1 0 0,0 0 0,0 0 0,0 0 0,0 1-1,1-1 1,-1 11 0,-2 16 134,-1 42 0,5-71-173,0 12 28,1 0 1,1 0 0,0 1 0,1-1 0,0 0 0,9 27 0,-8-36-32,0 1 1,1-1 0,0-1 0,0 1 0,1 0-1,0-1 1,0 0 0,0 0 0,1-1 0,0 1-1,1-1 1,-1 0 0,1-1 0,12 8-1,-9-8-6,1 1 0,0-1-1,1-1 1,-1 0 0,0-1-1,1 0 1,0 0 0,0-2-1,0 1 1,0-1 0,0-1-1,17-2 1,-21 2-1,0-1-1,0 0 1,-1-1 0,1 0 0,0 0 0,-1-1-1,0 0 1,1 0 0,-1-1 0,-1 0 0,1 0-1,0-1 1,-1 1 0,0-1 0,0-1 0,0 1-1,-1-1 1,0 0 0,6-8 0,-4-1 8,0 1 1,-1-1-1,-1 0 1,-1 0-1,0 0 1,0-1-1,-2 0 1,0 1-1,-1-1 1,0 0-1,-1 0 1,-1 0-1,-1 0 1,0 1-1,-1-1 1,0 1 0,-2-1-1,1 1 1,-2 0-1,0 1 1,-1-1-1,-17-25 1,12 25 47,0 0 1,-1 1-1,-1 1 0,0 0 1,0 1-1,-2 1 1,1 0-1,-30-15 1,22 16-74,1 0 0,-1 2 0,0 1 0,-1 1 0,0 1 0,-35-3 0,-33-1-1558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4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166 357 2545,'0'0'3132,"7"-3"-2924,-4 1-149,-1 1 0,1-1-1,-1 1 1,1-1 0,-1 0 0,0 0-1,0 0 1,0 0 0,0-1-1,0 1 1,0 0 0,-1-1-1,1 1 1,-1-1 0,1 0-1,-1 1 1,0-1 0,0 0 0,0 0-1,-1 0 1,1 1 0,-1-1-1,1 0 1,-1 0 0,0 0-1,0 0 1,-1-5 0,1-212 1952,20 568-2141,-10-265 150,-5-28 27,16 67 0,-19-120 209,-1-8-98,1-24-48,-1-45-81,-27-357-181,23 331 74,3 75 33,0 26 50,-14 5-106,2 7 80,1 2 0,0 0 1,1 0-1,-10 19 0,-4 6 7,-6 4 21,3-5-438,2 2 0,-23 50 0,36-58-2669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4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 3025,'0'0'3842,"255"-18"-3458,-139 12-352,-9 0-32,-30 3-1088,-41-8-1601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5.2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410 4 3954,'0'0'5461,"0"-4"-4943,-4 5-458,-7 10-31,-23 28-27,-13 14 0,18-25 34,-1-2 1,-2-1-1,0-1 1,-2-2-1,-56 28 1,79-45-10,4-2 15,1 0 0,0 0 0,0 0 0,0 0 0,0 1 0,1 0 0,-8 7 0,13-11-43,0 1 0,0-1 1,0 0-1,0 0 1,0 1-1,0-1 0,0 0 1,0 1-1,0-1 1,0 0-1,0 1 1,0-1-1,0 0 0,0 0 1,0 1-1,0-1 1,1 0-1,-1 0 0,0 1 1,0-1-1,0 0 1,0 0-1,1 1 1,-1-1-1,0 0 0,0 0 1,1 0-1,-1 0 1,0 1-1,0-1 1,1 0-1,-1 0 0,0 0 1,0 0-1,1 0 1,-1 0-1,0 0 0,1 0 1,-1 1-1,0-1 1,0 0-1,1 0 1,-1 0-1,1-1 0,19 5-32,-18-4 31,110 14 44,107 16 99,-161-20-126,98 32 1,-143-38-55,0 1 1,0 0 0,0 1 0,-1 0-1,0 0 1,0 2 0,-1-1 0,11 10-1,-16-4-1527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5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455 1 2337,'-1'0'6793,"-10"11"-6609,-18 23-48,-18 18 197,-75 68 0,108-107-190,-2-1 0,1 0 0,-2-2 0,0 1 0,0-2-1,0 0 1,-1-2 0,0 0 0,-1 0 0,-25 4 0,12-9 1546,38-2-1574,282-9 31,-266 9-188,145 5 69,-144-3-263,-1 2 0,0 0 1,0 1-1,-1 1 0,28 12 0,-10 5-2560,-25-7-2566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6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510 2 3762,'0'0'4202,"-9"-1"-3762,5 1-420,-1 0 1,0 0-1,1 0 1,-1 0-1,0 1 1,1 0-1,-1 0 1,0 0-1,1 0 1,-1 1-1,1 0 1,0 0-1,0 0 1,-1 0-1,1 1 1,1-1-1,-1 1 1,-4 4-1,-40 33 237,-1-3 0,-1-2 0,-2-2 0,-2-2 0,-78 32 0,107-52 143,25-11-391,0 0 0,0 0 1,0 0-1,-1 0 0,1 1 0,0-1 1,0 0-1,0 0 0,-1 0 0,1 0 1,0 0-1,0 0 0,0 1 0,0-1 1,-1 0-1,1 0 0,0 0 0,0 1 1,0-1-1,0 0 0,0 0 0,0 0 1,0 1-1,-1-1 0,1 0 0,0 0 1,0 0-1,0 1 0,0-1 1,0 0-1,0 0 0,0 1 0,0-1 1,0 0-1,0 0 0,0 1 0,0-1 1,1 0-1,-1 1 0,3 0 35,1 1-1,0-1 1,-1 1-1,1-1 1,0 0-1,0 0 1,5 0-1,9 3-109,61 13 52,0 4 1,-2 3 0,0 4-1,129 66 1,-170-77-1828,-15-14-2836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7.3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381 71 3298,'0'0'3372,"9"-11"-2137,29-37-523,-29 36-312,-11 13-173,-12 6-143,-1 1 0,2 0-1,-1 1 1,-13 13 0,-4 1-47,-16 10 56,-1-1 0,-2-3 0,-87 38-1,132-65-30,3-1-12,0 0 0,0 0 0,0-1 0,0 1 0,0 0-1,0-1 1,-1 1 0,1-1 0,0 0 0,0 0 0,-1 0 0,1 0 0,-3 0 0,5 3 352,0-3-399,0 0 0,0 1 0,0-1 0,0 0 0,0 1 0,0-1 0,0 1 0,0-1 0,0 0 0,0 1 0,0-1 0,0 0 0,0 1 0,1-1 0,-1 0 0,0 1 0,0-1 0,0 0 0,0 1 0,1-1 0,-1 0 0,0 1 0,0-1 0,1 0 0,-1 0 0,0 1 0,0-1 0,1 0 0,-1 0 0,0 0 0,1 1 0,0-1 0,40 19 114,1-1 0,0-2 0,73 16 0,-92-26-83,99 25-142,84 24 381,-74-10-4125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7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399 27 3906,'0'0'4002,"2"-7"-3207,2-6-664,-2 6-16,-4 10-46,-2 5-41,0 0 0,-1-1 0,0 1 1,-11 11-1,-5 1 178,-1-1 0,-1-1 1,-1-1-1,0-1 0,-1-1 0,-1-1 1,0-1-1,-1-2 0,-1 0 0,1-2 1,-1-1-1,-38 5 0,63-12 42,7-1-227,0 0 0,0 0 0,0 1 0,0 0 0,0 0 0,6 2 0,13 3-18,141 22-19,79 16 373,-186-31-1344,0 3 0,59 24 0,-64-18-4469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8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341 132 3522,'0'0'4057,"-4"-8"-3229,-15-26-460,18 34-366,1-1 1,0 1-1,0 0 0,0-1 1,0 1-1,0 0 1,0-1-1,0 1 1,-1 0-1,1-1 0,0 1 1,0 0-1,0 0 1,-1-1-1,1 1 1,0 0-1,0 0 0,-1 0 1,1-1-1,0 1 1,-1 0-1,1 0 1,0 0-1,0 0 1,-1 0-1,1-1 0,0 1 1,-1 0-1,1 0 1,0 0-1,-1 0 1,1 0-1,0 0 0,-1 0 1,1 0-1,0 0 1,-1 0-1,1 0 1,0 1-1,-1-1 0,1 0 1,0 0-1,-1 0 1,1 0-1,0 0 1,0 1-1,-1-1 0,1 0 1,0 0-1,0 0 1,-1 1-1,1-1 1,0 0-1,0 0 1,-1 1-1,1-1 0,-19 24 31,-23 36 0,1-2-16,-20 23 26,-77 79-1,138-160-36,0-1-1,0 1 1,0 0 0,0 0-1,0 0 1,0 0-1,0 0 1,0 0-1,0 0 1,-1 0-1,1 0 1,0 0-1,0 0 1,0 0-1,0 0 1,0 0-1,0 0 1,0 0-1,0 0 1,0 0-1,0 0 1,0 0-1,0 0 1,0 0-1,0 0 1,0 0-1,0 0 1,0 0-1,0 0 1,0 0-1,0 0 1,0 0-1,0 0 1,0 0-1,-1 0 1,1 0-1,0 0 1,0 0-1,0 0 1,0 0-1,5-10 92,9-15-14,32-39-10,57-85-41,-87 123 58,-2-2 1,0 1-1,17-56 1,-29 78-46,-1-1 1,1 1-1,0 0 0,0 1 1,0-1-1,1 0 0,4-6 1,-6 10-42,0 0 0,0 0 0,0 0 0,0 1 0,1-1 0,-1 0 0,0 0 0,0 1 0,1-1 0,-1 1 0,1-1 0,-1 1 0,0 0 0,1-1 0,-1 1 0,1 0 0,-1 0 0,0 0 0,1 0 1,-1 0-1,1 0 0,-1 0 0,1 1 0,-1-1 0,0 1 0,1-1 0,-1 1 0,0-1 0,1 1 0,-1-1 0,0 1 0,0 0 0,1 0 0,0 1 0,12 9 15,-1 0 0,0 2 0,-1-1 0,0 1 0,10 16 0,18 19 70,-3-8-4,48 39-1,-73-68-235,1-2-1,0 1 0,0-2 1,1 1-1,0-2 1,1 0-1,-1-1 0,23 7 1,-2-10-3328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9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 75 3522,'0'0'4724,"-6"-1"-4233,3 1-476,-1 0-1,0 1 0,0-1 1,0 1-1,1 0 1,-1 0-1,0 0 0,1 1 1,-1-1-1,1 1 1,-1 0-1,1 0 0,0 0 1,0 1-1,0-1 0,-5 6 1,-13 12-11,-21 26 0,25-27 7,-126 160 128,141-174-129,2-5-8,-1 1 0,1 0 0,-1 0 0,1 0 1,-1-1-1,1 1 0,-1 0 0,0-1 0,1 1 0,-1-1 0,0 1 0,0 0 1,1-1-1,-1 0 0,0 1 0,0-1 0,-1 1 0,1 0 25,38-40 141,-3 0 1,-1-2-1,-3-2 1,-1-1-1,-2-1 1,24-53-1,-51 97-167,1-2 92,1 0-1,-1-1 0,1 1 1,0 0-1,0 0 0,0 0 1,5-5-1,-6 8-85,0-1 0,0 1 1,-1-1-1,1 1 0,0 0 0,0-1 0,0 1 0,0 0 0,0 0 0,0-1 1,0 1-1,0 0 0,1 0 0,-1 0 0,0 0 0,0 1 0,0-1 1,0 0-1,0 0 0,0 1 0,0-1 0,0 0 0,-1 1 0,1-1 1,0 1-1,0-1 0,0 1 0,0-1 0,0 1 0,-1 0 0,1 0 0,0-1 1,0 1-1,0 1 0,64 63-48,54 47 167,-116-110-163,102 77 253,-91-70-765,0 0 0,0-1 1,1 0-1,0-2 0,29 10 1,-20-14-4286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0.1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36 2785,'0'0'4714,"-12"-6"-3633,-35-18-409,35 19 977,22 8-1505,100 64-53,17 11 34,30 1-66,-155-79-51,-1 1-1,0-1 1,0 1 0,1-1-1,-1 1 1,0-1 0,0 1-1,0-1 1,0 1 0,0 0-1,0 0 1,0-1 0,0 1 0,0 0-1,0 0 1,0 0 0,0 0-1,-1 0 1,1 0 0,0 0-1,-1 1 1,1-1 0,0 2-1,-2-2 9,0 1 0,0-1 0,0 1 0,0-1 0,-1 0-1,1 1 1,0-1 0,-1 0 0,1 0 0,0 0-1,-1 0 1,0 0 0,1 0 0,-1 0 0,1 0 0,-5 0-1,-251 125 4,244-120-171,1 1 0,-20 15 0,11-4-3570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0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130 114 1697,'0'0'4199,"-12"-12"-3129,1 0-770,-2-3 224,0 0 0,-1 2 1,0 0-1,-19-13 0,16 18 379,15 9-355,13 6-486,261 120 157,-251-119-213,-2-1 2,0 0-1,-1 1 0,1 1 1,-2 0-1,34 25 0,-50-33-6,0 0-1,0 0 0,0 0 0,0 0 0,0 0 1,0 0-1,-1 0 0,1 1 0,0-1 1,0 0-1,-1 1 0,1-1 0,-1 0 0,1 1 1,-1-1-1,0 1 0,0-1 0,1 0 0,-1 1 1,0-1-1,0 1 0,0-1 0,-1 1 1,1-1-1,0 1 0,0-1 0,-1 1 0,1-1 1,-1 0-1,1 1 0,-1-1 0,0 0 0,0 1 1,1-1-1,-1 0 0,-2 2 0,-14 8 8,-2-1 0,0 0 0,0-1 0,0-1 0,-35 9 0,25-8-26,-15 6-389,-63 13 0,43-22-4107,42-6-616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1.7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250 318 3201,'0'0'2212,"0"-15"-1902,2-29 244,-3 0 0,-12-87 0,-2 49 315,15 80-658,0 7-123,3 437-90,-3-440 58,0-14 192,0-374-91,0 381-156,0 4 0,1 0 0,-1-1 0,0 1 0,0-1 0,-1 1 0,1-1-1,0 1 1,0 0 0,-1-1 0,1 1 0,0 0 0,-1-1 0,-1-1-1,2 3-1,0 0 0,-1-1 0,1 1-1,-1 0 1,1 0 0,-1 0-1,1-1 1,-1 1 0,1 0 0,-1 0-1,1 0 1,-1 0 0,1 0-1,-1 0 1,1 0 0,-1 0 0,1 0-1,-1 0 1,1 0 0,-1 0-1,1 1 1,0-1 0,-1 0 0,1 0-1,-1 0 1,1 1 0,-1-1-1,1 0 1,-1 1 0,-15 10-30,-10 14-261,1 1 0,2 1 0,1 0 0,1 2 0,1 1 0,-25 50 0,35-52-3371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1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48 4882,'0'0'2129,"205"-27"-1937,-95 16-192,-3 5-16,-24 3-1072,-36 3-961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5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6578 4518 4690,'0'0'1283,"3"2"-581,-3-2-611,0 1-1,1-1 1,-1 0 0,0 0 0,0 0-1,1 1 1,-1-1 0,1 0-1,-1 0 1,0 0 0,1 0 0,-1 1-1,0-1 1,1 0 0,-1 0-1,1 0 1,-1 0 0,0 0 0,1 0-1,-1 0 1,1 0 0,-1 0-1,0 0 1,1-1 0,-1 1 0,0 0-1,1 0 1,-1 0 0,1 0-1,-1 0 1,0-1 0,1 1 0,-1 0-1,0 0 1,0-1 0,1 1-1,-1 0 1,1-1 0,-2-18 623,-18-32-833,-81-137 156,-8 4 1,-220-283-1,161 267 51,-353-330 0,131 193-16,-653-436 0,720 576-25,-517-234 1,-378-75 497,715 300-123,-230-89-81,476 193-1653,224 85-1695,12 1-2916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5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1023 1121,'0'0'6069,"-5"-5"-4914,-17-13-144,22 18-985,-1 0-1,1-1 0,0 1 0,-1 0 0,1 0 1,0-1-1,-1 1 0,1 0 0,0 0 0,0-1 1,-1 1-1,1 0 0,0-1 0,0 1 1,0 0-1,-1-1 0,1 1 0,0-1 0,0 1 1,0 0-1,0-1 0,0 1 0,0-1 1,0 1-1,0 0 0,0-1 0,0 1 0,0 0 1,0-1-1,0 1 0,0-1 0,0 1 0,0 0 1,1-1-1,-1 1 0,0 0 0,0-1 1,0 1-1,1 0 0,-1-1 0,0 1 0,0 0 1,1-1-1,-1 1 0,0 0 0,1 0 1,-1-1-1,0 1 0,1 0 0,17-7-46,-17 6 83,23-4-21,0 0 0,0 2-1,1 1 1,-1 1 0,1 1-1,0 1 1,-1 1 0,0 1-1,1 1 1,-1 1 0,35 13-1,67 37 45,143 85-1,-55-24-12,-206-112-55,15 5 94,-22-14 201,-5-73 629,-22-128 1,3 46-936,2-405-145,23 527-300,9-50 0,1-17-3640,-11 34-3148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6.7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65 351 1056,'0'0'4362,"-6"-31"-2737,-21-100-960,-4-58 2120,33 261-2108,55 256-803,-20-141 226,34 262-8,-15-93-139,-56-352-216,4 14 125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7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214 11 4498,'0'0'4141,"-25"-4"-3234,7 1-807,1 1 0,-1 0 0,-35 2 0,50 1-97,1-1 0,-1 1 0,1 0 0,-1 0 0,0 0 0,1 1-1,0-1 1,-1 0 0,1 1 0,0 0 0,0-1 0,0 1 0,0 0 0,0 0 0,0 0 0,0 0 0,1 1 0,-1-1 0,1 0 0,-3 5 0,0 3-5,1 0 0,0 0 0,-4 19 0,4-15 4,-3 17-8,2 0 0,0 1 1,3 0-1,0 0 0,2 0 1,5 31-1,-4-50 3,0-1 0,1 1 1,1-1-1,0 0 0,0 0 1,1 0-1,1-1 0,0 0 1,0 0-1,9 10 0,-10-14-4,1 0 0,0-1 0,1 0 0,-1 0 0,1-1 0,0 1 0,1-1 0,-1-1 0,1 0 0,0 0 0,0 0 0,0-1 0,0 0 0,1-1 0,14 3 0,-8-3-7,0 0-1,1-2 0,-1 1 1,0-2-1,0 0 0,1-1 0,-1 0 1,0-1-1,23-9 0,-30 9 6,0 0 0,-1-1-1,1 0 1,-1 0 0,0-1-1,0 0 1,-1-1 0,1 1-1,-1-1 1,0 0 0,-1 0-1,1-1 1,-1 0 0,-1 0 0,1 0-1,-1-1 1,0 1 0,-1-1-1,3-9 1,-2 3 13,0 1-1,-2-1 1,1 0 0,-2 0-1,0 0 1,0 0-1,-2 0 1,0 0 0,0 0-1,-1 0 1,-1 0 0,0 0-1,-1 1 1,0-1-1,-1 1 1,-1 0 0,0 1-1,-1-1 1,0 1 0,-1 1-1,0-1 1,-1 1-1,0 0 1,-21-18 0,17 18-6,0 1 0,0 0 1,-1 1-1,0 0 0,0 1 1,-1 1-1,-21-8 0,26 14-22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7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404 123 3906,'0'0'2854,"-2"-9"-1645,0 3-1142,0-1-1,0 1 1,-1 0 0,0 0-1,0 1 1,0-1 0,-1 1 0,0 0-1,0-1 1,0 2 0,-1-1-1,1 0 1,-1 1 0,0 0-1,-1 0 1,1 1 0,-1-1 0,1 1-1,-1 0 1,-10-3 0,0 2-16,1 2 1,-1-1 0,0 2 0,-30 1-1,29 0-56,11 0 4,0 0-1,-1 1 1,1-1 0,0 1 0,0 1-1,0-1 1,0 1 0,0 0-1,0 1 1,0-1 0,1 1 0,-1 0-1,1 0 1,0 1 0,-6 5-1,4-3-8,1 1-1,0 0 0,1 0 1,0 1-1,0 0 0,0-1 1,1 2-1,0-1 0,-4 14 0,1 2-17,1 1 0,2 1 0,0-1-1,2 1 1,0 0 0,4 38 0,-1-54 24,0 0 0,1 0 0,0 1-1,1-1 1,0 0 0,1-1 0,0 1 0,0 0 0,1-1 0,0 0 0,1 0 0,0-1 0,0 0 0,1 0 0,0 0 0,0-1 0,1 1 0,14 9 0,-10-9 5,-1-1-1,1-1 1,1 0 0,-1 0 0,1-1-1,0-1 1,0 0 0,0 0-1,1-2 1,-1 0 0,1 0-1,-1-1 1,27-2 0,-37 1 5,0-1 0,1 0 1,-1 0-1,-1 0 0,1 0 1,0 0-1,0 0 0,0-1 1,-1 0-1,1 1 0,-1-1 0,1 0 1,-1 0-1,0 0 0,1-1 1,-1 1-1,0-1 0,-1 1 0,1-1 1,0 1-1,-1-1 0,1 0 1,-1 0-1,0 0 0,0 0 1,1-4-1,2-10 42,-1 1 0,0-1 0,1-27 0,-4 40-42,4-253 161,-4 171-105,1 105-93,1-1-1,1 1 0,0 0 0,2-1 0,0 0 0,1 0 0,1 0 0,1-1 0,0 0 0,16 23 0,-18-28 34,2-1 1,0 0-1,0-1 1,1 0-1,0 0 1,1-1-1,0 0 1,0-1-1,1 0 1,0 0-1,1-1 0,-1-1 1,1 0-1,1 0 1,23 6-1,-19-9-292,0-1-1,21 0 0,32-2-3007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8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210 0 4450,'0'0'3564,"0"32"-3321,4 43 5,3 0 0,18 85 0,-2-60-46,154 731 202,-174-811-399,-2-13 10,1 0-1,-1 0 1,1 0 0,0 0 0,4 7-1,-4-50 872,-2-6-738,-1 0 1,-3 0-1,-9-44 0,10 73-156,0 0 1,0 1-1,-2-1 0,1 1 1,-2 0-1,1 0 0,-2 1 1,1 0-1,-2 0 0,1 0 0,-2 1 1,1 0-1,-1 1 0,-14-12 1,18 17-2,0 1-1,0 0 1,0 0 0,0 0 0,0 1 0,-1 0-1,1 0 1,-1 0 0,0 1 0,0 0 0,1 0 0,-1 0-1,0 1 1,0-1 0,0 2 0,0-1 0,0 1-1,1-1 1,-11 4 0,7-1-4,1 0 0,0 1 0,0 0-1,0 0 1,0 1 0,1 0 0,0 0 0,0 1 0,0 0-1,0 0 1,1 0 0,-6 9 0,-2 3 20,0 2-1,2-1 1,0 2 0,1-1 0,1 2-1,2-1 1,0 1 0,1 1 0,0-1-1,2 1 1,1 0 0,1 0 0,1 1-1,1-1 1,1 0 0,4 27 0,-3-43-6,0-1 1,0 0 0,1 1 0,0-1 0,0 0 0,1 0-1,0 0 1,0 0 0,0 0 0,1 0 0,0-1 0,0 0-1,0 0 1,0 0 0,1 0 0,0-1 0,0 0 0,0 0-1,1 0 1,0 0 0,11 5 0,1-3-1,0 0-1,1-1 1,-1-1 0,1-1 0,0 0-1,32-1 1,-22-1-227,0-2 0,0-1 0,0-1 0,0-1 1,0-2-1,-1-1 0,0-1 0,53-23 0,52-39-6801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8.3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158 209 5667,'0'0'3905,"-157"29"-1135,207-29-2770,51-26-224,48-10 224,26-8 0,3-1-32,-11 12-1201,-25 4-1232,-32 5-1473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8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155 199 7059,'0'0'1521,"-154"57"-897,228-72-592,39-21 48,33-8 32,14-1-64,-5 15-48,-22 1-928,-29 2-1937,-33-3-1073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9.1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211 100 7203,'0'0'3063,"-1"22"-3159,1 30 46,3 0 1,12 78-1,35 127 183,-16-89-93,9 127 27,-40-276 44,-2-26 241,-1-30-68,-8-32-334,-24-101 1,3 26-50,-1-104-531,-10-56 505,13 208 309,22 89-117,4 7-62,1-1 0,-1 1 0,1-1 0,-1 1 0,1-1 0,0 1 0,-1-1 0,1 1 0,0-1 0,-1 0-1,1 1 1,0-1 0,-1 1 0,1-1 0,0 0 0,0 1 0,0-1 0,0 0 0,0-1 0,-14 35-77,-33 105-553,7 3-1,-30 183 1,60-245-3254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9.2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0 309 7187,'0'0'4034,"282"-128"-4034,-109 66 0,-1 2-1969,-38 1-3665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4.2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945 407 3490,'0'0'699,"0"-5"74,1-12-685,-1 0 0,-1 0 0,0 1 0,-1-1-1,-1 1 1,-1-1 0,0 1 0,-1 0 0,-1 0-1,0 1 1,-15-26 0,12 28-87,0 0 1,0 1-1,-1 1 0,-1-1 0,0 2 1,0-1-1,-1 2 0,-1-1 1,1 2-1,-1-1 0,-23-9 0,14 9 0,0 1-1,0 2 1,-1 0-1,0 1 1,-1 1-1,-45-2 1,47 5-9,0 1 0,1 1 0,-36 6 0,47-5 3,0 1 0,0 0 0,-1 1 1,2 0-1,-1 1 0,1 0 0,-1 0 0,1 1 1,-12 10-1,-6 8-5,2 1 0,0 2 0,2 0 0,1 1 0,-25 43 0,24-31 3,1 1-1,2 1 0,-24 76 0,37-89 8,1 1-1,1 1 0,2-1 1,1 0-1,2 36 1,0-58 0,1-1 1,-1-1 0,1 1 0,-1-1 0,2 0 0,-1 1 0,1-1 0,0 0 1,0 0-1,1 0 0,0 0 0,0 0 0,0-1 0,0 1 0,1-1 0,0 0 0,0 0 0,1 0 0,-1-1 0,1 0 0,0 0 0,0 0 0,1 0 0,-1-1 0,1 1 0,0-2 0,0 1 0,0-1 0,0 1 0,0-1 0,0-1 0,0 0 0,1 0 0,9 1 0,2-1 8,1 0 0,-1-1 0,1-1 0,-1-1 0,1 0 0,-1-1 1,0-2-1,0 0 0,27-11 0,139-50 40,-154 58-54,1 1 0,-1 2 0,1 1 0,40 0 0,-66 4 2,0 0 0,1 1 1,-1 0-1,0 0 0,0 1 1,1-1-1,-1 1 0,0 0 1,-1 0-1,1 1 0,0 0 1,-1-1-1,1 2 0,-1-1 1,0 0-1,0 1 0,0 0 1,0 0-1,-1 0 0,6 8 1,2 7 2,0 0 0,-1 0 0,13 38 0,-11-22 4,-2 0 1,-1 1-1,-2 0 1,-1 0 0,-2 0-1,-1 45 1,-2-75-2,-1 0 1,0 0 0,0 0 0,-1 0-1,0 0 1,0 0 0,0 0-1,-1-1 1,1 1 0,-1 0-1,-1-1 1,1 1 0,-1-1-1,0 0 1,0 0 0,-1 0 0,1 0-1,-1 0 1,0-1 0,-1 0-1,1 0 1,-1 0 0,1 0-1,-1-1 1,-8 5 0,1-1 12,-1-1 1,0 0-1,0-1 1,-1 0-1,1-1 1,-1-1-1,-19 3 1,1-3 59,0-1 0,-39-4 0,63 1-44,0 0 1,0 0-1,0-1 0,0 0 1,0 0-1,1-1 0,-1 0 1,1-1-1,-1 1 0,1-1 1,-9-7-1,13 8-75,0 1 0,0-1 0,0 0 0,0 0 0,0 0 0,0 0 0,1 0 1,0-1-1,-1 1 0,1-1 0,1 1 0,-1-1 0,0 0 0,1 0 0,0 0 0,0 0 0,0 0 0,0 0 0,1 0 0,0 0 0,-1 0 0,1 0 0,1 0 0,-1-1 1,2-4-1,13-32-1974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4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264 78 2513,'0'0'1990,"-25"-16"-1403,3 1-389,-2 1-1,-36-15 1,58 28-187,0 0 0,0 1 1,-1-1-1,1 1 1,0 0-1,0-1 0,-1 1 1,1 0-1,0 0 1,-1 1-1,1-1 0,0 0 1,-1 1-1,1-1 1,0 1-1,0 0 0,-1 0 1,1 0-1,0 0 1,0 0-1,0 0 0,0 1 1,0-1-1,1 1 1,-3 1-1,-1 3-2,1 0-1,-1 0 1,1 0-1,0 0 1,-5 12-1,5-9-3,-3 4-2,1 1 1,1 0 0,0 1-1,1-1 1,1 1 0,-3 19 0,3 0 5,2 58 1,2-78-7,-1-1-1,2 1 1,0-1 0,1 0-1,0 1 1,1-1 0,0 0-1,1-1 1,0 1 0,1-1-1,1 0 1,0-1 0,0 1-1,1-2 1,1 1 0,0-1-1,0 0 1,1-1 0,12 10-1,-8-8 4,1-1-1,0-1 0,1 0 0,0-1 0,0-1 0,1-1 0,-1 0 1,33 6-1,-24-7 11,0-2 0,0-1 1,1-1-1,-1-2 0,39-4 1,-51 3-9,-1-1 1,0 0 0,-1 0 0,1-2 0,-1 1-1,1-1 1,-1-1 0,-1 0 0,1-1 0,-1 0 0,0 0-1,-1-1 1,0 0 0,0-1 0,0 0 0,-1 0-1,-1-1 1,12-18 0,-12 15 3,0 0-1,-1-1 1,0 1 0,-1-1 0,-1 0-1,0 0 1,-1-1 0,0 1-1,-1-1 1,-1 0 0,-1 1 0,0-1-1,0 0 1,-2 0 0,-3-20-1,1 23-4,0 0-1,-1 1 1,0 0 0,0 0-1,-1 0 1,-1 0-1,0 1 1,0 0-1,-1 1 1,0 0-1,0 0 1,-1 0-1,-1 1 1,1 1 0,-1-1-1,-1 2 1,1-1-1,-22-8 1,7 4-11,-1 1-1,0 1 1,0 2 0,-1 0 0,0 2 0,0 1-1,-36-1 1,51 5-76,0-1 1,0 2-1,0 0 1,0 0-1,0 1 0,0 1 1,1 0-1,-1 0 0,1 1 1,0 1-1,0 0 1,-16 9-1,-36 30-3207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5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484 124 3105,'0'0'713,"-33"-1"-692,-8-1-5,-61 5 0,92-1 8,1 0-1,0 1 1,0-1-1,0 2 0,1-1 1,-1 1-1,1 1 1,0-1-1,0 1 1,0 1-1,0-1 1,1 1-1,0 1 1,1-1-1,-1 1 1,-6 11-1,4-8 21,-8 10 20,1 1 0,1 1 1,1 0-1,1 1 0,2 1 0,0 0 1,1 0-1,1 1 0,-10 51 0,11-30-15,2 1 0,2-1-1,2 1 1,7 84 0,-3-114-43,1 0 0,1 0 1,1 0-1,0-1 0,1 1 1,1-1-1,0-1 0,1 1 0,1-1 1,0-1-1,1 0 0,18 20 1,-17-22 3,0-1 0,1 0 0,0-1 0,0 0 0,2-1 1,-1 0-1,1-1 0,0-1 0,0 0 0,1-1 0,0 0 1,0-1-1,28 5 0,-29-8 42,0 0 0,0-1 0,-1 0 0,1-1 0,0-1 0,0 0 1,-1-1-1,1 0 0,0-1 0,-1 0 0,0-2 0,0 1 0,0-2 0,18-9 1,-12 2 52,0-1 0,-1 0 0,-1-1 0,0-1 1,-1-1-1,-1-1 0,0 0 0,-1 0 1,-1-2-1,10-20 0,-10 14 9,-1-1 0,-1 0-1,-1-1 1,-2 0 0,-1-1 0,-1 0-1,4-44 1,-5-6 86,-7-112 0,-1 157-168,-1 0 1,-2 0-1,-1 1 1,-1 0-1,-24-57 1,31 87-33,-7-16 12,-1 1-1,-15-24 1,21 38-42,1 0 1,-1 1 0,0-1 0,-1 0 0,1 1 0,0 0-1,-1 0 1,0 0 0,0 0 0,0 0 0,0 1 0,0 0-1,0 0 1,-1 0 0,-8-2 0,11 3-119,0 1 0,-1 0 0,1 0 0,-1 0 0,1 0 0,0 0 0,-1 0 0,1 1 0,0-1 0,-1 1 0,1 0 0,0 0 0,-1 0 0,1 0 0,0 0 0,0 0-1,0 0 1,0 1 0,0-1 0,0 1 0,1-1 0,-1 1 0,0 0 0,1 0 0,-1-1 0,1 1 0,0 0 0,-2 3 0,-26 49-3147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5.6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0 176,'0'0'4946,"223"190"-4513,-140-142-273,12 5-16,-8 1-128,-13-4 32,-15-8-48,-5-18-753,-16-24-2928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6.5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63 289 1825,'0'0'1270,"-6"6"-1158,-29 28-16,34-33-57,1-1 1,0 0-1,0 0 0,0 1 1,-1-1-1,1 0 0,0 0 1,0 0-1,-1 1 0,1-1 1,0 0-1,-1 0 1,1 0-1,0 0 0,-1 0 1,1 1-1,0-1 0,-1 0 1,1 0-1,0 0 0,-1 0 1,1 0-1,0 0 0,0 0 1,-1 0-1,1 0 1,0-1-1,-1 1 0,1 0 1,0 0-1,-1 0 0,1 0 1,0 0-1,-1 0 0,1-1 1,0 1-1,0 0 0,-1 0 1,1 0-1,0-1 1,0 1-1,-1 0 0,1 0 1,0-1-1,0 1 0,0 0 1,0-1-1,-1 1 0,1 0 1,0 0-1,0-1 1,0 1-1,0 0 0,0-1 1,0 1-1,0-1 0,-4-20 479,2 3-493,1 0 1,0 0-1,1 0 0,2 0 1,-1 0-1,8-28 0,-6 37-27,0 1 0,0 0 0,1 0 0,0 0 0,0 0 0,1 0 0,0 1 0,0 0 0,1 0 0,0 1-1,0 0 1,1 0 0,-1 0 0,1 0 0,12-6 0,-10 7-4,-1 1-1,1 0 1,-1 1-1,1 0 1,0 0 0,1 1-1,9-1 1,-16 2 1,1 0 1,-1 1 0,1-1-1,-1 1 1,0 0-1,1 1 1,-1-1 0,1 0-1,-1 1 1,1 0 0,-1 0-1,0 0 1,1 0-1,-1 0 1,0 1 0,0-1-1,0 1 1,0 0 0,0 0-1,-1 0 1,1 0-1,3 4 1,-1 2-2,-1 0 0,1 0 0,-2 1-1,1-1 1,-1 1 0,-1-1 0,1 1 0,-1 0-1,0 12 1,1 14 2,-1 36 0,-2-58 5,0-5 0,0 0-1,-1 0 1,0-1 0,0 1 0,-1 0 0,0-1-1,-4 11 1,4-14 6,0 0 0,0 0 0,0 0 0,-1-1 0,1 1 0,-1-1 0,0 1 1,0-1-1,0 0 0,-1-1 0,1 1 0,-1 0 0,1-1 0,-7 3 0,10-5 71,-2 1-175,2-6 1135,4-1-1024,0 0 0,0 0-1,0 0 1,0 0 0,1 1 0,0 0 0,0 0-1,1 0 1,0 1 0,-1-1 0,1 2 0,0-1 0,13-5-1,-4 2-29,0 0-1,1 2 0,0 0 1,0 0-1,19-2 0,-27 6-4,2-1 0,-1 2 1,0-1-1,0 1 0,0 1 0,0-1 0,17 5 0,-22-4 13,0 1 1,-1 0-1,1 0 0,0 0 1,-1 0-1,0 0 0,1 1 1,-1-1-1,0 1 1,-1 0-1,1 0 0,0 0 1,-1 0-1,1 0 0,-1 1 1,0-1-1,0 1 0,-1-1 1,3 6-1,2 10-1,-1 0 1,-1 1-1,-1 0 0,0-1 1,-1 1-1,-1 0 0,-3 25 1,2-23 10,-1-1 1,-2 1-1,0-1 0,-1 1 1,-1-1-1,-1 0 1,-1-1-1,-1 1 0,-1-1 1,0-1-1,-2 0 0,0 0 1,-1-1-1,-1 0 1,0-1-1,-2-1 0,0 0 1,-31 25-1,33-32 10,0 0 0,-1 0 0,0-2-1,0 1 1,-1-2 0,0 0 0,0-1 0,-1 0-1,1-2 1,-1 1 0,0-2 0,0 0 0,-21-1 0,30-1 6,0 0 1,0 0-1,0-1 1,0 0-1,-12-3 1,16 3-10,1 0 1,-1 0-1,1-1 0,-1 1 1,1-1-1,0 1 1,0-1-1,-1 0 0,1 0 1,0 0-1,1 0 0,-1 0 1,0-1-1,1 1 1,-1 0-1,1-1 0,-2-3 1,-1-3-7,1 0 1,1 0-1,-1 0 0,1 0 1,1-1-1,0 1 1,0 0-1,1-1 1,0 1-1,0-1 0,1 1 1,1-1-1,-1 1 1,2 0-1,-1 0 1,1 0-1,1 0 0,-1 0 1,1 1-1,1-1 1,0 1-1,0 0 1,1 1-1,-1-1 0,2 1 1,-1 0-1,12-9 1,-7 8-18,0 2 1,0-1 0,1 2-1,0-1 1,0 2 0,0 0-1,0 0 1,1 1 0,-1 0-1,1 1 1,0 1 0,0 0-1,16 1 1,-26 0 7,0 0 1,1 0-1,-1 1 1,0-1-1,0 1 1,1-1-1,-1 1 1,0 0-1,0 0 1,0 1-1,0-1 1,0 1-1,0-1 1,-1 1-1,1 0 1,-1 0-1,1 0 1,-1 0-1,1 1 1,-1-1-1,0 1 1,3 4-1,-2 0-4,1 1 0,-2-1 0,1 1 0,-1 0-1,0 0 1,-1 0 0,2 15 0,-3-15-74,0-8 30,-1 1 0,1 0 0,0-1 1,0 1-1,0 0 0,0 0 1,0-1-1,0 1 0,0 0 1,0-1-1,0 1 0,1 0 1,-1 0-1,0-1 0,0 1 1,1 0-1,-1-1 0,0 1 1,1-1-1,-1 1 0,0 0 1,1-1-1,-1 1 0,1-1 1,-1 1-1,1-1 0,0 1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6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312 149 3265,'0'0'3482,"-24"-14"-3314,11 5-163,5 4-4,1 0 0,-1 0-1,0 0 1,0 1-1,-1 1 1,-11-5-1,18 8-2,-1-1-1,0 1 1,1-1-1,-1 1 1,0 0 0,1 0-1,-1 0 1,1 1-1,-1-1 1,0 1-1,1-1 1,-1 1-1,1 0 1,-1 0 0,1 0-1,-1 0 1,1 0-1,0 1 1,0-1-1,-1 1 1,1-1-1,0 1 1,0 0 0,1 0-1,-1 0 1,0 0-1,1 0 1,-1 0-1,1 0 1,-2 4-1,-17 31-2,1 1 0,3 0 0,1 2 0,2-1-1,-14 69 1,16-41 4,3 0 0,1 119 0,7-171 1,1 1 0,1 0 1,0-1-1,1 0 0,0 1 0,1-1 1,8 17-1,-7-22 0,0 0 1,1 0-1,0 0 1,0-1 0,1 0-1,0-1 1,1 1-1,0-1 1,0-1-1,17 12 1,-15-12 4,1-1 0,0 0 0,0-1 0,1 0 0,0-1 0,-1 0 0,1-1 0,19 3 0,-3-2 18,-1-2-1,49-3 0,-65 0-15,-1 0 1,1-1-1,-1 0 1,1 0-1,-1-1 0,0-1 1,0 0-1,0 0 1,-1-1-1,1 0 1,-1-1-1,0 1 0,-1-2 1,12-10-1,-8 4 8,0 0-1,0-1 0,-1-1 1,-1 0-1,-1 0 1,0-1-1,12-31 1,-10 18 23,-2-1 1,-1-1 0,-1 0 0,-2 0 0,2-46 0,-9-159 819,-1 198-823,-1 0 1,-2 1-1,-1 0 1,-2 0-1,-2 1 0,-15-36 1,23 65-31,0 0 0,-1 0-1,1 0 1,-2 1 0,-8-13 0,11 18-83,1 0 1,0-1 0,-1 1-1,1 0 1,0 0-1,-1 0 1,1 0-1,-1 0 1,0 0-1,1 0 1,-1 1 0,0-1-1,0 0 1,1 1-1,-1 0 1,0-1-1,0 1 1,0 0-1,0 0 1,1 0 0,-1 0-1,0 0 1,0 0-1,0 1 1,1-1-1,-1 1 1,0-1-1,0 1 1,-2 1 0,-31 25-3392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0 576,'0'0'3954,"169"152"-3170,-92-90-447,-5 9-241,-4 4-64,-9 11 0,-5-18-32,-13-11-433,-11-28-3264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7.4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1 342 1473,'0'0'3014,"0"-9"-2259,0 0-618,0-8-20,0-1 0,1 1-1,1-1 1,7-31 0,-3 34-105,0 0 1,1 0-1,0 1 1,1 0 0,1 0-1,0 1 1,1 0-1,13-14 1,-17 21-16,0 0 0,1 0 0,0 1 0,0 0 0,0 0 1,1 0-1,0 1 0,-1 0 0,1 1 0,1-1 0,-1 2 0,1-1 0,-1 1 0,1 0 1,-1 1-1,13 0 0,-17 1-1,1 0 1,-1 1 0,1-1-1,-1 1 1,1 0-1,-1 1 1,0-1 0,0 1-1,0 0 1,1 0 0,-2 0-1,1 0 1,0 1-1,0-1 1,-1 1 0,0 0-1,1 0 1,-1 1-1,0-1 1,0 1 0,-1-1-1,1 1 1,-1 0-1,0 0 1,0 0 0,0 0-1,-1 0 1,2 6 0,3 11-14,-1 0 1,-1 0 0,-1 0 0,1 38 0,-2-36 18,-2-1-1,-1 1 1,-1 0 0,0-1-1,-2 1 1,-1-1-1,0 0 1,-2 0 0,0 0-1,-2-1 1,0 0 0,-1-1-1,-2 0 1,0-1-1,0 0 1,-2-1 0,-21 23-1,-48 41 17,73-73 152,0-1 0,-1-1 0,0 1 1,0-2-1,-1 0 0,-21 9 0,30-14 286,13-3-178,60-11-199,100-36 1,34-7-39,-93 34-79,-110 22-13,-1 0-1,0-1 0,1 1 0,-1 0 0,0 0 1,1-1-1,-1 1 0,0 0 0,0 0 1,1-1-1,-1 1 0,0 0 0,0 0 0,0-1 1,1 1-1,-1 0 0,0-1 0,0 1 0,0 0 1,0-1-1,0 1 0,0-1 0,0 1 1,0 0-1,0-1 0,0 1 0,0 0 0,0-1 1,0 1-1,0 0 0,0-1 0,0 1 1,0 0-1,0-1 0,0 1 0,0 0 0,0-1 1,-1 1-1,1-1 0,-8-16-1550,-12-16-2371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7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420 37 576,'0'0'3794,"-34"-9"-3453,-6-1-170,-64-7 0,97 16-159,1 2 0,0-1 0,0 0-1,0 1 1,0 0 0,0 1 0,1-1 0,-1 1 0,0 0-1,1 0 1,-1 1 0,1 0 0,0 0 0,-1 0 0,2 1 0,-1-1-1,0 1 1,1 0 0,-1 1 0,1-1 0,1 1 0,-1 0-1,-3 5 1,-1-1 5,-4 8 4,1-1 0,0 2-1,1-1 1,1 2-1,0-1 1,2 1-1,0 0 1,1 0-1,1 1 1,-4 32-1,2 16 85,5 124-1,2-146-69,1-16-22,2 0 0,0 1 0,2-1 0,11 39 0,-11-54-8,0 0 0,1 0 0,0-1 1,1 0-1,1 0 0,0 0 1,1-1-1,0 0 0,1-1 0,13 12 1,-17-19-1,0 1 1,0-2 0,1 1 0,0-1-1,0 0 1,0 0 0,1-1 0,-1 0 0,1 0-1,0-1 1,0 0 0,-1 0 0,1-1-1,1 0 1,-1-1 0,0 1 0,0-1-1,0-1 1,0 0 0,0 0 0,10-3-1,-5 0 25,0 0 1,0-1-1,0 0 0,-1-1 0,0-1 0,0 0 0,-1-1 0,0 0 1,0 0-1,-1-1 0,16-17 0,-8 4 102,0 0-1,-2-1 1,0-1 0,-2 0 0,-1-1-1,-1 0 1,0-1 0,-2-1 0,-2 1-1,0-2 1,-2 1 0,5-40 0,-8 26 57,-1-1 0,-2 0 0,-10-71 1,8 97-196,-1-1 1,-1 1-1,-1 0 1,0 0-1,-1 1 1,-1-1-1,0 1 1,-1 1-1,-1-1 1,0 1-1,-22-24 1,28 34-167,-1 1 1,0 0-1,0-1 1,-1 1-1,1 0 1,0 1 0,-1-1-1,0 1 1,1 0-1,-1 0 1,0 1-1,0-1 1,0 1-1,-1 0 1,1 0 0,0 1-1,0 0 1,-9 0-1,-47 0-4224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8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3041,'0'0'657,"220"140"-65,-149-84-32,-6 16 16,-8-1-431,-4 0-113,-14-8 0,-9-22-32,-7-20-257,-2-21-1343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8.4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1 306 3298,'0'0'2489,"2"-17"-1998,1-7-420,1 0 1,13-43-1,-13 56-67,0 0-1,1 1 1,0-1 0,0 1-1,1 0 1,1 0 0,-1 1-1,2 0 1,15-16-1,-14 18-7,0 0 0,0 1 1,0 0-1,1 0 0,0 1 0,14-6 0,-18 9-5,0 0 0,0 1-1,0-1 1,1 1 0,-1 0 0,0 1 0,1 0-1,-1 0 1,0 0 0,0 1 0,1-1 0,11 4 0,-15-2 3,0-1 0,0 1 0,0 0 0,0 0 0,0 0 0,0 0 0,-1 0 0,1 1 0,-1-1 1,0 1-1,0-1 0,1 1 0,-2 0 0,1 0 0,0 0 0,-1 0 0,1 0 0,-1 1 0,0-1 1,0 0-1,1 4 0,1 10-6,0 0 0,2 33 0,-5-47 10,2 43-8,-4 49 0,1-77 11,-2-1 0,0 1 0,-1 0 0,0-1 0,-13 30 0,5-21 114,-1-1-1,-1 0 1,-1-1-1,-1-1 0,-1-1 1,-1 0-1,-1-1 1,-1-1-1,-34 27 1,51-45 125,10-2-109,13-2-109,-1 0 1,0-2 0,1 0 0,-1-1 0,30-13 0,17-4-3,171-27-698,-240 48 533,0 0-1,1 0 0,-1 0 1,1-1-1,-1 1 0,1-1 1,0 1-1,0-1 0,-3-2 1,-17-28-1976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8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530 63 4274,'0'0'1961,"-27"-10"-1734,9 2-185,4 2-6,0 0 0,0 1 0,-28-6 0,35 10-15,0 0 0,0 1 0,0-1 0,0 1 0,0 1 0,0-1 0,0 1 0,0 1 0,0-1 0,0 1 0,0 0 0,1 1 0,-12 6 0,-4 4-12,1 2 0,0 0-1,1 2 1,1 0 0,1 1 0,0 1 0,2 0 0,0 1-1,1 1 1,1 1 0,1 0 0,1 1 0,1 0 0,0 1 0,2 0-1,1 0 1,2 1 0,-6 32 0,7-20 3,2 0 1,1 0 0,2 0-1,7 55 1,-4-71-6,1 0-1,1-1 1,1 0 0,0 0 0,2 0-1,0-1 1,2 0 0,0 0 0,16 22 0,-13-24 0,1 0 1,0-1 0,1 0-1,1-1 1,1-1-1,0 0 1,0-1 0,1-1-1,1-1 1,0-1 0,1 0-1,0-2 1,0 0 0,1-1-1,0-1 1,0-1 0,0-1-1,1-1 1,-1-1-1,1 0 1,28-3 0,-35-1-1,-1 0 1,0-1 0,0-1-1,-1 0 1,1-1 0,-1-1-1,0 0 1,0 0 0,0-1 0,-1-1-1,0 0 1,-1-1 0,0 0-1,0-1 1,13-15 0,-4 1 146,0-1 1,-1 0 0,-2-1-1,0-1 1,24-58 0,-29 55-57,-2 0 1,-1 0-1,-2-1 1,-1-1-1,-1 1 1,-2-1-1,-1 1 1,-1-1-1,-2 0 0,-1 0 1,-2 1-1,-1-1 1,-1 1-1,-2 0 1,-1 1-1,-1 0 1,-2 0-1,-1 1 1,-1 0-1,-24-35 0,29 51-134,1 1 0,-2 1 0,1-1 0,-1 2 0,-15-13 0,20 19-207,-1 0 0,0 0 1,0 1-1,0 0 0,0 0 0,-1 0 1,1 1-1,-1 0 0,0 0 0,1 1 1,-1 0-1,-14-1 0,-32 2-2910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9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1056,'0'0'3170,"178"161"-2450,-101-129-63,3 13-145,-5 8-80,-10 7-288,-12-4-80,-11-2 0,-6-4-64,-10 1-32,-8-25-2225,3-23-2273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9.1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 4274,'0'0'4594,"39"-33"-4594,-27 120 0,6 16 48,-4 13-32,7-3 0,3-6-16,3-30-1200,-18-38-4851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9.7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200 84 4050,'0'0'1569,"-164"26"-1057,135-23 848,23-3 1186,83 0-2322,57-18-176,47-20-32,27 8-16,-9 12-368,-27 9-3106,-53 9-1008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9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1 191 4178,'0'0'2113,"306"-110"-1985,-128 80-128,-15 4-544,-26 2-3538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0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643 125 3938,'0'0'533,"-28"-16"428,11 5-796,4 2-69,-1 1 0,1 1 0,-1-1 0,-1 2 0,1 0 0,-1 1 0,0 0 0,0 2 0,-1-1 1,1 2-1,-1 0 0,-21 0 0,21 4 24,0 0 1,0 1-1,1 0 0,-1 1 1,1 1-1,0 1 0,0 0 1,1 0-1,-1 2 0,1 0 1,1 1-1,0 0 0,0 0 1,1 2-1,-20 20 0,18-15-84,0 1 1,1 0-1,1 1 0,1 1 0,0 0 0,1 0 0,1 1 0,1 0 0,1 1 0,1 0 0,-5 28 0,7-22-19,1 0-1,1 0 0,2 0 0,0 0 1,6 35-1,-3-44-7,1 0-1,0-1 1,1 1 0,2-1 0,-1 0-1,2-1 1,0 1 0,18 25-1,-11-22 5,1-2 0,0 0 1,2-1-1,0 0 0,1-2 0,0 0 0,1-1 0,1-1 0,0-1 0,1-1 0,0-1 0,40 13 0,-28-14 9,0 0-1,0-3 0,1-1 0,-1-1 0,1-2 0,0-1 0,0-2 0,44-7 0,-63 5-12,0 0 0,-1-1 0,1-1 0,-1 0-1,-1-2 1,1 1 0,-1-2 0,0 0-1,0 0 1,-1-1 0,0-1 0,-1 0-1,0-1 1,-1 0 0,17-22 0,-15 16 4,-1-1 0,-1-1 0,-1 0 1,0 0-1,-1-1 0,-2 0 0,0 0 0,-1-1 1,0 0-1,-2 0 0,2-26 0,-4 18 8,-1 0 0,-1 0 0,-2 0 0,-10-55 0,7 64-11,0 0 0,-2 1 0,0 0 0,-1 0 0,-1 0-1,-1 1 1,-21-29 0,15 26-7,0 1 0,-2 0 0,0 2 0,-2 0 0,0 1 0,0 1 0,-36-21 0,38 27-5,-2 1 0,1 0 0,-1 1 0,0 2-1,-1 0 1,0 1 0,0 1 0,0 0 0,-35 1 0,49 2-8,0 1 1,0 0-1,-1 1 1,1 0-1,0 0 1,0 0-1,-1 1 0,1 0 1,1 0-1,-1 1 1,0 0-1,0 0 0,-6 5 1,9-4-100,0 0 1,0 0 0,0 0-1,1 0 1,-1 1-1,1-1 1,0 1-1,0 0 1,1 0-1,0 0 1,0 0-1,0 1 1,0-1 0,1 0-1,0 1 1,0 0-1,-1 5 1,0 44-3470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0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573 83 4882,'0'0'1014,"-28"-12"371,4 2-1083,11 3-186,-1 0 0,-1 1 1,1 1-1,-1 0 0,0 1 0,0 1 0,0 0 1,-1 1-1,1 1 0,-1 0 0,-22 3 0,26-1-52,-1 2 0,1 0-1,0 1 1,0 0-1,1 0 1,-1 1 0,1 1-1,0 0 1,0 0-1,1 1 1,-11 9 0,8-4-26,1 0 1,0 1 0,1 0-1,1 1 1,0 0 0,0 1-1,-9 20 1,5-3-25,2 1 0,0 0 0,3 0 0,1 1 0,1 1 0,2-1 0,-2 50 0,6-67-8,1 0 1,1 0-1,0 0 1,1 0-1,1 0 0,0-1 1,1 1-1,1-1 1,1 0-1,0-1 0,1 1 1,1-1-1,0 0 1,1-1-1,0 0 0,1 0 1,1-1-1,0-1 1,26 23-1,-21-23-3,0 1 1,1-2-1,1-1 1,0 0-1,0-1 0,1 0 1,24 6-1,-14-7 9,2-1 1,-1-2-1,1 0 0,34-1 0,-45-3 3,-1-1 0,1-1 1,-1-1-1,0-1 0,0-1 0,0 0 0,0-1 0,-1-1 0,20-10 0,-25 10-4,-1-1 0,0-1-1,0 0 1,0 0-1,-2-1 1,1-1-1,-1 1 1,0-2-1,-1 0 1,0 0-1,-1 0 1,0-1-1,9-19 1,-8 11 4,-1 0-1,-1-1 1,-1-1 0,0 1 0,-2-1 0,0 0-1,-2 0 1,0 0 0,-1 0 0,-2 0 0,-5-38-1,3 37-7,-2-1 0,-1 1 0,-1 0 0,-1 1 0,-1-1 0,-1 2 0,0-1 0,-2 1 0,-1 1-1,-24-31 1,16 27-4,-1 2 0,0 0-1,-2 2 1,0 0-1,-38-22 1,46 32-13,0 1 1,-1 1 0,0 1-1,0 0 1,0 1-1,-1 1 1,0 1 0,0 0-1,-1 1 1,-23 0-1,38 2-35,-1 1 0,0 1 0,1-1 0,-1 1 1,0-1-1,1 1 0,-1 1 0,1-1 0,-1 1 0,-4 2 0,6-3-85,1 1 1,0 0-1,0 0 1,0 0-1,0 0 0,0 0 1,1 0-1,-1 0 1,0 1-1,1-1 1,0 0-1,0 1 0,-1-1 1,2 1-1,-1 0 1,-1 3-1,1 1-679,-1 1-1,1 0 1,1-1-1,0 11 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0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410 94 5859,'0'0'1037,"-33"-2"-137,11 0-782,5 1-62,-1 0 0,1 0 0,-33 5 0,42-3-31,0 1-1,0 0 1,0 0-1,0 1 1,0 0-1,1 0 1,-1 1-1,1 0 1,0 1-1,0-1 1,0 1-1,1 1 1,-9 8-1,1 2 54,1 0 0,0 2 0,1-1 0,1 2 0,1-1 0,1 2 0,0-1 0,1 1 0,-8 35 0,7-13-10,2 0 1,2 0-1,1 81 1,4-101-56,1 1 1,1 0-1,11 43 1,-10-53-9,2 0 1,0 0 0,1 0-1,0-1 1,1 0 0,0 0-1,15 18 1,-9-14 1,1-2 1,1 1 0,0-2-1,1 0 1,1-1 0,0 0-1,1-1 1,0-1-1,0-1 1,1-1 0,27 9-1,-19-10 5,0 0-1,1-2 0,0 0 0,0-2 0,0-2 1,0 0-1,52-6 0,-63 2-5,1 0 0,0-1-1,-1-1 1,0 0 0,0-1 0,-1-1-1,0-1 1,0 0 0,0-1 0,-1-1-1,-1 0 1,1-1 0,-2-1 0,0 0-1,0-1 1,-1 0 0,-1-1 0,0 0-1,-1-1 1,0 0 0,-1-1 0,-1 0-1,-1 0 1,0-1 0,6-23 0,-8 21 4,-1 0 0,-1 0 0,-1 0 0,-1-1 1,0 1-1,-2-1 0,0 1 0,-1 0 1,-1-1-1,-1 1 0,0 0 0,-2 1 1,0-1-1,-1 1 0,-1 0 0,0 1 0,-21-32 1,0 8 24,-3 1 0,0 1 1,-53-47-1,63 65-24,-2 2 1,0 0-1,-1 2 1,-1 1-1,0 1 1,-54-23-1,20 22-11,58 15-3,0 1 0,-1-1 0,1 1 0,-1-1 0,1 1 0,-1 0 0,1 0 0,-1 0 0,1 0 1,-1 1-1,1-1 0,0 1 0,-1-1 0,1 1 0,0 0 0,-1 0 0,1 0 0,0 0 0,-4 3 0,4 0-47,0-1 0,0 1 0,1 0 0,0 0 0,-1 0 0,1 0 0,1 0 0,-1 0 0,1 0 0,-1 0 0,1 8 0,0-5-210,1 0-1,-1 0 0,1 0 0,0-1 0,1 1 0,0 0 1,2 7-1,2-5-378,0 1 1,1-2-1,0 1 1,0-1-1,12 12 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1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348 1 5010,'0'0'4392,"-39"5"-4099,15-3-242,-1 2-1,1 1 1,0 1 0,-44 17 0,61-19-30,0 0 0,0 1 1,0 0-1,1 1 0,0 0 1,0 0-1,0 0 0,1 0 1,0 1-1,0 0 0,1 0 1,-1 0-1,2 1 0,-1-1 1,-3 12-1,-5 14 6,2 0 1,1 1-1,2 0 1,1 0-1,2 1 1,-1 51-1,5-65-20,0 0 0,2 0 0,0 0 0,1 0 0,1 0 0,1-1 0,1 0 1,10 23-1,-8-27-4,0 0 1,1-1 0,1 0 0,0 0 0,1-1 0,1-1 0,0 0 0,1 0 0,1-1 0,15 10 0,-9-8 7,1-1 0,0-1 0,0-1-1,2-1 1,-1-1 0,1-1 0,28 6 0,-18-7 4,1-1 0,-1-2 0,1-2 0,52-2 1,-68-1-11,0-1 0,0 0 0,-1-1 0,1-1 0,-1-1 0,0-1 0,0 0 0,28-15 0,-33 14 1,-1 0 0,-1-1 0,1-1-1,-1 0 1,0 0 0,-1 0-1,0-2 1,-1 1 0,0-1 0,0 0-1,-1 0 1,6-16 0,-4 5 9,-2 0 0,0-1-1,-2 0 1,0 0 0,-2 0 0,0-1 0,-2 1 0,-1-1 0,-3-30 0,2 35 39,-1 0 0,-1 0 0,0 0 1,-2 0-1,0 1 0,-2-1 0,1 1 0,-2 1 0,-1-1 0,0 1 0,-1 1 0,-1 0 1,0 0-1,-1 1 0,-1 0 0,0 1 0,-1 1 0,0 0 0,-1 1 0,-31-19 1,28 21-61,0 1 1,0 1-1,0 0 1,-1 1-1,0 1 1,-1 1-1,1 1 1,-1 1-1,0 0 1,0 1-1,0 2 1,0 0-1,0 1 1,0 1 0,0 0-1,1 2 1,-1 0-1,1 2 1,-23 8-1,7 2-954,-56 36-1,-25 17-5052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6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93 444 2817,'0'0'5798,"0"-12"-5457,-3-49-285,-2-1 0,-4 1 0,-2 1 0,-32-103 0,34 139-56,9 24-2,0 0 1,0 0-1,0 1 0,0-1 1,0 0-1,0 0 0,0 0 0,0 0 1,0 0-1,0 1 0,0-1 0,0 0 1,-1 0-1,1 0 0,0 0 0,0 0 1,0 0-1,0 0 0,0 1 0,0-1 1,-1 0-1,1 0 0,0 0 0,0 0 1,0 0-1,0 0 0,-1 0 1,1 0-1,0 0 0,0 0 0,0 0 1,0 0-1,-1 0 0,1 0 0,0 0 1,0 0-1,0 0 0,0 0 0,0 0 1,-1 0-1,1 0 0,0 0 0,0 0 1,0-1-1,0 1 0,0 0 0,-1 0 1,1 0-1,0 0 0,0 0 0,0 0 1,0 0-1,0-1 0,-2 21-77,-3 185 0,35 326 0,-13-387 102,11 80 21,-26-221-839,0-11 333,0-22-674,-2-41-2033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6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155 146 2721,'0'0'2289,"-154"-6"-1504,154 3-1,44-8-656,51 2-112,48-9 16,32 0-32,9 0-32,-12 3-768,-26 0-289,-36 1 145,-33-4-1601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7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0 143 3586,'0'0'3329,"72"9"-3281,79-45-48,13 0-528,-16-2-1553,-23-4-1729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7.5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1116 3298,'0'0'648,"9"29"-160,4 8-261,24 52 0,-33-83-209,1 1 1,-1 0 0,1-1 0,1 0 0,-1 0 0,1 0 0,0-1-1,0 0 1,1 0 0,-1-1 0,1 1 0,0-2 0,0 1 0,1-1-1,-1 0 1,1 0 0,12 2 0,-15-3-14,11 3 13,1-1 1,1-1-1,-1 0 1,0-1-1,1-1 1,21-2-1,-30 1-8,0-1-1,0 0 1,0-1-1,-1 1 0,1-2 1,-1 1-1,1-2 1,-1 1-1,0-1 1,0 0-1,-1 0 0,1-1 1,11-10-1,-8 4 1,0-1-1,-1-1 1,-1 0 0,0 0-1,-1-1 1,0 0-1,-1-1 1,-1 0-1,0 0 1,-1 0 0,0 0-1,-2-1 1,4-25-1,-2-11 52,-3-1-1,-8-98 0,-2 91-11,-3 1 0,-2 0 0,-34-91 0,38 124-48,-148-389 72,135 359-15,14 35 122,6 16-13,3 15-128,1 5-131,6 37 45,18 57 1,2 11 128,10 121 91,23 108 196,-58-337-354,0-1 1,1 1 0,0-1 0,1 1-1,1-1 1,-1-1 0,2 1 0,-1-1-1,15 17 1,-17-24-42,0 1 0,0-1 0,0 1-1,0-1 1,0-1 0,0 1 0,1-1 0,0 1 0,-1-1-1,1 0 1,0-1 0,0 1 0,0-1 0,0 0-1,0-1 1,0 1 0,0-1 0,0 0 0,0 0 0,1 0-1,-1-1 1,0 0 0,0 0 0,0 0 0,5-2 0,-2-1-333,0 1-1,0-1 1,-1-1 0,11-7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7.7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 4754,'0'0'480,"190"17"-288,-23-19 49,14-19-241,-30-3-321,-44-6-4721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8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39 323 3121,'0'0'822,"-3"-27"-408,-16-162 610,17 161 182,-12-50 0,13 126-998,7 36-221,3 0 0,35 144 0,-20-116 20,-2-7 1,56 311 35,-74-352 15,-21-90 161,6 4-205,1-1 0,1 0 1,1-1-1,1 0 0,1 0 0,-4-34 0,6 23-17,2 1 0,1 0-1,1 0 1,7-44 0,-4 63-11,0 0 1,1 0 0,1 0-1,0 0 1,1 1 0,1 0-1,0 0 1,1 0 0,0 1-1,11-12 1,-11 15-6,0 1 1,1 0-1,0 0 0,0 1 1,1 0-1,0 1 0,1 0 1,-1 0-1,1 1 0,0 1 1,1 0-1,-1 0 0,14-2 1,-13 4-18,0 0 1,0 2-1,1-1 0,-1 2 1,0-1-1,23 4 1,-29-2 25,-1 0 0,1 0 1,0 1-1,-1 0 1,1 0-1,-1 0 0,0 1 1,0 0-1,0 0 1,0 0-1,0 0 0,-1 1 1,1 0-1,-1 0 0,7 9 1,-3-1-2,0 0 1,-1 1-1,0 0 1,-2 0 0,1 0-1,-1 1 1,-1 0-1,-1 0 1,4 24-1,-3 12 28,-2 73-1,-2-77 18,1 125 113,-1-166-147,0 0 0,1 0-1,-1 0 1,1 0 0,0 0-1,0 0 1,1 0 0,-1 0-1,1 0 1,0-1 0,1 1-1,-1-1 1,5 6 0,-4-7-116,0 0 0,0 0-1,0-1 1,1 0 0,-1 0 0,1 0 0,0 0 0,-1 0 0,1-1 0,0 1 0,0-1 0,0 0 0,0 0 0,0-1 0,0 1 0,6-1 0,53 2-3344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8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522 254 2257,'0'0'1587,"1"-20"-1168,0-69-208,-2 84-205,0-1 1,-1 1-1,1-1 0,-1 1 1,0 0-1,0 0 0,-1 0 0,1 0 1,-1 0-1,0 0 0,-1 0 1,1 1-1,-1 0 0,0 0 1,0 0-1,0 0 0,0 0 0,-1 1 1,0 0-1,1 0 0,-7-3 1,10 6-7,-11-7 42,0 1-1,-1 0 1,1 1 0,-1 1-1,0 0 1,-1 0 0,1 2 0,-1-1-1,1 2 1,-1 0 0,0 0 0,0 1-1,-19 3 1,25-2-35,0 0 0,1 1 0,-1 0 0,0 0 0,1 1 0,-1-1 0,1 2 0,0-1 0,0 1 0,0 0 0,-11 9 0,8-5 10,0 2 1,1-1-1,0 1 1,1 0-1,0 1 0,-11 18 1,8-7 31,0 0 1,2 0-1,0 1 0,2 1 0,1-1 1,0 1-1,-2 34 0,5-37-16,2 0 0,1 0 0,0 0-1,7 41 1,-5-54-24,0 0 0,1 1-1,0-2 1,0 1 0,0 0 0,1-1 0,1 1-1,-1-1 1,1 0 0,0 0 0,1-1-1,-1 0 1,1 0 0,0 0 0,8 5-1,-5-5 7,1 0 1,0-1-1,1 0 0,-1-1 0,1 0 0,0 0 0,0-1 0,0-1 0,0 1 0,0-2 0,1 0 0,12 0 0,-14-1-5,0 0 1,0-1-1,0 0 1,0-1-1,0 0 1,-1 0-1,1-1 0,-1 0 1,1-1-1,-1 0 1,0-1-1,0 0 1,14-11-1,-11 6-8,-1-1 1,-1-1-1,0 0 0,0 0 0,-1-1 1,-1 0-1,0-1 0,-1 0 1,-1 0-1,0 0 0,0-1 0,-2 0 1,4-20-1,0-15 297,-3-1 0,-1-89-1,-7 247-170,1-54 89,8 103 1,-4-143-202,0 0-1,1-1 0,1 0 1,0 1-1,1-1 1,0-1-1,1 1 0,11 16 1,-12-20-288,1 0 1,0-1 0,1 0 0,-1 0-1,1 0 1,1-1 0,-1 0-1,1 0 1,0-1 0,0 0 0,1 0-1,9 3 1,29 2-3827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9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40 500 480,'0'0'3671,"-7"19"-3196,-21 59-160,27-77-306,1 0 0,-1 0 0,1 0 0,-1 1 0,1-1 0,-1 0 0,1 0 0,0 1 0,-1-1 0,1 0 0,0 0 0,0 1 0,0-1 0,0 0 0,0 1 0,0-1 0,1 0 0,-1 0 0,0 1 0,1-1 0,-1 0 0,1 0 0,0 2 0,0-2 2,0-1 0,0 0 0,0 1 0,0-1 0,1 0 0,-1 0 0,0 0 0,0 0 0,0 0 0,0 0 0,0-1 0,0 1 0,0 0 0,0 0 0,0-1 0,1 0 0,5-1 31,3 0 17,-1-1-1,0 0 1,0-1-1,0 0 1,0 0-1,-1-1 0,0 0 1,9-7-1,58-54 67,-62 53-106,11-11-5,0 0 0,-2-2-1,22-34 1,-34 46-8,-2 0 0,0-1 0,0-1 0,-2 1 0,0-1 0,0 0 0,-2-1 0,4-23 0,-6 29 13,0-1-1,-2 1 1,1-1-1,-1 0 1,-1 1-1,0-1 1,-6-21-1,6 28 2,-1 0-1,-1 0 1,1 1 0,-1-1-1,0 1 1,0-1-1,0 1 1,0 0-1,-1 0 1,0 1-1,0-1 1,0 1 0,0-1-1,0 1 1,-1 1-1,1-1 1,-1 1-1,0-1 1,-5-1-1,3 1 19,1 1-1,-1-1 0,-1 1 0,1 0 0,0 1 0,0-1 0,-1 2 0,1-1 1,-1 1-1,1 0 0,-9 1 0,16-1-37,0 0 1,-1 0 0,1 1-1,0-1 1,-1 0-1,1 0 1,0 0-1,0 0 1,-1 1-1,1-1 1,0 0 0,0 0-1,-1 0 1,1 1-1,0-1 1,0 0-1,0 1 1,-1-1-1,1 0 1,0 0-1,0 1 1,0-1 0,0 0-1,0 1 1,0-1-1,0 0 1,0 1-1,0-1 1,0 0-1,0 1 1,0-1 0,0 0-1,0 1 1,0 1-2,0 0 0,0 0 1,0 0-1,0 0 0,0 0 0,1 0 1,-1 0-1,1-1 0,-1 1 1,1 0-1,0 0 0,0 0 0,0-1 1,0 1-1,0 0 0,3 2 1,32 25 4,28 10 25,77 33 1,60 36-18,-178-94-14,-1 2 1,0 1-1,-1 1 1,-1 0 0,-1 2-1,23 28 1,-33-34 3,0 0 1,0 0-1,-1 1 1,-1 0-1,-1 1 1,0-1-1,0 1 1,2 20-1,-6-29 0,-1 0-1,0 1 0,0-1 0,-1 1 0,0-1 1,0 1-1,-1-1 0,0 1 0,0-1 1,0 1-1,-1-1 0,-1 0 0,1 0 0,-1 0 1,0 0-1,-1 0 0,1-1 0,-1 1 1,-1-1-1,-6 8 0,4-7 5,-1 0 0,-1-1 0,1 0 0,-1 0 0,0-1-1,-1 0 1,1-1 0,-1 0 0,0 0 0,-20 4 0,3-3 26,-1-1-1,-54 1 1,66-4-11,0-1 0,0-1 0,0 0 0,-30-8 0,41 8-9,1 0 0,0-1 0,0 0 0,0 1 0,0-1 0,0-1 0,1 1 0,-1-1 0,1 1 0,-1-1 0,1 0 0,0 0 0,0 0 0,0-1 0,0 1 0,1-1 0,-1 1 0,1-1 0,0 0 0,0 0 1,1 0-1,-2-5 0,1 4 6,1 0 0,0 0 0,1 0 0,-1 0 0,1 0 0,0 0 0,0 0 0,1 0 0,-1 0 0,1 0 0,0 1 1,0-1-1,1 0 0,0 0 0,0 1 0,0-1 0,0 1 0,0-1 0,1 1 0,0 0 0,0 0 0,0 0 0,1 1 1,-1-1-1,1 1 0,6-5 0,0 0-19,1 1 0,-1 1 0,2 0 0,-1 0-1,0 1 1,1 1 0,0 0 0,0 0 0,19-2 0,-15 3-3,1 1 1,-1 1-1,0 0 0,1 2 1,-1 0-1,1 0 0,-1 1 1,26 8-1,-35-8 2,0 1 1,0-1 0,0 2-1,-1-1 1,1 1-1,-1 0 1,0 0 0,0 0-1,-1 1 1,1 0-1,-1 0 1,0 1 0,-1 0-1,1-1 1,-1 1-1,0 1 1,0-1 0,-1 1-1,0-1 1,0 1-1,2 8 1,2 21-495,-6-19-1935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0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34 208 3105,'0'0'673,"-2"-27"-145,-2-9-345,-1 1 387,2-58 0,3 77 1013,0 30-1282,1 203-252,-13 447 246,5-498 12,6-163-298,1 0 0,0 0 0,0 0 0,0 0 0,0 0 0,1 1 0,-1-1 1,1 0-1,0 0 0,0 0 0,0 0 0,0 0 0,0-1 0,0 1 0,1 0 0,2 3 0,-1-5-1,-1 1-1,1-1 0,0 0 1,0 0-1,0 0 0,0 0 1,0 0-1,0-1 0,0 1 1,0-1-1,0 0 1,0 0-1,1 0 0,-1 0 1,5-2-1,5 1 23,-1-1 1,1-1-1,0 0 0,-1-1 1,1 0-1,-1-1 0,0 0 1,16-11-1,7-6-9,43-36 0,-65 47-32,14-10-336,-1-1-1,-1-2 1,-1-1 0,28-36-1,-6-16-2093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0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1 205 3249,'0'0'1065,"43"-5"-929,363-55 51,229-61-182,-635 121-5,122-19 13,-122 19-11,0 1-1,0-1 1,0 0-1,-1 0 1,1 0 0,0 0-1,0 1 1,0-1-1,0 0 1,0 0-1,0 0 1,0 0-1,0 1 1,0-1-1,0 0 1,0 0-1,0 0 1,0 1-1,0-1 1,0 0-1,0 0 1,0 0-1,1 0 1,-1 1-1,0-1 1,0 0-1,0 0 1,0 0-1,0 0 1,0 0-1,0 1 1,1-1-1,-1 0 1,0 0-1,0 0 1,0 0-1,0 0 1,0 0-1,1 0 1,-1 0-1,0 0 1,0 1-1,0-1 1,0 0-1,1 0 1,-38 35 336,4-3-10,0 1 0,-40 55-1,66-78-299,0 0 0,0 1 0,1 0 0,0 0 0,1 0-1,1 1 1,0 0 0,0 0 0,1 0 0,0 0 0,1 1 0,1-1 0,0 0-1,1 19 1,1-27-26,-1 0 1,1 0-1,0 0 0,0-1 0,0 1 0,1 0 0,-1 0 0,1-1 0,0 1 0,0-1 0,0 0 1,0 1-1,1-1 0,0 0 0,-1 0 0,1-1 0,0 1 0,0 0 0,0-1 0,1 0 1,-1 0-1,1 0 0,-1 0 0,1 0 0,5 1 0,8 2 26,0-1-1,0-1 0,0 0 1,28 0-1,-20-2 0,-1-1-1,0-1 0,0-1 0,0-1 1,0-1-1,0-1 0,0-1 1,-1-1-1,27-13 0,-40 16-16,0-1 1,-1 0-1,0-1 0,0 0 1,-1 0-1,1-1 0,-1 0 0,-1 0 1,1-1-1,-1 0 0,-1 0 1,1-1-1,-1 0 0,-1 0 0,0 0 1,0-1-1,-1 0 0,0 0 1,-1 0-1,0 0 0,0 0 0,-1-1 1,1-14-1,-3 17 10,0 1 1,0-1-1,-1 0 0,1 1 1,-2-1-1,1 1 0,-1-1 1,0 1-1,-1 0 0,0 0 1,0 0-1,0 0 1,-1 0-1,0 1 0,-1 0 1,1-1-1,-1 2 0,0-1 1,-1 0-1,1 1 0,-1 0 1,0 0-1,0 1 0,-1 0 1,1 0-1,-1 0 1,-7-2-1,-7-3-16,0 2-1,0 0 1,0 1 0,-1 1 0,0 1 0,-1 1-1,-43 0 1,61 3-25,-30 2 26,34-1-38,-1-1 1,1 1 0,0-1-1,0 1 1,0-1-1,0 1 1,-1 0 0,1-1-1,0 1 1,0 0 0,0 0-1,1 0 1,-1 0 0,0 0-1,0 0 1,0 0 0,1 0-1,-1 0 1,0 0 0,1 0-1,-1 3 1,-2 17-2364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0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0 4738,'0'0'2038,"-5"4"-1784,3-2-254,0 0 1,0 0-1,0 0 1,0 0 0,1 1-1,-1-1 1,1 0-1,-1 1 1,1-1-1,0 1 1,0-1-1,0 1 1,0 0-1,0 4 1,-2 44-14,3-37 18,10 756 488,-8-691-386,-2-77 96,0-6 507,-1-10-313,0 0 0,-7-25 0,-1-19-313,7 35-54,1-1 0,2 1 1,0-1-1,7-33 0,-5 43-29,1 0-1,1 1 0,0 0 1,0-1-1,2 2 1,-1-1-1,2 1 0,12-17 1,-11 18-11,0 0 1,0 0-1,2 1 1,-1 0-1,23-15 1,-27 21-4,0 1 0,1-1 1,0 1-1,-1 0 0,1 1 1,0 0-1,1 0 0,-1 0 1,0 1-1,0 0 0,1 1 1,14 0-1,-18 1 7,1 0-1,-1 0 1,1 0-1,-1 1 1,0 0-1,1 0 1,-1 0-1,0 0 1,0 1-1,-1 0 1,1-1 0,0 1-1,-1 1 1,0-1-1,1 0 1,-1 1-1,-1 0 1,1-1-1,0 1 1,-1 0-1,0 1 1,3 7-1,1 3 2,0 0 0,-1 1 0,-1 0 0,0 0 0,1 21 0,-2-7 10,0 42-1,-4-63 0,1 0 0,-1 0 0,-1 0 0,1 0 0,-1 0 0,-1-1 0,0 1-1,0-1 1,-7 13 0,0-7-25,-1-1-1,-1 0 0,0 0 1,-1-1-1,0 0 0,-1-1 1,0-1-1,-1 0 0,0-1 0,0-1 1,-1 0-1,0-1 0,0-1 1,-24 6-1,38-11-125,0-1 1,0 0-1,0 1 1,0-1-1,0 0 1,0 0-1,0 0 1,1 0-1,-1 0 0,0-1 1,0 1-1,0-1 1,-2 0-1,3 0-51,0 1-1,1-1 0,-1 0 0,1 0 1,-1 1-1,0-1 0,1 0 0,0 0 0,-1 0 1,1 0-1,-1 0 0,1 0 0,0 0 1,0 0-1,0 0 0,-1 0 0,1-1 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1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0 375 3586,'0'0'656,"30"-2"-509,98-6-118,18 6 188,-63 1 153,-72 1-356,0-1 0,1-1 0,-1 0 0,0-1 0,0 0 0,-1-1 0,1 0 0,0 0 0,-1-1 0,0-1 0,18-12 0,-22 13 15,0 0 0,1-1 0,-2 1-1,1-1 1,-1-1 0,0 1 0,0-1-1,0 1 1,-1-1 0,0-1-1,-1 1 1,1-1 0,-2 1 0,1-1-1,-1 0 1,0 0 0,1-12 0,-2 14 22,0-8 118,0 1 0,-1-1-1,-2-21 1,1 32-142,1-1 1,-1 1-1,0-1 1,0 1-1,-1 0 1,1-1-1,-1 1 1,1 0-1,-1 0 1,0 0-1,0 0 1,0 0-1,-1 0 1,1 1-1,-1-1 1,1 1-1,-1 0 1,-4-3-1,-2 0 11,0 0 0,-1 1-1,1 1 1,-1-1 0,0 1-1,0 1 1,-15-2 0,-74 0 28,87 4-20,-1 0 0,0 1 0,1 1 0,0 0 0,-1 1 0,1 0 0,0 1 0,0 1 0,1 0 0,-1 0-1,1 1 1,0 0 0,1 1 0,0 0 0,0 1 0,0 0 0,1 1 0,-9 9 0,9-9 20,0 0-1,1 1 1,0 0 0,1 0 0,0 1 0,0 0-1,1 0 1,1 0 0,0 1 0,0 0 0,1 0-1,1 0 1,0 1 0,1-1 0,0 1 0,1 0-1,0 13 1,1-20-50,1-1-1,-1 1 1,1-1-1,1 0 1,-1 1 0,1-1-1,0 0 1,0 0-1,0 0 1,1 0-1,-1-1 1,1 1-1,1 0 1,-1-1-1,7 7 1,-2-4 0,0 0 0,1-1 0,-1-1 0,1 1 0,0-1 0,1-1 0,17 7 0,10-1-13,0-1 1,0-2-1,60 4 0,159-5-3319,-159-13-865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2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479 536 3185,'0'0'2033,"-9"-33"-1246,-26-108-2,3-20 30,0 8 715,11 105-1202,21 48-328,0 1 0,0-1-1,0 0 1,0 0 0,-1 0 0,1 0 0,0 0 0,0 0-1,0 0 1,0 0 0,0 0 0,0 0 0,0 0 0,0 0-1,-1 0 1,1 0 0,0 0 0,0 0 0,0 0 0,0 0-1,0 0 1,0 0 0,0 0 0,-1 0 0,2 9-49,2 33-22,1 0 1,2 0 0,13 41 0,0 6 65,40 256 4,14 69 82,-70-396-80,5 25 2,-8-41-2,1-1 1,-1 1-1,1 0 1,-1 0 0,1-1-1,0 1 1,0-1-1,0 1 1,0-1 0,0 1-1,0-1 1,0 0-1,0 1 1,1-1-1,-1 0 1,0 0 0,3 2-1,-3-3 2,-1 0 0,0 0-1,0 0 1,1 0 0,-1 0-1,0 0 1,0 0 0,1 0-1,-1 0 1,0-1 0,0 1-1,1 0 1,-1 0 0,0 0-1,0 0 1,1 0 0,-1-1-1,0 1 1,0 0 0,0 0-1,0 0 1,1-1 0,-1 1-1,0 0 1,0 0 0,0 0-1,0-1 1,0 1 0,1 0-1,-1 0 1,0-1 0,0 1-1,0 0 1,0 0 0,0-1-1,0 1 1,0 0 0,0-1-1,0 1 1,0 0 0,0 0-1,0-1 1,0 1 0,0-19 22,0 13-8,0-11-54,-1 0-1,-1 0 1,0 0-1,-1 0 1,-1 0-1,0 0 1,-2 1-1,0 0 1,0 0-1,-2 0 0,0 1 1,0 0-1,-2 1 1,-11-16-1,-8-6-63,-1 2-1,-63-56 1,79 77 82,-1 1 0,-1 1 0,0 0 0,0 2 0,-1 0 0,-1 0 0,1 2 1,-1 0-1,-26-6 0,38 11 14,1 1 1,-1 0-1,0 0 0,0 1 1,0 0-1,0 0 1,0 0-1,1 1 0,-1-1 1,-10 4-1,13-3 1,1 1 0,-1 0 0,0-1 0,1 1-1,-1 0 1,1 1 0,-1-1 0,1 0 0,0 1 0,0-1 0,0 1 0,0 0-1,1-1 1,-1 1 0,1 0 0,0 0 0,-1 0 0,1 0 0,0 5-1,-5 11 5,1 0-1,1 1 0,1 0 1,1-1-1,1 1 1,2 36-1,-1-45 16,2 0 0,0 0-1,0 0 1,1-1 0,0 1 0,1-1 0,0 0-1,0 0 1,1 0 0,1 0 0,0-1 0,0 0-1,13 15 1,-4-11-1,0 0 0,1 0 0,0-2 0,1 0 0,0 0 0,0-2 0,1 0 0,1-1 1,0-1-1,0-1 0,23 5 0,8-2-297,1-2 0,0-2 0,61-3 0,-75-2-825,68-8-1,-73 1 310,-1-1 1,37-16-1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2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341 237 976,'-3'-25'1663,"2"8"-1383,0-1-70,-1 0 0,-6-25 0,6 36-144,0 0 0,0 1 1,-1-1-1,1 1 1,-1 0-1,-1 0 1,1 0-1,-1 0 1,0 0-1,-1 1 1,-7-8-1,6 8-8,1 2-1,-1-1 1,1 1-1,-1 0 1,0 0-1,0 0 1,-1 1-1,1 0 1,0 0-1,-1 1 1,1-1-1,-1 2 1,0-1-1,1 1 1,-1 0 0,0 0-1,1 0 1,-1 1-1,1 0 1,-1 1-1,1-1 1,-8 4-1,7 0-18,0-1 0,1 1-1,0 1 1,0-1 0,1 1-1,-1 0 1,1 0-1,0 0 1,1 1 0,0 0-1,0 0 1,-4 10 0,-2 6 144,0 1 1,-9 41 0,14-40-23,1-1-1,0 1 1,2 0 0,2 43-1,0-62-144,0 0 1,1 0-1,0-1 0,0 1 1,0 0-1,0 0 0,1 0 1,0-1-1,1 1 0,-1-1 1,1 1-1,0-1 0,0 0 1,1 0-1,-1-1 0,1 1 1,0-1-1,0 1 0,1-1 1,-1-1-1,1 1 0,0-1 1,0 1-1,0-1 0,1-1 1,-1 1-1,1-1 0,-1 0 1,1 0-1,0 0 0,0-1 1,7 1-1,0 0 50,0 0 0,0-1 0,0 0 0,1-1 0,-1-1 0,19-3 0,-26 3-42,1-1 0,-1 0 0,0 0 1,1 0-1,-1-1 0,0 0 0,-1 0 0,1-1 0,0 0 1,-1 0-1,0 0 0,0 0 0,0-1 0,4-5 0,-3 2 17,0-1-1,0 0 0,0 0 0,-1-1 0,-1 0 0,0 0 0,0 0 0,-1 0 0,3-13 0,-2-1 86,-1 0-1,0-45 0,-3 56-92,-1 0 0,0 0 1,-1 0-1,-1 1 0,1-1 1,-2 0-1,-7-18 0,7 23-240,0 0 0,0 0 0,-1 1 0,0 0 0,0 0 1,-1 0-1,1 1 0,-2 0 0,1 0 0,0 0 0,-15-9 0,-2 6-3080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3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86 667 2753,'0'0'2906,"-8"14"-1711,-29 44-365,37-58-821,0 1 0,0-1 1,0 1-1,-1-1 1,1 1-1,0-1 0,0 1 1,-1-1-1,1 0 1,0 1-1,-1-1 0,1 0 1,0 1-1,-1-1 1,1 0-1,-1 1 0,1-1 1,-1 0-1,1 0 1,-1 0-1,1 1 0,0-1 1,-1 0-1,1 0 1,-1 0-1,1 0 0,-1 0 1,1 0-1,-1 0 1,1 0-1,-1 0 0,1 0 1,-1 0-1,1 0 1,-1 0-1,1 0 1,-1 0-1,1-1 0,-1 1 1,1 0-1,-1 0 1,1-1-1,0 1 0,-1 0 1,1-1-1,-1 1 1,1 0-1,0-1 0,-1 1 1,1 0-1,0-1 1,-1 1-1,1-1 0,0 1 1,0-1-1,0 1 1,-1 0-1,1-2 0,-4-10 106,0-1 0,1 1 1,1-1-1,0 0 0,0 0 0,1 0 0,1 0 0,2-19 0,-2 1-54,0 18-58,1 1-1,1-1 1,0 0 0,0 1-1,1-1 1,1 1 0,0 0-1,0 0 1,1 0 0,1 1-1,0 0 1,1 0 0,0 0-1,0 1 1,1 0 0,1 0-1,0 1 1,0 0 0,0 1-1,1 0 1,20-12 0,-21 15-14,0 1 0,-1 0 0,1 0 0,1 1 1,-1 1-1,0-1 0,1 1 0,0 1 0,-1 0 0,1 0 1,0 1-1,15 2 0,-18-1-6,1 0-1,-1 0 1,0 1-1,0 0 1,0 1-1,0-1 1,0 1-1,-1 1 1,1-1-1,-1 1 1,0 0-1,0 1 1,0-1-1,-1 1 1,0 0 0,9 11-1,-5-1 7,0 0 0,0 1 0,-2 1 0,0-1 0,0 1 0,-2 0-1,0 0 1,-1 1 0,-1 0 0,1 19 0,0 25 28,-7 95 0,-3-138-4,6-19-11,0 0-1,0 0 1,0-1-1,0 1 1,0 0 0,0 0-1,0-1 1,0 1-1,0 0 1,-1 0 0,1-1-1,0 1 1,0 0-1,0 0 1,0 0 0,0-1-1,0 1 1,-1 0-1,1 0 1,0 0-1,0 0 1,0-1 0,-1 1-1,1 0 1,0 0-1,0 0 1,0 0 0,-1 0-1,1 0 1,0-1-1,0 1 1,-1 0 0,1 0-1,0 0 1,0 0-1,-1 0 1,1 0-1,0 0 1,0 0 0,-1 0-1,1 0 1,0 0-1,0 0 1,-1 0 0,1 1-1,0-1 1,0 0-1,-1 0 1,1 0 0,0 0-1,0 0 1,0 0-1,-1 1 1,1-1-1,0 0 1,0 0 0,0 0-1,0 0 1,-1 1-1,1-1 1,0 0 0,0 0-1,0 1 1,-4-24-22,1 0 1,1-1-1,1 1 1,1 0 0,1 0-1,5-28 1,1 20-130,0 0 1,2 0 0,2 1 0,0 0-1,2 1 1,28-47 0,-37 69 98,4-8-146,1 1 0,16-22-1,-22 32 164,0 1 0,0-1 0,1 1 1,-1 0-1,1 0 0,0 0 0,0 1 0,0-1 0,0 1 0,0 0 0,1 0 0,-1 1 1,9-3-1,-12 4 30,1-1 0,-1 1 0,0 0 0,1 0 0,-1-1 0,1 1 0,-1 1 0,1-1 0,-1 0 0,1 0-1,-1 0 1,1 1 0,-1-1 0,0 1 0,1-1 0,-1 1 0,0-1 0,3 3 0,-1-1-3,-1 1 0,0-1-1,0 1 1,0 0-1,0 0 1,0 0 0,-1 0-1,3 6 1,4 10 3,-1 1-1,-1 0 1,-1 1 0,4 31-1,2 91 203,-9-99-89,1 0-1,2 0 0,14 55 0,-18-96-104,0 0 0,0 1 0,0-1 0,0 0 0,1 1 0,-1-1 0,1 0 0,0 0 0,0 0 0,0 0 0,0-1 0,1 1 1,-1-1-1,1 1 0,-1-1 0,1 0 0,0 0 0,0 0 0,0 0 0,4 1 0,2 0 4,0-1 0,1 0 1,-1 0-1,1-1 0,-1-1 0,15 0 1,2 0-15,-1-1 0,1-1 1,-1-2-1,0 0 1,0-1-1,0-2 0,-1-1 1,0 0-1,0-2 1,25-14-1,-11 2-204,-2-1 0,0-1 0,-2-2 1,57-56-1,-75 66 177,-2 0 1,0-2 0,0 0 0,-2 0-1,0-1 1,-2 0 0,0-1 0,-1-1-1,0 1 1,-2-1 0,5-25 0,-8 27 33,-1 0 0,-1-1 0,-1 1 0,0-1 0,-1 0 0,-2 1 1,-3-21-1,3 31 8,0 1-1,0 0 1,-1-1 0,0 1 0,-1 0 0,0 0 0,0 1 0,0-1 0,-1 1-1,0 0 1,-1 1 0,0-1 0,0 1 0,0 0 0,-1 0 0,1 1 0,-16-10-1,10 10 26,1 0 0,-1 0 0,-1 1 0,1 1 0,0 0 0,-1 1 0,0 0 0,1 1 0,-1 0 0,-15 1 0,22 0 2,0-1 1,0 1-1,0 1 1,0-1-1,0 1 0,0 0 1,0 0-1,0 1 1,0 0-1,0 0 1,1 0-1,-1 1 1,1-1-1,0 2 1,-1-1-1,1 0 1,1 1-1,-1 0 1,0 0-1,1 0 0,0 1 1,-6 7-1,2 0 47,0 1 0,0 0 1,1 0-1,1 0 0,0 1 0,1 0 0,1 0 0,-4 19 0,3-4 162,1 0-1,2 0 1,1 39 0,1-55-139,1 0 1,0 0-1,1 0 0,0 0 1,1-1-1,8 22 1,-7-25-53,1-1 1,0 1 0,0-1 0,1 0 0,0 0 0,0 0-1,1-1 1,0 0 0,13 10 0,-2-4 0,1-1-1,0-1 1,0 0 0,1-2 0,1 0 0,-1-1-1,1-1 1,1-1 0,-1-1 0,23 2 0,29 1 1,124-3 0,-142-5-346,103-15-1,-104 3-1177,89-34-1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4.0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133 397 1889,'0'0'1507,"-8"-31"-939,-28-103 11,-16-11 476,20 60-490,31 84-521,0 9-24,-1 264-4,3-141 59,25 287 331,-1-5 332,-28-509 216,0 44-855,6-72 0,-2 108-107,1 0 0,1 1 0,1-1 0,0 1 0,1 0 0,1 0 0,0 0 0,15-25 1,-14 29-23,0 0 1,1 0 0,0 1 0,0 1-1,1-1 1,0 1 0,1 1 0,0 0 0,0 0-1,1 1 1,0 0 0,0 1 0,1 0-1,-1 1 1,1 0 0,1 1 0,-1 0 0,0 1-1,1 1 1,0 0 0,15-1 0,-24 2 22,0 1 1,0 0-1,1 0 1,-1 0-1,0 0 0,0 1 1,1 0-1,-1-1 1,0 1-1,0 1 1,0-1-1,0 1 1,0 0-1,0-1 1,-1 2-1,1-1 1,-1 0-1,1 1 1,-1 0-1,0-1 1,0 1-1,0 0 1,0 1-1,0-1 1,-1 1-1,3 4 1,2 5 1,-1 1 0,0-1 1,-1 1-1,0 0 0,-2 0 1,1 1-1,1 18 1,1 107 121,-6-123-71,0 1 1,-2-1-1,0 0 1,-1 0 0,-1 0-1,-6 19 1,6-25-18,-1 0 0,-1 0 1,0 0-1,0-1 0,-1 0 0,-1 0 1,1 0-1,-1-1 0,-14 11 1,7-7-131,0-1 1,-2 0 0,1-1-1,-1-1 1,-1-1 0,0-1 0,0 0-1,-1-1 1,0-1 0,0-1 0,-28 5-1,-16-7-2764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4.3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0 354 3394,'27'0'162,"13"0"-133,123 1 28,-79 6 50,-50-4 56,0 0 0,0-3 1,54-4-1,-83 3-159,0 0-1,0 0 0,1-1 1,-2 0-1,1 1 1,0-2-1,0 1 1,-1 0-1,1-1 1,-1 0-1,1 0 1,-1 0-1,0-1 1,-1 1-1,1-1 1,0 0-1,-1 0 1,0 0-1,3-7 1,-1 3 0,-2 0 0,1-1 1,-1 0-1,-1 0 0,1 0 0,-1 0 0,-1 0 1,0 0-1,0-17 0,-1 20 0,-1 0-1,1 0 1,-1 1-1,0-1 1,-1 0-1,0 0 1,1 1-1,-2-1 0,1 1 1,-1-1-1,0 1 1,-6-9-1,2 6 1,1 0-1,-1 1 1,-1 0-1,1 1 0,-1-1 1,0 1-1,-11-5 0,3 2 68,-1 1-1,0 1 0,0 0 1,-1 1-1,0 1 0,0 1 1,-37-4-1,38 7 23,0 0 0,0 1-1,0 1 1,-19 4 0,29-4-49,0 1-1,0 0 1,0 1 0,1-1 0,-1 1-1,1 1 1,0-1 0,-1 1 0,2 0-1,-1 0 1,0 1 0,-6 7-1,4-3 68,0 0-1,1 1 0,0 1 0,0-1 0,1 1 0,1 0 0,0 0 0,0 1 0,-3 14 1,2-2 134,1 0 0,2 1-1,-2 40 1,5-53-200,-1 0 0,1 1 0,1-1-1,0 0 1,1 0 0,0 0-1,1 0 1,1-1 0,-1 1-1,2-1 1,0 0 0,0 0-1,1 0 1,0-1 0,14 18-1,-5-11-29,0-2-1,1 1 1,1-2-1,1 0 1,0-1-1,0-1 0,1-1 1,1 0-1,38 13 1,-22-11-498,2-2 1,0-1 0,0-2-1,68 5 1,15-10-2162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4.6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330 386 4194,'0'0'2134,"-8"-2"-1771,21 4-320,-6-2-40,0 0 0,1-1 1,-1 1-1,0-2 0,0 1 0,0-1 1,0 0-1,0 0 0,0 0 1,0-1-1,-1 0 0,1-1 1,-1 0-1,0 0 0,0 0 0,0 0 1,-1-1-1,1 0 0,-1 0 1,-1-1-1,1 1 0,-1-1 0,1 0 1,-2 0-1,1-1 0,-1 1 1,0-1-1,0 0 0,3-11 0,-5 11-7,0 0-1,0-1 0,-1 1 0,1-1 0,-1 1 0,-1-1 1,0 1-1,0 0 0,0-1 0,-1 1 0,0 0 0,-1 0 1,1 0-1,-1 0 0,-1 0 0,1 1 0,-1 0 0,0-1 0,0 1 1,-1 0-1,0 1 0,0-1 0,-1 1 0,1 0 0,-1 1 1,-11-8-1,3 2 1,-1 1 1,0 1-1,0 0 1,-1 1-1,0 0 0,0 1 1,-1 1-1,1 1 1,-1 1-1,0 0 1,0 1-1,-1 0 0,1 2 1,-30 2-1,42-1 10,-1 0 0,1 0 0,0 1 0,0 0-1,0 0 1,0 0 0,0 1 0,0-1 0,1 1 0,-1 0-1,1 1 1,0-1 0,-6 6 0,4-2 29,0 1 0,0 0 1,1 0-1,0 0 0,0 1 1,1-1-1,-3 11 0,-1 6 216,1 1-1,1 0 1,1 1 0,-2 42-1,5-44-3,2 0 1,0 0-1,2 0 0,8 45 0,-8-60-205,1 1 0,1-1 0,0 1 1,0-1-1,1 0 0,0-1 0,1 1 0,0-1 0,0 0 0,1-1 0,0 1 0,1-1 0,11 9 0,-1-4-28,0 0 0,1-2 0,0 0 0,1-2 0,0 0 0,1-1 0,31 8 0,-8-6-438,1-1 0,73 4-1,25-10-2533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5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438 289 3137,'0'0'1673,"11"-12"-1270,34-38-307,-42 45-89,1 0 0,-1 0 0,0-1 0,-1 1-1,1-1 1,-1 1 0,0-1 0,0 0 0,-1 0 0,0 0 0,0 0-1,0 0 1,-1 0 0,0 0 0,0 0 0,0 0 0,-1 0 0,0 0-1,0 0 1,-3-7 0,2 8 4,0 1 0,0-1 0,0 1 0,-1-1 0,1 1 1,-1 0-1,0 0 0,0 0 0,-1 1 0,1-1 0,-1 1 0,0-1 0,0 1 0,0 1 0,0-1 0,-1 0 0,1 1 0,-9-3 0,0-1 19,-1 2 0,0 0 0,1 0 0,-1 1 0,-23-1 0,18 2 12,-1 1 1,1 1-1,-1 1 0,-34 7 1,45-6-30,0 0-1,1 1 1,-1 0 0,1 1 0,0 0 0,0 0 0,0 1-1,1 0 1,0 0 0,0 1 0,0 0 0,-10 11 0,7-5 22,1 1 1,0 0 0,1 0-1,0 1 1,1-1 0,1 2-1,0-1 1,1 1 0,-5 24-1,4-3 36,1 0-1,0 72 1,5-89-51,1-1 0,0 1 0,1-1 0,1 1 0,1-1 0,8 23 0,-9-32-8,1-1-1,0 0 1,0 0 0,1 0-1,0-1 1,1 1-1,-1-1 1,1-1-1,0 1 1,1-1-1,0 0 1,0 0 0,0-1-1,1 0 1,8 4-1,-2-3 2,0-1-1,0-1 1,0 0 0,1-1-1,-1 0 1,1-1 0,0-1-1,0 0 1,0-1-1,23-3 1,-28 1-7,1 0 0,0-1-1,-1 0 1,0 0 0,1-1 0,-2-1 0,1 1-1,0-2 1,-1 1 0,0-1 0,0-1-1,-1 0 1,1 0 0,-2 0 0,1-1 0,-1 0-1,0-1 1,10-15 0,-5 4 2,0 0-1,-1-1 1,-1 0-1,-1-1 1,-1 0 0,-1-1-1,7-40 1,-9 14 13,-1-82-1,-5 97-8,1 29-9,-3-34 26,3 38-27,0 0-1,0-1 1,-1 1-1,1 0 1,-1 0-1,1 0 1,-1 0-1,1 0 1,-1 0-1,0 0 1,1 0-1,-1 0 1,0 0-1,0 0 1,0 0 0,0 0-1,0 1 1,0-1-1,0 0 1,0 1-1,0-1 1,0 1-1,0-1 1,0 1-1,0-1 1,-1 1-1,0 0 1,1 0-2,1 0 0,-1-1 0,1 1 0,-1 0 0,1 0 0,-1 0 0,1 1 1,-1-1-1,1 0 0,-1 0 0,1 0 0,0 0 0,-1 0 0,1 1 0,-1-1 0,1 0 0,-1 0 0,1 1 0,0-1 1,-1 0-1,1 0 0,0 1 0,-1-1 0,1 1 0,0-1 0,-1 0 0,1 1 0,0-1 0,-1 1 0,-2 8 13,0-1 0,0 1 0,1 0 0,0 0 0,0 0 0,1 0-1,0 0 1,1 18 0,0-13 66,-1 20 124,2 227 1091,1-246-1264,0-1 0,0 1-1,2-1 1,0 0 0,1 0 0,0 0 0,1 0 0,11 18 0,-12-24-111,0 0 0,0-1 0,1 0 0,1 0 0,-1 0 0,1-1 0,0 0 1,0 0-1,1-1 0,0 0 0,0 0 0,0-1 0,0 0 0,15 5 0,-9-5-631,0-1 0,24 3-1,28-4-1962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6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72 105 1985,'0'0'2897,"-11"11"-2673,5-4-168,0 1 0,1-1-1,-1 1 1,1 0 0,1 0-1,0 0 1,0 1 0,1-1 0,-1 1-1,2 0 1,0 0 0,0 0-1,0 0 1,1 1 0,0 17-1,0 35 213,-1 0 64,8 84 0,-5-138-315,0 0 1,1 0 0,0-1 0,0 1 0,1 0 0,0-1 0,0 0 0,1 0 0,8 13 0,-9-16-12,0 0 1,0-1-1,1 1 0,-1-1 1,1 0-1,0 0 0,0-1 1,0 1-1,0-1 0,0 1 1,0-1-1,1-1 0,-1 1 1,1-1-1,-1 1 0,1-1 1,9 0-1,-9 0-1,1 0 0,0 0 1,-1-1-1,1 0 0,0-1 0,-1 1 1,1-1-1,0 0 0,-1 0 0,1-1 0,-1 0 1,0 1-1,1-2 0,-1 1 0,0-1 0,0 0 1,-1 0-1,1 0 0,0-1 0,-1 1 1,0-1-1,7-8 0,5-9-24,-1 0 0,-1-1-1,-1-1 1,-1 0 0,-1-1 0,-1 0 0,-1-1 0,-1 0-1,8-49 1,-7 17 38,-4 1 1,-1-1-1,-7-86 0,-3 120 56,6 22-74,0 1 0,0 0 0,-1 0 0,1 0 0,0 0 0,0 0 0,0 0 0,0 0 0,0 0 1,0 0-1,0 0 0,0 0 0,0 0 0,-1 0 0,1 0 0,0 0 0,0-1 0,0 1 0,0 0 0,0 0 0,0 0 0,0 0 1,0 0-1,-1 0 0,1 0 0,0 0 0,0 0 0,0 1 0,0-1 0,0 0 0,0 0 0,0 0 0,0 0 0,-1 0 0,1 0 1,0 0-1,0 0 0,0 0 0,0 0 0,0 0 0,0 0 0,0 0 0,0 0 0,0 0 0,0 1 0,0-1 0,0 0 0,-1 0 1,1 0-1,0 0 0,0 0 0,0 0 0,0 0 0,0 0 0,0 1 0,0-1 0,-2 17 7,1 277 162,2-272-169,-1 20 34,2 0-1,2 0 1,2 0 0,1 0 0,3-1-1,25 71 1,-34-110-31,-1 0 1,1 0-1,0 0 1,-1 0-1,1-1 1,0 1-1,0 0 0,1 0 1,-1-1-1,0 1 1,0-1-1,1 1 1,-1-1-1,1 0 1,-1 1-1,1-1 0,0 0 1,0 0-1,-1 0 1,1 0-1,0 0 1,0-1-1,0 1 1,0-1-1,0 1 0,0-1 1,0 1-1,0-1 1,0 0-1,0 0 1,0 0-1,0 0 1,0-1-1,4 0 0,-1-1 4,-1 0 0,1 0 0,0-1 0,-1 0 0,1 0 0,-1 0 0,0 0 0,0-1 0,0 1 0,-1-1 0,1 0 0,3-6 0,21-33 0,-3-1 0,-2-1 1,-1 0-1,-3-2 1,-1-1-1,14-66 0,-25 79 4,-2-1-1,-1 1 1,-2-65 0,-2 87-11,0 9-1,0 3 0,0 0-1,0 0 1,1 1 0,-1-1-1,0 0 1,0 0-1,0 0 1,0 0 0,0 1-1,0-1 1,0 0 0,0 0-1,0 0 1,-1 1 0,1-1-1,0 0 1,0 0 0,-1 0-1,1 1 1,0-1-1,-1 0 1,1 1 0,-1-1-1,1 0 1,-1 1 0,1-1-1,-1 0 1,0 1 0,1-1-1,-1 1 1,0-1-1,1 1 1,-1 0 0,0-1-1,0 1 1,0 5-69,1 4 53,1 1 0,0-1 0,1 0 1,0 0-1,0 0 0,8 17 0,31 54 21,-6-13 2,-19-28-7,-1 0 1,-2 1-1,10 50 0,-18-62 4,-1 0-1,-1 0 0,-2 1 1,0-1-1,-7 49 0,6-73 1,-1-1 0,1 1 0,-1 0 0,-1-1 0,1 1 0,0 0 0,-1-1 0,0 0-1,0 1 1,0-1 0,0 0 0,0 0 0,-1 0 0,1 0 0,-1-1 0,0 1 0,1-1 0,-1 1 0,-4 1-1,1-1 47,0 0-1,0-1 1,0 1-1,0-2 1,-1 1-1,1 0 0,0-1 1,-1-1-1,1 1 1,-9-1-1,26-7 26,34-12-512,61-16-1,-62 23-52,-1-3 0,61-29 0,-64 20 472,-1-1 1,-2-2-1,0-1 1,-2-3-1,-2 0 1,0-2-1,-2-2 1,-2 0-1,-1-2 1,38-68-1,-58 91 48,0-1 0,-1-1 0,-1 1 0,0-1 0,-1 0-1,-1 0 1,0-1 0,-1 1 0,-1-1 0,0-28 0,-2 43-16,0 0 0,0 0 0,0 0 0,0 0 0,-1 0 0,1 0 0,-1-1 0,1 1 0,-1 0 0,0 1 0,0-1 0,0 0 0,0 0 0,0 0 0,0 0 0,0 1 0,-1-1-1,1 1 1,0-1 0,-1 1 0,0-1 0,1 1 0,-1 0 0,0 0 0,1 0 0,-1 0 0,0 0 0,0 0 0,0 0 0,0 1 0,0-1 0,-4 0 0,-4 0 50,0 0 0,0 0-1,0 1 1,1 1-1,-1 0 1,-14 3 0,9-1 35,0 2-1,1 0 1,-1 0 0,1 1 0,0 1 0,0 1 0,1 0-1,0 0 1,1 1 0,0 1 0,0 0 0,1 1-1,-15 18 1,8-7 122,1 0-1,1 2 1,0 0-1,2 1 1,1 1-1,-14 38 0,20-43-45,0 1 0,1 1 0,1-1 0,2 1 0,0 0 0,0 35 1,3-47-116,1 0 1,1 0 0,-1 0 0,2 0 0,-1 0-1,1 0 1,1-1 0,0 1 0,1-1 0,0 0 0,0 0-1,1-1 1,0 0 0,1 0 0,9 10 0,0-4-32,0-2 0,1 0 1,0-1-1,1 0 1,1-1-1,0-2 0,0 0 1,0 0-1,27 6 0,7-1-59,0-1 0,79 6-1,54-7-1126,-11-11-2554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6.3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 3570,'0'0'8067,"-9"0"-7987,104 0-80,9 0-32,-6 0-1424,-24 0-3411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6.6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4930,'0'0'5955,"169"0"-5635,-83 0-320,-12 0-32,-11 0-1553,-16 15-3329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6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3794,'0'0'3457,"181"0"-2496,-104 0-513,16 0-448,8 0-16,3 0-3938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5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444 169 2241,'0'0'2684,"1"-15"-2436,1 0-85,3-73 1691,-5 87-1823,-1-1 0,1 1 0,0 0 0,-1-1 0,0 1 0,1 0 0,-1-1 0,0 1 0,1 0 0,-1 0 0,0 0 0,0 0 0,0 0 0,0 0 0,0 0 0,0 0 0,0 0 0,-1 0 0,1 0 0,0 1 0,0-1 0,-1 1 0,1-1 0,0 1 0,-1-1 0,1 1 0,-1-1 0,1 1 0,-1 0 0,-1 0 0,-9-2-45,1 1 1,-21 0-1,26 2 62,-10-2-46,3 1 6,0 0 1,1 0-1,-1 1 1,0 0-1,1 1 1,-1 1-1,1 0 0,-14 5 1,11-2 3,0 2 1,0-1-1,1 2 0,0 0 1,1 0-1,0 2 1,0-1-1,1 1 0,-13 17 1,17-18-3,1 0 1,0 1 0,0-1-1,1 1 1,1 1-1,0-1 1,0 1-1,2 0 1,-1 0 0,1 0-1,1 0 1,-1 19-1,3-15 4,0 1 0,0-1 0,2 0 0,4 20-1,-4-28-5,1 1-1,0-1 0,0 1 0,1-1 1,1 0-1,-1 0 0,1-1 0,1 0 0,7 10 1,0-4 2,1 1 0,1-1 0,0-1 0,1-1 0,0 0 0,1-1 0,0 0 0,0-2 0,1 0 0,1 0 0,-1-2 1,1 0-1,0-1 0,1-1 0,-1-1 0,1 0 0,24-1 0,-8-1 14,41-3-1,-63 0-17,-1 0-1,1 0 1,-1-1-1,0-1 1,0 0-1,14-7 0,-14 5 3,-1 0-1,1-1 0,-2-1 0,1 0 0,-1 0 0,0-1 0,-1-1 0,0 1 1,-1-2-1,0 1 0,-1-1 0,0 0 0,7-13 0,-8 9-2,0-1 0,-2 0 0,1 0-1,-2 0 1,0 0 0,-1-1-1,-1 1 1,-1-1 0,0 0 0,-3-18-1,1 22-7,-1 1 0,0-1 0,-1 1 0,-1 0 0,0 0-1,0 0 1,-2 0 0,1 1 0,-2-1 0,-13-17-1,10 15 5,-1 1-1,-1 0 1,0 1-1,-1 1 0,-1 0 1,0 0-1,-24-14 0,30 22-14,0-1-1,0 1 1,0 0-1,0 0 1,0 1-1,-1 0 1,1 0-1,-1 1 0,1 0 1,-16 1-1,23 0-60,-1 0-1,1 0 0,-1 0 0,1 0 1,-1 0-1,1 0 0,0 1 0,-1-1 0,1 1 1,-1-1-1,1 1 0,0-1 0,-1 1 1,1 0-1,0 0 0,0-1 0,-1 1 1,1 0-1,0 0 0,0 0 0,0 0 0,0 1 1,0-1-1,1 0 0,-1 0 0,0 0 1,0 1-1,1-1 0,-1 2 0,-6 16-2050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6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332 104 3842,'0'0'3930,"-17"-17"-3514,-58-50-323,73 65-93,0 0 0,0 0 0,-1 1 1,1-1-1,0 1 0,-1 0 0,0-1 0,1 1 0,-1 0 0,0 0 0,0 1 1,1-1-1,-1 1 0,0-1 0,0 1 0,0 0 0,0 0 0,0 0 0,0 0 1,1 0-1,-1 1 0,0-1 0,0 1 0,0 0 0,0 0 0,1 0 0,-1 0 1,1 0-1,-4 2 0,4-2-1,-6 4-4,-1 0 1,1 0 0,0 1-1,1 0 1,0 1 0,0-1-1,0 1 1,1 1-1,0-1 1,-8 13 0,4-4 5,1 1 1,1-1 0,0 2-1,-8 27 1,11-19 28,0-1 0,2 1 0,1 0 1,1 0-1,5 48 0,-3-66-26,0 0 1,1 0-1,1 0 0,-1 0 0,1 0 0,1-1 1,-1 1-1,1-1 0,1 0 0,-1 0 1,1 0-1,1-1 0,-1 1 0,1-1 0,0 0 1,1-1-1,0 0 0,8 6 0,-3-4 3,1 0 0,-1 0 0,2-1-1,-1-1 1,1 0 0,0 0 0,0-2 0,0 0-1,0 0 1,17 0 0,-6-1 11,0-1 1,0-1-1,0-1 1,0-1-1,32-8 1,-46 8-12,0-2 1,0 1-1,-1-1 0,1-1 0,-1 0 1,0 0-1,-1-1 0,1 0 1,-1-1-1,0 0 0,-1 0 1,0-1-1,13-14 0,-12 10 4,-1-1-1,0 0 0,-1 0 1,0 0-1,-2-1 1,1 0-1,-2 0 0,6-24 1,-7 18-3,-1 0 1,0 0-1,-1-1 1,-2 1-1,-4-35 0,3 45-4,-1 0 0,0 1-1,0 0 1,-1-1 0,0 1 0,0 0-1,-1 1 1,-1-1 0,1 1-1,-1 0 1,-1 0 0,0 1-1,0 0 1,0 0 0,-1 0-1,0 1 1,-15-9 0,12 9-15,-1 0 0,0 0 0,0 1 0,0 1 0,-1 0 0,0 0 0,0 2 0,0-1 0,0 1 0,0 1-1,0 0 1,0 1 0,-20 2 0,29-1-124,0 0 0,-1 0 0,1 0 0,0 0 0,0 0-1,0 1 1,0 0 0,0 0 0,0 0 0,1 0-1,-1 1 1,1-1 0,-1 1 0,-4 5 0,-11 10-4686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384 121 1729,'0'0'2692,"-2"-14"-2071,-8-44-207,9 56-369,1 0 1,0 0-1,-1 0 0,0 0 1,1 0-1,-1 1 0,0-1 1,0 0-1,0 0 1,0 0-1,0 1 0,-1-1 1,1 0-1,0 1 1,-1-1-1,1 1 0,-1 0 1,0-1-1,0 1 0,1 0 1,-4-2-1,1 2 12,0 0 0,-1 0 0,1 1 0,0-1 0,0 1 0,0 0 0,-8 1-1,0-1-36,-3 0 18,0 0 0,-1 1 1,-17 4-1,26-3-30,0 0 0,-1 0 0,1 1 1,0 0-1,1 0 0,-1 1 0,0-1 0,-8 8 0,2-1 24,1 0-1,1 0 0,0 1 0,1 1 1,0 0-1,0 0 0,2 0 1,-1 1-1,2 1 0,0-1 1,1 1-1,0 0 0,1 1 1,-6 25-1,9-26-19,1 0 1,0 0 0,0 0-1,2 0 1,0 0 0,0 0-1,2 0 1,0 0 0,0-1-1,1 1 1,1-1-1,1 0 1,0 0 0,0 0-1,1-1 1,1 0 0,0 0-1,16 16 1,-7-10 0,2 0 1,0-1-1,1-1 1,1-1-1,0-1 1,1-1-1,1 0 1,0-2-1,0 0 1,1-2-1,1 0 1,0-2-1,0-1 1,1 0-1,-1-2 0,1-1 1,0 0-1,0-2 1,32-3-1,-48 2-6,1-1-1,-1 0 0,0-1 0,1 0 0,-1-1 0,0 0 0,-1 0 0,1-1 1,-1 0-1,1-1 0,-1 0 0,-1 0 0,1-1 0,-1 0 0,0 0 0,0-1 1,-1 0-1,0 0 0,0-1 0,-1 0 0,0 0 0,0 0 0,-1-1 0,0 0 1,-1 0-1,4-11 0,-2 3 5,-1 0 0,-1 0-1,-1 0 1,0 0 0,-1 0 0,-1-1 0,-1 1 0,-1 0 0,0-1 0,-1 1 0,-7-25 0,0 19-12,-2 1 0,0-1 0,-1 2 0,-2-1 1,0 2-1,-1 0 0,-1 0 0,-1 2 0,-33-29 1,39 37-7,-1 0 1,0 1 0,-1 1 0,0 0 0,0 0 0,0 1 0,-1 1 0,0 0 0,-1 1 0,1 0 0,-1 1 0,0 1 0,0 0 0,-27-2 0,41 5-7,0 0 1,-1 0-1,1 0 1,0 1-1,0-1 1,-1 0-1,1 0 1,0 1-1,0-1 1,0 0-1,-1 1 1,1-1-1,0 1 1,0 0-1,0-1 1,0 1-1,0 0 1,0 0-1,0-1 1,0 1-1,0 0 1,1 0-1,-1 0 0,0 0 1,1 0-1,-1 0 1,0 0-1,1 0 1,-1 2-1,0-1-114,1 1-1,-1 0 1,1-1-1,0 1 1,0-1-1,0 1 1,0 0-1,1-1 1,-1 1-1,1-1 0,-1 1 1,1-1-1,2 5 1,0-2-419,0 0 0,1 0 0,-1 0 0,8 7 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45 166 3858,'0'0'2977,"-34"-144"-1760,29 125-209,0 16 257,5 28-1265,0 37-112,0 29 112,0 18 16,0 9 16,10-2-16,18-10 0,6-12-16,8-27-1201,-9-38-4593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8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478 146 2721,'0'0'2145,"-11"-23"-1211,-3-7-519,-21-33 0,34 61-392,-1 0 1,0 0-1,1 0 1,-1 0-1,0 0 0,0 0 1,0 0-1,0 1 1,0-1-1,-1 1 1,1-1-1,0 1 1,-1 0-1,1 0 1,-1 0-1,1 0 1,-1 0-1,0 1 1,1-1-1,-1 1 0,0-1 1,1 1-1,-1 0 1,0 0-1,0 0 1,1 1-1,-1-1 1,-2 1-1,-9 0 28,6 0-41,-1 1 1,0-1 0,1 1 0,0 1-1,-1 0 1,1 0 0,0 0 0,0 1-1,1 0 1,-1 1 0,1-1-1,0 1 1,0 1 0,-9 8 0,-4 6-1,1 0 1,1 1-1,-19 30 0,21-27 26,2 0 0,0 0 1,2 1-1,1 1 0,1 0 0,1 0 0,2 1 0,1 0 0,1 0 0,1 1 0,0 38 0,4-53-21,0-1 0,1 1 0,0-1 0,1 1-1,1-1 1,0 0 0,7 18 0,-6-22-7,0 0 0,1 0 0,0-1 1,0 0-1,0 0 0,1 0 0,0 0 0,1-1 0,0 0 0,0 0 0,9 5 0,-5-4 3,0 0 1,1-1-1,-1-1 0,1 0 1,1 0-1,-1-1 0,24 4 1,-13-4 8,1-2 0,0 0 0,33-3 0,-41 0-12,0-1 1,0 0-1,-1-1 1,1-1-1,-1 0 1,0-1 0,0-1-1,-1 0 1,1-1-1,-1 0 1,-1-1-1,0-1 1,0 0 0,0-1-1,-2 0 1,1 0-1,-1-1 1,-1-1-1,0 0 1,-1 0 0,0-1-1,-1 0 1,0 0-1,-1-1 1,-1 0-1,0 0 1,6-27 0,-8 24-3,-1 0 0,0-1 0,-2 0 0,0 1 0,-1-1 0,-1 0 0,-1 1 0,-1-1 0,0 1 1,-1-1-1,-1 1 0,-1 0 0,-15-31 0,10 29-16,-2 0 0,0 0 0,-2 1 0,0 1 0,0 0 0,-28-22 0,33 31 2,-1 0 1,1 1-1,-2 0 1,1 0-1,-1 1 1,0 1-1,-1 0 1,1 0-1,-1 1 1,0 1-1,0 0 0,-24-2 1,35 5 3,-1-1 0,0 1 0,1 0-1,-1 0 1,0 0 0,0 1 0,1-1 0,-1 0 0,0 1 0,1 0 0,-1 0-1,1-1 1,-1 2 0,1-1 0,0 0 0,-1 0 0,1 1 0,0-1 0,0 1-1,0-1 1,0 1 0,-2 2 0,1 0-43,1 0 0,0 1 0,0-1 0,1 0 0,-1 1 1,1 0-1,0-1 0,0 1 0,1-1 0,-1 10 0,1-6-284,0 0 0,0-1 1,1 1-1,2 12 0,0-11-400,0 0-1,1-1 1,7 13 0,-11-20 630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65 205 3474,'0'0'1366,"0"7"-884,0 21-193,0-21 876,0-12 287,-1-4-1367,1-1 1,0 1-1,1-1 0,0 1 1,1-1-1,0 1 0,0 0 1,1 0-1,1 0 0,-1 0 1,1 0-1,1 1 1,0-1-1,0 1 0,1 0 1,8-9-1,-5 9-92,0 0 0,0 1 0,1-1 0,0 2 0,1 0-1,-1 0 1,1 1 0,0 0 0,1 0 0,-1 2 0,1-1 0,0 1 0,0 1 0,0 0-1,0 0 1,0 2 0,13-1 0,-22 1 4,1 0-1,0 0 1,-1 1-1,1-1 1,-1 1 0,1 0-1,-1 0 1,1 0-1,-1 0 1,0 0 0,1 1-1,-1-1 1,0 1-1,0 0 1,0 0-1,0 0 1,-1 0 0,1 1-1,-1-1 1,1 1-1,-1-1 1,0 1 0,0 0-1,0 0 1,0 0-1,-1 0 1,1 0 0,1 6-1,1 5-12,0 0 0,-2 1 0,0-1 0,0 1 0,-2 23 0,0-21 17,-1-1-1,-1 0 0,-1 0 1,0 0-1,-1-1 0,-1 1 1,-1-1-1,0 0 0,-1 0 1,-1 0-1,0-1 1,-1 0-1,0-1 0,-18 20 1,7-12 17,-1 0 0,0-1 1,-1-1-1,-1-1 1,-1-1-1,-1-2 0,-1 0 1,0-1-1,-41 16 1,61-28 45,1 0 0,-1 0 0,0 0 0,1-1 0,-1 0 0,0 0 0,-9 0 0,163-12 201,-72 3-253,487-8 39,-505 16-51,-26 0-7,-21-1-5,0 1-1,1 0 1,-1 0-1,0 1 1,0 0-1,1 1 1,20 7-1,-31-9-8,0 1 0,1 0 0,-1-1 0,0 1 0,1 0 0,-1 0 0,0 0 0,0 0 0,0 0 0,0 0 0,0 0 0,0 0-1,1 2 1,-2-2-6,0-1 0,0 1 0,1 0-1,-1-1 1,0 1 0,0-1 0,0 1-1,0 0 1,0-1 0,0 1 0,0-1-1,0 1 1,0 0 0,0-1-1,0 1 1,-1-1 0,1 1 0,0 0-1,0-1 1,-1 1 0,1-1 0,0 1-1,-1-1 1,1 1 0,0-1 0,-1 1-1,1-1 1,-1 1 0,1-1 0,-1 0-1,1 1 1,-1-1 0,0 1-1,-5 2-244,0-1-1,0 1 0,-1-1 0,1 0 0,0-1 0,-9 2 0,-70 6-2328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 49 3169,'0'0'2151,"-30"-11"-1383,10 2-691,-1 2 1,-1 0-1,-41-8 1,59 15-74,1 0 0,-1 0 1,1 0-1,0 1 1,-1-1-1,1 1 1,-1 0-1,1-1 1,0 1-1,0 1 1,-1-1-1,1 0 0,0 1 1,0 0-1,0-1 1,1 1-1,-1 0 1,0 1-1,1-1 1,-1 0-1,1 1 0,0-1 1,-3 5-1,-10 13 31,1 0 0,0 0-1,2 1 1,1 1 0,0 0-1,2 1 1,1 0 0,-8 33-1,9-20 55,1 1 0,2-1-1,1 1 1,6 72-1,-1-96-76,0 1-1,0 0 1,2-1-1,-1 0 1,2 0-1,0 0 1,1 0 0,0-1-1,1 1 1,16 20-1,-17-25-3,1 0 0,1 0 0,-1-1 0,1 0 0,1-1 0,-1 0 0,1 0-1,0-1 1,1 1 0,-1-2 0,1 0 0,0 0 0,0 0 0,0-1 0,17 2 0,-12-2 6,1-2 1,-1 0-1,1 0 1,0-1 0,0-1-1,23-4 1,-28 2-6,-1 1 1,1-2-1,-1 1 1,1-1-1,-1-1 1,0 0 0,-1 0-1,1-1 1,16-13-1,-11 6 2,-1-1 1,0-1-1,-1 0 0,-1-1 0,0 0 0,-1-1 0,-1 0 0,-1 0 1,-1-1-1,10-30 0,-11 25-1,-1-1 0,-1 1 0,-2-1 0,0 0 0,-2 0 0,0-1 0,-2 1 1,-5-30-1,4 43-12,-1 1 0,0-1 0,-1 1 0,0 0 0,0 0 0,-1 0 0,-1 0 0,0 1 0,0 0 0,-1 0 0,0 1 0,-1-1 0,0 1 0,0 1 0,-1 0 0,-9-7 0,8 7-2,-1 1 1,1 0-1,-1 0 0,0 1 0,-1 1 0,1 0 1,-1 0-1,0 1 0,0 0 0,0 1 0,-1 0 0,1 1 1,0 1-1,-20 0 0,28 1-16,0-1 1,0 0-1,0 1 1,0 0-1,0 0 1,0 0-1,0 0 0,1 0 1,-1 1-1,1 0 1,-1-1-1,1 1 1,-1 1-1,1-1 0,0 0 1,0 1-1,0-1 1,1 1-1,-1 0 1,1 0-1,-1 0 1,1 0-1,0 1 0,0-1 1,0 0-1,1 1 1,-1-1-1,1 1 1,0 0-1,0-1 0,0 1 1,1 0-1,-1 0 1,1-1-1,0 1 1,0 0-1,1 0 0,0 5 1,10 30-2281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0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109 209 3570,'0'0'1803,"-16"11"-1565,-48 31-126,39-28 538,25-14-615,-1 0 1,1 0-1,0-1 0,0 1 0,0 0 0,-1 0 0,1 0 0,0-1 0,0 1 0,0 0 0,0 0 0,-1 0 0,1-1 0,0 1 1,0 0-1,0 0 0,0 0 0,0-1 0,0 1 0,0 0 0,0 0 0,0-1 0,0 1 0,0 0 0,0 0 0,0-1 0,0 1 0,0 0 1,0 0-1,0-1 0,0 1 0,0 0 0,0 0 0,0 0 0,0-1 0,1 1 0,-1 0 0,0-1 0,1-8 142,0-2-142,0 1 0,1-1 0,0 0-1,1 0 1,1 1 0,-1-1 0,2 1-1,-1 0 1,1 0 0,1 1 0,0 0 0,1-1-1,0 2 1,0-1 0,1 1 0,0 0-1,0 1 1,14-10 0,-12 9-48,1 0-1,1 1 1,-1 1-1,1 0 1,0 0-1,0 1 1,1 0-1,0 1 1,0 1 0,0 0-1,0 1 1,0 0-1,1 0 1,-1 2-1,26 1 1,-35-1 9,0 1 0,1 0-1,-1 0 1,0 1 0,0-1 0,0 1 0,-1 0 0,1 0-1,0 0 1,-1 0 0,1 1 0,-1-1 0,0 1 0,0 0 0,0 0-1,0 0 1,0 0 0,-1 1 0,0-1 0,1 1 0,-1-1 0,-1 1-1,1 0 1,2 6 0,0 5-16,0 0 0,-1 0 0,-1 1 0,0-1 0,-1 19 0,0-10 15,-6 46 1,3-61 8,1 0 1,-2-1-1,1 1 0,-2 0 0,1-1 0,-1 0 1,0 0-1,-6 8 0,5-7 17,-1-1 0,0 0-1,-1 0 1,1-1 0,-2 1 0,1-1-1,-1-1 1,-12 9 0,20-15 0,-1 1 0,1-1-1,0 0 1,-1 0 0,1 1 0,0-1 0,-1 0 0,1 0 0,0 0-1,-1 1 1,1-1 0,-1 0 0,1 0 0,0 0 0,-1 0 0,1 0-1,-1 0 1,1 0 0,0 0 0,-1 0 0,1 0 0,-1 0 0,1 0-1,0 0 1,-1 0 0,1 0 0,-1 0 0,1-1 0,-1 1-1,0-11 502,11-14-237,-4 18-279,1-1-1,-1 2 0,1-1 0,0 1 1,1 0-1,0 0 0,10-5 0,-3 2-14,0 1 0,1 1 0,21-7 0,-26 10-3,1 1 0,-1 0-1,1 0 1,17-1 0,-26 4 6,0 0-1,1 0 0,-1 0 1,0 0-1,0 1 0,0-1 1,0 1-1,0-1 0,0 1 1,0 0-1,0 0 0,0 1 1,0-1-1,0 1 1,0-1-1,-1 1 0,1 0 1,-1 0-1,1 0 0,-1 0 1,0 0-1,3 4 0,1 3-3,-1 1-1,-1 0 1,1 0 0,-2 0-1,1 0 1,-1 0-1,-1 0 1,2 20-1,-2-6-3,-1 1 0,-5 46 0,0-49 18,-1-1 0,-1 0 0,0-1 0,-2 1 0,-1-1 0,0-1 0,-2 1 0,0-2 0,-1 1 0,-1-1-1,-1-1 1,0-1 0,-1 0 0,-1 0 0,-1-2 0,-29 21 0,37-28 2,-1-1 0,1 0 1,-1-1-1,0 0 0,0-1 0,-1 0 0,1 0 0,-1-1 1,0 0-1,0-1 0,0 0 0,0-1 0,-1 0 0,1-1 1,-13 0-1,22-1 1,0 1 0,-1 0-1,1-1 1,0 1 0,0-1 0,0 1 0,-1-1 0,1 0 0,0 0 0,0 0 0,0 0 0,0-1 0,1 1-1,-1 0 1,0-1 0,0 1 0,1-1 0,-1 1 0,-1-4 0,1 2 9,0-1 1,0 0-1,1 1 1,-1-1-1,1 0 1,0 0-1,0 0 1,0 1-1,1-1 1,-1-6-1,1 1 0,1 0-1,0 0 0,0 0 0,0 1 1,1-1-1,1 0 0,0 0 0,0 1 1,7-14-1,-4 14-20,0-1-1,1 1 1,0 1 0,0-1-1,1 1 1,0 0 0,0 1 0,0 0-1,1 0 1,15-7 0,-16 9-3,0 0 0,1 0 1,-1 1-1,1 0 1,0 1-1,0 0 0,0 1 1,0-1-1,0 1 0,0 1 1,1 0-1,13 1 1,-20 0 3,0-1 1,-1 1-1,1-1 0,0 1 1,-1 0-1,1 0 1,-1 0-1,1 0 1,-1 1-1,0-1 1,1 1-1,-1-1 1,0 1-1,0 0 1,0-1-1,0 1 1,-1 0-1,1 0 1,0 1-1,-1-1 1,0 0-1,1 0 1,-1 1-1,1 3 1,1 3-15,-1 0 0,-1 0 0,0 0 0,0 0 1,-1 14-1,0-18-102,0 0 0,0 0 0,0 1 0,-1-1 0,0 0 0,0 0 0,0 0 0,0 0 0,-1 0 0,0 0 1,0 0-1,-1-1 0,1 1 0,-1-1 0,0 1 0,-1-1 0,1 0 0,-1 0 0,1 0 0,-1-1 0,-6 5 0,-54 33-4154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437 38 4578,'0'0'779,"-23"-6"206,-78-21-508,93 26-421,0-1 0,0 1 0,0 1 0,0-1 0,-1 1 0,1 1 0,0-1 0,0 2 0,0-1 0,0 1 0,0 0 0,1 0 0,-1 1 0,1 0 0,-1 0 0,1 1 0,0-1 0,0 2 0,1-1 0,-1 1 0,1 0 0,0 0 0,0 1 1,-6 7-1,-2 5 38,1 0 1,1 1-1,0 1 1,2 0-1,0 0 1,-10 33-1,12-28-45,2 1 0,0 0 0,2 0 0,0 0 0,2 42 0,2-55-24,0 0 0,1 0-1,1 0 1,5 22 0,-5-28-17,1-1-1,0 1 1,1 0 0,-1-1-1,1 0 1,0 0-1,1 0 1,-1-1 0,1 1-1,7 5 1,-3-4 1,0 1 0,1-1 0,0 0 0,0-1 1,1-1-1,0 1 0,0-1 0,0-1 0,23 6 0,-13-5 8,1-2-1,0 0 1,0-2-1,37-1 0,-43-1 1,1 0-1,-1-2 1,0 0-1,0 0 1,-1-2-1,1 0 1,-1 0-1,0-1 1,-1-1-1,1-1 1,-1 0-1,19-14 1,-22 13-10,-1 1 0,0-2 0,0 0 0,-1 0 0,0 0 0,-1-1 0,-1 0 0,1-1 0,-2 1 0,0-1 0,0-1 0,-1 1 0,-1-1 0,5-23 1,-6 19 5,-1-1 0,0 1 0,-2-1 0,0 1 0,-3-20 0,1 27-11,0 1-1,0-1 1,-1 1-1,0 0 1,-1-1 0,0 2-1,-1-1 1,0 0-1,0 1 1,-10-12 0,2 5-4,-1 0 0,-1 2 0,-1-1 1,0 2-1,-22-14 0,26 19-2,1 1-1,-1 0 1,1 1-1,-1 0 0,-1 1 1,1 0-1,-1 1 1,0 0-1,-19-1 1,29 4-4,0-1 1,0 1 0,0 0-1,0 1 1,0-1 0,0 0-1,0 1 1,0-1 0,0 1-1,0 0 1,0 0 0,1 0-1,-1 1 1,-3 1 0,5-2-30,0 0 1,0 0 0,0 0-1,0 0 1,1 0 0,-1 1-1,0-1 1,1 0 0,-1 1-1,0-1 1,1 0 0,0 1-1,-1-1 1,1 1 0,0-1-1,0 0 1,0 1 0,0-1 0,0 1-1,0-1 1,0 1 0,1-1-1,-1 0 1,0 1 0,1-1-1,-1 0 1,1 1 0,1 1-1,-1 0-182,1-1 0,-1 1-1,1-1 1,0 1 0,-1-1-1,1 0 1,0 0 0,0 0-1,1 0 1,-1 0 0,0 0-1,1 0 1,3 1 0,9 4-2086,33 12-1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3570,'0'0'4172,"1"8"-4052,1 17-119,1 0 1,2 0-1,1 0 0,17 45 0,-17-55 8,0-1-1,1-1 1,0 1 0,1-1-1,1 0 1,0-1 0,1 1 0,0-2-1,1 0 1,12 11 0,-15-17-3,0-1 0,-1 0 0,1 0 0,1 0 1,-1-1-1,1 0 0,-1 0 0,1-1 0,0-1 1,14 2-1,-2-1 25,-1-2 1,1 0 0,31-5-1,-36 3-17,0-2-1,0 0 0,0-1 0,0 0 0,-1-2 1,0 1-1,0-2 0,-1 0 0,20-14 0,-25 16 2,-1-1 0,1 0-1,-1 0 1,0-1 0,-1 0-1,0 0 1,0-1 0,-1 1-1,0-2 1,-1 1 0,0 0 0,-1-1-1,0 0 1,6-20 0,-7 12 114,-1-1 1,0 1-1,-2-24 1,0 37-16,0-1 1,-1 1-1,0 0 0,0-1 1,0 1-1,-1 0 0,0 0 1,0 0-1,0 0 0,0 0 1,-1 0-1,0 1 0,0-1 1,0 1-1,-7-6 0,10 9-103,0 1-1,0-1 1,-1 1 0,1 0-1,0-1 1,-1 1-1,1 0 1,0-1-1,-1 1 1,1 0 0,0-1-1,-1 1 1,1 0-1,-1 0 1,1-1-1,-1 1 1,1 0 0,-1 0-1,1 0 1,-1 0-1,1 0 1,-1 0-1,1 0 1,-1 0 0,1 0-1,-1 0 1,1 0-1,-1 0 1,1 0-1,-1 0 1,1 0 0,-1 0-1,1 0 1,0 1-1,-1-1 1,1 0-1,-1 0 1,1 1 0,-1-1-1,1 0 1,0 1-1,-1-1 1,1 0-1,0 1 1,-1-1 0,1 0-1,0 1 1,0-1-1,-1 1 1,1 0-1,-7 28-77,6-22 102,-9 73 62,3 140-1,8-179-46,-2-17-31,2 0 0,2 0 0,0 0 0,1-1 1,13 39-1,42 90-1711,-39-108-4193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 75 3137,'0'0'2911,"-22"-16"-2057,11 6-721,3 4-63,1-1 0,-2 1 0,1 1 0,-1-1 0,-18-7-1,24 12-53,0 0 0,0 0 0,0 0 0,0 1 0,0-1 0,0 1 0,0-1 0,0 1 0,0 0-1,0 0 1,0 1 0,0-1 0,0 1 0,0-1 0,0 1 0,0 0 0,0 0 0,0 0 0,1 0 0,-1 1-1,0-1 1,1 1 0,-1-1 0,1 1 0,-1 0 0,1 0 0,0 0 0,-3 4 0,-8 8 49,1 2 0,1-1 0,0 1 0,2 1 0,-1-1 0,2 2 1,-11 32-1,12-23 3,0 0 0,3 1 0,0 0 0,0 46 0,4-58-45,1 0 0,0-1-1,1 1 1,0-1 0,1 0-1,1 1 1,1-1 0,0-1-1,1 1 1,1-1 0,0 0-1,1 0 1,1-1 0,0 0 0,1 0-1,0-1 1,13 11 0,-10-11-14,0-1 0,1 0 1,1-1-1,-1-1 0,2 0 1,-1-1-1,1 0 0,1-1 1,-1-1-1,1-1 0,0 0 1,1-1-1,-1-1 0,1 0 1,-1-1-1,1-1 0,0-1 1,0 0-1,28-4 0,-37 2-1,0 0-1,0 0 0,0-1 1,-1 0-1,1-1 0,-1 1 1,0-2-1,0 1 1,0-1-1,-1 0 0,0 0 1,0-1-1,0 0 0,-1 0 1,0-1-1,0 1 0,0-1 1,-1-1-1,0 1 1,-1-1-1,0 1 0,6-16 1,-2-2 5,0 0 0,-2 0 0,-1 0 0,-2-1 0,0 0 1,-1-37-1,-2 47-11,0 1 0,-2-1 0,1 1 0,-2-1 0,0 1 0,-1 0 0,-1 0 0,0 0 0,-1 1 0,-1-1 0,0 1 0,-1 1 0,0-1 0,-1 1 0,-1 1 0,-18-19 0,18 21-6,-1 0-1,0 1 1,-1 0-1,0 1 1,0 0-1,-1 1 1,0 0-1,0 1 1,-1 0-1,0 1 1,0 1-1,0 0 0,0 1 1,-1 0-1,0 1 1,1 0-1,-1 2 1,0-1-1,-23 4 1,36-3-14,1 0 1,-1 0 0,0 0-1,1 0 1,-1 1 0,0-1 0,1 0-1,-1 1 1,1 0 0,-1-1-1,1 1 1,-1 0 0,1 0-1,0-1 1,-1 1 0,1 0-1,0 0 1,0 1 0,0-1 0,0 0-1,0 0 1,0 0 0,0 1-1,0-1 1,0 0 0,1 1-1,-1-1 1,0 1 0,1-1-1,-1 1 1,1-1 0,0 1-1,0-1 1,-1 1 0,1-1 0,0 1-1,0 0 1,1-1 0,-1 1-1,0-1 1,0 1 0,1 1-1,10 26-2684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 4066,'0'0'4882,"267"-40"-4818,-117 38-64,-15 2-304,-28 0-2529,-45 0-241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0 1953,'0'0'4314,"-7"14"-4237,1-3-63,1 0 0,0 0 0,1 1 0,0 0 0,1 0-1,0 0 1,1 0 0,1 1 0,-1 17 0,3 349 984,-1-379-997,0-26 166,6-47 0,-5 64-163,1 0 0,1 0 0,0 0 0,0 0 0,0 1 0,2 0 1,-1 0-1,1 0 0,7-10 0,-5 10-7,0 1 0,0-1 0,0 2 0,1-1-1,0 1 1,1 0 0,0 1 0,-1 0 0,2 0 0,-1 1 0,14-5 0,-6 4-12,0 1 0,0 0 0,0 2 0,1 0 0,-1 0 0,20 2 1,-28 0 6,-1 1 0,1-1 1,-1 2-1,1-1 0,-1 1 1,0 0-1,0 1 1,1 0-1,-2 0 0,1 0 1,13 9-1,-13-6 0,-1 0 0,1 0 0,-2 1-1,1 0 1,-1 0 0,0 0 0,0 1 0,-1 0-1,0 0 1,6 15 0,-3-4-8,-2 0-1,0 0 1,-2 1 0,0 0 0,2 30-1,-5-20 8,-1 0-1,-1 0 1,-6 33-1,4-49 15,-1 0 0,-1 0 0,0 0 0,-1-1 0,0 0 0,-1 0 0,-1 0 0,0-1 0,-1 0 0,0 0 0,-1-1 0,-1 0 0,0-1 0,0 0 0,-17 11-1,16-13 33,1 0 0,-1-1-1,-1 0 1,1-1-1,-1-1 1,0 0 0,0 0-1,-1-1 1,1-1-1,-1 0 1,0-1 0,0 0-1,0-1 1,0 0 0,0-2-1,-26-2 1,36 2-17,1 0 0,-1 0 1,1 0-1,-1-1 0,1 0 1,0 1-1,-1-1 0,1 0 0,0 0 1,0-1-1,1 1 0,-1-1 1,0 1-1,1-1 0,-1 0 1,1 0-1,0 0 0,0 0 1,0 0-1,1 0 0,-1-1 0,1 1 1,0 0-1,0-1 0,0 1 1,-1-8-1,1 4 7,0 0 0,1 0 0,0 0 1,0 0-1,1 0 0,0 0 0,0 0 0,0 0 0,1 1 1,0-1-1,1 0 0,-1 1 0,6-9 0,-3 8-28,1 0 0,1 0-1,0 1 1,0-1 0,0 1 0,0 1 0,1-1-1,0 1 1,0 1 0,1-1 0,-1 2-1,1-1 1,0 1 0,0 0 0,0 0 0,1 1-1,-1 1 1,1-1 0,-1 1 0,1 1-1,-1 0 1,1 0 0,13 2 0,-19 0 0,0-1 0,0 1-1,0-1 1,0 1 0,-1 0 0,1 1 0,-1-1 0,0 0 0,1 1-1,-1 0 1,0 0 0,-1 0 0,1 0 0,0 0 0,-1 0 0,0 1-1,0-1 1,0 1 0,3 6 0,-3-3-199,1-1-1,-1 0 1,-1 1-1,1 0 1,-1-1-1,-1 1 1,1 0-1,-1 0 1,0-1 0,-2 11-1,-6 1-4345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554 23 704,'0'0'2132,"-30"-4"-859,-99-13-356,115 16-787,1 0 0,0 1 1,0 0-1,0 1 0,-1 1 0,1 0 0,0 0 0,0 1 0,1 1 0,-1 0 0,1 1 0,0 0 0,0 0 1,0 1-1,1 1 0,0 0 0,1 0 0,-1 1 0,1 1 0,-13 14 0,9-7-33,1 1 0,0 0 0,2 1 0,0 1 0,1-1 0,1 2 0,1-1 0,1 1 0,1 0 0,-7 39 0,8-29-18,2 1 0,0-1 1,3 1-1,0 0 0,6 35 0,-3-51-62,0 0 0,1 0 0,1 0 0,0-1 0,1 1 0,0-1 0,2-1 0,-1 1 0,2-1 0,0-1 1,0 1-1,15 13 0,-13-16-9,0 0 1,0-1-1,1 0 0,1-1 1,0 0-1,0 0 1,0-1-1,28 9 0,-23-11 5,1 0-1,-1-1 1,1-1-1,0-1 1,1-1-1,29-1 0,-35 0-4,0-2-1,0 1 0,0-2 0,0 0 1,0 0-1,0-1 0,-1-1 0,0 0 1,0-1-1,0 0 0,-1-1 0,0 0 1,0-1-1,-1 0 0,0-1 0,-1 0 1,0-1-1,0 0 0,-1 0 0,10-16 1,-8 10-3,-2 0 0,0 0 0,-1-1 0,-1-1 0,-1 1 0,0-1 1,-1 0-1,-1 0 0,-1 0 0,-1 0 0,0-1 0,-2 1 0,-2-26 1,1 31-2,0 0 0,-2 0 0,1 0 0,-2 0 1,0 1-1,0 0 0,-2-1 0,1 1 0,-2 1 1,1-1-1,-18-20 0,14 19-7,-2 1-1,0 1 1,0 0-1,-1 0 1,-1 1-1,0 1 1,0 0-1,-1 0 1,-20-7 0,19 10-5,1 1 0,-1 0 0,-1 1 0,1 1 0,0 1 0,-1 0 0,-21 0 0,36 2 6,-7 0-4,1 0 0,0 0 0,-16 3 0,22-2 4,0-1 0,0 1 0,0 0 0,0-1 1,0 1-1,0 0 0,1 0 0,-1 0 0,0 0 0,1 0 1,-1 1-1,1-1 0,-1 0 0,1 1 0,-1-1 1,1 1-1,0-1 0,0 1 0,0-1 0,-2 5 0,2-2-104,0 0-1,0 1 0,0-1 0,0 1 0,1 0 0,0-1 0,0 1 1,0-1-1,0 1 0,1-1 0,0 1 0,0-1 0,0 1 1,1-1-1,0 1 0,-1-1 0,1 0 0,5 6 0,-1-4-491,1-1 0,-1 1 0,2-2 0,-1 1 0,14 6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616 84 5362,'0'0'1236,"-33"-14"-735,-110-42 70,132 53-455,0 0-1,0 1 1,0 0-1,-1 0 1,1 1-1,-20 1 1,17 0-48,0 1 0,0 0 1,0 1-1,0 1 1,1 0-1,-1 1 1,1 0-1,0 1 0,0 0 1,0 1-1,1 0 1,0 1-1,0 0 0,1 1 1,0 1-1,-15 14 1,15-12-34,0 1 1,0 1-1,2 0 0,0 0 1,0 1-1,1 0 0,1 1 1,0-1-1,1 1 1,-7 31-1,11-36-18,0 1 0,0-1 1,1 1-1,1-1 0,0 1 0,0-1 0,1 1 1,1-1-1,0 1 0,0-1 0,1 0 0,0 0 1,1 0-1,0 0 0,1-1 0,0 1 1,12 15-1,-6-12-4,1 1 1,1-2-1,0 0 1,1-1-1,0 0 1,1 0-1,20 9 1,-11-8-3,0-1 0,1-1 0,1-1 0,34 8-1,-8-7-3,0-2-1,1-2 1,0-3-1,78-4 0,-121 1-2,-1-1-1,1 1 0,-1-2 0,1 0 0,-1 0 0,18-6 0,-24 6-1,0 1 0,0-1 0,0 0 0,0 0 0,0 0 1,0 0-1,0-1 0,-1 1 0,0-1 0,1 1 0,-1-1 0,0 0 0,0 0 0,0 0 0,-1 0 0,1 0 0,-1 0 0,0-1 0,0 1 0,0 0 0,1-4 0,-2 2 1,1 1-1,0-1 0,-1 0 1,0 1-1,0-1 1,-1 1-1,1-1 0,-1 1 1,0-1-1,0 1 1,-1-1-1,1 1 0,-1 0 1,0-1-1,-3-4 1,1 3-4,-1 1 0,1 0 0,-1 0 1,0 0-1,0 1 0,-1-1 0,1 1 1,-1 0-1,-10-5 0,-1 2-6,0 0-1,0 0 1,-1 2-1,0 0 0,0 1 1,0 1-1,-21-2 1,12 3 7,1 0 0,-1 2 0,0 1 1,1 1-1,-36 7 0,53-6 2,0-1 0,0 1 0,0 0 0,0 1 0,1 0 1,0 0-1,0 1 0,-8 6 0,11-7-1,0 0-1,1 0 1,0 1 0,0-1-1,0 1 1,0 0 0,1 0-1,0 1 1,0-1 0,0 1-1,1-1 1,0 1 0,-2 6-1,3-9-32,1 0 1,-1 0-1,0-1 0,1 1 0,0 0 0,0 0 1,0 0-1,0 0 0,1 0 0,-1 0 0,1 0 0,1 6 1,0-6-156,0 0 1,0 0-1,1-1 1,-1 1-1,1 0 1,-1-1-1,1 0 1,0 1-1,3 1 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4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 46 3570,'0'0'909,"-23"-8"-215,2 0-480,8 3-63,-1-1 0,0 2 0,0 0 0,0 1 0,0 0 0,-1 1 0,1 0 0,-1 1 0,-15 1-1,16 2-20,0 0-1,0 1 0,0 1 0,0 0 0,1 0 0,0 2 0,0-1 0,0 2 0,0-1 0,1 2 0,0 0 0,1 0 0,-15 14 0,6-3-32,1 0 0,0 1 1,2 1-1,1 0 0,1 1 0,-14 27 0,20-32-23,1 1 0,1 1 0,0-1 0,1 1 0,2 0 0,0 1 0,1-1 0,1 0 0,1 1 0,0 0 0,5 36 0,-2-48-68,0 1 0,0-1 0,1 0 0,0 1 0,0-1 0,1-1 0,0 1 0,0 0 0,1-1 0,0 0 0,1 0 0,6 7 0,-3-5 3,1-1 0,0 0 0,1 0 0,0-1 0,0 0-1,1-1 1,18 7 0,0-3 7,-1-1 0,2-1-1,-1-2 1,1-1 0,-1-1-1,43 0 1,-47-3-12,-1-2 1,1 0-1,0-1 0,-1-2 1,43-11-1,-57 12-3,1-2 0,-1 1 0,0-1 0,0-1 0,0 0 0,-1 0 0,0-1 0,0-1 0,-1 1 0,0-1 0,-1-1 0,1 1 0,12-20 0,-13 16-1,-2 0 0,0 0 0,0 0-1,-1-1 1,0 0 0,-2 0 0,1 0 0,-2 0 0,0-1-1,0 1 1,-2-1 0,1 1 0,-2-1 0,-3-19 0,2 16-1,-2 1 1,0 0 0,-1 0 0,-1 0-1,0 1 1,-2-1 0,1 1 0,-2 1 0,0 0-1,-1 0 1,-15-16 0,14 18-5,-1 0 1,0 1 0,-1 1-1,-1-1 1,1 2-1,-2 0 1,1 1-1,-1 0 1,0 1-1,-1 1 1,0 0-1,0 1 1,0 0 0,-1 1-1,0 1 1,0 1-1,-30-1 1,44 3 1,-6 0 0,0 0 1,1 1-1,-15 2 1,21-3-6,0 1 0,0-1 0,-1 1 1,2 0-1,-1 0 0,0 0 0,0 0 1,0 0-1,0 0 0,1 0 0,-1 1 1,0-1-1,1 0 0,-1 1 0,1-1 1,0 1-1,-1 0 0,1-1 0,-1 4 1,0-1-101,1-1 0,1 0 0,-1 1 1,0-1-1,1 1 0,0-1 0,-1 1 0,1-1 1,1 6-1,6 25-3112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344 31 2833,'0'0'1862,"-23"-6"-1088,-8-3-396,-41-6-1,68 15-334,0-1 1,0 1-1,-1 0 0,1 0 0,0 1 0,0-1 0,-1 1 1,1-1-1,0 1 0,0 1 0,0-1 0,0 0 1,0 1-1,0 0 0,-4 3 0,1 0 27,1 0 0,0 0 0,1 1 0,-1-1 0,-6 11 0,7-10-23,-7 11 76,0-1-1,2 1 1,0 1 0,1 0-1,0 0 1,2 1-1,-6 23 1,6-15 21,2 1 1,1 0-1,2 0 0,1 44 0,1-59-125,1 1 0,1-1 0,0 0 0,0 1 0,1-1 0,1 0 0,1-1 0,0 1 0,0-1-1,1 0 1,1 0 0,0 0 0,1-1 0,0 0 0,1 0 0,0-1 0,1 0 0,0-1 0,1 0 0,20 13 0,-15-12-13,1-1 1,0-1-1,0-1 1,1 0 0,0-1-1,0-1 1,1 0-1,-1-2 1,1 0 0,0-1-1,0 0 1,33-3-1,-36 1-10,-1-2 0,1 0-1,0-1 1,-1-1 0,1 0-1,-1 0 1,0-2 0,-1 0-1,1 0 1,-1-2-1,-1 1 1,1-2 0,-1 0-1,-1 0 1,16-15 0,-17 11-17,0 0-1,0-1 1,-2 0 0,1-1 0,-2 0 0,0 0-1,-1 0 1,-1-1 0,0 0 0,-2-1 0,1 1 0,-2-1-1,-1 1 1,0-1 0,-1-20 0,0 26 22,-1 0 1,0-1-1,-1 1 1,-1 0-1,0-1 1,0 1-1,-1 0 1,-1 0-1,0 0 0,0 1 1,-1 0-1,-1-1 1,0 1-1,0 1 1,-1-1-1,0 1 1,-1 0-1,0 1 1,0 0-1,-1 0 0,-18-12 1,12 10-1,-1 0 0,-1 1 0,1 1 0,-2 0 0,1 2 0,-1-1 0,0 2 0,0 1 0,-1 0 0,1 1 0,-1 0 0,0 2 0,0 0 0,0 1 0,-32 4 0,47-3-20,1 0 0,0 0 1,-1 0-1,1 0 0,0 0 0,0 1 1,0-1-1,0 1 0,0 0 0,0 0 1,0 0-1,1 0 0,-1 0 0,1 1 1,0-1-1,-1 1 0,1-1 0,0 1 1,1 0-1,-1 0 0,0 0 0,1 0 1,0 0-1,-1 0 0,1 0 0,1 0 1,-1 0-1,0 1 0,1-1 1,0 0-1,0 1 0,0-1 0,0 0 1,0 0-1,1 1 0,-1-1 0,3 5 1,-1-4-409,0 0 0,0 0 0,1 0 0,0-1 0,0 1 0,5 4 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555 94 2865,'0'0'2204,"-29"-17"-1193,-96-48 14,120 63-974,0 0 1,0 0-1,0 1 1,0 0-1,0 0 1,-1 0-1,1 0 1,0 1-1,-1-1 1,1 2-1,0-1 1,0 0-1,-1 1 1,1 0-1,-6 2 1,3 0 4,0 0 1,1 1-1,-1 0 1,1 1 0,0 0-1,-9 7 1,6-4-10,-12 10 23,1 0-1,1 2 1,1 0 0,1 1 0,1 1 0,0 0-1,2 1 1,1 1 0,1 1 0,1-1 0,2 2 0,0-1-1,2 1 1,1 1 0,1-1 0,1 1 0,-1 32-1,6-47-50,-1 0-1,2 1 1,0-1-1,0 0 1,1 0-1,1 1 0,0-1 1,9 21-1,-8-24-13,1-1 1,0 0-1,0-1 0,1 1 0,0-1 0,0 0 0,1 0 0,0-1 0,0 0 0,1 0 0,0 0 0,13 6 1,-5-3 3,1-2 0,1 0 0,-1 0 0,1-2 0,0 0 0,24 3 0,-15-4 6,1-2 1,1-1-1,41-2 1,-56 0-7,-1-1-1,1 0 1,0 0 0,-1-2 0,0 1-1,0-2 1,0 0 0,0 0 0,-1-1-1,17-10 1,-21 10-6,0 0 1,0-1-1,-1 0 1,0 0-1,-1 0 0,1-1 1,-1 0-1,-1 0 0,0 0 1,0-1-1,0 1 1,-1-1-1,-1 0 0,5-18 1,-4 10 3,0 0 0,-2-1 0,0 0 0,-1 1 0,-1-1 0,0 0 0,-7-32 0,5 39-5,-1-1-1,-1 1 1,0 0 0,-1 0-1,0 0 1,-1 0-1,0 1 1,0 0 0,-1 0-1,-1 1 1,0 0-1,-14-13 1,8 10-5,-1 0 1,-1 1-1,0 1 0,-1 0 1,0 1-1,0 1 0,-1 1 1,0 0-1,0 1 0,0 1 1,-1 1-1,0 0 0,0 1 1,0 1-1,-20 1 0,36 0 2,1 1 0,-1 0 0,0 0-1,1 0 1,-1 1 0,0-1 0,1 1-1,-1-1 1,1 1 0,-1 0 0,-3 1-1,5-1-6,0 0-1,0 1 0,0-1 1,0 0-1,1 0 1,-1 1-1,0-1 0,1 0 1,-1 1-1,0-1 1,1 1-1,0-1 0,-1 1 1,1-1-1,0 1 0,0-1 1,0 1-1,0 1 1,0-1-78,-1 1 0,1-1 0,0 0 1,0 1-1,1-1 0,-1 0 0,0 0 1,1 1-1,-1-1 0,1 0 1,0 0-1,0 0 0,0 1 0,2 2 1,2 0-560,0 0 0,1-1 0,0 1 1,-1-1-1,14 6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 55 2785,'0'0'942,"-30"0"125,-146 0 1220,235-5-503,685-44-1650,-720 49-116,-20 0 28,-11 4 29,-17 12 60,0 0 0,0 2 1,2 1-1,1 0 1,0 1-1,1 2 1,2 0-1,-18 27 1,22-24-31,1 1 0,1 1 0,2-1-1,1 2 1,1-1 0,1 1 0,2 0 0,1 1 0,1-1 0,2 1 0,3 38 0,-1-56-148,0 0-1,2 0 1,-1 0-1,1 0 1,1-1 0,0 0-1,0 1 1,1-1-1,1-1 1,9 14-1,11 17-3061,-17-19-3727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5026,'0'0'288,"151"-59"-208,-29 52-32,15 4 49,1 3-97,-16 0-225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6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71 375 496,'0'0'4338,"-6"-21"-3596,-20-77-139,24 91-559,1-1-1,1 1 1,-1-1 0,1 0-1,1 1 1,-1-1 0,2 0-1,-1 1 1,1-1 0,0 1 0,0 0-1,1-1 1,0 1 0,1 0-1,-1 1 1,1-1 0,1 1-1,-1-1 1,1 1 0,1 0 0,-1 1-1,1-1 1,9-6 0,-1 2-5,-1 1 0,1 0 0,1 1 0,0 1 1,0 0-1,0 1 0,1 0 0,0 2 0,26-6 0,-26 8-35,0 0-1,1 0 1,0 2-1,-1 0 1,1 1-1,26 4 0,-39-4-5,-1 0-1,0 0 1,1 0-1,-1 1 1,0-1-1,0 1 1,0 0-1,0 0 1,0 0-1,0 0 1,-1 0-1,1 1 1,-1-1-1,0 1 1,3 3-1,-2-2 2,0 1 0,-1 0 0,1 0 0,-1 1 0,0-1 0,-1 0 0,0 0 0,2 10 0,-2-3 9,-1 0-1,0 0 1,-1-1-1,0 1 1,-1 0 0,0-1-1,-1 1 1,-5 14-1,0-11 27,0 1-1,0-2 0,-2 1 1,0-1-1,-1 0 1,0-1-1,-1 0 1,-15 12-1,-118 86 709,136-105-680,-16 12 53,-2 0 77,0 1 1,-45 44 0,65-56-170,0 1 0,1 0 0,0 1 0,0 0 0,1 0 0,0 0 0,1 0 0,0 0 1,0 1-1,1 0 0,0 0 0,1 0 0,-1 13 0,2-16-20,0 0 0,1 0 0,0-1 0,0 1 0,1 0 1,-1 0-1,2-1 0,-1 1 0,1-1 0,0 1 0,0-1 0,1 1 0,0-1 0,0 0 0,1 0 0,-1-1 0,1 1 0,1-1 0,-1 1 0,1-1 0,0 0 1,0-1-1,1 1 0,-1-1 0,1 0 0,9 4 0,-2-1 0,0-1 1,1-1-1,0-1 0,0 1 1,0-2-1,27 4 1,88-2-28,-116-4 23,0-2 0,0 0 0,0 0 0,-1-1 0,23-6 0,-30 6 1,1 0 0,-1 0 0,0-1 0,0 0 0,0 0 0,0 0 0,-1 0 0,1-1 0,-1 1 0,0-1 0,0 0 0,0-1 0,-1 1 0,0 0 0,4-7 1,-1-1 3,-1-1 1,0 0 0,-1 0 0,-1 0 0,0-1-1,-1 1 1,0-1 0,-1 1 0,-1-1 0,0 0-1,-1 0 1,0 1 0,-1-1 0,-1 1 0,0-1-1,-1 1 1,-1 0 0,0 1 0,-7-14 0,-1 8-4,0-1 1,-1 2 0,-1 0 0,0 0 0,-2 2-1,0 0 1,0 0 0,-2 2 0,-20-13 0,-6 1-64,-1 2 0,-95-34-1,138 57-69,1-1-1,0 0 0,0 0 0,-1 0 0,1 0 0,0-1 0,0 1 1,0 0-1,-2-3 0,-5-15-4037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6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454 122 4386,'0'0'750,"27"-2"-174,88-5 40,-110 7-587,-1 0 0,0 0-1,0 0 1,0 1 0,0-1-1,0 1 1,0 0 0,0 0 0,0 0-1,0 1 1,0 0 0,0-1-1,-1 1 1,1 0 0,-1 1 0,1-1-1,-1 0 1,0 1 0,0 0-1,0 0 1,-1 0 0,1 0 0,3 6-1,-2-1 6,0 1-1,-1 0 1,0 0 0,0 1-1,-1-1 1,-1 1-1,1 11 1,0-6-4,-1 1 1,-1-1-1,-1 1 1,0-1-1,-6 25 1,5-30-20,-1-1 0,-1 1 1,1-1-1,-2 0 0,1 0 1,-1 0-1,-1-1 0,0 0 1,-12 15-1,8-14 24,0 0-1,-1 0 0,0-1 1,0 0-1,0-1 1,-1 0-1,-1-1 1,1-1-1,-1 1 0,-19 4 1,13-5 91,0-1 0,0-1 0,0-1 1,0 0-1,-1-2 0,-37-2 0,45 0-99,1-1-1,0 0 1,0 0 0,0-1 0,0 0-1,0 0 1,1-2 0,0 1-1,0-1 1,0 0 0,1-1 0,0 0-1,0-1 1,1 1 0,0-2-1,1 1 1,0-1 0,0 0-1,1 0 1,-10-19 0,11 19-5,1 0 1,0 0-1,1 0 0,0-1 1,0 1-1,1-1 1,0 0-1,1 0 0,0 1 1,1-1-1,0 0 1,1 0-1,0 0 0,0 0 1,1 1-1,1-1 0,-1 1 1,2-1-1,-1 1 1,1 0-1,1 0 0,0 0 1,0 1-1,7-10 1,1 6-22,-1-1 1,1 2 0,1 0 0,0 0-1,1 1 1,0 1 0,1 0 0,30-12-1,-15 8-3,2 2 0,-1 2 1,62-11-1,-62 15 2,0 1 0,1 2 0,51 2 0,-73 1 0,0 0 0,0 1 0,-1 0 0,1 0 0,0 1 0,-1 0 0,0 1 0,0 0 0,0 1 0,-1 0 0,1 0 0,-1 1 0,0 0 0,9 9 0,-8-4 3,0 1 0,-1-1 0,0 2 0,-1-1 0,-1 1 1,0 0-1,-1 1 0,0-1 0,-1 1 0,-1 0 0,0 1 0,-1-1 1,1 25-1,-2-18 48,-1-1 0,-2 0 0,0 0 0,-1 0 0,-1 0 0,-1 0 0,-1-1 0,-1 1 0,-13 31 0,7-31 53,0 0-1,0 0 1,-2-1-1,-1 0 1,-21 20-1,2-7 112,-68 51 1,57-52-325,0-1 0,-2-3 1,-1-2-1,-1-1 1,-1-3-1,-73 21 0,-120 4-3954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100 313 3634,'0'0'2257,"-12"13"-1996,-40 41-39,49-51-205,0 1 0,0 0 0,1 0 0,0 0 0,-1 0 0,1 0 0,-1 5 0,2-7 48,1 1 0,-1-1 0,0 0 0,0 0 0,0 0 0,0 0 1,-1 0-1,1-1 0,-3 4 504,4-11 199,-1-17-634,1 1-1,1-1 0,2 0 1,0 1-1,1 0 1,2-1-1,12-32 0,-9 35-136,1 1-1,1 0 1,1 0-1,19-21 1,-26 34-1,0 0 1,1 0-1,0 0 0,0 1 1,1 0-1,-1 0 1,1 1-1,0 0 1,0 0-1,1 0 0,0 1 1,-1 0-1,1 0 1,0 1-1,8-1 1,-13 2-1,0 1 1,0 0 0,0 0 0,-1 0 0,1 0-1,0 0 1,0 0 0,-1 1 0,1-1 0,0 1-1,-1 0 1,1 0 0,0 0 0,-1 0 0,1 0-1,-1 1 1,0-1 0,1 1 0,-1-1 0,0 1-1,0 0 1,0 0 0,0 0 0,0 0 0,-1 0-1,1 0 1,-1 0 0,1 1 0,-1-1 0,0 0-1,1 4 1,3 8-2,-1 0 1,0-1-1,-2 2 0,3 23 0,-5-31 6,7 331 31,-7-328-29,-1 0 0,1 0-1,-2-1 1,1 1 0,-5 13-1,-1-14 14,2-14 6,-2-18 23,3-27-38,5-94-1,0 128-43,1 1 0,0 0 0,2 0 0,0 0-1,1 1 1,0-1 0,1 1 0,1 0 0,0 0-1,1 1 1,10-14 0,-12 19 4,0 1-1,1-1 1,0 1 0,0 1-1,1-1 1,0 1-1,0 0 1,0 0 0,1 1-1,-1 1 1,1-1 0,1 1-1,-1 0 1,1 1-1,-1 0 1,1 1 0,0 0-1,15-1 1,-20 2 9,-1 1-1,0 0 1,0 0 0,0 0 0,0 1 0,0-1-1,0 1 1,1 0 0,-1 0 0,-1 0-1,1 1 1,0-1 0,0 1 0,5 4 0,-5-3 20,-1 0 1,0 0 0,0 1 0,0-1-1,0 1 1,0 0 0,-1 0 0,0 0-1,0 0 1,0 0 0,0 0 0,1 9-1,3 17 11,-1 1-1,-2 0 0,-1 0 1,-3 38-1,1-27 18,-1 7 64,-12 86 0,9-80-10,4-55-77,0 1 0,0-1-1,0 1 1,0 0 0,0-1 0,0 1 0,1-1 0,-1 1 0,0-1-1,0 1 1,1-1 0,-1 1 0,0-1 0,1 1 0,-1-1 0,1 1 0,-1-1-1,0 0 1,1 1 0,-1-1 0,1 1 0,-1-1 0,1 0 0,-1 0 0,1 1-1,0-1 1,-1 0 0,1 0 0,-1 0 0,1 1 0,-1-1 0,1 0 0,0 0-1,-1 0 1,1 0 0,0 0 0,27-3 63,-22 3-51,2-2-5,1 0 0,0 0 0,-1-1 0,1 0 0,-1-1 0,0 1 0,0-2 0,10-5 0,6-7-22,25-24 0,-38 32 0,13-12-105,-2 0 0,0-1 0,-1-2 0,-2 0 0,0-1 0,15-27 1,-26 37 58,0 0 0,-1-1 0,-1 0 0,-1-1 0,0 1 0,-1-1 0,-1 0 0,0 0 0,-2 0 0,0 0 0,-1 0 0,-2-20 0,1 31 63,-1 0-1,1 0 0,-1 0 1,0 0-1,-1 1 1,1-1-1,-1 1 0,0 0 1,-1-1-1,1 1 1,-1 0-1,0 1 1,-1-1-1,1 1 0,-1 0 1,0 0-1,0 0 1,0 1-1,0-1 1,-1 1-1,1 0 0,-1 1 1,-6-3-1,6 3 27,1 1-1,0-1 0,-1 1 0,0 0 0,1 0 1,-1 1-1,0-1 0,0 1 0,1 0 1,-1 1-1,0-1 0,1 1 0,-1 0 1,1 1-1,-1-1 0,1 1 0,-1 0 1,1 0-1,0 1 0,0 0 0,0-1 1,0 2-1,1-1 0,-1 0 0,-7 8 0,2 1 88,1 1 0,0 0-1,1 0 1,1 0 0,0 1-1,1 0 1,0 0 0,1 1-1,-5 26 1,2-1 258,3 0 0,-1 60 0,6-87-283,0 1 0,1-1 0,1 1 1,4 18-1,-4-25-65,0-1 0,1 1 0,0-1 1,0 0-1,1 0 0,-1 0 0,1-1 1,1 1-1,-1-1 0,9 8 0,-2-4-13,0-1 0,1 0 0,-1 0 0,2-1 0,-1-1 0,1 0 0,0-1 0,0 0 0,23 5 0,-3-3-319,1-1-1,63 2 1,18-9-2981,-18-11-1966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22 207 1329,'0'0'3396,"-3"20"-2801,-11 62-291,10-62 974,4-37-932,1 11-71,-1 3-228,-1-13 32,1 1 0,0 0 0,2-1 0,0 1 0,0 0-1,2 0 1,9-25 0,-7 26-80,1 0 0,0 0 0,2 1 0,-1 1 0,21-23 1,-25 30-8,1 0 0,1 0 1,-1 1-1,1 0 0,0 0 1,0 0-1,0 1 0,0 0 1,0 0-1,1 0 0,0 0 1,0 1-1,-1 1 0,1-1 1,10 0-1,-15 1 4,1 1-1,-1 0 1,1 0-1,-1 1 1,0-1-1,1 0 1,-1 1-1,0 0 1,1-1-1,-1 1 1,0 0-1,0 0 1,1 0-1,-1 0 1,0 0-1,0 1 1,-1-1-1,1 1 1,0-1 0,0 1-1,-1 0 1,1-1-1,-1 1 1,1 0-1,-1 0 1,0 0-1,0 0 1,0 0-1,0 0 1,0 0-1,1 5 1,1 6-4,0 0 0,-1 0 1,-1 1-1,1 18 0,-2-24 11,1 37 10,-7 69 0,4-94 3,-2 0 0,0-1 0,-2 0 0,0 1 1,-1-2-1,-11 20 0,6-15 41,-23 30 0,30-46-34,0-1 0,-1 0 0,1 0 1,-1 0-1,0-1 0,-1 1 0,1-2 1,-13 8-1,19-12-8,0 0-12,0 0 0,0 0-1,0-1 1,0 1 0,0 0-1,0 0 1,0 0 0,0 0 0,0-1-1,0 1 1,0 0 0,0 0-1,0 0 1,0 0 0,0-1 0,0 1-1,0 0 1,0 0 0,0 0-1,0 0 1,0-1 0,0 1 0,0 0-1,-1 0 1,1 0 0,0 0-1,0 0 1,0-1 0,0 1 0,0 0-1,-1 0 1,1 0 0,0 0-1,0 0 1,0 0 0,0 0 0,0 0-1,-1 0 1,1-1 0,0 1-1,0 0 1,0 0 0,-1 0 0,1 0-1,0 0 1,0 0 0,0 0 0,-1 0-1,1 0 1,0 0 0,0 0-1,0 0 1,0 1 0,-1-1 0,1 0-1,0 0 1,0 0 0,0 0-1,0 0 1,-1 0 0,1 0 0,0 0-1,0 0 1,0 1 0,0-1-1,0 0 1,0 0 0,-1 0 0,1 1-1,2-8 19,1 0-1,-1 0 0,1 1 0,1 0 1,-1 0-1,1-1 0,7-6 0,39-42 90,-23 27-91,90-105-48,-90 99 18,-1-1 1,22-42-1,-42 67 16,-1-1 1,0 0-1,-1 0 1,0 0 0,-1-1-1,0 0 1,-1 1-1,0-1 1,-1 0-1,-1-12 1,0 23-6,0 1-1,0 0 1,0 0 0,0-1 0,0 1-1,0 0 1,0 0 0,-1 0-1,1-1 1,0 1 0,0 0 0,0 0-1,0 0 1,0-1 0,-1 1-1,1 0 1,0 0 0,0 0 0,0 0-1,-1 0 1,1-1 0,0 1-1,0 0 1,-1 0 0,1 0-1,0 0 1,0 0 0,0 0 0,-1 0-1,1 0 1,0 0 0,0 0-1,-1 0 1,1 0 0,0 0 0,0 0-1,-1 0 1,1 0 0,0 0-1,0 0 1,-1 0 0,1 0-1,0 0 1,0 1 0,0-1 0,-1 0-1,1 0 1,0 0 0,0 0-1,0 0 1,-1 1 0,1-1 0,0 0-1,0 0 1,0 0 0,0 1-1,0-1 1,-1 0 0,1 0 0,0 0-1,0 1 1,0-1 0,0 1-1,-4 5 0,0 0 0,1 0 0,0 1-1,0-1 1,0 1 0,1 0-1,0 0 1,0 0 0,0 13 0,0-12 8,-7 64 255,3 1 1,6 83-1,0-136-203,1 1-1,1-1 1,1 0-1,1 0 1,1 0-1,11 28 0,-13-40-118,0-1-1,1 0 1,0-1-1,0 1 0,0-1 1,1 1-1,0-1 1,0 0-1,1-1 0,-1 1 1,1-1-1,1 0 0,-1-1 1,1 1-1,0-1 1,0 0-1,0-1 0,0 0 1,15 5-1,-11-6-854,-1-1-1,1 0 1,21 0-1,-31-1 888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0 3233,'0'0'2252,"-1"31"-1355,0-20-802,-5 228 1216,5-85-507,3 183-48,-1-329-740,-1 0 0,1 0 0,1 0-1,-1 0 1,2 0 0,5 14 0,-7-19-11,1 0 0,0 0 0,0 0 0,0-1 0,0 1 0,0-1 1,1 1-1,-1-1 0,1 0 0,-1 0 0,1 0 0,0 0 0,0 0 1,0-1-1,0 1 0,1-1 0,-1 0 0,7 2 0,-1-1 7,0 0-1,0-1 1,0 0-1,0 0 1,1-1-1,-1 0 1,0-1-1,0 0 1,1 0-1,-1-1 1,0 0-1,0 0 1,-1-1-1,12-5 1,-10 3-294,0 0 1,-1-1 0,1 0-1,-2-1 1,1 0 0,-1 0-1,0-1 1,0 0-1,-1 0 1,0 0 0,7-14-1,17-38-3749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 4498,'0'0'1985,"270"-2"-1873,-78 2-96,-8-5-16,-28-3-928,-53 4-1954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5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143 258 3842,'0'0'1595,"-20"19"-1189,-65 62-89,81-78-267,0 0 1,0 1-1,1 0 1,0 0-1,-1 0 0,1 0 1,1 0-1,-4 7 0,2-2 735,4-13-129,0-20-576,2 0-1,1 1 1,1 0 0,1-1-1,1 2 1,1-1-1,1 1 1,2 0-1,0 0 1,16-25-1,-18 35-80,0 0-1,1 0 0,0 1 0,0 0 0,23-19 0,-27 26-9,1-1 0,0 1 1,0 1-1,0-1 0,1 1 0,-1 0 0,1 1 1,0-1-1,0 1 0,0 0 0,0 1 0,0 0 1,0 0-1,9 0 0,-13 1 9,-1 0 1,1 1-1,-1-1 0,0 0 1,0 1-1,1 0 0,-1 0 1,0-1-1,0 1 0,0 1 1,0-1-1,0 0 0,0 0 1,0 1-1,0-1 0,0 1 1,-1-1-1,1 1 1,-1 0-1,1 0 0,-1-1 1,1 1-1,-1 0 0,0 0 1,0 0-1,0 1 0,-1-1 1,1 0-1,0 4 0,3 8-1,-2 0 0,0 0 0,0 25 0,-1-30 4,0 13 8,-1 166 46,-1-164-47,-2 0 0,-1-1 0,-1 1 0,-1 0 0,-16 38 0,21-60 40,1-6-25,0 0-4,1-22-4,2-1-1,0 1 0,2 0 1,1 0-1,12-30 0,-1 10-34,3 1-1,26-44 0,-45 88 18,10-18-66,22-30 0,-30 46 42,-1 0 0,1-1-1,0 1 1,0 0 0,0 1-1,0-1 1,0 0 0,1 1-1,-1 0 1,1 0 0,0 0-1,0 0 1,0 0 0,0 1-1,0 0 1,5-2 0,-8 3 22,0 0-1,0 0 1,0 0 0,0 1 0,-1-1 0,1 0 0,0 0-1,0 1 1,0-1 0,0 0 0,-1 1 0,1-1-1,0 1 1,0-1 0,-1 1 0,1-1 0,0 1-1,-1-1 1,1 1 0,0 0 0,-1-1 0,1 1 0,-1 0-1,1 0 1,-1-1 0,0 1 0,1 0 0,-1 0-1,0 0 1,0-1 0,1 1 0,-1 0 0,0 0-1,0 1 1,1 37 14,-1-29-12,-5 322 216,5-321-223,-1-7-142,1-1 1,0 0-1,-1 0 0,1 1 0,1-1 0,-1 0 1,1 0-1,-1 1 0,1-1 0,0 0 0,0 0 1,0 0-1,1 0 0,-1 0 0,1 0 0,3 5 1,-3-7-254,1 0 0,-1 1 0,1-1 0,-1 0 0,1 0 0,-1 0 0,1 0 0,4 0 0,-7-1 320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42 109 2385,'0'0'2799,"-1"-15"-2004,-1 1-677,-2-23 23,4 37-140,0 0 0,0 0 0,0 0-1,0 0 1,0 1 0,-1-1 0,1 0 0,0 0 0,0 0 0,0 0 0,0 0 0,0 0-1,0 0 1,0 0 0,0 0 0,0 0 0,-1 0 0,1 0 0,0 0 0,0 0 0,0 0-1,0 0 1,0 0 0,0 0 0,0 0 0,-1 0 0,1 0 0,0 0 0,0 0 0,0 0-1,0 0 1,0 0 0,0 0 0,0 0 0,0 0 0,-1 0 0,1 0 0,0 0 0,0 0-1,0 0 1,0 0 0,0 0 0,0 0 0,0 0 0,0 0 0,0 0 0,-1-1 0,1 1-1,0 0 1,0 0 0,0 0 0,0 0 0,0 0 0,0 0 0,0 0 0,0 0 0,0-1-1,0 1 1,0 0 0,0 0 0,0 0 0,0 0 0,0 0 0,0 0 0,0 0 0,0 0-1,0-1 1,0 1 0,0 0 0,-7 23 105,-2 24 132,2 0 0,3 0 0,2 49 0,2-87-216,0-1-1,0 1 1,1-1 0,1 0-1,-1 1 1,1-1 0,1 0-1,4 11 1,-5-16-18,0 0 1,0 1 0,0-1-1,1 0 1,-1 0-1,1-1 1,0 1 0,0 0-1,0-1 1,0 1-1,0-1 1,0 0 0,1 0-1,-1-1 1,1 1 0,0-1-1,-1 1 1,1-1-1,0 0 1,0 0 0,6 0-1,0 1 4,0-1 0,0-1 0,1 1 0,-1-2 0,0 1 0,1-1 0,14-4 0,-20 4-6,0-1-1,0 0 1,0 0 0,0 0-1,0-1 1,0 1 0,0-1-1,-1 0 1,1-1 0,-1 1-1,0-1 1,0 0 0,-1 0 0,1 0-1,4-6 1,-1-2-1,-1 0 0,0 0 0,-1 0 0,0-1 0,-1 0 0,-1 0 0,0 0 0,1-20 0,-1-12 20,-3-50 0,-1 71-8,1 17-7,0 0 0,0 0 0,-1 0 0,0 1 0,0-1 0,0 0 0,-1 0 0,-1 1 0,1-1 1,-5-7-1,7 14-6,0 0 0,0 1 1,1-1-1,-1 0 0,0 0 1,0 0-1,0 0 0,0 0 1,0 0-1,0 0 0,0 1 1,0-1-1,0 0 0,0 0 1,0 0-1,0 0 0,0 0 1,-1 0-1,1 0 0,0 1 1,0-1-1,0 0 1,0 0-1,0 0 0,0 0 1,0 0-1,0 0 0,0 0 1,0 0-1,0 0 0,0 1 1,-1-1-1,1 0 0,0 0 1,0 0-1,0 0 0,0 0 1,0 0-1,0 0 0,0 0 1,-1 0-1,1 0 0,0 0 1,0 0-1,0 0 0,0 0 1,0 0-1,0 0 0,-1 0 1,1 0-1,0 0 1,0 0-1,0 0 0,0 0 1,0 0-1,0 0 0,0 0 1,-1 0-1,1 0 0,0 0 1,0-1-1,-2 30 63,2 55 0,1-29 75,-1-26-196,1 0-1,1 0 1,2 0-1,0-1 1,3 0 0,0 0-1,2 0 1,17 36-1,-3-26-2390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0 235 3554,'0'0'245,"6"-24"-117,22-75-50,-27 94-30,0 1 1,1 0 0,-1 0 0,1 1 0,0-1-1,0 0 1,1 0 0,-1 1 0,1-1 0,0 1 0,6-5-1,-7 6-15,-1 1-1,1 0 1,0 0-1,0 0 1,0 0 0,0 0-1,0 1 1,0-1-1,0 1 1,0-1-1,0 1 1,0 0-1,0-1 1,1 1-1,-1 0 1,0 0-1,3 1 1,-1 0-16,0 0 0,0 1 0,0-1 0,0 1 0,0 0 0,0 0 0,-1 0 0,1 0 0,-1 0 0,0 1 0,0 0 0,0 0 0,0-1 0,0 2 0,0-1 0,-1 0 0,4 5 1,2 10 50,1-1 1,-2 1 0,-1 1 0,0-1 0,-2 1 0,4 27 0,-1 116 333,-7-161-401,-2 9 464,0-28 111,0-10-471,2 0 0,1-1 1,1 1-1,9-38 1,-9 58-109,0 0 1,1-1 0,0 1 0,0 0 0,1 1 0,0-1 0,0 0 0,1 1 0,0 0 0,1 0 0,-1 1 0,2-1 0,-1 1 0,0 0 0,1 1 0,0 0-1,1 0 1,-1 0 0,11-4 0,-12 6-3,1 1-1,0-1 1,0 1-1,0 1 0,0 0 1,1-1-1,-1 2 1,8-1-1,-12 1 3,0 0-1,-1 0 0,1 0 0,0 1 1,0-1-1,-1 1 0,1-1 1,0 1-1,-1 0 0,1 0 1,-1 0-1,1 0 0,-1 1 1,1-1-1,-1 1 0,0-1 0,0 1 1,0 0-1,0 0 0,0-1 1,0 2-1,0-1 0,1 3 1,3 7 2,-1 1 1,-1-1-1,0 1 1,-1 0 0,0 0-1,1 24 1,-4 86 20,-1-64-11,1-40 29,-1-24 94,-1-33 24,3 2-140,0 0 0,3 1 0,9-44 1,-10 65-24,1 0 0,1-1 0,0 2 0,1-1 0,1 1 0,0 0 0,1 0 1,0 0-1,1 1 0,19-20 0,-25 30 0,0-1-1,1 1 0,-1-1 1,0 1-1,1 0 1,-1 0-1,1 0 1,0 1-1,5-3 1,-8 4 4,0 0 1,0 0-1,0-1 1,0 1-1,1 0 1,-1 0-1,0 0 1,0 0-1,0 0 1,0 0-1,0 1 1,1-1-1,-1 0 1,0 0-1,0 1 1,0-1-1,0 1 0,0-1 1,0 1-1,0-1 1,0 1-1,0 0 1,0-1-1,-1 1 1,1 0-1,0 0 1,0 0-1,-1-1 1,1 1-1,0 0 1,-1 0-1,1 0 1,-1 0-1,1 0 1,-1 0-1,0 0 1,1 0-1,-1 2 1,4 18 2,0-1 1,-2 0-1,-1 1 1,-2 31-1,0-12 64,1 191 457,0-229-565,0-1 1,0 1-1,0 0 1,0-1-1,0 1 1,0-1-1,1 1 1,-1-1-1,0 1 0,1-1 1,0 1-1,0 1 1,0-3-108,0 1-1,0-1 1,-1 1-1,1-1 1,0 0 0,0 1-1,0-1 1,0 0-1,0 0 1,0 0 0,0 1-1,0-1 1,0 0-1,0 0 1,2-1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42 132 3089,'0'0'393,"0"-21"332,0-49-166,0 29 2385,-28 746-1781,25-652-1155,0 0 14,-3-89 178,5-125-115,1 151-82,0 0 0,1 0 0,0 1 0,0-1 0,1 0 0,1 1 1,0-1-1,4-8 0,-4 12-4,0 1 0,0 0 0,1 0 1,0 0-1,-1 1 0,2-1 0,-1 1 1,1 0-1,-1 0 0,1 0 0,0 1 0,0 0 1,1 0-1,9-4 0,-6 3-2,0 1-1,0 0 1,1 1-1,-1 0 1,1 0-1,18 0 1,-25 2 1,1 0 0,-1 0 1,0 0-1,1 0 0,-1 0 1,1 1-1,-1-1 0,0 1 0,0 0 1,1 0-1,-1 0 0,0 1 0,0-1 1,0 1-1,0-1 0,0 1 1,0 0-1,-1 0 0,1 0 0,-1 1 1,1-1-1,3 5 0,-3-1-2,0 1 0,-1-1 1,0 1-1,0 0 0,0-1 0,-1 1 0,1 11 0,-1 53 15,-2-37 12,1-23 15,0-1 1,-1 1-1,-1-1 1,0 1-1,0-1 0,-1 0 1,0 0-1,-1 0 1,-7 15-1,6-17 3,0-1 0,-1 1 0,0-1 1,0-1-1,0 1 0,-1-1 0,0 0 0,-1 0 0,1 0 0,-1-1 0,-13 6 1,12-6-98,0-1 1,0 0 0,-1 0-1,1-1 1,-1 0 0,0-1-1,0 0 1,0 0 0,0-1 0,-17 0-1,27-1-17,-1 0 0,1 0 0,-1 0 0,1 0 0,0 0 0,-1 0 0,1 0 0,0 0 0,-1 0 0,1 0 0,0 0 0,-1 0 0,1 0 0,0-1 0,-1 1 0,1 0 0,0 0 0,-1 0-1,1-1 1,0 1 0,-1 0 0,1 0 0,0 0 0,0-1 0,0 1 0,-1 0 0,1-1 0,0 1 0,0 0 0,0-1 0,-1 1 0,1 0 0,0 0 0,0-1 0,0 1 0,0-1 0,-1-26-4796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1 218 304,'0'0'3970,"24"4"-3951,75 14 23,-88-15 5,0-2 0,0 1 0,1-2 0,-1 1 0,13-2 0,-7 0-22,-15 0-13,1 1 0,0 0 0,0-1 0,0 0 0,0 0 0,-1 0 0,1 0 0,0 0 0,-1 0 0,1 0 0,-1-1 0,1 0 0,-1 1 0,0-1 0,0 0 0,0 0 0,0 0 0,0 0 0,0 0 0,0-1 0,-1 1 0,1 0 0,-1-1 0,0 1 0,0-1 0,0 1 0,0-1 0,1-3 0,1-7 129,-1 0 0,0 0 0,0 0 1,-2-21-1,1 30-105,-2 1 0,1 0 0,0-1 0,-1 1 0,0 0 0,1-1 0,-1 1 0,-1 0 0,1 0 0,0 0 0,-1 0 0,0 0 0,0 0 0,0 0 0,0 0 0,0 1 0,-5-5 0,3 4 20,-1-1 0,0 1 0,0 1 0,0-1 0,0 1 0,0 0 0,0 0 0,0 0 0,-1 0 1,-9 0-1,4 0 15,0 0 0,0 1 0,0 1 1,0 0-1,-21 2 0,28-1-62,0 0 0,-1 0 0,1 0 0,0 0-1,0 1 1,-1-1 0,1 1 0,0 0 0,1 0 0,-1 1 0,0-1-1,1 1 1,-1 0 0,1 0 0,0 0 0,0 0 0,-3 4-1,1 2 10,0 0-1,0 0 0,1 1 0,1-1 1,-1 1-1,2 0 0,-1 0 0,1 0 0,1 0 1,0 0-1,1 1 0,1 17 0,0-15 2,0-1-1,2 1 0,-1-1 0,2 0 0,0 1 0,0-1 0,1-1 1,1 1-1,13 20 0,-9-18-12,0-1 1,2 0-1,0-1 0,0 0 0,1 0 1,26 16-1,-32-23-3,1 0 1,0-1-1,0-1 1,1 1-1,-1-1 0,1 0 1,-1-1-1,1 0 1,0 0-1,0-1 1,0 0-1,0 0 0,0-1 1,0-1-1,9 0 1,-14 0-4,0-1 0,0 1 1,0-1-1,0 1 0,0-1 1,-1 0-1,1-1 0,-1 1 1,1 0-1,-1-1 0,0 0 0,0 0 1,0 0-1,-1 0 0,1 0 1,-1 0-1,0-1 0,0 1 1,0-1-1,0 0 0,2-6 1,3-9 12,-1-1 1,7-37-1,-12 53-10,7-49 48,-2-1 0,-3-88 0,-3 113-17,-13 366 105,15-372-24,-4-42 0,0 41-20,1 0 0,6-36 0,-5 67-103,1 0-1,0 0 1,1 0 0,-1 1 0,1-1 0,0 1-1,0-1 1,0 1 0,1-1 0,0 1 0,0 0 0,0 0-1,7-6 1,-5 6-20,1-1 0,0 1 0,0 0-1,0 1 1,1-1 0,0 1 0,-1 0 0,13-3 0,5 1-49,1 0 0,0 2 0,-1 1 0,42 1 0,-65 5 29,-3 10 67,0-1 0,0 1 0,-2-1 0,0 1 0,-8 20 0,-10 33 342,18-49-200,0-1 0,2 1 0,0 23 0,1-35-135,2 0 1,-1-1-1,1 1 1,0 0-1,0 0 1,1-1-1,0 1 1,0 0-1,0-1 0,1 0 1,-1 1-1,1-1 1,1 0-1,3 5 1,0-4-16,-1-1 0,1 1-1,0-1 1,0 0 0,1-1 0,-1 1 0,1-1 0,0-1 0,0 0 0,1 0 0,-1 0 0,14 2 0,-1-2-392,1 0 0,0-1 0,42-1 0,28-8-5254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576 65 1056,'0'0'897,"-28"0"-179,-186 0 1024,-120 0 2420,420 0-3410,371-27-472,-224 8-315,515 1-4356,-710 18 1723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33 3057,'0'0'4458,"-15"-8"-3865,5 2-523,7 3-53,-1 1 0,0 0-1,0 0 1,0 0 0,0 0-1,0 0 1,0 1 0,-6-2-1,9 3-14,1 0 0,-1 0-1,0 0 1,1 0-1,-1 1 1,0-1 0,0 0-1,1 0 1,-1 0 0,0 0-1,1 1 1,-1-1 0,0 0-1,1 1 1,-1-1-1,0 0 1,1 1 0,-1-1-1,1 1 1,-1-1 0,1 1-1,-1-1 1,0 2-1,0 0 2,0 0-1,0 0 0,0 0 0,1 0 0,-1 1 0,1-1 0,-1 0 1,1 1-1,0-1 0,0 0 0,0 3 0,-8 668 780,8-659-839,-1-11-177,1 1 0,0 0 0,0-1 0,0 1 0,1-1 0,-1 1-1,1-1 1,2 7 0,3-5-2567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2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3057,'0'0'2876,"0"9"-2788,0 19-51,-9 183 212,-3-126-84,-2 3-23,-1 109-1,15-195-117,0-11 4,-1-1 0,1 1 0,1-1 0,0 1-1,0-1 1,5-17 0,24-52-32,-20 56 13,8-19-9,37-63 0,-46 90 0,1 0 0,0 1-1,1 1 1,1-1 0,0 2-1,1 0 1,19-15 0,-25 23-5,-1 0 1,0 1-1,1 0 1,0 0-1,0 0 1,0 1-1,8-2 1,-13 3 1,-1 1 1,0-1-1,1 1 1,-1 0 0,1 0-1,-1-1 1,1 1 0,-1 0-1,1 0 1,-1 1-1,1-1 1,-1 0 0,0 0-1,1 1 1,-1-1 0,1 0-1,-1 1 1,0-1-1,1 1 1,-1 0 0,0 0-1,0-1 1,1 1 0,-1 0-1,0 0 1,0 0-1,0 0 1,0 0 0,0 0-1,0 0 1,-1 0 0,1 1-1,0-1 1,0 0-1,-1 0 1,1 1 0,-1-1-1,1 0 1,-1 1 0,1 2-1,1 25 11,-2 0-1,0 1 1,-2-1 0,-1 0-1,-2 0 1,-1 0 0,-12 33-1,17-56-3,-29 102 151,27-93-125,0 0 0,2 1 0,0-1 0,0 1 0,3 16 0,-2-30-28,0-1-1,1 1 0,-1 0 1,1-1-1,-1 1 0,1 0 1,-1-1-1,1 1 0,0-1 1,0 1-1,0-1 0,0 1 1,0-1-1,0 0 0,0 0 1,1 1-1,-1-1 0,0 0 0,1 0 1,-1 0-1,1 0 0,-1-1 1,1 1-1,0 0 0,-1 0 1,4 0-1,3 1 4,0-1 0,0 0 0,0-1 0,15 0 0,-13 0-4,6 0 1,0-1-1,0 0 1,-1-1 0,1-1 0,-1-1 0,0 0 0,1 0-1,-2-2 1,1 0 0,-1 0 0,0-1 0,0-1 0,-1 0-1,0-1 1,20-17 0,-16 11-21,-1 0 0,0-1-1,-1-1 1,-1-1 0,-1 1-1,-1-2 1,0 0 0,9-22 0,-13 25 9,-2-1 1,0-1 0,-1 1 0,0-1 0,-2 0-1,0 0 1,-1 0 0,-1 0 0,-1 0-1,-3-21 1,3 35 8,-1 0-1,0 1 1,1-1-1,-2 0 1,1 1-1,0-1 1,-1 1-1,1-1 1,-1 1-1,0 0 1,-1 0-1,1-1 1,0 1-1,-1 1 1,-5-6-1,4 5 1,-1 0-1,0 0 0,1 1 0,-1-1 0,0 1 1,-1 0-1,1 1 0,0-1 0,-1 1 0,1 0 1,-7-1-1,-1 1 16,0 0 0,0 0 0,0 1 0,-16 2 0,23-1 5,0 0 0,0 0 0,1 1 0,-1 0 0,1 0 0,-1 0 0,1 0 0,0 1 0,0 0 0,0 0 0,0 0 0,-5 5 0,3-1 40,0 1-1,0-1 1,1 1 0,0 1-1,1-1 1,0 1-1,0 0 1,0 0-1,-3 11 1,3-2 128,0 0 0,1 1 0,1-1 0,-1 22 0,3-30-101,1 1 1,0 0-1,1 0 0,0-1 0,6 20 1,-5-23-58,0 0 1,1-1 0,0 0-1,1 1 1,-1-1-1,1 0 1,1-1-1,-1 1 1,1-1 0,7 8-1,-1-5-2,-1 0 0,1 0 0,1-1 0,-1-1 0,1 1 0,0-2 0,18 6 0,-3-2 3,2-2 1,43 7-1,102 0-396,10-12-1554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15 225 2609,'0'0'782,"0"-20"-233,-5-153 1306,6 167-1568,-1 4-160,0 0 1,0 0-1,0 1 1,0-1-1,0 0 1,0 0-1,0 0 1,-1 1-1,1-1 1,-1 0-1,1 0 1,-2-1 0,1 3-116,1 1 1,-1 0-1,1 0 1,-1 0 0,0 0-1,1-1 1,0 1-1,-1 0 1,1 0 0,0 0-1,-1 0 1,1 0-1,0 0 1,0 0 0,0 0-1,0 0 1,0 0-1,0 0 1,0 0 0,0 0-1,1 0 1,-1 1-1,0 4 13,-1 84 44,4 118 132,-3-201-466,2 1-1,-1-1 1,1 1 0,4 8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 3378,'0'0'1024,"-67"133"-464,67-93 177,13-3-113,28-18-336,11-9-208,0-10 32,-3 0-32,-13-19-32,-15-11 16,-13-2 16,-8 5-80,0 4-32,-3 9-1168,-7 9-785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5 485 3810,'0'0'2195,"-5"1"-1454,5-1-719,36-27 294,-1 0 0,32-33-1,-39 34-266,0 1-41,-2-2 1,37-46 0,-55 63-4,-1 0-1,-1-1 1,1 0 0,-2 0 0,0 0 0,0-1 0,-1 1 0,-1-1 0,0 0 0,0-1 0,0-14 0,-3 24-3,0 1 1,0-1-1,0 1 0,0-1 1,-1 1-1,1 0 0,-1-1 1,0 1-1,1 0 0,-1-1 1,-1 1-1,1 0 0,0 0 1,0 0-1,-1 0 0,1 0 1,-4-4-1,1 4 8,1-1 0,0 1 0,-1 0 0,1 0 0,-1 0 0,0 1 0,0-1 0,1 1 0,-1 0 0,-6-2 0,-2 2 32,0-1 1,-1 1 0,1 1 0,0 0-1,-1 1 1,-21 4 0,32-5-36,0 0 0,0 1 0,0-1 0,0 1 1,0 0-1,0-1 0,1 1 0,-1 0 0,0 0 1,0 0-1,0 0 0,1 0 0,-1 1 0,1-1 0,-1 0 1,1 1-1,-1-1 0,1 1 0,0 0 0,0-1 0,0 1 1,0 0-1,0-1 0,0 1 0,1 0 0,-1 0 0,0 0 1,1 0-1,-1 3 0,1-2-5,0 1 1,1-1-1,-1 0 1,1 0-1,-1 0 1,1 0-1,0 0 1,1 0-1,-1-1 0,0 1 1,1 0-1,-1 0 1,1-1-1,0 1 1,0-1-1,0 1 1,1-1-1,-1 0 0,5 3 1,22 15 46,2-1-1,59 26 1,4 3-35,-59-29-11,-2 1 1,57 46-1,-80-56-2,0-1-1,0 1 1,-1 0-1,0 1 1,-1 0-1,0 0 1,-1 1-1,0 0 1,-1 0-1,-1 0 1,7 21-1,-9-22 1,-1-1 0,0 2 0,-1-1 0,0 0 0,0 0 0,-2 0 1,-1 13-1,2-19 1,-2 0 1,1 0-1,-1 0 1,1 0-1,-1 0 1,-1-1-1,1 1 1,-1 0-1,0-1 0,0 0 1,0 0-1,-1 0 1,1 0-1,-1 0 1,0-1-1,0 0 1,-6 4-1,-5 2 39,-1-1 0,0 0 0,0-1-1,-1-1 1,1-1 0,-1 0-1,-1-1 1,1 0 0,-1-2 0,1 0-1,-1-1 1,0 0 0,0-2 0,-29-3-1,45 3-13,0 1 0,0-1-1,0 0 1,0 0 0,0 0-1,1 0 1,-1 0 0,0 0-1,1 0 1,-1 0 0,0-1-1,1 1 1,0-1 0,-1 1-1,1-1 1,0 1-1,0-1 1,0 0 0,0 0-1,0 1 1,0-1 0,1 0-1,-1 0 1,1 0 0,-1 0-1,1 0 1,-1-2 0,1-1-4,0 1 1,-1 0 0,2-1-1,-1 1 1,0 0-1,1-1 1,0 1 0,0 0-1,0 0 1,1 0-1,3-8 1,0 5-23,1 1-1,-1 0 0,1 0 1,0 0-1,1 0 1,-1 1-1,1 0 1,0 1-1,1 0 0,-1 0 1,1 0-1,0 0 1,0 1-1,0 1 1,15-4-1,-7 2-3,1 1-1,-1 1 0,1 0 1,0 1-1,0 0 1,-1 2-1,25 2 1,-39-3-7,0 1 0,0-1-1,1 1 1,-1 0 0,0 0 0,0 0 0,0 0 0,0 0 0,0 0 0,0 0-1,0 1 1,0-1 0,-1 0 0,1 1 0,0 0 0,-1-1 0,0 1 0,1 0-1,-1 0 1,0 0 0,0 0 0,0 0 0,0 0 0,0 0 0,0 0 0,-1 0-1,1 0 1,-1 0 0,0 0 0,1 1 0,-1-1 0,0 0 0,-1 4 0,0 5-1695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109 406 352,'0'0'2201,"0"-24"-1248,0-154 898,2 115-332,-1 25-196,-4-60 0,0 93-964,0 11-262,-3 18-97,-20 151 283,-23 161 752,27 6-651,22-307-432,0-33-24,1 8-169,-1-10 203,0 0 0,0 0 0,0 0-1,0 1 1,0-1 0,0 0 0,0 0 0,0 0-1,0 0 1,0 0 0,0 0 0,0 0-1,1 0 1,-1 0 0,0 0 0,0 1-1,0-1 1,0 0 0,0 0 0,0 0 0,0 0-1,0 0 1,1 0 0,-1 0 0,0 0-1,0 0 1,0 0 0,0 0 0,0 0-1,0 0 1,0 0 0,1 0 0,-1 0 0,0 0-1,0 0 1,0 0 0,0 0 0,0 0-1,0 0 1,0 0 0,1 0 0,-1 0-1,0 0 1,0 0 0,0 0 0,0-1-1,0 1 1,0 0 0,0 0 0,0 0 0,0 0-1,0 0 1,1 0 0,-1 0 0,0 0-1,0 0 1,7-9-3595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351 1 1489,'0'0'6307,"-169"153"-5859,115-92-320,2-4-128,13-5 0,10-20-1953,22-15-3185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 3794,'0'0'3473,"223"-32"-3393,-83 22-80,3 10 0,-19 0-16,-25 0-576,-42 0-897,-41 0-1056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6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561 178 480,'0'0'4087,"6"-22"-3220,16-69-256,-21 89-585,-1 0 0,1 0-1,-1 1 1,0-1-1,0 0 1,1 0 0,-2 0-1,1 0 1,0 0-1,0 0 1,-1 0-1,1 0 1,-1 0 0,1 0-1,-1 0 1,0 0-1,0 0 1,-2-2-1,2 3 0,-1 0 0,1-1 0,-1 1-1,0 0 1,1 1 0,-1-1 0,0 0-1,0 0 1,1 1 0,-1-1 0,0 1-1,-2-1 1,-5-1 77,-12-2 79,0 0 0,0 2 0,0 0 0,-1 1 0,-33 4 0,40-3-93,1 1-21,1 0-1,0 1 1,0 0-1,0 1 1,0 0 0,0 1-1,0 1 1,1 0-1,0 0 1,-17 11-1,15-6 56,0-1-1,1 2 0,1 0 0,-1 0 0,2 1 0,0 1 0,-14 20 0,10-9 39,1 1 0,2 0 0,0 0-1,2 1 1,1 0 0,1 1 0,1 0 0,2 0 0,-3 40 0,6-37-38,1 1 0,2 0 0,7 45-1,-5-60-89,1 0 0,1 0 0,0 0 0,1-1 0,1 0-1,1 0 1,0 0 0,12 15 0,-4-9-18,2-1 0,0 0 1,1-1-1,1-2 0,1 1 1,1-2-1,0-1 0,1-1 0,1 0 1,0-2-1,1 0 0,1-2 1,-1-1-1,2-1 0,-1 0 0,49 5 1,-44-8-8,1-3 1,0 0-1,0-2 1,60-7-1,-78 5-4,-1 0 0,0-2 0,0 1 0,0-2 0,0 1 0,-1-2 0,1 0 0,-1 0 0,-1-1 1,1 0-1,-2-1 0,1 0 0,16-17 0,-18 16 0,-1-1 1,0-1-1,-1 0 0,0 0 1,0 0-1,-1-1 1,-1 1-1,0-1 0,3-17 1,-3 6 0,-1 0 1,-1 0-1,-1-1 0,-2-28 1,-2 25-4,-1 0 0,-2 0 0,-1 0 0,-1 0 1,-1 1-1,-1 0 0,-2 1 0,-1 0 0,0 0 0,-21-27 0,11 20 2,-2 1-1,-1 1 1,-1 2-1,-1 0 0,-2 2 1,-59-43-1,69 57-4,0 0-1,-1 2 1,0-1-1,-31-9 1,38 16-11,0 0 1,0 1-1,-1 0 0,0 1 1,1 1-1,-1 0 1,0 1-1,-18 1 1,29-1-83,-1 0 0,1 1 0,0-1 0,-1 1 0,1 0 0,-1 0 0,1 0 0,0 0 0,0 0 1,0 1-1,0-1 0,0 1 0,0 0 0,0 0 0,0 0 0,1 0 0,-1 0 0,1 1 0,-1-1 0,1 1 0,0-1 1,0 1-1,1 0 0,-1 0 0,-1 3 0,-6 29-5185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30 701 4978,'0'0'2583,"2"-17"-2452,4-53 174,-3 1 0,-8-93 0,5 159-300,-36-377 523,53 960-559,57 1 11,-62-519-825,-5-22-2117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0 4290,'0'0'2655,"-30"15"-2149,-5 2-205,-59 38-1,86-48-256,1 0 0,0 0-1,1 0 1,-1 1 0,1-1 0,1 2 0,0-1 0,0 0 0,0 1 0,1 0 0,0 0 0,1 1 0,0-1 0,1 1 0,0-1 0,-2 16 0,3-19-34,-3 28 61,0 0-1,4 68 0,0-94-65,1 1-1,0 0 1,1-1-1,0 0 1,0 1-1,1-1 1,0 0 0,0 0-1,1 0 1,0 0-1,0-1 1,1 0-1,0 1 1,0-2 0,1 1-1,0-1 1,0 0-1,1 0 1,-1 0-1,1-1 1,0 0-1,1 0 1,-1-1 0,1 0-1,0-1 1,0 1-1,0-2 1,0 1-1,1-1 1,10 2 0,-6-2 2,1 0 1,-1-1-1,1-1 1,-1 0-1,1-1 1,-1 0 0,15-3-1,-22 2-4,1 0 0,-1 0 0,0 0 0,-1-1 0,1 1-1,0-1 1,-1-1 0,1 1 0,-1-1 0,0 0 0,0 0 0,-1 0-1,1-1 1,-1 0 0,0 0 0,6-10 0,-3 3 3,-1-1 0,-1-1 0,0 1 1,-1-1-1,0 0 0,-1 0 0,-1 0 0,0 0 1,-1-1-1,0 1 0,-1 0 0,-1-1 0,0 1 1,-1 0-1,-1 0 0,0 0 0,-1 0 0,0 0 1,-1 0-1,-1 1 0,0 0 0,0 0 0,-2 1 1,1 0-1,-2 0 0,1 1 0,-14-13 0,19 21-6,-40-38-190,40 39 110,-1 0 0,1-1 0,0 1 0,-1 1 0,1-1 0,-1 0 0,0 1 0,1-1 0,-1 1 0,0 0 0,0 1 0,-6-2 0,1 4-2673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57 185 4066,'0'0'3583,"-8"0"-3276,6 0-305,0 0 0,0 1 0,0-1 0,0 0 0,1 0 0,-1 1 1,0-1-1,0 1 0,0 0 0,1-1 0,-1 1 0,0 0 0,1 0 1,-1 0-1,1 0 0,-1 1 0,1-1 0,-3 3 0,2-1 0,0 0 1,1 1-1,-1 0 0,1-1 0,0 1 0,0 0 0,0-1 1,1 1-1,-1 0 0,1 0 0,0 4 0,-2 30 25,2 0-1,2 0 1,8 49-1,-7-70-17,1 0-1,1 0 0,0-1 1,1 0-1,1 0 0,1 0 1,0-1-1,1 0 0,18 23 1,-24-34-7,1 1 1,0-1 0,0-1-1,0 1 1,0-1 0,1 1 0,0-1-1,-1 0 1,1-1 0,0 1-1,8 2 1,-4-3 4,1 0-1,-1 0 1,1-1 0,0 0-1,19-1 1,-23-1-6,0 0 1,0 1 0,0-2-1,0 1 1,-1-1-1,1 0 1,0 0-1,0 0 1,-1-1 0,0 0-1,8-5 1,-4 1-8,0 0 1,-1-1-1,0 0 1,0 0-1,12-18 1,-9 9-14,-1 0 1,-1-1 0,0 1 0,-2-2-1,0 1 1,-1-1 0,4-21 0,-3 2 16,-3-1 1,-1 1-1,-2-1 0,-6-59 1,-2 69 73,6 28-64,1 0 0,-1 0-1,1 0 1,-1 0-1,1 1 1,-1-1-1,1 0 1,-1 0 0,0 0-1,1 1 1,-1-1-1,0 0 1,0 1-1,0-1 1,1 1-1,-1-1 1,0 1 0,0-1-1,0 1 1,0 0-1,0-1 1,0 1-1,0 0 1,0 0 0,-1 0-1,1 0-7,1 0 1,-1 0-1,1 0 0,-1 0 1,1 0-1,-1 0 0,1 1 1,-1-1-1,1 0 0,-1 0 1,1 0-1,-1 1 0,1-1 0,0 0 1,-1 1-1,1-1 0,-1 1 1,1-1-1,0 0 0,0 1 1,-1-1-1,1 1 0,0-1 1,0 1-1,-1-1 0,1 1 0,0-1 1,0 1-1,0 0 0,-3 19-17,3-15 15,0 179-17,0-175 22,1 0 1,1 0-1,0 0 1,0 0 0,0 0-1,1-1 1,1 0-1,-1 1 1,1-1-1,1 0 1,8 12 0,-9-15 0,0-1 1,0 1 0,0-1 0,1 0-1,-1 0 1,1 0 0,0-1 0,0 1-1,0-1 1,1 0 0,-1-1 0,1 1 0,-1-1-1,1 0 1,0-1 0,0 0 0,0 1-1,9-1 1,-8 0 21,0-1 1,0 0-1,0-1 0,-1 1 0,1-1 1,0-1-1,-1 1 0,1-1 0,-1 0 1,1-1-1,-1 0 0,0 0 0,0 0 1,0 0-1,0-1 0,-1 0 0,1 0 0,-1-1 1,0 0-1,-1 1 0,1-2 0,-1 1 1,0 0-1,0-1 0,0 0 0,-1 0 1,0 0-1,0 0 0,2-8 0,0-1 28,-1 0 0,0 0-1,-1 0 1,1-31 0,-3-66 129,-2 62-200,-7-76-2741,8 107-177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2993,'0'0'2175,"26"15"-1668,89 44-278,-106-55-219,1-1 1,-1 0-1,1-1 1,-1 0-1,1 0 1,0-1-1,0 0 1,0-1-1,-1 0 1,11-2-1,10 1 3,-29 1-13,19 1 8,0-2 1,0 0-1,0-1 0,0-1 0,20-5 1,-36 6-7,1 1-1,-1-1 1,0 1 0,0-1 0,0 0 0,0-1 0,0 1 0,0-1 0,-1 0-1,1 1 1,-1-2 0,0 1 0,0 0 0,0-1 0,0 1 0,0-1 0,-1 0-1,0 0 1,0 0 0,0 0 0,0 0 0,0 0 0,-1-1 0,0 1 0,0-1 0,0 1-1,-1-1 1,1-6 0,-1 6 4,0 0 1,-1 0-1,1 0 0,-1 0 0,0 0 1,-1 0-1,1 0 0,-1 0 0,0 1 1,0-1-1,0 1 0,-1-1 1,0 1-1,0 0 0,0 0 0,0 0 1,-1 0-1,1 0 0,-1 1 0,0 0 1,0 0-1,0 0 0,0 0 0,-6-2 1,-10-5 113,-1 0 1,0 2 0,-1 0 0,-24-4-1,15 5 185,-1 3-1,1 0 0,-62 2 0,90 2-290,-1 0-1,0 1 1,0-1-1,0 1 1,1 0-1,-1 0 1,0 0-1,1 1 1,-1-1 0,1 1-1,-1 0 1,1 0-1,0 0 1,0 0-1,0 1 1,0-1-1,0 1 1,1 0 0,-1-1-1,1 1 1,0 1-1,-1-1 1,1 0-1,1 0 1,-4 7-1,-1 6-2,1-1 0,1 1-1,0 0 1,-3 29 0,2-11 4,2 0 0,3 67 1,1-89-14,0-1 0,1 1 0,0-1 0,1 1 1,0-1-1,1 0 0,0 0 0,1 0 0,0-1 1,1 0-1,0 1 0,9 10 0,-5-10-225,1 0 0,0-1 0,1 0 0,0 0 0,0-1 0,1-1 0,1 0-1,-1-1 1,1 0 0,0-1 0,0-1 0,1 0 0,0-1 0,0 0 0,27 2 0,48-3-3632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22 3874,'0'0'2433,"-14"28"-1929,-43 91-90,53-110-379,1 1 1,0-1-1,1 1 1,0 0 0,1 0-1,0-1 1,0 1-1,1 0 1,1 13 0,0 4 16,1 30-45,-1 5 751,-2-59-545,-1-8-21,-4-37 62,2 11-242,1-1-1,2 0 0,1 1 0,5-43 1,-4 69-39,1-1 1,0 1 0,0-1 0,1 1 0,-1 0 0,1 0 0,0 0 0,1 0 0,-1 0 0,1 1 0,0 0 0,0-1-1,0 1 1,1 1 0,-1-1 0,1 1 0,0 0 0,0 0 0,0 0 0,1 1 0,9-4 0,12-3-261,-1 1 0,2 1 1,33-4-1,-55 10 231,220-46-542,-215 46 924,-9 6 34,-14 16 137,4-9-541,-12 20 230,-47 87 651,60-104-693,1 0 0,0 0 0,2 1 0,-1 0 0,2-1 0,-2 26 0,4-36-120,1 0 1,0 0 0,0 1-1,0-1 1,1 0 0,-1 0-1,2 0 1,-1 0 0,0 0 0,1 0-1,0 0 1,0-1 0,0 1-1,1-1 1,-1 1 0,1-1-1,0 0 1,5 6 0,-2-5-25,1-1 1,-1 1 0,1-1 0,-1 0-1,1 0 1,0-1 0,1 0-1,-1 0 1,1-1 0,-1 0-1,12 2 1,7 0-381,48-1 0,28-2-3067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532 503 4338,'0'0'2799,"4"-9"-2319,2-8-430,-1 0-1,-1 0 1,0-1 0,-1 1 0,1-32 0,-4 18 100,1-3 1,-1-1 1,-2 1-1,-2-1 0,-8-39 1,4 48-24,-18-56 483,23 75-518,1 8-78,1 11-64,1-9 48,0 80-56,7 652 98,-7-727-42,3 32 21,-3-38-23,0-1 0,0 1-1,0 0 1,1-1 0,-1 1 0,1-1-1,-1 1 1,1 0 0,0-1 0,-1 0 0,1 1-1,0-1 1,0 1 0,0-1 0,0 0-1,0 0 1,1 1 0,0 0 0,-1-2-4,-1 0 1,1 0-1,-1 0 1,0 0-1,1 1 1,-1-1-1,1 0 0,-1 0 1,1 0-1,-1-1 1,0 1-1,1 0 1,-1 0-1,1 0 1,-1 0-1,1 0 1,-1 0-1,0-1 1,1 1-1,-1 0 1,1 0-1,-1-1 1,0 1-1,1 0 1,-1 0-1,0-1 0,0 1 1,1 0-1,-1-1 1,0 1-1,0-1 1,1 1-1,-1 0 1,0-1-1,0 1 1,0-1-1,0 1 1,1 0-1,-1-1 1,0 1-1,0-1 1,0 1-1,0-1 0,0 1 1,0-1-1,0 1 1,2-30-472,0 1-1,-4-49 1,0 47 256,1 16 128,-1-1 0,0 1 0,-1-1 0,-1 1 0,0 0 0,-1 0-1,-1 1 1,0-1 0,-1 1 0,-13-19 0,14 23 73,-2 0 0,1 1 0,-1 0-1,0 0 1,-1 1 0,0 0 0,-1 1 0,1 0 0,-1 0-1,-1 1 1,1 0 0,-1 1 0,0 0 0,-15-4 0,13 6 38,0 0 0,0 0 0,0 2 0,0-1 0,0 2 0,0 0 0,0 0 1,-1 1-1,-15 3 0,21-2 18,0 1 0,0 0 0,0 0 1,0 0-1,0 1 0,0 0 0,1 0 0,0 1 0,0 0 1,0 0-1,1 1 0,-1 0 0,1 0 0,-9 13 1,7-6 51,0 0 0,0 1 0,1 0 1,1 0-1,1 0 0,0 1 0,1 0 1,0 0-1,-2 23 0,4-25-24,1 0 0,1 0 0,0 0 0,0 1 0,2-1 0,-1 0-1,2 0 1,0 0 0,0-1 0,1 1 0,9 18 0,-6-19-42,1-1 0,0 0 1,0 0-1,1 0 0,1-2 0,0 1 0,0-1 1,1 0-1,0-1 0,22 13 0,-7-8-22,0 0 0,1-2-1,0-1 1,36 8 0,-12-7-785,0-3 0,0-2 1,78-2-1,-1-4-3365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4562,'0'0'3650,"0"-54"-3618,0 108-32,0 11 256,0-2-160,0-1-16,0-11-32,0-7-48,0-11-320,0-9-1345,3-16-512,12-8-944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1 2961,'0'0'4194,"-98"33"-4098,119-33 80,11 0-176,7 0-1584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906 111 1217,'0'0'4882,"-12"-18"-4159,4 4-593,4 7-73,-1-1 1,1 0 0,-2 1 0,-11-13-1,14 17-24,0 1 0,0-1 0,-1 0 0,1 1-1,-1 0 1,1 0 0,-1 0 0,0 0 0,0 1-1,0-1 1,0 1 0,0 0 0,-1 0 0,1 1 0,0-1-1,-5 1 1,0 0-2,1 0-1,0 0 1,-1 1 0,1 0-1,0 0 1,-1 1 0,1 0-1,0 1 1,0 0-1,1 0 1,-1 0 0,1 1-1,-1 0 1,1 1-1,0 0 1,1 0 0,-1 0-1,-9 10 1,5 0-28,0 0 0,1 0 0,1 0 0,1 1 1,0 1-1,0 0 0,2 0 0,0 0 0,1 0 0,1 1 0,1 0 1,0 0-1,1 0 0,1 0 0,1 0 0,4 36 0,-3-48-3,0-1 0,0 0 0,0 0 1,1 0-1,0 0 0,0 0 0,0 0 0,0-1 0,1 1 0,0 0 0,0-1 0,0 0 0,0 0 1,1 0-1,0 0 0,-1-1 0,1 1 0,1-1 0,-1 0 0,0 0 0,1 0 0,0-1 0,-1 0 0,1 0 1,5 2-1,4 0 0,0-1 1,0 0-1,0-1 1,0-1 0,1 0-1,-1-1 1,0 0 0,18-3-1,-25 2 3,-1 0 0,0-1-1,0 1 1,0-1 0,0 0-1,0-1 1,0 1 0,-1-1 0,1-1-1,-1 1 1,0-1 0,0 1-1,0-2 1,0 1 0,-1 0-1,1-1 1,-1 0 0,-1 0 0,1 0-1,-1 0 1,1-1 0,-1 1-1,-1-1 1,1 0 0,2-11-1,0-1 14,-2-1-1,0 0 0,0 1 0,-2-1 1,-1 0-1,0 0 0,-4-30 0,2 38 7,0 0 0,0 1 0,-1-1 0,0 1-1,-1-1 1,0 1 0,-1 0 0,0 0 0,0 1 0,-7-10-1,12 19-20,-1 1-1,1-1 1,0 0-1,0 0 0,0 0 1,0 0-1,0 1 1,0-1-1,0 0 0,0 0 1,0 0-1,0 0 1,0 1-1,0-1 1,-1 0-1,1 0 0,0 0 1,0 0-1,0 0 1,0 0-1,0 1 0,-1-1 1,1 0-1,0 0 1,0 0-1,0 0 0,0 0 1,-1 0-1,1 0 1,0 0-1,0 0 1,0 0-1,-1 0 0,1 0 1,0 0-1,0 0 1,0 0-1,-1 0 0,1 0 1,0 0-1,0 0 1,0 0-1,0 0 0,-1 0 1,1 0-1,0 0 1,0 0-1,0-1 0,0 1 1,0 0-1,-1 0 1,1 0-1,0 0 1,0 0-1,0-1 0,0 1 1,0 0-1,0 0 1,-1 0-1,1 0 0,0 0 1,0-1-1,0 1 1,0 0-1,-1 13-24,1 1 0,1 0 0,0 0 1,0-1-1,6 21 0,-2-1 15,20 131 5,4 175 0,-28-306 4,-5 326-26,1-316 23,-3-2 0,-1 1 0,-2-1 0,-2 0-1,-2-1 1,-25 57 0,28-78 4,0 0 0,-1-1 0,-1 0-1,-1-1 1,-1 0 0,-24 24 0,26-31 1,-1 1 0,0-2-1,0 0 1,0-1 0,-1 0 0,-1-1 0,1 0-1,-1-2 1,-24 7 0,15-6 4,-2-1 0,1-2 0,-1 0 0,1-2-1,-1 0 1,1-2 0,-1-1 0,1-1 0,-1-1 0,-29-10 0,42 10 12,-1 0 1,1-1-1,0-1 0,1 0 1,-1-1-1,1 0 0,1-1 1,-1-1-1,1 0 1,1 0-1,0-1 0,0 0 1,1-1-1,0 0 1,0 0-1,2-1 0,-1 0 1,2 0-1,-1-1 0,-4-16 1,4 7-1,2 0 0,0 0 0,2-1 0,0 0 1,2 1-1,0-1 0,2 0 0,0 0 0,2 0 0,0 1 0,2-1 0,0 1 1,1 0-1,2 1 0,18-41 0,-13 38-22,0 0 1,1 1-1,2 1 1,0 0-1,1 1 1,1 1-1,1 0 0,1 2 1,1 0-1,0 1 1,1 1-1,1 1 1,26-12-1,-34 20-2,0 1 0,0 0 0,1 2 0,0-1 0,0 2 0,0 0 0,33-1 0,-46 4 2,1-1 1,-1 1-1,0 0 1,0 1-1,1-1 1,-1 1-1,0-1 0,0 1 1,0 0-1,0 0 1,0 0-1,0 1 1,0-1-1,0 1 0,0-1 1,3 3-1,-4-1 1,0 0-1,0 0 1,0 0 0,0 0-1,0 0 1,-1 0-1,1 1 1,-1-1-1,0 1 1,0-1 0,0 1-1,0-1 1,-1 1-1,1 3 1,1 56-1451,3-49-1697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6 3762,'0'0'3825,"1"-6"-3282,-3 14-560,-16 326 728,17-192-4285,1-172 1798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227 1 624,'0'0'4354,"-191"41"-3970,162 7 241,23-4 143,6 4-336,47-19-224,25-14 161,5-15-225,-12 0-80,-20-9 96,-21-26 256,-24-4 96,0 0-416,-6 4-96,-15 8-560,12 12-1073,9 6-1840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0 4242,'0'0'4442,"-2"17"-4298,-9 283 1179,6-74-816,-7 119 80,12-342-583,0 0 0,0 0 0,0-1 0,0 1 0,0 0 0,1 0 0,-1 0 0,1 0 0,0-1 0,0 1 0,0 0 0,0-1 0,0 1-1,1-1 1,-1 1 0,1-1 0,0 0 0,3 4 0,-1-3 3,-1-1-1,1 0 0,0 0 1,0-1-1,0 1 0,0-1 1,0 0-1,0 0 0,1 0 1,-1-1-1,0 1 0,6-1 1,4 1-29,0 0 0,-1-1 0,1 0 0,0-1 1,0-1-1,0 0 0,-1-1 0,1-1 0,-1 0 1,0 0-1,21-11 0,-16 5-606,0-1 0,-1-1 1,-1 0-1,0-1 0,23-24 0,-28 23-672,-1 0 0,9-16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6195,'0'0'432,"160"-9"-336,3 6 160,16 3-176,-10 0-80,-29 0-480,-54-9-1105,-62-2-3009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80 196 3666,'0'0'515,"-4"-26"-361,-3-8 27,0 4 314,-4-59 1,11 73 273,0 31-165,-21 730-3,16-657-587,5-52 0,-3-1 0,0 0-1,-13 51 1,13-138 365,3 23-347,1 0 1,2 0-1,0 0 1,14-48-1,-13 63-27,1 1-1,0 1 0,0-1 0,2 1 0,-1 0 0,2 0 0,0 1 0,0 0 1,1 1-1,0-1 0,0 2 0,14-11 0,-13 12-7,1 1 0,0 0 0,0 0 0,1 1 0,0 1 0,0 0 0,0 1 0,0 0 1,1 1-1,0 0 0,0 1 0,-1 0 0,1 1 0,0 1 0,0 0 0,0 0 0,0 2 0,13 2 0,-21-3 3,0 1 0,-1 0 0,1 0-1,-1 0 1,1 1 0,-1-1 0,0 1 0,0 0 0,-1 0-1,1 1 1,0-1 0,-1 1 0,0 0 0,0 0 0,0 0 0,0 0-1,-1 0 1,0 0 0,0 1 0,0-1 0,0 1 0,1 7-1,1 4 31,-1 1 0,0-1 0,-2 1 0,0-1 0,-1 25 0,-1-33 12,0 0-1,0 0 0,0 0 1,-1-1-1,0 1 1,0 0-1,-1-1 1,0 0-1,-1 1 1,1-1-1,-1 0 0,-7 8 1,2-4 31,-1-1 1,0 1 0,-1-2-1,0 0 1,0 0-1,-14 7 1,-4 3 43,-1-2 0,-39 16 0,57-28-462,0-1-1,-1 0 1,1 0-1,-1-2 0,0 1 1,0-2-1,0 0 1,-23 0-1,14-6-3013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1 302 4402,'34'0'760,"110"-2"-608,-114 2-135,-1 1 0,1 1-1,44 10 1,-5 0 23,-49-9-32,0-2-1,0 0 1,0-1-1,32-5 1,-50 4-6,1 0 0,-1 0 0,1 0 0,-1 0 0,0 0 0,0-1 0,1 1 0,-1-1 0,0 0 0,-1 1 0,1-1 1,0 0-1,0 0 0,-1 0 0,1 0 0,-1-1 0,0 1 0,1 0 0,-1-1 0,0 1 0,-1 0 0,1-1 0,0 0 1,-1 1-1,1-1 0,-1 1 0,0-1 0,0 1 0,0-6 0,0 1 8,0 0-1,0 0 1,-1 0 0,0 0-1,-1 1 1,1-1 0,-1 0 0,0 1-1,-1-1 1,0 1 0,-3-7-1,-4-1 43,-1 0 0,0 1 0,-1 0 0,-1 1-1,0 0 1,0 1 0,-1 0 0,-1 1 0,1 1 0,-2 0-1,1 1 1,-1 1 0,0 1 0,-1 0 0,1 1 0,-1 0-1,0 1 1,-1 2 0,1-1 0,-32 1 0,43 3 3,0 0 1,-1 0 0,1 0-1,0 1 1,0 0-1,0 0 1,1 1 0,-1 0-1,0 0 1,1 0-1,0 0 1,-1 1 0,1 0-1,1 0 1,-1 0-1,1 1 1,-1 0 0,2-1-1,-1 2 1,0-1-1,1 0 1,0 1 0,0-1-1,0 1 1,1 0 0,-2 7-1,0 0 41,0 0 0,1 0 0,0 1 0,2 0-1,-1-1 1,2 1 0,-1 0 0,2 0 0,0-1 0,1 1 0,5 21 0,-2-22-58,1 0 1,0 0 0,0 0 0,2-1 0,-1 0 0,2-1-1,-1 1 1,2-2 0,-1 1 0,1-1 0,1-1 0,0 0 0,14 9-1,3 1-88,2-1-1,0-1 1,1-2-1,44 16 0,-41-20-1162,1-2-1,0-1 0,70 7 0,-11-13-3407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229 311 3394,'0'0'3316,"7"-5"-2817,25-16-230,-30 20-260,-1 1 0,0 0 0,0-1 0,0 1 0,1 0 0,-1 0 0,0-1 0,0 1 0,1 0 0,-1 0 0,0 0 0,0 1 0,1-1 1,-1 0-1,0 0 0,0 1 0,0-1 0,1 1 0,-1-1 0,0 1 0,2 1 0,7 2 27,-4-3-31,0 0 0,-1 0 1,1 0-1,0-1 0,0 0 1,-1 0-1,1 0 0,0-1 0,-1 1 1,1-2-1,0 1 0,-1 0 1,1-1-1,6-4 0,-8 4-2,-1 0-1,0-1 0,0 0 1,0 0-1,0 0 0,0 0 1,-1 0-1,0 0 0,1-1 1,-1 1-1,0-1 0,-1 0 1,1 0-1,-1 1 0,1-1 1,-1 0-1,0 0 0,-1 0 1,1 0-1,-1 0 0,1-5 1,-1 1-3,-1 1 0,1-1 1,-1 1-1,0-1 1,-1 1-1,0 0 1,0 0-1,-1 0 1,0 0-1,0 0 0,0 0 1,-1 1-1,0-1 1,0 1-1,-1 0 1,1 0-1,-2 1 1,1 0-1,0-1 0,-1 2 1,0-1-1,0 1 1,-11-6-1,6 3 4,-1 1-1,0 0 0,0 1 0,0 0 1,-1 1-1,1 1 0,-1 0 1,0 0-1,0 1 0,0 1 0,-1 0 1,-25 3-1,32-1 17,0 1 0,0-1 0,0 2 0,0-1 0,0 1 0,1 0 0,-1 0 0,1 1 0,0 0 0,0 0 0,0 1 0,0-1 0,1 1 0,0 0 0,0 1 0,0-1 0,0 1 0,1 0 0,0 0 0,1 1 0,-1-1 0,-4 14 0,2-4 49,1 0 1,1 0-1,0 0 1,1 1 0,1-1-1,1 1 1,0 0-1,1-1 1,2 19-1,-1-26-59,0 0 1,1-1-1,0 1 0,1-1 0,0 0 0,0 0 1,1 0-1,0 0 0,0-1 0,1 1 0,9 11 1,-6-10-12,1 0 1,0-1 0,0 0 0,1 0-1,0-1 1,0-1 0,19 10 0,-5-6-426,1-1 1,0-1 0,0-1 0,1-1-1,0-1 1,0-2 0,33 1 0,40-3-2289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 1969,'0'0'1425,"-27"9"-593,8-4-619,4-1-26,0 1 1,0 0-1,-23 13 0,31-15-88,0 2 0,1-1 1,0 1-1,0 0 0,0 0 0,1 0 0,0 1 1,0 0-1,0 0 0,0 0 0,1 0 0,-6 12 1,1 7 131,0-1 1,2 1-1,1 1 0,0-1 1,2 1-1,1 0 1,1 51-1,2-69-215,0-1-1,0 1 1,1-1-1,0 0 1,1 0 0,0 0-1,0 1 1,0-2-1,1 1 1,0 0-1,7 11 1,-7-13-11,1-1 0,-1 1-1,1-1 1,0-1 0,1 1 0,-1 0 0,1-1 0,0 0-1,0 0 1,0 0 0,0-1 0,0 0 0,0 0 0,1 0-1,8 1 1,-4 0 2,1-1-1,-1-1 1,1 0-1,-1 0 0,1-1 1,-1 0-1,1-1 1,-1 0-1,1-1 0,-1 0 1,0-1-1,0 0 1,0 0-1,16-9 0,-19 8-2,0 0-1,0-1 0,-1 0 1,0-1-1,0 1 0,0-1 1,0 0-1,-1 0 0,0-1 1,-1 0-1,1 0 0,-1 0 1,-1 0-1,1-1 0,-1 1 1,-1-1-1,1 0 0,-1 0 1,1-11-1,0 6 4,-1-1 0,-1 1 0,0-1-1,-1 0 1,0 1 0,-1-1 0,-1 1 0,0-1 0,-1 1-1,0 0 1,-1 0 0,-1 0 0,0 0 0,0 1 0,-8-13-1,-1 5 37,-1 1 0,-27-30 0,36 43-197,0 0 0,0 0-1,0 1 1,-1 0 0,1 1-1,-1-1 1,0 1-1,0 1 1,-1-1 0,1 1-1,-14-3 1,6 5-2506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65 335 3874,'0'0'3004,"-11"10"-2255,9-7-671,-33 24 337,34-27-407,1 1 0,-1-1 0,1 0 0,-1 1 1,1-1-1,-1 0 0,1 0 0,-1 1 0,1-1 0,-1 0 0,1 0 0,-1 0 0,0 0 0,1 0 0,-1 0 0,1 0 0,-1 0 0,0 0 0,1 0 0,-1 0 0,1 0 1,-1 0-1,0-1 0,0 1 1,1-1 1,0 0 0,-1 0-1,1 0 1,0 0-1,0 0 1,0 0 0,0 0-1,0 0 1,0 0 0,0 0-1,0 0 1,0 0-1,0 0 1,1 0 0,-1 0-1,0 0 1,1 0 0,-1 0-1,1-1 1,22-56 88,3 1 0,40-65-1,-55 102-73,24-30-1,-32 46-17,0 0-1,1 0 0,-1 0 0,1 1 0,0 0 1,0-1-1,0 1 0,0 1 0,0-1 1,1 0-1,-1 1 0,1 0 0,7-2 0,-10 4-6,-1 0 0,0 0 0,0 0 0,0 0 0,1 0 0,-1 0 0,0 1 0,0-1 0,0 0-1,0 1 1,0-1 0,0 1 0,0-1 0,0 1 0,0 0 0,0-1 0,0 1 0,0 0 0,0 0 0,0 0-1,0-1 1,0 1 0,-1 0 0,1 0 0,-1 0 0,1 0 0,0 0 0,-1 1 0,1-1 0,-1 0-1,0 0 1,1 0 0,-1 2 0,8 45-38,-8-43 38,6 316 86,-8-196-58,3-186 67,13-100 0,-11 139-74,2 0 0,0 0 0,1 0 0,1 1 0,1 0 0,1 0 0,1 1 0,16-24 0,-24 39-42,2 0 0,-1 0-1,0 1 1,1-1 0,0 1 0,0 0-1,0 0 1,1 0 0,-1 1 0,1-1-1,0 1 1,0 0 0,0 0-1,0 1 1,1 0 0,-1 0 0,1 0-1,-1 1 1,1-1 0,0 1 0,-1 0-1,11 1 1,-13 0-10,0 0 0,0 0 0,0 1 0,0-1 0,0 1 0,0 0 0,0 0 0,0 0 0,0 0 0,0 1 1,-1-1-1,1 1 0,-1-1 0,1 1 0,-1 0 0,3 2 0,0 1 5,-1 0 1,0 0 0,0 1 0,-1-1-1,0 1 1,1 0 0,1 7-1,3 10 9,-1-1 0,-1 1-1,3 30 1,-1 18 75,-3 107-1,-5-162 23,0-50-35,-2 14-81,2 0 0,0 1 0,2-1 1,0 1-1,1 0 0,0 0 0,10-27 0,-3 24-138,1 1 0,2 0 0,0 0 0,0 1 0,2 1 0,1 0 0,0 2 0,1-1 0,35-25 0,-44 37 3,1 1 0,0 0-1,0 0 1,0 1 0,1 0 0,17-4-1,-25 7 162,1 1 0,-1-1 0,1 0 0,-1 1 0,1 0 0,-1-1 0,1 1 0,-1 0 0,1 0 0,-1 1 0,1-1 0,-1 1 0,1-1 0,-1 1 0,1 0 0,-1-1 0,1 1 0,-1 1 0,0-1 0,0 0 0,0 0 0,0 1 0,0-1 0,0 1 0,0 0 0,0 0 0,0 0 0,-1-1 0,1 1 0,-1 1 0,1-1 0,0 3 0,1 6 72,0 0 0,-1 0 0,0 1-1,0-1 1,-2 1 0,0 22-1,0-15 110,-1 24 480,-1-1 0,-3 0-1,-10 49 1,12-79-564,-9 45 244,12-52-367,-1 0 0,1-1 0,0 1 0,0 0-1,0 0 1,1 0 0,-1 0 0,1-1 0,2 7 0,-2-10-57,-1-1 0,1 1-1,-1 0 1,0-1 0,1 1 0,0 0-1,-1-1 1,1 1 0,-1-1 0,1 1-1,0-1 1,-1 1 0,1-1 0,0 0-1,-1 1 1,1-1 0,0 0-1,0 1 1,-1-1 0,1 0 0,0 0-1,0 0 1,1 0 0,32 2-4121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6 360 5362,'0'0'1292,"31"-5"-1170,107-14-98,-105 15-132,-1-2-1,1-1 0,-1-2 0,42-16 0,-68 23 103,1-1 1,-1 0-1,1 0 0,-1-1 1,0 0-1,0 0 0,-1 0 0,1 0 1,-1-1-1,0 0 0,0 0 1,8-12-1,-10 12 37,-1 1-1,0-1 1,1 0 0,-1-1-1,-1 1 1,1 0-1,-1 0 1,0-1 0,0 1-1,-1-1 1,0 1 0,0-1-1,0 1 1,0-1 0,-1 1-1,0-1 1,-2-7 0,1 8 0,0-1 0,-1 1 0,1 0 1,-1-1-1,0 1 0,0 1 0,-1-1 1,0 0-1,1 1 0,-2 0 0,1 0 1,0 0-1,-1 0 0,1 1 0,-1-1 1,0 1-1,0 0 0,-1 1 0,1 0 1,-10-4-1,-4 0 123,-1 1-1,0 1 1,0 1 0,-35-2-1,46 5-104,0-1 0,1 2-1,-1-1 1,0 1 0,0 0-1,1 1 1,-1 0 0,1 0-1,0 1 1,-1 0-1,1 1 1,0-1 0,1 2-1,-1-1 1,1 1 0,0 0-1,0 0 1,0 1 0,1 0-1,0 1 1,0-1-1,0 1 1,1 0 0,0 0-1,-4 9 1,1-3 1,1 1 0,1 0-1,1 0 1,0 0 0,0 1 0,-4 29-1,5-12-24,2 0-1,1 37 1,1-64-24,1 0 1,-1 1-1,1-1 1,0 0-1,0 0 1,0 0-1,1 0 1,0 0 0,0 0-1,0 0 1,0 0-1,1-1 1,0 1-1,0-1 1,0 0-1,1 1 1,5 4 0,-3-4-2,0-1 0,0 0 0,1 0 0,-1-1 0,1 0 0,-1 0 0,1-1 0,0 0 0,0 0 1,0 0-1,0-1 0,12 1 0,0-1-20,-1 0 1,0-1-1,0-1 1,1 0-1,-1-2 0,0 0 1,0-1-1,-1-1 1,1 0-1,-1-2 1,0 0-1,-1 0 1,0-2-1,17-11 0,-8 3-76,0-1 0,-1-1 0,-2-1 0,0-1 0,29-35 0,-42 44 102,0 0 1,-1-1-1,-1 0 1,0 0-1,-1 0 1,0-1-1,-1 0 1,0 0-1,-2-1 1,1 1-1,-2-1 1,0 0-1,0-17 1,-2 21 37,-1-28 154,1 38-186,0 0 0,-1 0 0,1 0-1,0 0 1,0 0 0,0 0-1,-1 0 1,1 0 0,-1 0 0,1 0-1,-1 0 1,1 0 0,-1 0 0,1 0-1,-1 0 1,0 1 0,0-1-1,1 0 1,-1 0 0,0 1 0,0-1-1,0 1 1,0-1 0,1 1 0,-1-1-1,0 1 1,-2-1 0,3 1-11,-1 0 0,1 0 0,0 0 0,0 0 0,-1 0 0,1 0 0,0 0 0,-1 0 0,1 0 0,0 0 0,0 0 0,-1 0 0,1 0 0,0 0 0,0 0 0,-1 1 0,1-1 0,0 0 0,0 0 0,-1 0 0,1 0 0,0 1 1,0-1-1,0 0 0,0 0 0,-1 0 0,1 1 0,0-1 0,0 0 0,0 0 0,0 1 0,0-1 0,-1 0 0,1 0 0,0 1 0,0-1 0,0 0 0,0 1 0,0-1 0,0 0 0,0 0 0,0 1 0,0-1 0,0 0 0,0 0 0,0 1 0,0-1 0,1 0 0,-1 1 0,0-1 0,0 0 0,0 1 0,5 12-26,6 2 23,1-1 0,0 0-1,25 21 1,-18-18 3,-2 0 4,9 7-3,0 1 0,43 58 1,-62-74-4,-1 1 0,0 1 0,-1-1 0,0 1 1,-1 0-1,0 0 0,-1 0 0,0 0 0,0 1 0,-2 0 1,1-1-1,-1 1 0,-1 15 0,-1-21 11,0 1 1,-1-1-1,1 0 0,-1 1 0,0-1 1,-1 0-1,0 0 0,0 0 0,0-1 1,0 1-1,-1-1 0,0 0 0,0 0 0,-1 0 1,1 0-1,-1-1 0,0 0 0,0 0 1,0 0-1,-1-1 0,0 1 0,1-1 1,-11 3-1,5-1 157,0-1 0,0 0-1,0-1 1,-1 0 0,0-1 0,1 0 0,-1-1-1,0 0 1,0-1 0,0-1 0,1 0 0,-21-3 0,30 3-122,-1 0 0,1-1 0,-1 1 0,1 0 0,0-1 0,0 1 0,0-1 0,-1 0 0,2 0 0,-1 0 0,0 0 0,0 0 0,0 0 0,1 0 0,0-1 0,-1 1 0,1-1 0,0 1 0,0-1 0,0 1 0,0-1 0,1 1 0,-1-4 0,0 2-34,0 0-1,0 0 1,1 0-1,0 0 1,0 0-1,0 0 1,0 0-1,1 0 1,0 0-1,-1 0 1,1 0-1,1 0 1,-1 0-1,0 1 1,1-1-1,2-3 1,1 1-33,0 0-1,1 1 1,0-1 0,-1 1 0,2 0-1,11-6 1,49-26-1152,-25 16-1055,13-12-3715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2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255 108 2049,'0'0'1555,"-29"-3"-480,-156-10 1316,178 12-2103,6 2-207,-1-1 0,0 0 0,0 0 0,0 0 1,1-1-1,-1 1 0,0 0 0,1-1 0,-1 1 0,0-1 1,1 1-1,-1-1 0,0 0 0,1 0 0,-1 0 1,1 0-1,-1 0 0,-1-2 0,3 3-73,0 0-1,0 0 1,0 0-1,0-1 1,0 1 0,-1 0-1,1 0 1,0-1-1,0 1 1,0 0 0,0 0-1,0 0 1,0-1-1,0 1 1,0 0-1,1 0 1,-1 0 0,0-1-1,0 1 1,0 0-1,0 0 1,0-1 0,0 1-1,0 0 1,0 0-1,0 0 1,1 0-1,-1-1 1,0 1 0,0 0-1,0 0 1,0 0-1,1 0 1,-1 0 0,0-1-1,0 1 1,0 0-1,1 0 1,-1 0-1,0 0 1,0 0 0,0 0-1,1 0 1,-1 0-1,0 0 1,0 0 0,1 0-1,-1 0 1,0 0-1,0 0 1,13-3 21,0 1 1,0 1 0,0 0-1,15 1 1,21-1-23,177-13-2,223-20-184,-417 31 180,-26 4 2,0-1 0,1-1 0,-1 1 0,0-1 1,1 0-1,-1-1 0,0 0 0,0 0 0,6-2 0,-11 3 27,-5 2-12,-2 1-15,-1 0-1,1 1 1,0 0-1,0 0 1,1 1-1,-1 0 0,1 0 1,0 0-1,0 0 1,0 1-1,0 0 1,-5 8-1,-11 14 9,-20 36 0,25-38 10,-81 114 240,-116 129 1,207-262-196,5-5-33,0 0-1,-1 1 0,1-1 0,0 1 0,0-1 1,0 1-1,0-1 0,0 1 0,0 0 0,0-1 1,1 1-1,-1 0 0,1 0 0,-1-1 0,0 4 0,9-3 190,13-2-119,6 0 0,1-1-1,27-4 1,87-27 1,-49 10-198,132-37-3686,-137 26-1449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12 432 4386,'0'0'2607,"27"0"-2578,187 0 94,-165 1-94,-21 0-260,1 0 0,-1-2 0,1-2 1,-1 0-1,55-14 0,-79 15 186,0 1 0,0-1 0,0 0-1,0 0 1,-1 0 0,1-1 0,-1 1-1,1-1 1,-1 0 0,0 0-1,0 0 1,0-1 0,0 1 0,-1-1-1,1 1 1,-1-1 0,0 0 0,0 0-1,2-6 1,-3 5 47,1-1 1,-1 0-1,0 0 0,-1 0 0,0 1 0,0-1 0,0 0 1,0 0-1,-1 0 0,0 0 0,0 0 0,-1 1 1,1-1-1,-4-7 0,-1 2 89,0 0 1,0 1-1,-1-1 0,0 1 1,-1 0-1,0 1 0,0 0 1,-1 0-1,0 1 0,-1 0 1,0 1-1,-14-9 0,10 8 70,0 0 1,-1 2-1,0-1 0,0 2 0,0 0 0,0 1 0,-1 0 0,0 2 0,-18-2 1,17 3-23,1 1 0,-1 0 1,1 1-1,-18 4 0,27-3-98,0 0 0,0 0 0,0 0 0,1 1 0,0 0 0,-1 1 0,1-1 0,0 1 0,0 0 0,1 1 0,0-1 0,-6 6 0,0 3 23,1 0 0,0 0 0,1 1 0,0 0-1,1 0 1,1 1 0,0 0 0,-8 30 0,8-17 0,1 1 0,1 0 1,1 0-1,1 34 1,3-48-53,0 0 0,1 0 0,0 0 0,1 0 0,1 0-1,9 26 1,-8-33-9,-1 1-1,2-1 0,-1 0 0,1 0 0,1-1 1,-1 1-1,1-1 0,1 0 0,-1-1 0,1 0 1,0 0-1,11 8 0,-3-6-3,0 1 1,0-2-1,1 0 1,0-1-1,0 0 1,0-1-1,31 4 1,-2-3-220,80-1 1,-99-5-4,0-1 0,-1-2 0,1 0 0,0-2 0,-1 0 0,0-2-1,0-1 1,-1-1 0,0-1 0,-1-1 0,0-1 0,32-23 0,-32 20 140,-1-2 0,0-1 0,-2 0 1,0-2-1,24-30 0,-35 38 161,0-1 0,0-1 0,-2 1 1,0-1-1,0-1 0,-1 1 0,-1-1 0,0 0 1,-2-1-1,5-29 0,-8 45-75,3-34 506,-2-46 0,0 74-431,-2-1 0,1 1 0,-1 0 0,0-1 0,0 1 0,-1 0-1,0 0 1,0 0 0,0 0 0,-1 0 0,0 1 0,0-1 0,0 1 0,-7-9 0,9 13-47,0 0-1,0 0 1,1 1-1,-1-1 0,0 0 1,0 1-1,0-1 1,0 1-1,0-1 1,0 1-1,0-1 1,-1 1-1,1 0 1,0-1-1,-1 1 0,1 0-19,0 0 1,1 0-1,-1 0 0,1 0 0,-1 1 0,1-1 0,-1 0 0,1 0 0,-1 1 0,1-1 0,-1 0 0,1 1 0,0-1 0,-1 0 0,1 1 0,-1-1 0,1 0 0,0 1 0,-1-1 0,1 1 0,0-1 0,-1 1 0,0 3 6,0-1 0,0 0 0,0 1 1,0-1-1,0 1 0,1 0 0,0 5 0,3 426 1021,-3-430-836,0-11-78,0-29-41,-4-50-89,-6-4 32,-9-131-44,19 218 15,0 1 1,1-1 0,-1 1 0,0-1 0,0 0 0,1 1 0,-1-1-1,1 1 1,-1-1 0,1 1 0,0 0 0,0-1 0,-1 1 0,1-1-1,0 1 1,0 0 0,0 0 0,0 0 0,1 0 0,-1 0 0,0 0 0,0 0-1,1 0 1,-1 0 0,3-1 0,2-1-11,1 1 0,0 0 0,0 0 0,11-1 1,-5 1-4,194-27-308,-110 18 35,139-35 0,-205 33 440,-28 10-14,-21 9-4,4 0-65,1 1-1,0 0 1,0 1-1,1 0 1,0 1-1,0 0 1,1 1-1,0 1 1,1-1 0,-16 22-1,16-18 58,0 1 1,1 0-1,0 0 0,1 1 0,1 0 1,0 0-1,2 0 0,-1 1 1,-2 21-1,6-28-96,1 1 0,0 0 0,1-1 0,0 1 1,1-1-1,0 1 0,4 18 0,-3-23-27,0 0-1,1 0 1,0-1 0,-1 1-1,2-1 1,-1 1 0,1-1-1,0 0 1,0 0-1,0-1 1,0 1 0,1-1-1,10 7 1,-2-2-117,1-1 0,0-1 0,0 0 0,1-1-1,0 0 1,31 7 0,-12-7-1074,0-1 0,41 0 0,34-3-3210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 99 4802,'0'0'4840,"-20"6"-4413,11-3-365,0 0 1,0 1 0,0-1-1,0 2 1,1-1 0,-1 1-1,-13 12 1,17-11-13,0 0 0,1 0 0,-1 1-1,1 0 1,1 0 0,0 0 0,0 0 0,0 0 0,0 1-1,1-1 1,-1 11 0,-2 16 134,-1 42 0,5-71-173,0 12 28,1 0 1,1 0 0,0 1 0,1-1 0,0 0 0,9 27 0,-8-36-32,0 1 1,1-1 0,0-1 0,0 1 0,1 0-1,0-1 1,0 0 0,0 0 0,1-1 0,0 1-1,1-1 1,-1 0 0,1-1 0,12 8-1,-9-8-6,1 1 0,0-1-1,1-1 1,-1 0 0,0-1-1,1 0 1,0 0 0,0-2-1,0 1 1,0-1 0,0-1-1,17-2 1,-21 2-1,0-1-1,0 0 1,-1-1 0,1 0 0,0 0 0,-1-1-1,0 0 1,1 0 0,-1-1 0,-1 0 0,1 0-1,0-1 1,-1 1 0,0-1 0,0-1 0,0 1-1,-1-1 1,0 0 0,6-8 0,-4-1 8,0 1 1,-1-1-1,-1 0 1,-1 0-1,0 0 1,0-1-1,-2 0 1,0 1-1,-1-1 1,0 0-1,-1 0 1,-1 0-1,-1 0 1,0 1-1,-1-1 1,0 1 0,-2-1-1,1 1 1,-2 0-1,0 1 1,-1-1-1,-17-25 1,12 25 47,0 0 1,-1 1-1,-1 1 0,0 0 1,0 1-1,-2 1 1,1 0-1,-30-15 1,22 16-74,1 0 0,-1 2 0,0 1 0,-1 1 0,0 1 0,-35-3 0,-33-1-1558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4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166 357 2545,'0'0'3132,"7"-3"-2924,-4 1-149,-1 1 0,1-1-1,-1 1 1,1-1 0,-1 0 0,0 0-1,0 0 1,0 0 0,0-1-1,0 1 1,0 0 0,-1-1-1,1 1 1,-1-1 0,1 0-1,-1 1 1,0-1 0,0 0 0,0 0-1,-1 0 1,1 1 0,-1-1-1,1 0 1,-1 0 0,0 0-1,0 0 1,-1-5 0,1-212 1952,20 568-2141,-10-265 150,-5-28 27,16 67 0,-19-120 209,-1-8-98,1-24-48,-1-45-81,-27-357-181,23 331 74,3 75 33,0 26 50,-14 5-106,2 7 80,1 2 0,0 0 1,1 0-1,-10 19 0,-4 6 7,-6 4 21,3-5-438,2 2 0,-23 50 0,36-58-2669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4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 3025,'0'0'3842,"255"-18"-3458,-139 12-352,-9 0-32,-30 3-1088,-41-8-1601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5.2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410 4 3954,'0'0'5461,"0"-4"-4943,-4 5-458,-7 10-31,-23 28-27,-13 14 0,18-25 34,-1-2 1,-2-1-1,0-1 1,-2-2-1,-56 28 1,79-45-10,4-2 15,1 0 0,0 0 0,0 0 0,0 0 0,0 1 0,1 0 0,-8 7 0,13-11-43,0 1 0,0-1 1,0 0-1,0 0 1,0 1-1,0-1 0,0 0 1,0 1-1,0-1 1,0 0-1,0 1 1,0-1-1,0 0 0,0 0 1,0 1-1,0-1 1,1 0-1,-1 0 0,0 1 1,0-1-1,0 0 1,0 0-1,1 1 1,-1-1-1,0 0 0,0 0 1,1 0-1,-1 0 1,0 1-1,0-1 1,1 0-1,-1 0 0,0 0 1,0 0-1,1 0 1,-1 0-1,0 0 0,1 0 1,-1 1-1,0-1 1,0 0-1,1 0 1,-1 0-1,1-1 0,19 5-32,-18-4 31,110 14 44,107 16 99,-161-20-126,98 32 1,-143-38-55,0 1 1,0 0 0,0 1 0,-1 0-1,0 0 1,0 2 0,-1-1 0,11 10-1,-16-4-1527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5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455 1 2337,'-1'0'6793,"-10"11"-6609,-18 23-48,-18 18 197,-75 68 0,108-107-190,-2-1 0,1 0 0,-2-2 0,0 1 0,0-2-1,0 0 1,-1-2 0,0 0 0,-1 0 0,-25 4 0,12-9 1546,38-2-1574,282-9 31,-266 9-188,145 5 69,-144-3-263,-1 2 0,0 0 1,0 1-1,-1 1 0,28 12 0,-10 5-2560,-25-7-2566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6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510 2 3762,'0'0'4202,"-9"-1"-3762,5 1-420,-1 0 1,0 0-1,1 0 1,-1 0-1,0 1 1,1 0-1,-1 0 1,0 0-1,1 0 1,-1 1-1,1 0 1,0 0-1,0 0 1,-1 0-1,1 1 1,1-1-1,-1 1 1,-4 4-1,-40 33 237,-1-3 0,-1-2 0,-2-2 0,-2-2 0,-78 32 0,107-52 143,25-11-391,0 0 0,0 0 1,0 0-1,-1 0 0,1 1 0,0-1 1,0 0-1,0 0 0,-1 0 0,1 0 1,0 0-1,0 0 0,0 1 0,0-1 1,-1 0-1,1 0 0,0 0 0,0 1 1,0-1-1,0 0 0,0 0 0,0 0 1,0 1-1,-1-1 0,1 0 0,0 0 1,0 0-1,0 1 0,0-1 1,0 0-1,0 0 0,0 1 0,0-1 1,0 0-1,0 0 0,0 1 0,0-1 1,1 0-1,-1 1 0,3 0 35,1 1-1,0-1 1,-1 1-1,1-1 1,0 0-1,0 0 1,5 0-1,9 3-109,61 13 52,0 4 1,-2 3 0,0 4-1,129 66 1,-170-77-1828,-15-14-2836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7.3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381 71 3298,'0'0'3372,"9"-11"-2137,29-37-523,-29 36-312,-11 13-173,-12 6-143,-1 1 0,2 0-1,-1 1 1,-13 13 0,-4 1-47,-16 10 56,-1-1 0,-2-3 0,-87 38-1,132-65-30,3-1-12,0 0 0,0 0 0,0-1 0,0 1 0,0 0-1,0-1 1,-1 1 0,1-1 0,0 0 0,0 0 0,-1 0 0,1 0 0,-3 0 0,5 3 352,0-3-399,0 0 0,0 1 0,0-1 0,0 0 0,0 1 0,0-1 0,0 1 0,0-1 0,0 0 0,0 1 0,0-1 0,0 0 0,0 1 0,1-1 0,-1 0 0,0 1 0,0-1 0,0 0 0,0 1 0,1-1 0,-1 0 0,0 1 0,0-1 0,1 0 0,-1 0 0,0 1 0,0-1 0,1 0 0,-1 0 0,0 0 0,1 1 0,0-1 0,40 19 114,1-1 0,0-2 0,73 16 0,-92-26-83,99 25-142,84 24 381,-74-10-4125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7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399 27 3906,'0'0'4002,"2"-7"-3207,2-6-664,-2 6-16,-4 10-46,-2 5-41,0 0 0,-1-1 0,0 1 1,-11 11-1,-5 1 178,-1-1 0,-1-1 1,-1-1-1,0-1 0,-1-1 0,-1-1 1,0-1-1,-1-2 0,-1 0 0,1-2 1,-1-1-1,-38 5 0,63-12 42,7-1-227,0 0 0,0 0 0,0 1 0,0 0 0,0 0 0,6 2 0,13 3-18,141 22-19,79 16 373,-186-31-1344,0 3 0,59 24 0,-64-18-4469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8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341 132 3522,'0'0'4057,"-4"-8"-3229,-15-26-460,18 34-366,1-1 1,0 1-1,0 0 0,0-1 1,0 1-1,0 0 1,0-1-1,0 1 1,-1 0-1,1-1 0,0 1 1,0 0-1,0 0 1,-1-1-1,1 1 1,0 0-1,0 0 0,-1 0 1,1-1-1,0 1 1,-1 0-1,1 0 1,0 0-1,0 0 1,-1 0-1,1-1 0,0 1 1,-1 0-1,1 0 1,0 0-1,-1 0 1,1 0-1,0 0 0,-1 0 1,1 0-1,0 0 1,-1 0-1,1 0 1,0 1-1,-1-1 0,1 0 1,0 0-1,-1 0 1,1 0-1,0 0 1,0 1-1,-1-1 0,1 0 1,0 0-1,0 0 1,-1 1-1,1-1 1,0 0-1,0 0 1,-1 1-1,1-1 0,-19 24 31,-23 36 0,1-2-16,-20 23 26,-77 79-1,138-160-36,0-1-1,0 1 1,0 0 0,0 0-1,0 0 1,0 0-1,0 0 1,0 0-1,0 0 1,-1 0-1,1 0 1,0 0-1,0 0 1,0 0-1,0 0 1,0 0-1,0 0 1,0 0-1,0 0 1,0 0-1,0 0 1,0 0-1,0 0 1,0 0-1,0 0 1,0 0-1,0 0 1,0 0-1,0 0 1,0 0-1,0 0 1,0 0-1,0 0 1,0 0-1,-1 0 1,1 0-1,0 0 1,0 0-1,0 0 1,0 0-1,5-10 92,9-15-14,32-39-10,57-85-41,-87 123 58,-2-2 1,0 1-1,17-56 1,-29 78-46,-1-1 1,1 1-1,0 0 0,0 1 1,0-1-1,1 0 0,4-6 1,-6 10-42,0 0 0,0 0 0,0 0 0,0 1 0,1-1 0,-1 0 0,0 0 0,0 1 0,1-1 0,-1 1 0,1-1 0,-1 1 0,0 0 0,1-1 0,-1 1 0,1 0 0,-1 0 0,0 0 0,1 0 1,-1 0-1,1 0 0,-1 0 0,1 1 0,-1-1 0,0 1 0,1-1 0,-1 1 0,0-1 0,1 1 0,-1-1 0,0 1 0,0 0 0,1 0 0,0 1 0,12 9 15,-1 0 0,0 2 0,-1-1 0,0 1 0,10 16 0,18 19 70,-3-8-4,48 39-1,-73-68-235,1-2-1,0 1 0,0-2 1,1 1-1,0-2 1,1 0-1,-1-1 0,23 7 1,-2-10-3328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3:59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 75 3522,'0'0'4724,"-6"-1"-4233,3 1-476,-1 0-1,0 1 0,0-1 1,0 1-1,1 0 1,-1 0-1,0 0 0,1 1 1,-1-1-1,1 1 1,-1 0-1,1 0 0,0 0 1,0 1-1,0-1 0,-5 6 1,-13 12-11,-21 26 0,25-27 7,-126 160 128,141-174-129,2-5-8,-1 1 0,1 0 0,-1 0 0,1 0 1,-1-1-1,1 1 0,-1 0 0,0-1 0,1 1 0,-1-1 0,0 1 0,0 0 1,1-1-1,-1 0 0,0 1 0,0-1 0,-1 1 0,1 0 25,38-40 141,-3 0 1,-1-2-1,-3-2 1,-1-1-1,-2-1 1,24-53-1,-51 97-167,1-2 92,1 0-1,-1-1 0,1 1 1,0 0-1,0 0 0,0 0 1,5-5-1,-6 8-85,0-1 0,0 1 1,-1-1-1,1 1 0,0 0 0,0-1 0,0 1 0,0 0 0,0 0 0,0-1 1,0 1-1,0 0 0,1 0 0,-1 0 0,0 0 0,0 1 0,0-1 1,0 0-1,0 0 0,0 1 0,0-1 0,0 0 0,-1 1 0,1-1 1,0 1-1,0-1 0,0 1 0,0-1 0,0 1 0,-1 0 0,1 0 0,0-1 1,0 1-1,0 1 0,64 63-48,54 47 167,-116-110-163,102 77 253,-91-70-765,0 0 0,0-1 1,1 0-1,0-2 0,29 10 1,-20-14-4286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0.1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36 2785,'0'0'4714,"-12"-6"-3633,-35-18-409,35 19 977,22 8-1505,100 64-53,17 11 34,30 1-66,-155-79-51,-1 1-1,0-1 1,0 1 0,1-1-1,-1 1 1,0-1 0,0 1-1,0-1 1,0 1 0,0 0-1,0 0 1,0-1 0,0 1 0,0 0-1,0 0 1,0 0 0,0 0-1,-1 0 1,1 0 0,0 0-1,-1 1 1,1-1 0,0 2-1,-2-2 9,0 1 0,0-1 0,0 1 0,0-1 0,-1 0-1,1 1 1,0-1 0,-1 0 0,1 0 0,0 0-1,-1 0 1,0 0 0,1 0 0,-1 0 0,1 0 0,-5 0-1,-251 125 4,244-120-171,1 1 0,-20 15 0,11-4-3570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0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130 114 1697,'0'0'4199,"-12"-12"-3129,1 0-770,-2-3 224,0 0 0,-1 2 1,0 0-1,-19-13 0,16 18 379,15 9-355,13 6-486,261 120 157,-251-119-213,-2-1 2,0 0-1,-1 1 0,1 1 1,-2 0-1,34 25 0,-50-33-6,0 0-1,0 0 0,0 0 0,0 0 0,0 0 1,0 0-1,-1 0 0,1 1 0,0-1 1,0 0-1,-1 1 0,1-1 0,-1 0 0,1 1 1,-1-1-1,0 1 0,0-1 0,1 0 0,-1 1 1,0-1-1,0 1 0,0-1 0,-1 1 1,1-1-1,0 1 0,0-1 0,-1 1 0,1-1 1,-1 0-1,1 1 0,-1-1 0,0 0 0,0 1 1,1-1-1,-1 0 0,-2 2 0,-14 8 8,-2-1 0,0 0 0,0-1 0,0-1 0,-35 9 0,25-8-26,-15 6-389,-63 13 0,43-22-4107,42-6-616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1.7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250 318 3201,'0'0'2212,"0"-15"-1902,2-29 244,-3 0 0,-12-87 0,-2 49 315,15 80-658,0 7-123,3 437-90,-3-440 58,0-14 192,0-374-91,0 381-156,0 4 0,1 0 0,-1-1 0,0 1 0,0-1 0,-1 1 0,1-1-1,0 1 1,0 0 0,-1-1 0,1 1 0,0 0 0,-1-1 0,-1-1-1,2 3-1,0 0 0,-1-1 0,1 1-1,-1 0 1,1 0 0,-1 0-1,1-1 1,-1 1 0,1 0 0,-1 0-1,1 0 1,-1 0 0,1 0-1,-1 0 1,1 0 0,-1 0 0,1 0-1,-1 0 1,1 0 0,-1 0-1,1 1 1,0-1 0,-1 0 0,1 0-1,-1 0 1,1 1 0,-1-1-1,1 0 1,-1 1 0,-15 10-30,-10 14-261,1 1 0,2 1 0,1 0 0,1 2 0,1 1 0,-25 50 0,35-52-3371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1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48 4882,'0'0'2129,"205"-27"-1937,-95 16-192,-3 5-16,-24 3-1072,-36 3-961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5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6578 4518 4690,'0'0'1283,"3"2"-581,-3-2-611,0 1-1,1-1 1,-1 0 0,0 0 0,0 0-1,1 1 1,-1-1 0,1 0-1,-1 0 1,0 0 0,1 0 0,-1 1-1,0-1 1,1 0 0,-1 0-1,1 0 1,-1 0 0,0 0 0,1 0-1,-1 0 1,1 0 0,-1 0-1,0 0 1,1-1 0,-1 1 0,0 0-1,1 0 1,-1 0 0,1 0-1,-1 0 1,0-1 0,1 1 0,-1 0-1,0 0 1,0-1 0,1 1-1,-1 0 1,1-1 0,-2-18 623,-18-32-833,-81-137 156,-8 4 1,-220-283-1,161 267 51,-353-330 0,131 193-16,-653-436 0,720 576-25,-517-234 1,-378-75 497,715 300-123,-230-89-81,476 193-1653,224 85-1695,12 1-2916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5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1023 1121,'0'0'6069,"-5"-5"-4914,-17-13-144,22 18-985,-1 0-1,1-1 0,0 1 0,-1 0 0,1 0 1,0-1-1,-1 1 0,1 0 0,0 0 0,0-1 1,-1 1-1,1 0 0,0-1 0,0 1 1,0 0-1,-1-1 0,1 1 0,0-1 0,0 1 1,0 0-1,0-1 0,0 1 0,0-1 1,0 1-1,0 0 0,0-1 0,0 1 0,0 0 1,0-1-1,0 1 0,0-1 0,0 1 0,0 0 1,1-1-1,-1 1 0,0 0 0,0-1 1,0 1-1,1 0 0,-1-1 0,0 1 0,0 0 1,1-1-1,-1 1 0,0 0 0,1 0 1,-1-1-1,0 1 0,1 0 0,17-7-46,-17 6 83,23-4-21,0 0 0,0 2-1,1 1 1,-1 1 0,1 1-1,0 1 1,-1 1 0,0 1-1,1 1 1,-1 1 0,35 13-1,67 37 45,143 85-1,-55-24-12,-206-112-55,15 5 94,-22-14 201,-5-73 629,-22-128 1,3 46-936,2-405-145,23 527-300,9-50 0,1-17-3640,-11 34-3148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6.7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65 351 1056,'0'0'4362,"-6"-31"-2737,-21-100-960,-4-58 2120,33 261-2108,55 256-803,-20-141 226,34 262-8,-15-93-139,-56-352-216,4 14 125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7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214 11 4498,'0'0'4141,"-25"-4"-3234,7 1-807,1 1 0,-1 0 0,-35 2 0,50 1-97,1-1 0,-1 1 0,1 0 0,-1 0 0,0 0 0,1 1-1,0-1 1,-1 0 0,1 1 0,0 0 0,0-1 0,0 1 0,0 0 0,0 0 0,0 0 0,0 0 0,1 1 0,-1-1 0,1 0 0,-3 5 0,0 3-5,1 0 0,0 0 0,-4 19 0,4-15 4,-3 17-8,2 0 0,0 1 1,3 0-1,0 0 0,2 0 1,5 31-1,-4-50 3,0-1 0,1 1 1,1-1-1,0 0 0,0 0 1,1 0-1,1-1 0,0 0 1,0 0-1,9 10 0,-10-14-4,1 0 0,0-1 0,1 0 0,-1 0 0,1-1 0,0 1 0,1-1 0,-1-1 0,1 0 0,0 0 0,0 0 0,0-1 0,0 0 0,1-1 0,14 3 0,-8-3-7,0 0-1,1-2 0,-1 1 1,0-2-1,0 0 0,1-1 0,-1 0 1,0-1-1,23-9 0,-30 9 6,0 0 0,-1-1-1,1 0 1,-1 0 0,0-1-1,0 0 1,-1-1 0,1 1-1,-1-1 1,0 0 0,-1 0-1,1-1 1,-1 0 0,-1 0 0,1 0-1,-1-1 1,0 1 0,-1-1-1,3-9 1,-2 3 13,0 1-1,-2-1 1,1 0 0,-2 0-1,0 0 1,0 0-1,-2 0 1,0 0 0,0 0-1,-1 0 1,-1 0 0,0 0-1,-1 1 1,0-1-1,-1 1 1,-1 0 0,0 1-1,-1-1 1,0 1 0,-1 1-1,0-1 1,-1 1-1,0 0 1,-21-18 0,17 18-6,0 1 0,0 0 1,-1 1-1,0 0 0,0 1 1,-1 1-1,-21-8 0,26 14-22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7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404 123 3906,'0'0'2854,"-2"-9"-1645,0 3-1142,0-1-1,0 1 1,-1 0 0,0 0-1,0 1 1,0-1 0,-1 1 0,0 0-1,0-1 1,0 2 0,-1-1-1,1 0 1,-1 1 0,0 0-1,-1 0 1,1 1 0,-1-1 0,1 1-1,-1 0 1,-10-3 0,0 2-16,1 2 1,-1-1 0,0 2 0,-30 1-1,29 0-56,11 0 4,0 0-1,-1 1 1,1-1 0,0 1 0,0 1-1,0-1 1,0 1 0,0 0-1,0 1 1,0-1 0,1 1 0,-1 0-1,1 0 1,0 1 0,-6 5-1,4-3-8,1 1-1,0 0 0,1 0 1,0 1-1,0 0 0,0-1 1,1 2-1,0-1 0,-4 14 0,1 2-17,1 1 0,2 1 0,0-1-1,2 1 1,0 0 0,4 38 0,-1-54 24,0 0 0,1 0 0,0 1-1,1-1 1,0 0 0,1-1 0,0 1 0,0 0 0,1-1 0,0 0 0,1 0 0,0-1 0,0 0 0,1 0 0,0 0 0,0-1 0,1 1 0,14 9 0,-10-9 5,-1-1-1,1-1 1,1 0 0,-1 0 0,1-1-1,0-1 1,0 0 0,0 0-1,1-2 1,-1 0 0,1 0-1,-1-1 1,27-2 0,-37 1 5,0-1 0,1 0 1,-1 0-1,-1 0 0,1 0 1,0 0-1,0 0 0,0-1 1,-1 0-1,1 1 0,-1-1 0,1 0 1,-1 0-1,0 0 0,1-1 1,-1 1-1,0-1 0,-1 1 0,1-1 1,0 1-1,-1-1 0,1 0 1,-1 0-1,0 0 0,0 0 1,1-4-1,2-10 42,-1 1 0,0-1 0,1-27 0,-4 40-42,4-253 161,-4 171-105,1 105-93,1-1-1,1 1 0,0 0 0,2-1 0,0 0 0,1 0 0,1 0 0,1-1 0,0 0 0,16 23 0,-18-28 34,2-1 1,0 0-1,0-1 1,1 0-1,0 0 1,1-1-1,0 0 1,0-1-1,1 0 1,0 0-1,1-1 0,-1-1 1,1 0-1,1 0 1,23 6-1,-19-9-292,0-1-1,21 0 0,32-2-3007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8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210 0 4450,'0'0'3564,"0"32"-3321,4 43 5,3 0 0,18 85 0,-2-60-46,154 731 202,-174-811-399,-2-13 10,1 0-1,-1 0 1,1 0 0,0 0 0,4 7-1,-4-50 872,-2-6-738,-1 0 1,-3 0-1,-9-44 0,10 73-156,0 0 1,0 1-1,-2-1 0,1 1 1,-2 0-1,1 0 0,-2 1 1,1 0-1,-2 0 0,1 0 0,-2 1 1,1 0-1,-1 1 0,-14-12 1,18 17-2,0 1-1,0 0 1,0 0 0,0 0 0,0 1 0,-1 0-1,1 0 1,-1 0 0,0 1 0,0 0 0,1 0 0,-1 0-1,0 1 1,0-1 0,0 2 0,0-1 0,0 1-1,1-1 1,-11 4 0,7-1-4,1 0 0,0 1 0,0 0-1,0 0 1,0 1 0,1 0 0,0 0 0,0 1 0,0 0-1,0 0 1,1 0 0,-6 9 0,-2 3 20,0 2-1,2-1 1,0 2 0,1-1 0,1 2-1,2-1 1,0 1 0,1 1 0,0-1-1,2 1 1,1 0 0,1 0 0,1 1-1,1-1 1,1 0 0,4 27 0,-3-43-6,0-1 1,0 0 0,1 1 0,0-1 0,0 0 0,1 0-1,0 0 1,0 0 0,0 0 0,1 0 0,0-1 0,0 0-1,0 0 1,0 0 0,1 0 0,0-1 0,0 0 0,0 0-1,1 0 1,0 0 0,11 5 0,1-3-1,0 0-1,1-1 1,-1-1 0,1-1 0,0 0-1,32-1 1,-22-1-227,0-2 0,0-1 0,0-1 0,0-1 1,0-2-1,-1-1 0,0-1 0,53-23 0,52-39-6801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8.3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158 209 5667,'0'0'3905,"-157"29"-1135,207-29-2770,51-26-224,48-10 224,26-8 0,3-1-32,-11 12-1201,-25 4-1232,-32 5-1473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8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155 199 7059,'0'0'1521,"-154"57"-897,228-72-592,39-21 48,33-8 32,14-1-64,-5 15-48,-22 1-928,-29 2-1937,-33-3-1073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9.1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211 100 7203,'0'0'3063,"-1"22"-3159,1 30 46,3 0 1,12 78-1,35 127 183,-16-89-93,9 127 27,-40-276 44,-2-26 241,-1-30-68,-8-32-334,-24-101 1,3 26-50,-1-104-531,-10-56 505,13 208 309,22 89-117,4 7-62,1-1 0,-1 1 0,1-1 0,-1 1 0,1-1 0,0 1 0,-1-1 0,1 1 0,0-1 0,-1 0-1,1 1 1,0-1 0,-1 1 0,1-1 0,0 0 0,0 1 0,0-1 0,0 0 0,0-1 0,-14 35-77,-33 105-553,7 3-1,-30 183 1,60-245-3254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09.2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0 309 7187,'0'0'4034,"282"-128"-4034,-109 66 0,-1 2-1969,-38 1-3665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4.2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945 407 3490,'0'0'699,"0"-5"74,1-12-685,-1 0 0,-1 0 0,0 1 0,-1-1-1,-1 1 1,-1-1 0,0 1 0,-1 0 0,-1 0-1,0 1 1,-15-26 0,12 28-87,0 0 1,0 1-1,-1 1 0,-1-1 0,0 2 1,0-1-1,-1 2 0,-1-1 1,1 2-1,-1-1 0,-23-9 0,14 9 0,0 1-1,0 2 1,-1 0-1,0 1 1,-1 1-1,-45-2 1,47 5-9,0 1 0,1 1 0,-36 6 0,47-5 3,0 1 0,0 0 0,-1 1 1,2 0-1,-1 1 0,1 0 0,-1 0 0,1 1 1,-12 10-1,-6 8-5,2 1 0,0 2 0,2 0 0,1 1 0,-25 43 0,24-31 3,1 1-1,2 1 0,-24 76 0,37-89 8,1 1-1,1 1 0,2-1 1,1 0-1,2 36 1,0-58 0,1-1 1,-1-1 0,1 1 0,-1-1 0,2 0 0,-1 1 0,1-1 0,0 0 1,0 0-1,1 0 0,0 0 0,0 0 0,0-1 0,0 1 0,1-1 0,0 0 0,0 0 0,1 0 0,-1-1 0,1 0 0,0 0 0,0 0 0,1 0 0,-1-1 0,1 1 0,0-2 0,0 1 0,0-1 0,0 1 0,0-1 0,0-1 0,0 0 0,1 0 0,9 1 0,2-1 8,1 0 0,-1-1 0,1-1 0,-1-1 0,1 0 0,-1-1 1,0-2-1,0 0 0,27-11 0,139-50 40,-154 58-54,1 1 0,-1 2 0,1 1 0,40 0 0,-66 4 2,0 0 0,1 1 1,-1 0-1,0 0 0,0 1 1,1-1-1,-1 1 0,0 0 1,-1 0-1,1 1 0,0 0 1,-1-1-1,1 2 0,-1-1 1,0 0-1,0 1 0,0 0 1,0 0-1,-1 0 0,6 8 1,2 7 2,0 0 0,-1 0 0,13 38 0,-11-22 4,-2 0 1,-1 1-1,-2 0 1,-1 0 0,-2 0-1,-1 45 1,-2-75-2,-1 0 1,0 0 0,0 0 0,-1 0-1,0 0 1,0 0 0,0 0-1,-1-1 1,1 1 0,-1 0-1,-1-1 1,1 1 0,-1-1-1,0 0 1,0 0 0,-1 0 0,1 0-1,-1 0 1,0-1 0,-1 0-1,1 0 1,-1 0 0,1 0-1,-1-1 1,-8 5 0,1-1 12,-1-1 1,0 0-1,0-1 1,-1 0-1,1-1 1,-1-1-1,-19 3 1,1-3 59,0-1 0,-39-4 0,63 1-44,0 0 1,0 0-1,0-1 0,0 0 1,0 0-1,1-1 0,-1 0 1,1-1-1,-1 1 0,1-1 1,-9-7-1,13 8-75,0 1 0,0-1 0,0 0 0,0 0 0,0 0 0,0 0 0,1 0 1,0-1-1,-1 1 0,1-1 0,1 1 0,-1-1 0,0 0 0,1 0 0,0 0 0,0 0 0,0 0 0,0 0 0,1 0 0,0 0 0,-1 0 0,1 0 0,1 0 0,-1-1 1,2-4-1,13-32-1974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4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264 78 2513,'0'0'1990,"-25"-16"-1403,3 1-389,-2 1-1,-36-15 1,58 28-187,0 0 0,0 1 1,-1-1-1,1 1 1,0 0-1,0-1 0,-1 1 1,1 0-1,0 0 1,-1 1-1,1-1 0,0 0 1,-1 1-1,1-1 1,0 1-1,0 0 0,-1 0 1,1 0-1,0 0 1,0 0-1,0 0 0,0 1 1,0-1-1,1 1 1,-3 1-1,-1 3-2,1 0-1,-1 0 1,1 0-1,0 0 1,-5 12-1,5-9-3,-3 4-2,1 1 1,1 0 0,0 1-1,1-1 1,1 1 0,-3 19 0,3 0 5,2 58 1,2-78-7,-1-1-1,2 1 1,0-1 0,1 0-1,0 1 1,1-1 0,0 0-1,1-1 1,0 1 0,1-1-1,1 0 1,0-1 0,0 1-1,1-2 1,1 1 0,0-1-1,0 0 1,1-1 0,12 10-1,-8-8 4,1-1-1,0-1 0,1 0 0,0-1 0,0-1 0,1-1 0,-1 0 1,33 6-1,-24-7 11,0-2 0,0-1 1,1-1-1,-1-2 0,39-4 1,-51 3-9,-1-1 1,0 0 0,-1 0 0,1-2 0,-1 1-1,1-1 1,-1-1 0,-1 0 0,1-1 0,-1 0 0,0 0-1,-1-1 1,0 0 0,0-1 0,0 0 0,-1 0-1,-1-1 1,12-18 0,-12 15 3,0 0-1,-1-1 1,0 1 0,-1-1 0,-1 0-1,0 0 1,-1-1 0,0 1-1,-1-1 1,-1 0 0,-1 1 0,0-1-1,0 0 1,-2 0 0,-3-20-1,1 23-4,0 0-1,-1 1 1,0 0 0,0 0-1,-1 0 1,-1 0-1,0 1 1,0 0-1,-1 1 1,0 0-1,0 0 1,-1 0-1,-1 1 1,1 1 0,-1-1-1,-1 2 1,1-1-1,-22-8 1,7 4-11,-1 1-1,0 1 1,0 2 0,-1 0 0,0 2 0,0 1-1,-36-1 1,51 5-76,0-1 1,0 2-1,0 0 1,0 0-1,0 1 0,0 1 1,1 0-1,-1 0 0,1 1 1,0 1-1,0 0 1,-16 9-1,-36 30-3207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5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484 124 3105,'0'0'713,"-33"-1"-692,-8-1-5,-61 5 0,92-1 8,1 0-1,0 1 1,0-1-1,0 2 0,1-1 1,-1 1-1,1 1 1,0-1-1,0 1 1,0 1-1,0-1 1,1 1-1,0 1 1,1-1-1,-1 1 1,-6 11-1,4-8 21,-8 10 20,1 1 0,1 1 1,1 0-1,1 1 0,2 1 0,0 0 1,1 0-1,1 1 0,-10 51 0,11-30-15,2 1 0,2-1-1,2 1 1,7 84 0,-3-114-43,1 0 0,1 0 1,1 0-1,0-1 0,1 1 1,1-1-1,0-1 0,1 1 0,1-1 1,0-1-1,1 0 0,18 20 1,-17-22 3,0-1 0,1 0 0,0-1 0,0 0 0,2-1 1,-1 0-1,1-1 0,0-1 0,0 0 0,1-1 0,0 0 1,0-1-1,28 5 0,-29-8 42,0 0 0,0-1 0,-1 0 0,1-1 0,0-1 0,0 0 1,-1-1-1,1 0 0,0-1 0,-1 0 0,0-2 0,0 1 0,0-2 0,18-9 1,-12 2 52,0-1 0,-1 0 0,-1-1 0,0-1 1,-1-1-1,-1-1 0,0 0 0,-1 0 1,-1-2-1,10-20 0,-10 14 9,-1-1 0,-1 0-1,-1-1 1,-2 0 0,-1-1 0,-1 0-1,4-44 1,-5-6 86,-7-112 0,-1 157-168,-1 0 1,-2 0-1,-1 1 1,-1 0-1,-24-57 1,31 87-33,-7-16 12,-1 1-1,-15-24 1,21 38-42,1 0 1,-1 1 0,0-1 0,-1 0 0,1 1 0,0 0-1,-1 0 1,0 0 0,0 0 0,0 0 0,0 1 0,0 0-1,0 0 1,-1 0 0,-8-2 0,11 3-119,0 1 0,-1 0 0,1 0 0,-1 0 0,1 0 0,0 0 0,-1 0 0,1 1 0,0-1 0,-1 1 0,1 0 0,0 0 0,-1 0 0,1 0 0,0 0 0,0 0-1,0 0 1,0 1 0,0-1 0,0 1 0,1-1 0,-1 1 0,0 0 0,1 0 0,-1-1 0,1 1 0,0 0 0,-2 3 0,-26 49-3147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5.6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0 176,'0'0'4946,"223"190"-4513,-140-142-273,12 5-16,-8 1-128,-13-4 32,-15-8-48,-5-18-753,-16-24-2928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6.5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63 289 1825,'0'0'1270,"-6"6"-1158,-29 28-16,34-33-57,1-1 1,0 0-1,0 0 0,0 1 1,-1-1-1,1 0 0,0 0 1,0 0-1,-1 1 0,1-1 1,0 0-1,-1 0 1,1 0-1,0 0 0,-1 0 1,1 1-1,0-1 0,-1 0 1,1 0-1,0 0 0,-1 0 1,1 0-1,0 0 0,0 0 1,-1 0-1,1 0 1,0-1-1,-1 1 0,1 0 1,0 0-1,-1 0 0,1 0 1,0 0-1,-1 0 0,1-1 1,0 1-1,0 0 0,-1 0 1,1 0-1,0-1 1,0 1-1,-1 0 0,1 0 1,0-1-1,0 1 0,0 0 1,0-1-1,-1 1 0,1 0 1,0 0-1,0-1 1,0 1-1,0 0 0,0-1 1,0 1-1,0-1 0,-4-20 479,2 3-493,1 0 1,0 0-1,1 0 0,2 0 1,-1 0-1,8-28 0,-6 37-27,0 1 0,0 0 0,1 0 0,0 0 0,0 0 0,1 0 0,0 1 0,0 0 0,1 0 0,0 1-1,0 0 1,1 0 0,-1 0 0,1 0 0,12-6 0,-10 7-4,-1 1-1,1 0 1,-1 1-1,1 0 1,0 0 0,1 1-1,9-1 1,-16 2 1,1 0 1,-1 1 0,1-1-1,-1 1 1,0 0-1,1 1 1,-1-1 0,1 0-1,-1 1 1,1 0 0,-1 0-1,0 0 1,1 0-1,-1 0 1,0 1 0,0-1-1,0 1 1,0 0 0,0 0-1,-1 0 1,1 0-1,3 4 1,-1 2-2,-1 0 0,1 0 0,-2 1-1,1-1 1,-1 1 0,-1-1 0,1 1 0,-1 0-1,0 12 1,1 14 2,-1 36 0,-2-58 5,0-5 0,0 0-1,-1 0 1,0-1 0,0 1 0,-1 0 0,0-1-1,-4 11 1,4-14 6,0 0 0,0 0 0,0 0 0,-1-1 0,1 1 0,-1-1 0,0 1 1,0-1-1,0 0 0,-1-1 0,1 1 0,-1 0 0,1-1 0,-7 3 0,10-5 71,-2 1-175,2-6 1135,4-1-1024,0 0 0,0 0-1,0 0 1,0 0 0,1 1 0,0 0 0,0 0-1,1 0 1,0 1 0,-1-1 0,1 2 0,0-1 0,13-5-1,-4 2-29,0 0-1,1 2 0,0 0 1,0 0-1,19-2 0,-27 6-4,2-1 0,-1 2 1,0-1-1,0 1 0,0 1 0,0-1 0,17 5 0,-22-4 13,0 1 1,-1 0-1,1 0 0,0 0 1,-1 0-1,0 0 0,1 1 1,-1-1-1,0 1 1,-1 0-1,1 0 0,0 0 1,-1 0-1,1 0 0,-1 1 1,0-1-1,0 1 0,-1-1 1,3 6-1,2 10-1,-1 0 1,-1 1-1,-1 0 0,0-1 1,-1 1-1,-1 0 0,-3 25 1,2-23 10,-1-1 1,-2 1-1,0-1 0,-1 1 1,-1-1-1,-1 0 1,-1-1-1,-1 1 0,-1-1 1,0-1-1,-2 0 0,0 0 1,-1-1-1,-1 0 1,0-1-1,-2-1 0,0 0 1,-31 25-1,33-32 10,0 0 0,-1 0 0,0-2-1,0 1 1,-1-2 0,0 0 0,0-1 0,-1 0-1,1-2 1,-1 1 0,0-2 0,0 0 0,-21-1 0,30-1 6,0 0 1,0 0-1,0-1 1,0 0-1,-12-3 1,16 3-10,1 0 1,-1 0-1,1-1 0,-1 1 1,1-1-1,0 1 1,0-1-1,-1 0 0,1 0 1,0 0-1,1 0 0,-1 0 1,0-1-1,1 1 1,-1 0-1,1-1 0,-2-3 1,-1-3-7,1 0 1,1 0-1,-1 0 0,1 0 1,1-1-1,0 1 1,0 0-1,1-1 1,0 1-1,0-1 0,1 1 1,1-1-1,-1 1 1,2 0-1,-1 0 1,1 0-1,1 0 0,-1 0 1,1 1-1,1-1 1,0 1-1,0 0 1,1 1-1,-1-1 0,2 1 1,-1 0-1,12-9 1,-7 8-18,0 2 1,0-1 0,1 2-1,0-1 1,0 2 0,0 0-1,0 0 1,1 1 0,-1 0-1,1 1 1,0 1 0,0 0-1,16 1 1,-26 0 7,0 0 1,1 0-1,-1 1 1,0-1-1,0 1 1,1-1-1,-1 1 1,0 0-1,0 0 1,0 1-1,0-1 1,0 1-1,0-1 1,-1 1-1,1 0 1,-1 0-1,1 0 1,-1 0-1,1 1 1,-1-1-1,0 1 1,3 4-1,-2 0-4,1 1 0,-2-1 0,1 1 0,-1 0-1,0 0 1,-1 0 0,2 15 0,-3-15-74,0-8 30,-1 1 0,1 0 0,0-1 1,0 1-1,0 0 0,0 0 1,0-1-1,0 1 0,0 0 1,0-1-1,0 1 0,1 0 1,-1 0-1,0-1 0,0 1 1,1 0-1,-1-1 0,0 1 1,1-1-1,-1 1 0,0 0 1,1-1-1,-1 1 0,1-1 1,-1 1-1,1-1 0,0 1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6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312 149 3265,'0'0'3482,"-24"-14"-3314,11 5-163,5 4-4,1 0 0,-1 0-1,0 0 1,0 1-1,-1 1 1,-11-5-1,18 8-2,-1-1-1,0 1 1,1-1-1,-1 1 1,0 0 0,1 0-1,-1 0 1,1 1-1,-1-1 1,0 1-1,1-1 1,-1 1-1,1 0 1,-1 0 0,1 0-1,-1 0 1,1 0-1,0 1 1,0-1-1,-1 1 1,1-1-1,0 1 1,0 0 0,1 0-1,-1 0 1,0 0-1,1 0 1,-1 0-1,1 0 1,-2 4-1,-17 31-2,1 1 0,3 0 0,1 2 0,2-1-1,-14 69 1,16-41 4,3 0 0,1 119 0,7-171 1,1 1 0,1 0 1,0-1-1,1 0 0,0 1 0,1-1 1,8 17-1,-7-22 0,0 0 1,1 0-1,0 0 1,0-1 0,1 0-1,0-1 1,1 1-1,0-1 1,0-1-1,17 12 1,-15-12 4,1-1 0,0 0 0,0-1 0,1 0 0,0-1 0,-1 0 0,1-1 0,19 3 0,-3-2 18,-1-2-1,49-3 0,-65 0-15,-1 0 1,1-1-1,-1 0 1,1 0-1,-1-1 0,0-1 1,0 0-1,0 0 1,-1-1-1,1 0 1,-1-1-1,0 1 0,-1-2 1,12-10-1,-8 4 8,0 0-1,0-1 0,-1-1 1,-1 0-1,-1 0 1,0-1-1,12-31 1,-10 18 23,-2-1 1,-1-1 0,-1 0 0,-2 0 0,2-46 0,-9-159 819,-1 198-823,-1 0 1,-2 1-1,-1 0 1,-2 0-1,-2 1 0,-15-36 1,23 65-31,0 0 0,-1 0-1,1 0 1,-2 1 0,-8-13 0,11 18-83,1 0 1,0-1 0,-1 1-1,1 0 1,0 0-1,-1 0 1,1 0-1,-1 0 1,0 0-1,1 0 1,-1 1 0,0-1-1,0 0 1,1 1-1,-1 0 1,0-1-1,0 1 1,0 0-1,0 0 1,1 0 0,-1 0-1,0 0 1,0 0-1,0 1 1,1-1-1,-1 1 1,0-1-1,0 1 1,-2 1 0,-31 25-3392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0 576,'0'0'3954,"169"152"-3170,-92-90-447,-5 9-241,-4 4-64,-9 11 0,-5-18-32,-13-11-433,-11-28-3264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7.4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1 342 1473,'0'0'3014,"0"-9"-2259,0 0-618,0-8-20,0-1 0,1 1-1,1-1 1,7-31 0,-3 34-105,0 0 1,1 0-1,0 1 1,1 0 0,1 0-1,0 1 1,1 0-1,13-14 1,-17 21-16,0 0 0,1 0 0,0 1 0,0 0 0,0 0 1,1 0-1,0 1 0,-1 0 0,1 1 0,1-1 0,-1 2 0,1-1 0,-1 1 0,1 0 1,-1 1-1,13 0 0,-17 1-1,1 0 1,-1 1 0,1-1-1,-1 1 1,1 0-1,-1 1 1,0-1 0,0 1-1,0 0 1,1 0 0,-2 0-1,1 0 1,0 1-1,0-1 1,-1 1 0,0 0-1,1 0 1,-1 1-1,0-1 1,0 1 0,-1-1-1,1 1 1,-1 0-1,0 0 1,0 0 0,0 0-1,-1 0 1,2 6 0,3 11-14,-1 0 1,-1 0 0,-1 0 0,1 38 0,-2-36 18,-2-1-1,-1 1 1,-1 0 0,0-1-1,-2 1 1,-1-1-1,0 0 1,-2 0 0,0 0-1,-2-1 1,0 0 0,-1-1-1,-2 0 1,0-1-1,0 0 1,-2-1 0,-21 23-1,-48 41 17,73-73 152,0-1 0,-1-1 0,0 1 1,0-2-1,-1 0 0,-21 9 0,30-14 286,13-3-178,60-11-199,100-36 1,34-7-39,-93 34-79,-110 22-13,-1 0-1,0-1 0,1 1 0,-1 0 0,0 0 1,1-1-1,-1 1 0,0 0 0,0 0 1,1-1-1,-1 1 0,0 0 0,0 0 0,0-1 1,1 1-1,-1 0 0,0-1 0,0 1 0,0 0 1,0-1-1,0 1 0,0-1 0,0 1 1,0 0-1,0-1 0,0 1 0,0 0 0,0-1 1,0 1-1,0 0 0,0-1 0,0 1 1,0 0-1,0-1 0,0 1 0,0 0 0,0-1 1,-1 1-1,1-1 0,-8-16-1550,-12-16-2371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7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420 37 576,'0'0'3794,"-34"-9"-3453,-6-1-170,-64-7 0,97 16-159,1 2 0,0-1 0,0 0-1,0 1 1,0 0 0,0 1 0,1-1 0,-1 1 0,0 0-1,1 0 1,-1 1 0,1 0 0,0 0 0,-1 0 0,2 1 0,-1-1-1,0 1 1,1 0 0,-1 1 0,1-1 0,1 1 0,-1 0-1,-3 5 1,-1-1 5,-4 8 4,1-1 0,0 2-1,1-1 1,1 2-1,0-1 1,2 1-1,0 0 1,1 0-1,1 1 1,-4 32-1,2 16 85,5 124-1,2-146-69,1-16-22,2 0 0,0 1 0,2-1 0,11 39 0,-11-54-8,0 0 0,1 0 0,0-1 1,1 0-1,1 0 0,0 0 1,1-1-1,0 0 0,1-1 0,13 12 1,-17-19-1,0 1 1,0-2 0,1 1 0,0-1-1,0 0 1,0 0 0,1-1 0,-1 0 0,1 0-1,0-1 1,0 0 0,-1 0 0,1-1-1,1 0 1,-1-1 0,0 1 0,0-1-1,0-1 1,0 0 0,0 0 0,10-3-1,-5 0 25,0 0 1,0-1-1,0 0 0,-1-1 0,0-1 0,0 0 0,-1-1 0,0 0 1,0 0-1,-1-1 0,16-17 0,-8 4 102,0 0-1,-2-1 1,0-1 0,-2 0 0,-1-1-1,-1 0 1,0-1 0,-2-1 0,-2 1-1,0-2 1,-2 1 0,5-40 0,-8 26 57,-1-1 0,-2 0 0,-10-71 1,8 97-196,-1-1 1,-1 1-1,-1 0 1,0 0-1,-1 1 1,-1-1-1,0 1 1,-1 1-1,-1-1 1,0 1-1,-22-24 1,28 34-167,-1 1 1,0 0-1,0-1 1,-1 1-1,1 0 1,0 1 0,-1-1-1,0 1 1,1 0-1,-1 0 1,0 1-1,0-1 1,0 1-1,-1 0 1,1 0 0,0 1-1,0 0 1,-9 0-1,-47 0-4224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8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3041,'0'0'657,"220"140"-65,-149-84-32,-6 16 16,-8-1-431,-4 0-113,-14-8 0,-9-22-32,-7-20-257,-2-21-1343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8.4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1 306 3298,'0'0'2489,"2"-17"-1998,1-7-420,1 0 1,13-43-1,-13 56-67,0 0-1,1 1 1,0-1 0,0 1-1,1 0 1,1 0 0,-1 1-1,2 0 1,15-16-1,-14 18-7,0 0 0,0 1 1,0 0-1,1 0 0,0 1 0,14-6 0,-18 9-5,0 0 0,0 1-1,0-1 1,1 1 0,-1 0 0,0 1 0,1 0-1,-1 0 1,0 0 0,0 1 0,1-1 0,11 4 0,-15-2 3,0-1 0,0 1 0,0 0 0,0 0 0,0 0 0,0 0 0,-1 0 0,1 1 0,-1-1 1,0 1-1,0-1 0,1 1 0,-2 0 0,1 0 0,0 0 0,-1 0 0,1 0 0,-1 1 0,0-1 1,0 0-1,1 4 0,1 10-6,0 0 0,2 33 0,-5-47 10,2 43-8,-4 49 0,1-77 11,-2-1 0,0 1 0,-1 0 0,0-1 0,-13 30 0,5-21 114,-1-1-1,-1 0 1,-1-1-1,-1-1 0,-1-1 1,-1 0-1,-1-1 1,-1-1-1,-34 27 1,51-45 125,10-2-109,13-2-109,-1 0 1,0-2 0,1 0 0,-1-1 0,30-13 0,17-4-3,171-27-698,-240 48 533,0 0-1,1 0 0,-1 0 1,1-1-1,-1 1 0,1-1 1,0 1-1,0-1 0,-3-2 1,-17-28-1976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8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530 63 4274,'0'0'1961,"-27"-10"-1734,9 2-185,4 2-6,0 0 0,0 1 0,-28-6 0,35 10-15,0 0 0,0 1 0,0-1 0,0 1 0,0 1 0,0-1 0,0 1 0,0 1 0,0-1 0,0 1 0,0 0 0,1 1 0,-12 6 0,-4 4-12,1 2 0,0 0-1,1 2 1,1 0 0,1 1 0,0 1 0,2 0 0,0 1-1,1 1 1,1 1 0,1 0 0,1 1 0,1 0 0,0 1 0,2 0-1,1 0 1,2 1 0,-6 32 0,7-20 3,2 0 1,1 0 0,2 0-1,7 55 1,-4-71-6,1 0-1,1-1 1,1 0 0,0 0 0,2 0-1,0-1 1,2 0 0,0 0 0,16 22 0,-13-24 0,1 0 1,0-1 0,1 0-1,1-1 1,1-1-1,0 0 1,0-1 0,1-1-1,1-1 1,0-1 0,1 0-1,0-2 1,0 0 0,1-1-1,0-1 1,0-1 0,0-1-1,1-1 1,-1-1-1,1 0 1,28-3 0,-35-1-1,-1 0 1,0-1 0,0-1-1,-1 0 1,1-1 0,-1-1-1,0 0 1,0 0 0,0-1 0,-1-1-1,0 0 1,-1-1 0,0 0-1,0-1 1,13-15 0,-4 1 146,0-1 1,-1 0 0,-2-1-1,0-1 1,24-58 0,-29 55-57,-2 0 1,-1 0-1,-2-1 1,-1-1-1,-1 1 1,-2-1-1,-1 1 1,-1-1-1,-2 0 0,-1 0 1,-2 1-1,-1-1 1,-1 1-1,-2 0 1,-1 1-1,-1 0 1,-2 0-1,-1 1 1,-1 0-1,-24-35 0,29 51-134,1 1 0,-2 1 0,1-1 0,-1 2 0,-15-13 0,20 19-207,-1 0 0,0 0 1,0 1-1,0 0 0,0 0 0,-1 0 1,1 1-1,-1 0 0,0 0 0,1 1 1,-1 0-1,-14-1 0,-32 2-2910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9.0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1056,'0'0'3170,"178"161"-2450,-101-129-63,3 13-145,-5 8-80,-10 7-288,-12-4-80,-11-2 0,-6-4-64,-10 1-32,-8-25-2225,3-23-2273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9.1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 4274,'0'0'4594,"39"-33"-4594,-27 120 0,6 16 48,-4 13-32,7-3 0,3-6-16,3-30-1200,-18-38-4851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9.7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200 84 4050,'0'0'1569,"-164"26"-1057,135-23 848,23-3 1186,83 0-2322,57-18-176,47-20-32,27 8-16,-9 12-368,-27 9-3106,-53 9-1008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39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1 191 4178,'0'0'2113,"306"-110"-1985,-128 80-128,-15 4-544,-26 2-3538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0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643 125 3938,'0'0'533,"-28"-16"428,11 5-796,4 2-69,-1 1 0,1 1 0,-1-1 0,-1 2 0,1 0 0,-1 1 0,0 0 0,0 2 0,-1-1 1,1 2-1,-1 0 0,-21 0 0,21 4 24,0 0 1,0 1-1,1 0 0,-1 1 1,1 1-1,0 1 0,0 0 1,1 0-1,-1 2 0,1 0 1,1 1-1,0 0 0,0 0 1,1 2-1,-20 20 0,18-15-84,0 1 1,1 0-1,1 1 0,1 1 0,0 0 0,1 0 0,1 1 0,1 0 0,1 1 0,1 0 0,-5 28 0,7-22-19,1 0-1,1 0 0,2 0 0,0 0 1,6 35-1,-3-44-7,1 0-1,0-1 1,1 1 0,2-1 0,-1 0-1,2-1 1,0 1 0,18 25-1,-11-22 5,1-2 0,0 0 1,2-1-1,0 0 0,1-2 0,0 0 0,1-1 0,1-1 0,0-1 0,1-1 0,0-1 0,40 13 0,-28-14 9,0 0-1,0-3 0,1-1 0,-1-1 0,1-2 0,0-1 0,0-2 0,44-7 0,-63 5-12,0 0 0,-1-1 0,1-1 0,-1 0-1,-1-2 1,1 1 0,-1-2 0,0 0-1,0 0 1,-1-1 0,0-1 0,-1 0-1,0-1 1,-1 0 0,17-22 0,-15 16 4,-1-1 0,-1-1 0,-1 0 1,0 0-1,-1-1 0,-2 0 0,0 0 0,-1-1 1,0 0-1,-2 0 0,2-26 0,-4 18 8,-1 0 0,-1 0 0,-2 0 0,-10-55 0,7 64-11,0 0 0,-2 1 0,0 0 0,-1 0 0,-1 0-1,-1 1 1,-21-29 0,15 26-7,0 1 0,-2 0 0,0 2 0,-2 0 0,0 1 0,0 1 0,-36-21 0,38 27-5,-2 1 0,1 0 0,-1 1 0,0 2-1,-1 0 1,0 1 0,0 1 0,0 0 0,-35 1 0,49 2-8,0 1 1,0 0-1,-1 1 1,1 0-1,0 0 1,0 0-1,-1 1 0,1 0 1,1 0-1,-1 1 1,0 0-1,0 0 0,-6 5 1,9-4-100,0 0 1,0 0 0,0 0-1,1 0 1,-1 1-1,1-1 1,0 1-1,0 0 1,1 0-1,0 0 1,0 0-1,0 1 1,0-1 0,1 0-1,0 1 1,0 0-1,-1 5 1,0 44-3470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0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573 83 4882,'0'0'1014,"-28"-12"371,4 2-1083,11 3-186,-1 0 0,-1 1 1,1 1-1,-1 0 0,0 1 0,0 1 0,0 0 1,-1 1-1,1 1 0,-1 0 0,-22 3 0,26-1-52,-1 2 0,1 0-1,0 1 1,0 0-1,1 0 1,-1 1 0,1 1-1,0 0 1,0 0-1,1 1 1,-11 9 0,8-4-26,1 0 1,0 1 0,1 0-1,1 1 1,0 0 0,0 1-1,-9 20 1,5-3-25,2 1 0,0 0 0,3 0 0,1 1 0,1 1 0,2-1 0,-2 50 0,6-67-8,1 0 1,1 0-1,0 0 1,1 0-1,1 0 0,0-1 1,1 1-1,1-1 1,1 0-1,0-1 0,1 1 1,1-1-1,0 0 1,1-1-1,0 0 0,1 0 1,1-1-1,0-1 1,26 23-1,-21-23-3,0 1 1,1-2-1,1-1 1,0 0-1,0-1 0,1 0 1,24 6-1,-14-7 9,2-1 1,-1-2-1,1 0 0,34-1 0,-45-3 3,-1-1 0,1-1 1,-1-1-1,0-1 0,0-1 0,0 0 0,0-1 0,-1-1 0,20-10 0,-25 10-4,-1-1 0,0-1-1,0 0 1,0 0-1,-2-1 1,1-1-1,-1 1 1,0-2-1,-1 0 1,0 0-1,-1 0 1,0-1-1,9-19 1,-8 11 4,-1 0-1,-1-1 1,-1-1 0,0 1 0,-2-1 0,0 0-1,-2 0 1,0 0 0,-1 0 0,-2 0 0,-5-38-1,3 37-7,-2-1 0,-1 1 0,-1 0 0,-1 1 0,-1-1 0,-1 2 0,0-1 0,-2 1 0,-1 1-1,-24-31 1,16 27-4,-1 2 0,0 0-1,-2 2 1,0 0-1,-38-22 1,46 32-13,0 1 1,-1 1 0,0 1-1,0 0 1,0 1-1,-1 1 1,0 1 0,0 0-1,-1 1 1,-23 0-1,38 2-35,-1 1 0,0 1 0,1-1 0,-1 1 1,0-1-1,1 1 0,-1 1 0,1-1 0,-1 1 0,-4 2 0,6-3-85,1 1 1,0 0-1,0 0 1,0 0-1,0 0 0,0 0 1,1 0-1,-1 0 1,0 1-1,1-1 1,0 0-1,0 1 0,-1-1 1,2 1-1,-1 0 1,-1 3-1,1 1-679,-1 1-1,1 0 1,1-1-1,0 11 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0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410 94 5859,'0'0'1037,"-33"-2"-137,11 0-782,5 1-62,-1 0 0,1 0 0,-33 5 0,42-3-31,0 1-1,0 0 1,0 0-1,0 1 1,0 0-1,1 0 1,-1 1-1,1 0 1,0 1-1,0-1 1,0 1-1,1 1 1,-9 8-1,1 2 54,1 0 0,0 2 0,1-1 0,1 2 0,1-1 0,1 2 0,0-1 0,1 1 0,-8 35 0,7-13-10,2 0 1,2 0-1,1 81 1,4-101-56,1 1 1,1 0-1,11 43 1,-10-53-9,2 0 1,0 0 0,1 0-1,0-1 1,1 0 0,0 0-1,15 18 1,-9-14 1,1-2 1,1 1 0,0-2-1,1 0 1,1-1 0,0 0-1,1-1 1,0-1-1,0-1 1,1-1 0,27 9-1,-19-10 5,0 0-1,1-2 0,0 0 0,0-2 0,0-2 1,0 0-1,52-6 0,-63 2-5,1 0 0,0-1-1,-1-1 1,0 0 0,0-1 0,-1-1-1,0-1 1,0 0 0,0-1 0,-1-1-1,-1 0 1,1-1 0,-2-1 0,0 0-1,0-1 1,-1 0 0,-1-1 0,0 0-1,-1-1 1,0 0 0,-1-1 0,-1 0-1,-1 0 1,0-1 0,6-23 0,-8 21 4,-1 0 0,-1 0 0,-1 0 0,-1-1 1,0 1-1,-2-1 0,0 1 0,-1 0 1,-1-1-1,-1 1 0,0 0 0,-2 1 1,0-1-1,-1 1 0,-1 0 0,0 1 0,-21-32 1,0 8 24,-3 1 0,0 1 1,-53-47-1,63 65-24,-2 2 1,0 0-1,-1 2 1,-1 1-1,0 1 1,-54-23-1,20 22-11,58 15-3,0 1 0,-1-1 0,1 1 0,-1-1 0,1 1 0,-1 0 0,1 0 0,-1 0 0,1 0 1,-1 1-1,1-1 0,0 1 0,-1-1 0,1 1 0,0 0 0,-1 0 0,1 0 0,0 0 0,-4 3 0,4 0-47,0-1 0,0 1 0,1 0 0,0 0 0,-1 0 0,1 0 0,1 0 0,-1 0 0,1 0 0,-1 0 0,1 8 0,0-5-210,1 0-1,-1 0 0,1 0 0,0-1 0,1 1 0,0 0 1,2 7-1,2-5-378,0 1 1,1-2-1,0 1 1,0-1-1,12 12 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1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348 1 5010,'0'0'4392,"-39"5"-4099,15-3-242,-1 2-1,1 1 1,0 1 0,-44 17 0,61-19-30,0 0 0,0 1 1,0 0-1,1 1 0,0 0 1,0 0-1,0 0 0,1 0 1,0 1-1,0 0 0,1 0 1,-1 0-1,2 1 0,-1-1 1,-3 12-1,-5 14 6,2 0 1,1 1-1,2 0 1,1 0-1,2 1 1,-1 51-1,5-65-20,0 0 0,2 0 0,0 0 0,1 0 0,1 0 0,1-1 0,1 0 1,10 23-1,-8-27-4,0 0 1,1-1 0,1 0 0,0 0 0,1-1 0,1-1 0,0 0 0,1 0 0,1-1 0,15 10 0,-9-8 7,1-1 0,0-1 0,0-1-1,2-1 1,-1-1 0,1-1 0,28 6 0,-18-7 4,1-1 0,-1-2 0,1-2 0,52-2 1,-68-1-11,0-1 0,0 0 0,-1-1 0,1-1 0,-1-1 0,0-1 0,0 0 0,28-15 0,-33 14 1,-1 0 0,-1-1 0,1-1-1,-1 0 1,0 0 0,-1 0-1,0-2 1,-1 1 0,0-1 0,0 0-1,-1 0 1,6-16 0,-4 5 9,-2 0 0,0-1-1,-2 0 1,0 0 0,-2 0 0,0-1 0,-2 1 0,-1-1 0,-3-30 0,2 35 39,-1 0 0,-1 0 0,0 0 1,-2 0-1,0 1 0,-2-1 0,1 1 0,-2 1 0,-1-1 0,0 1 0,-1 1 0,-1 0 1,0 0-1,-1 1 0,-1 0 0,0 1 0,-1 1 0,0 0 0,-1 1 0,-31-19 1,28 21-61,0 1 1,0 1-1,0 0 1,-1 1-1,0 1 1,-1 1-1,1 1 1,-1 1-1,0 0 1,0 1-1,0 2 1,0 0-1,0 1 1,0 1 0,0 0-1,1 2 1,-1 0-1,1 2 1,-23 8-1,7 2-954,-56 36-1,-25 17-5052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6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93 444 2817,'0'0'5798,"0"-12"-5457,-3-49-285,-2-1 0,-4 1 0,-2 1 0,-32-103 0,34 139-56,9 24-2,0 0 1,0 0-1,0 1 0,0-1 1,0 0-1,0 0 0,0 0 0,0 0 1,0 0-1,0 1 0,0-1 0,0 0 1,-1 0-1,1 0 0,0 0 0,0 0 1,0 0-1,0 0 0,0 1 0,0-1 1,-1 0-1,1 0 0,0 0 0,0 0 1,0 0-1,0 0 0,-1 0 1,1 0-1,0 0 0,0 0 0,0 0 1,0 0-1,-1 0 0,1 0 0,0 0 1,0 0-1,0 0 0,0 0 0,0 0 1,-1 0-1,1 0 0,0 0 0,0 0 1,0-1-1,0 1 0,0 0 0,-1 0 1,1 0-1,0 0 0,0 0 0,0 0 1,0 0-1,0-1 0,-2 21-77,-3 185 0,35 326 0,-13-387 102,11 80 21,-26-221-839,0-11 333,0-22-674,-2-41-2033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6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155 146 2721,'0'0'2289,"-154"-6"-1504,154 3-1,44-8-656,51 2-112,48-9 16,32 0-32,9 0-32,-12 3-768,-26 0-289,-36 1 145,-33-4-1601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7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0 143 3586,'0'0'3329,"72"9"-3281,79-45-48,13 0-528,-16-2-1553,-23-4-1729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7.5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1116 3298,'0'0'648,"9"29"-160,4 8-261,24 52 0,-33-83-209,1 1 1,-1 0 0,1-1 0,1 0 0,-1 0 0,1 0 0,0-1-1,0 0 1,1 0 0,-1-1 0,1 1 0,0-2 0,0 1 0,1-1-1,-1 0 1,1 0 0,12 2 0,-15-3-14,11 3 13,1-1 1,1-1-1,-1 0 1,0-1-1,1-1 1,21-2-1,-30 1-8,0-1-1,0 0 1,0-1-1,-1 1 0,1-2 1,-1 1-1,1-2 1,-1 1-1,0-1 1,0 0-1,-1 0 0,1-1 1,11-10-1,-8 4 1,0-1-1,-1-1 1,-1 0 0,0 0-1,-1-1 1,0 0-1,-1-1 1,-1 0-1,0 0 1,-1 0 0,0 0-1,-2-1 1,4-25-1,-2-11 52,-3-1-1,-8-98 0,-2 91-11,-3 1 0,-2 0 0,-34-91 0,38 124-48,-148-389 72,135 359-15,14 35 122,6 16-13,3 15-128,1 5-131,6 37 45,18 57 1,2 11 128,10 121 91,23 108 196,-58-337-354,0-1 1,1 1 0,0-1 0,1 1-1,1-1 1,-1-1 0,2 1 0,-1-1-1,15 17 1,-17-24-42,0 1 0,0-1 0,0 1-1,0-1 1,0-1 0,0 1 0,1-1 0,0 1 0,-1-1-1,1 0 1,0-1 0,0 1 0,0-1 0,0 0-1,0-1 1,0 1 0,0-1 0,0 0 0,0 0 0,1 0-1,-1-1 1,0 0 0,0 0 0,0 0 0,5-2 0,-2-1-333,0 1-1,0-1 1,-1-1 0,11-7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7.7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 4754,'0'0'480,"190"17"-288,-23-19 49,14-19-241,-30-3-321,-44-6-4721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8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39 323 3121,'0'0'822,"-3"-27"-408,-16-162 610,17 161 182,-12-50 0,13 126-998,7 36-221,3 0 0,35 144 0,-20-116 20,-2-7 1,56 311 35,-74-352 15,-21-90 161,6 4-205,1-1 0,1 0 1,1-1-1,1 0 0,1 0 0,-4-34 0,6 23-17,2 1 0,1 0-1,1 0 1,7-44 0,-4 63-11,0 0 1,1 0 0,1 0-1,0 0 1,1 1 0,1 0-1,0 0 1,1 0 0,0 1-1,11-12 1,-11 15-6,0 1 1,1 0-1,0 0 0,0 1 1,1 0-1,0 1 0,1 0 1,-1 0-1,1 1 0,0 1 1,1 0-1,-1 0 0,14-2 1,-13 4-18,0 0 1,0 2-1,1-1 0,-1 2 1,0-1-1,23 4 1,-29-2 25,-1 0 0,1 0 1,0 1-1,-1 0 1,1 0-1,-1 0 0,0 1 1,0 0-1,0 0 1,0 0-1,0 0 0,-1 1 1,1 0-1,-1 0 0,7 9 1,-3-1-2,0 0 1,-1 1-1,0 0 1,-2 0 0,1 0-1,-1 1 1,-1 0-1,-1 0 1,4 24-1,-3 12 28,-2 73-1,-2-77 18,1 125 113,-1-166-147,0 0 0,1 0-1,-1 0 1,1 0 0,0 0-1,0 0 1,1 0 0,-1 0-1,1 0 1,0-1 0,1 1-1,-1-1 1,5 6 0,-4-7-116,0 0 0,0 0-1,0-1 1,1 0 0,-1 0 0,1 0 0,0 0 0,-1 0 0,1-1 0,0 1 0,0-1 0,0 0 0,0 0 0,0-1 0,0 1 0,6-1 0,53 2-3344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8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522 254 2257,'0'0'1587,"1"-20"-1168,0-69-208,-2 84-205,0-1 1,-1 1-1,1-1 0,-1 1 1,0 0-1,0 0 0,-1 0 0,1 0 1,-1 0-1,0 0 0,-1 0 1,1 1-1,-1 0 0,0 0 1,0 0-1,0 0 0,0 0 0,-1 1 1,0 0-1,1 0 0,-7-3 1,10 6-7,-11-7 42,0 1-1,-1 0 1,1 1 0,-1 1-1,0 0 1,-1 0 0,1 2 0,-1-1-1,1 2 1,-1 0 0,0 0 0,0 1-1,-19 3 1,25-2-35,0 0 0,1 1 0,-1 0 0,0 0 0,1 1 0,-1-1 0,1 2 0,0-1 0,0 1 0,0 0 0,-11 9 0,8-5 10,0 2 1,1-1-1,0 1 1,1 0-1,0 1 0,-11 18 1,8-7 31,0 0 1,2 0-1,0 1 0,2 1 0,1-1 1,0 1-1,-2 34 0,5-37-16,2 0 0,1 0 0,0 0-1,7 41 1,-5-54-24,0 0 0,1 1-1,0-2 1,0 1 0,0 0 0,1-1 0,1 1-1,-1-1 1,1 0 0,0 0 0,1-1-1,-1 0 1,1 0 0,0 0 0,8 5-1,-5-5 7,1 0 1,0-1-1,1 0 0,-1-1 0,1 0 0,0 0 0,0-1 0,0-1 0,0 1 0,0-2 0,1 0 0,12 0 0,-14-1-5,0 0 1,0-1-1,0 0 1,0-1-1,0 0 1,-1 0-1,1-1 0,-1 0 1,1-1-1,-1 0 1,0-1-1,0 0 1,14-11-1,-11 6-8,-1-1 1,-1-1-1,0 0 0,0 0 0,-1-1 1,-1 0-1,0-1 0,-1 0 1,-1 0-1,0 0 0,0-1 0,-2 0 1,4-20-1,0-15 297,-3-1 0,-1-89-1,-7 247-170,1-54 89,8 103 1,-4-143-202,0 0-1,1-1 0,1 0 1,0 1-1,1-1 1,0-1-1,1 1 0,11 16 1,-12-20-288,1 0 1,0-1 0,1 0 0,-1 0-1,1 0 1,1-1 0,-1 0-1,1 0 1,0-1 0,0 0 0,1 0-1,9 3 1,29 2-3827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49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40 500 480,'0'0'3671,"-7"19"-3196,-21 59-160,27-77-306,1 0 0,-1 0 0,1 0 0,-1 1 0,1-1 0,-1 0 0,1 0 0,0 1 0,-1-1 0,1 0 0,0 0 0,0 1 0,0-1 0,0 0 0,0 1 0,0-1 0,1 0 0,-1 0 0,0 1 0,1-1 0,-1 0 0,1 0 0,0 2 0,0-2 2,0-1 0,0 0 0,0 1 0,0-1 0,1 0 0,-1 0 0,0 0 0,0 0 0,0 0 0,0 0 0,0-1 0,0 1 0,0 0 0,0 0 0,0-1 0,1 0 0,5-1 31,3 0 17,-1-1-1,0 0 1,0-1-1,0 0 1,0 0-1,-1-1 0,0 0 1,9-7-1,58-54 67,-62 53-106,11-11-5,0 0 0,-2-2-1,22-34 1,-34 46-8,-2 0 0,0-1 0,0-1 0,-2 1 0,0-1 0,0 0 0,-2-1 0,4-23 0,-6 29 13,0-1-1,-2 1 1,1-1-1,-1 0 1,-1 1-1,0-1 1,-6-21-1,6 28 2,-1 0-1,-1 0 1,1 1 0,-1-1-1,0 1 1,0-1-1,0 1 1,0 0-1,-1 0 1,0 1-1,0-1 1,0 1 0,0-1-1,0 1 1,-1 1-1,1-1 1,-1 1-1,0-1 1,-5-1-1,3 1 19,1 1-1,-1-1 0,-1 1 0,1 0 0,0 1 0,0-1 0,-1 2 0,1-1 1,-1 1-1,1 0 0,-9 1 0,16-1-37,0 0 1,-1 0 0,1 1-1,0-1 1,-1 0-1,1 0 1,0 0-1,0 0 1,-1 1-1,1-1 1,0 0 0,0 0-1,-1 0 1,1 1-1,0-1 1,0 0-1,0 1 1,-1-1-1,1 0 1,0 0-1,0 1 1,0-1 0,0 0-1,0 1 1,0-1-1,0 0 1,0 1-1,0-1 1,0 0-1,0 1 1,0-1 0,0 0-1,0 1 1,0 1-2,0 0 0,0 0 1,0 0-1,0 0 0,0 0 0,1 0 1,-1 0-1,1-1 0,-1 1 1,1 0-1,0 0 0,0 0 0,0-1 1,0 1-1,0 0 0,3 2 1,32 25 4,28 10 25,77 33 1,60 36-18,-178-94-14,-1 2 1,0 1-1,-1 1 1,-1 0 0,-1 2-1,23 28 1,-33-34 3,0 0 1,0 0-1,-1 1 1,-1 0-1,-1 1 1,0-1-1,0 1 1,2 20-1,-6-29 0,-1 0-1,0 1 0,0-1 0,-1 1 0,0-1 1,0 1-1,-1-1 0,0 1 0,0-1 1,0 1-1,-1-1 0,-1 0 0,1 0 0,-1 0 1,0 0-1,-1 0 0,1-1 0,-1 1 1,-1-1-1,-6 8 0,4-7 5,-1 0 0,-1-1 0,1 0 0,-1 0 0,0-1-1,-1 0 1,1-1 0,-1 0 0,0 0 0,-20 4 0,3-3 26,-1-1-1,-54 1 1,66-4-11,0-1 0,0-1 0,0 0 0,-30-8 0,41 8-9,1 0 0,0-1 0,0 0 0,0 1 0,0-1 0,0-1 0,1 1 0,-1-1 0,1 1 0,-1-1 0,1 0 0,0 0 0,0 0 0,0-1 0,0 1 0,1-1 0,-1 1 0,1-1 0,0 0 0,0 0 1,1 0-1,-2-5 0,1 4 6,1 0 0,0 0 0,1 0 0,-1 0 0,1 0 0,0 0 0,0 0 0,1 0 0,-1 0 0,1 0 0,0 1 1,0-1-1,1 0 0,0 0 0,0 1 0,0-1 0,0 1 0,0-1 0,1 1 0,0 0 0,0 0 0,0 0 0,1 1 1,-1-1-1,1 1 0,6-5 0,0 0-19,1 1 0,-1 1 0,2 0 0,-1 0-1,0 1 1,1 1 0,0 0 0,0 0 0,19-2 0,-15 3-3,1 1 1,-1 1-1,0 0 0,1 2 1,-1 0-1,1 0 0,-1 1 1,26 8-1,-35-8 2,0 1 1,0-1 0,0 2-1,-1-1 1,1 1-1,-1 0 1,0 0 0,0 0-1,-1 1 1,1 0-1,-1 0 1,0 1 0,-1 0-1,1-1 1,-1 1-1,0 1 1,0-1 0,-1 1-1,0-1 1,0 1-1,2 8 1,2 21-495,-6-19-1935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0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34 208 3105,'0'0'673,"-2"-27"-145,-2-9-345,-1 1 387,2-58 0,3 77 1013,0 30-1282,1 203-252,-13 447 246,5-498 12,6-163-298,1 0 0,0 0 0,0 0 0,0 0 0,0 0 0,1 1 0,-1-1 1,1 0-1,0 0 0,0 0 0,0 0 0,0 0 0,0-1 0,0 1 0,1 0 0,2 3 0,-1-5-1,-1 1-1,1-1 0,0 0 1,0 0-1,0 0 0,0 0 1,0 0-1,0-1 0,0 1 1,0-1-1,0 0 1,0 0-1,1 0 0,-1 0 1,5-2-1,5 1 23,-1-1 1,1-1-1,0 0 0,-1-1 1,1 0-1,-1-1 0,0 0 1,16-11-1,7-6-9,43-36 0,-65 47-32,14-10-336,-1-1-1,-1-2 1,-1-1 0,28-36-1,-6-16-2093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0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1 205 3249,'0'0'1065,"43"-5"-929,363-55 51,229-61-182,-635 121-5,122-19 13,-122 19-11,0 1-1,0-1 1,0 0-1,-1 0 1,1 0 0,0 0-1,0 1 1,0-1-1,0 0 1,0 0-1,0 0 1,0 0-1,0 1 1,0-1-1,0 0 1,0 0-1,0 0 1,0 1-1,0-1 1,0 0-1,0 0 1,0 0-1,1 0 1,-1 1-1,0-1 1,0 0-1,0 0 1,0 0-1,0 0 1,0 0-1,0 1 1,1-1-1,-1 0 1,0 0-1,0 0 1,0 0-1,0 0 1,0 0-1,1 0 1,-1 0-1,0 0 1,0 1-1,0-1 1,0 0-1,1 0 1,-38 35 336,4-3-10,0 1 0,-40 55-1,66-78-299,0 0 0,0 1 0,1 0 0,0 0 0,1 0-1,1 1 1,0 0 0,0 0 0,1 0 0,0 0 0,1 1 0,1-1 0,0 0-1,1 19 1,1-27-26,-1 0 1,1 0-1,0 0 0,0-1 0,0 1 0,1 0 0,-1 0 0,1-1 0,0 1 0,0-1 0,0 0 1,0 1-1,1-1 0,0 0 0,-1 0 0,1-1 0,0 1 0,0 0 0,0-1 0,1 0 1,-1 0-1,1 0 0,-1 0 0,1 0 0,5 1 0,8 2 26,0-1-1,0-1 0,0 0 1,28 0-1,-20-2 0,-1-1-1,0-1 0,0-1 0,0-1 1,0-1-1,0-1 0,0-1 1,-1-1-1,27-13 0,-40 16-16,0-1 1,-1 0-1,0-1 0,0 0 1,-1 0-1,1-1 0,-1 0 0,-1 0 1,1-1-1,-1 0 0,-1 0 1,1-1-1,-1 0 0,-1 0 0,0 0 1,0-1-1,-1 0 0,0 0 1,-1 0-1,0 0 0,0 0 0,-1-1 1,1-14-1,-3 17 10,0 1 1,0-1-1,-1 0 0,1 1 1,-2-1-1,1 1 0,-1-1 1,0 1-1,-1 0 0,0 0 1,0 0-1,0 0 1,-1 0-1,0 1 0,-1 0 1,1-1-1,-1 2 0,0-1 1,-1 0-1,1 1 0,-1 0 1,0 0-1,0 1 0,-1 0 1,1 0-1,-1 0 1,-7-2-1,-7-3-16,0 2-1,0 0 1,0 1 0,-1 1 0,0 1 0,-1 1-1,-43 0 1,61 3-25,-30 2 26,34-1-38,-1-1 1,1 1 0,0-1-1,0 1 1,0-1-1,0 1 1,-1 0 0,1-1-1,0 1 1,0 0 0,0 0-1,1 0 1,-1 0 0,0 0-1,0 0 1,0 0 0,1 0-1,-1 0 1,0 0 0,1 0-1,-1 3 1,-2 17-2364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0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0 4738,'0'0'2038,"-5"4"-1784,3-2-254,0 0 1,0 0-1,0 0 1,0 0 0,1 1-1,-1-1 1,1 0-1,-1 1 1,1-1-1,0 1 1,0-1-1,0 1 1,0 0-1,0 4 1,-2 44-14,3-37 18,10 756 488,-8-691-386,-2-77 96,0-6 507,-1-10-313,0 0 0,-7-25 0,-1-19-313,7 35-54,1-1 0,2 1 1,0-1-1,7-33 0,-5 43-29,1 0-1,1 1 0,0 0 1,0-1-1,2 2 1,-1-1-1,2 1 0,12-17 1,-11 18-11,0 0 1,0 0-1,2 1 1,-1 0-1,23-15 1,-27 21-4,0 1 0,1-1 1,0 1-1,-1 0 0,1 1 1,0 0-1,1 0 0,-1 0 1,0 1-1,0 0 0,1 1 1,14 0-1,-18 1 7,1 0-1,-1 0 1,1 0-1,-1 1 1,0 0-1,1 0 1,-1 0-1,0 0 1,0 1-1,-1 0 1,1-1 0,0 1-1,-1 1 1,0-1-1,1 0 1,-1 1-1,-1 0 1,1-1-1,0 1 1,-1 0-1,0 1 1,3 7-1,1 3 2,0 0 0,-1 1 0,-1 0 0,0 0 0,1 21 0,-2-7 10,0 42-1,-4-63 0,1 0 0,-1 0 0,-1 0 0,1 0 0,-1 0 0,-1-1 0,0 1-1,0-1 1,-7 13 0,0-7-25,-1-1-1,-1 0 0,0 0 1,-1-1-1,0 0 0,-1-1 1,0-1-1,-1 0 0,0-1 0,0-1 1,-1 0-1,0-1 0,0-1 1,-24 6-1,38-11-125,0-1 1,0 0-1,0 1 1,0-1-1,0 0 1,0 0-1,0 0 1,1 0-1,-1 0 0,0-1 1,0 1-1,0-1 1,-2 0-1,3 0-51,0 1-1,1-1 0,-1 0 0,1 0 1,-1 1-1,0-1 0,1 0 0,0 0 0,-1 0 1,1 0-1,-1 0 0,1 0 0,0 0 1,0 0-1,0 0 0,-1 0 0,1-1 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1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0 375 3586,'0'0'656,"30"-2"-509,98-6-118,18 6 188,-63 1 153,-72 1-356,0-1 0,1-1 0,-1 0 0,0-1 0,0 0 0,-1-1 0,1 0 0,0 0 0,-1-1 0,0-1 0,18-12 0,-22 13 15,0 0 0,1-1 0,-2 1-1,1-1 1,-1-1 0,0 1 0,0-1-1,0 1 1,-1-1 0,0-1-1,-1 1 1,1-1 0,-2 1 0,1-1-1,-1 0 1,0 0 0,1-12 0,-2 14 22,0-8 118,0 1 0,-1-1-1,-2-21 1,1 32-142,1-1 1,-1 1-1,0-1 1,0 1-1,-1 0 1,1-1-1,-1 1 1,1 0-1,-1 0 1,0 0-1,0 0 1,0 0-1,-1 0 1,1 1-1,-1-1 1,1 1-1,-1 0 1,-4-3-1,-2 0 11,0 0 0,-1 1-1,1 1 1,-1-1 0,0 1-1,0 1 1,-15-2 0,-74 0 28,87 4-20,-1 0 0,0 1 0,1 1 0,0 0 0,-1 1 0,1 0 0,0 1 0,0 1 0,1 0 0,-1 0-1,1 1 1,0 0 0,1 1 0,0 0 0,0 1 0,0 0 0,1 1 0,-9 9 0,9-9 20,0 0-1,1 1 1,0 0 0,1 0 0,0 1 0,0 0-1,1 0 1,1 0 0,0 1 0,0 0 0,1 0-1,1 0 1,0 1 0,1-1 0,0 1 0,1 0-1,0 13 1,1-20-50,1-1-1,-1 1 1,1-1-1,1 0 1,-1 1 0,1-1-1,0 0 1,0 0-1,0 0 1,1 0-1,-1-1 1,1 1-1,1 0 1,-1-1-1,7 7 1,-2-4 0,0 0 0,1-1 0,-1-1 0,1 1 0,0-1 0,1-1 0,17 7 0,10-1-13,0-1 1,0-2-1,60 4 0,159-5-3319,-159-13-865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2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479 536 3185,'0'0'2033,"-9"-33"-1246,-26-108-2,3-20 30,0 8 715,11 105-1202,21 48-328,0 1 0,0-1-1,0 0 1,0 0 0,-1 0 0,1 0 0,0 0 0,0 0-1,0 0 1,0 0 0,0 0 0,0 0 0,0 0 0,0 0-1,-1 0 1,1 0 0,0 0 0,0 0 0,0 0 0,0 0-1,0 0 1,0 0 0,0 0 0,-1 0 0,2 9-49,2 33-22,1 0 1,2 0 0,13 41 0,0 6 65,40 256 4,14 69 82,-70-396-80,5 25 2,-8-41-2,1-1 1,-1 1-1,1 0 1,-1 0 0,1-1-1,0 1 1,0-1-1,0 1 1,0-1 0,0 1-1,0-1 1,0 0-1,0 1 1,1-1-1,-1 0 1,0 0 0,3 2-1,-3-3 2,-1 0 0,0 0-1,0 0 1,1 0 0,-1 0-1,0 0 1,0 0 0,1 0-1,-1 0 1,0-1 0,0 1-1,1 0 1,-1 0 0,0 0-1,0 0 1,1 0 0,-1-1-1,0 1 1,0 0 0,0 0-1,0 0 1,1-1 0,-1 1-1,0 0 1,0 0 0,0 0-1,0-1 1,0 1 0,1 0-1,-1 0 1,0-1 0,0 1-1,0 0 1,0 0 0,0-1-1,0 1 1,0 0 0,0-1-1,0 1 1,0 0 0,0 0-1,0-1 1,0 1 0,0-19 22,0 13-8,0-11-54,-1 0-1,-1 0 1,0 0-1,-1 0 1,-1 0-1,0 0 1,-2 1-1,0 0 1,0 0-1,-2 0 0,0 1 1,0 0-1,-2 1 1,-11-16-1,-8-6-63,-1 2-1,-63-56 1,79 77 82,-1 1 0,-1 1 0,0 0 0,0 2 0,-1 0 0,-1 0 0,1 2 1,-1 0-1,-26-6 0,38 11 14,1 1 1,-1 0-1,0 0 0,0 1 1,0 0-1,0 0 1,0 0-1,1 1 0,-1-1 1,-10 4-1,13-3 1,1 1 0,-1 0 0,0-1 0,1 1-1,-1 0 1,1 1 0,-1-1 0,1 0 0,0 1 0,0-1 0,0 1 0,0 0-1,1-1 1,-1 1 0,1 0 0,0 0 0,-1 0 0,1 0 0,0 5-1,-5 11 5,1 0-1,1 1 0,1 0 1,1-1-1,1 1 1,2 36-1,-1-45 16,2 0 0,0 0-1,0 0 1,1-1 0,0 1 0,1-1 0,0 0-1,0 0 1,1 0 0,1 0 0,0-1 0,0 0-1,13 15 1,-4-11-1,0 0 0,1 0 0,0-2 0,1 0 0,0 0 0,0-2 0,1 0 0,1-1 1,0-1-1,0-1 0,23 5 0,8-2-297,1-2 0,0-2 0,61-3 0,-75-2-825,68-8-1,-73 1 310,-1-1 1,37-16-1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2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341 237 976,'-3'-25'1663,"2"8"-1383,0-1-70,-1 0 0,-6-25 0,6 36-144,0 0 0,0 1 1,-1-1-1,1 1 1,-1 0-1,-1 0 1,1 0-1,-1 0 1,0 0-1,-1 1 1,-7-8-1,6 8-8,1 2-1,-1-1 1,1 1-1,-1 0 1,0 0-1,0 0 1,-1 1-1,1 0 1,0 0-1,-1 1 1,1-1-1,-1 2 1,0-1-1,1 1 1,-1 0 0,0 0-1,1 0 1,-1 1-1,1 0 1,-1 1-1,1-1 1,-8 4-1,7 0-18,0-1 0,1 1-1,0 1 1,0-1 0,1 1-1,-1 0 1,1 0-1,0 0 1,1 1 0,0 0-1,0 0 1,-4 10 0,-2 6 144,0 1 1,-9 41 0,14-40-23,1-1-1,0 1 1,2 0 0,2 43-1,0-62-144,0 0 1,1 0-1,0-1 0,0 1 1,0 0-1,0 0 0,1 0 1,0-1-1,1 1 0,-1-1 1,1 1-1,0-1 0,0 0 1,1 0-1,-1-1 0,1 1 1,0-1-1,0 1 0,1-1 1,-1-1-1,1 1 0,0-1 1,0 1-1,0-1 0,1-1 1,-1 1-1,1-1 0,-1 0 1,1 0-1,0 0 0,0-1 1,7 1-1,0 0 50,0 0 0,0-1 0,0 0 0,1-1 0,-1-1 0,19-3 0,-26 3-42,1-1 0,-1 0 0,0 0 1,1 0-1,-1-1 0,0 0 0,-1 0 0,1-1 0,0 0 1,-1 0-1,0 0 0,0 0 0,0-1 0,4-5 0,-3 2 17,0-1-1,0 0 0,0 0 0,-1-1 0,-1 0 0,0 0 0,0 0 0,-1 0 0,3-13 0,-2-1 86,-1 0-1,0-45 0,-3 56-92,-1 0 0,0 0 1,-1 0-1,-1 1 0,1-1 1,-2 0-1,-7-18 0,7 23-240,0 0 0,0 0 0,-1 1 0,0 0 0,0 0 1,-1 0-1,1 1 0,-2 0 0,1 0 0,0 0 0,-15-9 0,-2 6-3080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3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86 667 2753,'0'0'2906,"-8"14"-1711,-29 44-365,37-58-821,0 1 0,0-1 1,0 1-1,-1-1 1,1 1-1,0-1 0,0 1 1,-1-1-1,1 0 1,0 1-1,-1-1 0,1 0 1,0 1-1,-1-1 1,1 0-1,-1 1 0,1-1 1,-1 0-1,1 0 1,-1 0-1,1 1 0,0-1 1,-1 0-1,1 0 1,-1 0-1,1 0 0,-1 0 1,1 0-1,-1 0 1,1 0-1,-1 0 0,1 0 1,-1 0-1,1 0 1,-1 0-1,1 0 1,-1 0-1,1-1 0,-1 1 1,1 0-1,-1 0 1,1-1-1,0 1 0,-1 0 1,1-1-1,-1 1 1,1 0-1,0-1 0,-1 1 1,1 0-1,0-1 1,-1 1-1,1-1 0,0 1 1,0-1-1,0 1 1,-1 0-1,1-2 0,-4-10 106,0-1 0,1 1 1,1-1-1,0 0 0,0 0 0,1 0 0,1 0 0,2-19 0,-2 1-54,0 18-58,1 1-1,1-1 1,0 0 0,0 1-1,1-1 1,1 1 0,0 0-1,0 0 1,1 0 0,1 1-1,0 0 1,1 0 0,0 0-1,0 1 1,1 0 0,1 0-1,0 1 1,0 0 0,0 1-1,1 0 1,20-12 0,-21 15-14,0 1 0,-1 0 0,1 0 0,1 1 1,-1 1-1,0-1 0,1 1 0,0 1 0,-1 0 0,1 0 1,0 1-1,15 2 0,-18-1-6,1 0-1,-1 0 1,0 1-1,0 0 1,0 1-1,0-1 1,0 1-1,-1 1 1,1-1-1,-1 1 1,0 0-1,0 1 1,0-1-1,-1 1 1,0 0 0,9 11-1,-5-1 7,0 0 0,0 1 0,-2 1 0,0-1 0,0 1 0,-2 0-1,0 0 1,-1 1 0,-1 0 0,1 19 0,0 25 28,-7 95 0,-3-138-4,6-19-11,0 0-1,0 0 1,0-1-1,0 1 1,0 0 0,0 0-1,0-1 1,0 1-1,0 0 1,-1 0 0,1-1-1,0 1 1,0 0-1,0 0 1,0 0 0,0-1-1,0 1 1,-1 0-1,1 0 1,0 0-1,0 0 1,0-1 0,-1 1-1,1 0 1,0 0-1,0 0 1,0 0 0,-1 0-1,1 0 1,0-1-1,0 1 1,-1 0 0,1 0-1,0 0 1,0 0-1,-1 0 1,1 0-1,0 0 1,0 0 0,-1 0-1,1 0 1,0 0-1,0 0 1,-1 0 0,1 1-1,0-1 1,0 0-1,-1 0 1,1 0 0,0 0-1,0 0 1,0 0-1,-1 1 1,1-1-1,0 0 1,0 0 0,0 0-1,0 0 1,-1 1-1,1-1 1,0 0 0,0 0-1,0 1 1,-4-24-22,1 0 1,1-1-1,1 1 1,1 0 0,1 0-1,5-28 1,1 20-130,0 0 1,2 0 0,2 1 0,0 0-1,2 1 1,28-47 0,-37 69 98,4-8-146,1 1 0,16-22-1,-22 32 164,0 1 0,0-1 0,1 1 1,-1 0-1,1 0 0,0 0 0,0 1 0,0-1 0,0 1 0,0 0 0,1 0 0,-1 1 1,9-3-1,-12 4 30,1-1 0,-1 1 0,0 0 0,1 0 0,-1-1 0,1 1 0,-1 1 0,1-1 0,-1 0 0,1 0-1,-1 0 1,1 1 0,-1-1 0,0 1 0,1-1 0,-1 1 0,0-1 0,3 3 0,-1-1-3,-1 1 0,0-1-1,0 1 1,0 0-1,0 0 1,0 0 0,-1 0-1,3 6 1,4 10 3,-1 1-1,-1 0 1,-1 1 0,4 31-1,2 91 203,-9-99-89,1 0-1,2 0 0,14 55 0,-18-96-104,0 0 0,0 1 0,0-1 0,0 0 0,1 1 0,-1-1 0,1 0 0,0 0 0,0 0 0,0 0 0,0-1 0,1 1 1,-1-1-1,1 1 0,-1-1 0,1 0 0,0 0 0,0 0 0,0 0 0,4 1 0,2 0 4,0-1 0,1 0 1,-1 0-1,1-1 0,-1-1 0,15 0 1,2 0-15,-1-1 0,1-1 1,-1-2-1,0 0 1,0-1-1,0-2 0,-1-1 1,0 0-1,0-2 1,25-14-1,-11 2-204,-2-1 0,0-1 0,-2-2 1,57-56-1,-75 66 177,-2 0 1,0-2 0,0 0 0,-2 0-1,0-1 1,-2 0 0,0-1 0,-1-1-1,0 1 1,-2-1 0,5-25 0,-8 27 33,-1 0 0,-1-1 0,-1 1 0,0-1 0,-1 0 0,-2 1 1,-3-21-1,3 31 8,0 1-1,0 0 1,-1-1 0,0 1 0,-1 0 0,0 0 0,0 1 0,0-1 0,-1 1-1,0 0 1,-1 1 0,0-1 0,0 1 0,0 0 0,-1 0 0,1 1 0,-16-10-1,10 10 26,1 0 0,-1 0 0,-1 1 0,1 1 0,0 0 0,-1 1 0,0 0 0,1 1 0,-1 0 0,-15 1 0,22 0 2,0-1 1,0 1-1,0 1 1,0-1-1,0 1 0,0 0 1,0 0-1,0 1 1,0 0-1,0 0 1,1 0-1,-1 1 1,1-1-1,0 2 1,-1-1-1,1 0 1,1 1-1,-1 0 1,0 0-1,1 0 0,0 1 1,-6 7-1,2 0 47,0 1 0,0 0 1,1 0-1,1 0 0,0 1 0,1 0 0,1 0 0,-4 19 0,3-4 162,1 0-1,2 0 1,1 39 0,1-55-139,1 0 1,0 0-1,1 0 0,0 0 1,1-1-1,8 22 1,-7-25-53,1-1 1,0 1 0,0-1 0,1 0 0,0 0 0,0 0-1,1-1 1,0 0 0,13 10 0,-2-4 0,1-1-1,0-1 1,0 0 0,1-2 0,1 0 0,-1-1-1,1-1 1,1-1 0,-1-1 0,23 2 0,29 1 1,124-3 0,-142-5-346,103-15-1,-104 3-1177,89-34-1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4.0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133 397 1889,'0'0'1507,"-8"-31"-939,-28-103 11,-16-11 476,20 60-490,31 84-521,0 9-24,-1 264-4,3-141 59,25 287 331,-1-5 332,-28-509 216,0 44-855,6-72 0,-2 108-107,1 0 0,1 1 0,1-1 0,0 1 0,1 0 0,1 0 0,0 0 0,15-25 1,-14 29-23,0 0 1,1 0 0,0 1 0,0 1-1,1-1 1,0 1 0,1 1 0,0 0 0,0 0-1,1 1 1,0 0 0,0 1 0,1 0-1,-1 1 1,1 0 0,1 1 0,-1 0 0,0 1-1,1 1 1,0 0 0,15-1 0,-24 2 22,0 1 1,0 0-1,1 0 1,-1 0-1,0 0 0,0 1 1,1 0-1,-1-1 1,0 1-1,0 1 1,0-1-1,0 1 1,0 0-1,0-1 1,-1 2-1,1-1 1,-1 0-1,1 1 1,-1 0-1,0-1 1,0 1-1,0 0 1,0 1-1,0-1 1,-1 1-1,3 4 1,2 5 1,-1 1 0,0-1 1,-1 1-1,0 0 0,-2 0 1,1 1-1,1 18 1,1 107 121,-6-123-71,0 1 1,-2-1-1,0 0 1,-1 0 0,-1 0-1,-6 19 1,6-25-18,-1 0 0,-1 0 1,0 0-1,0-1 0,-1 0 0,-1 0 1,1 0-1,-1-1 0,-14 11 1,7-7-131,0-1 1,-2 0 0,1-1-1,-1-1 1,-1-1 0,0-1 0,0 0-1,-1-1 1,0-1 0,0-1 0,-28 5-1,-16-7-2764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4.3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0 354 3394,'27'0'162,"13"0"-133,123 1 28,-79 6 50,-50-4 56,0 0 0,0-3 1,54-4-1,-83 3-159,0 0-1,0 0 0,1-1 1,-2 0-1,1 1 1,0-2-1,0 1 1,-1 0-1,1-1 1,-1 0-1,1 0 1,-1 0-1,0-1 1,-1 1-1,1-1 1,0 0-1,-1 0 1,0 0-1,3-7 1,-1 3 0,-2 0 0,1-1 1,-1 0-1,-1 0 0,1 0 0,-1 0 0,-1 0 1,0 0-1,0-17 0,-1 20 0,-1 0-1,1 0 1,-1 1-1,0-1 1,-1 0-1,0 0 1,1 1-1,-2-1 0,1 1 1,-1-1-1,0 1 1,-6-9-1,2 6 1,1 0-1,-1 1 1,-1 0-1,1 1 0,-1-1 1,0 1-1,-11-5 0,3 2 68,-1 1-1,0 1 0,0 0 1,-1 1-1,0 1 0,0 1 1,-37-4-1,38 7 23,0 0 0,0 1-1,0 1 1,-19 4 0,29-4-49,0 1-1,0 0 1,0 1 0,1-1 0,-1 1-1,1 1 1,0-1 0,-1 1 0,2 0-1,-1 0 1,0 1 0,-6 7-1,4-3 68,0 0-1,1 1 0,0 1 0,0-1 0,1 1 0,1 0 0,0 0 0,0 1 0,-3 14 1,2-2 134,1 0 0,2 1-1,-2 40 1,5-53-200,-1 0 0,1 1 0,1-1-1,0 0 1,1 0 0,0 0-1,1 0 1,1-1 0,-1 1-1,2-1 1,0 0 0,0 0-1,1 0 1,0-1 0,14 18-1,-5-11-29,0-2-1,1 1 1,1-2-1,1 0 1,0-1-1,0-1 0,1-1 1,1 0-1,38 13 1,-22-11-498,2-2 1,0-1 0,0-2-1,68 5 1,15-10-2162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4.6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330 386 4194,'0'0'2134,"-8"-2"-1771,21 4-320,-6-2-40,0 0 0,1-1 1,-1 1-1,0-2 0,0 1 0,0-1 1,0 0-1,0 0 0,0 0 1,0-1-1,-1 0 0,1-1 1,-1 0-1,0 0 0,0 0 0,0 0 1,-1-1-1,1 0 0,-1 0 1,-1-1-1,1 1 0,-1-1 0,1 0 1,-2 0-1,1-1 0,-1 1 1,0-1-1,0 0 0,3-11 0,-5 11-7,0 0-1,0-1 0,-1 1 0,1-1 0,-1 1 0,-1-1 1,0 1-1,0 0 0,0-1 0,-1 1 0,0 0 0,-1 0 1,1 0-1,-1 0 0,-1 0 0,1 1 0,-1 0 0,0-1 0,0 1 1,-1 0-1,0 1 0,0-1 0,-1 1 0,1 0 0,-1 1 1,-11-8-1,3 2 1,-1 1 1,0 1-1,0 0 1,-1 1-1,0 0 0,0 1 1,-1 1-1,1 1 1,-1 1-1,0 0 1,0 1-1,-1 0 0,1 2 1,-30 2-1,42-1 10,-1 0 0,1 0 0,0 1 0,0 0-1,0 0 1,0 0 0,0 1 0,0-1 0,1 1 0,-1 0-1,1 1 1,0-1 0,-6 6 0,4-2 29,0 1 0,0 0 1,1 0-1,0 0 0,0 1 1,1-1-1,-3 11 0,-1 6 216,1 1-1,1 0 1,1 1 0,-2 42-1,5-44-3,2 0 1,0 0-1,2 0 0,8 45 0,-8-60-205,1 1 0,1-1 0,0 1 1,0-1-1,1 0 0,0-1 0,1 1 0,0-1 0,0 0 0,1-1 0,0 1 0,1-1 0,11 9 0,-1-4-28,0 0 0,1-2 0,0 0 0,1-2 0,0 0 0,1-1 0,31 8 0,-8-6-438,1-1 0,73 4-1,25-10-2533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5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438 289 3137,'0'0'1673,"11"-12"-1270,34-38-307,-42 45-89,1 0 0,-1 0 0,0-1 0,-1 1-1,1-1 1,-1 1 0,0-1 0,0 0 0,-1 0 0,0 0 0,0 0-1,0 0 1,-1 0 0,0 0 0,0 0 0,0 0 0,-1 0 0,0 0-1,0 0 1,-3-7 0,2 8 4,0 1 0,0-1 0,0 1 0,-1-1 0,1 1 1,-1 0-1,0 0 0,0 0 0,-1 1 0,1-1 0,-1 1 0,0-1 0,0 1 0,0 1 0,0-1 0,-1 0 0,1 1 0,-9-3 0,0-1 19,-1 2 0,0 0 0,1 0 0,-1 1 0,-23-1 0,18 2 12,-1 1 1,1 1-1,-1 1 0,-34 7 1,45-6-30,0 0-1,1 1 1,-1 0 0,1 1 0,0 0 0,0 0 0,0 1-1,1 0 1,0 0 0,0 1 0,0 0 0,-10 11 0,7-5 22,1 1 1,0 0 0,1 0-1,0 1 1,1-1 0,1 2-1,0-1 1,1 1 0,-5 24-1,4-3 36,1 0-1,0 72 1,5-89-51,1-1 0,0 1 0,1-1 0,1 1 0,1-1 0,8 23 0,-9-32-8,1-1-1,0 0 1,0 0 0,1 0-1,0-1 1,1 1-1,-1-1 1,1-1-1,0 1 1,1-1-1,0 0 1,0 0 0,0-1-1,1 0 1,8 4-1,-2-3 2,0-1-1,0-1 1,0 0 0,1-1-1,-1 0 1,1-1 0,0-1-1,0 0 1,0-1-1,23-3 1,-28 1-7,1 0 0,0-1-1,-1 0 1,0 0 0,1-1 0,-2-1 0,1 1-1,0-2 1,-1 1 0,0-1 0,0-1-1,-1 0 1,1 0 0,-2 0 0,1-1 0,-1 0-1,0-1 1,10-15 0,-5 4 2,0 0-1,-1-1 1,-1 0-1,-1-1 1,-1 0 0,-1-1-1,7-40 1,-9 14 13,-1-82-1,-5 97-8,1 29-9,-3-34 26,3 38-27,0 0-1,0-1 1,-1 1-1,1 0 1,-1 0-1,1 0 1,-1 0-1,1 0 1,-1 0-1,0 0 1,1 0-1,-1 0 1,0 0-1,0 0 1,0 0 0,0 0-1,0 1 1,0-1-1,0 0 1,0 1-1,0-1 1,0 1-1,0-1 1,0 1-1,0-1 1,-1 1-1,0 0 1,1 0-2,1 0 0,-1-1 0,1 1 0,-1 0 0,1 0 0,-1 0 0,1 1 1,-1-1-1,1 0 0,-1 0 0,1 0 0,0 0 0,-1 0 0,1 1 0,-1-1 0,1 0 0,-1 0 0,1 1 0,0-1 1,-1 0-1,1 0 0,0 1 0,-1-1 0,1 1 0,0-1 0,-1 0 0,1 1 0,0-1 0,-1 1 0,-2 8 13,0-1 0,0 1 0,1 0 0,0 0 0,0 0 0,1 0-1,0 0 1,1 18 0,0-13 66,-1 20 124,2 227 1091,1-246-1264,0-1 0,0 1-1,2-1 1,0 0 0,1 0 0,0 0 0,1 0 0,11 18 0,-12-24-111,0 0 0,0-1 0,1 0 0,1 0 0,-1 0 0,1-1 0,0 0 1,0 0-1,1-1 0,0 0 0,0 0 0,0-1 0,0 0 0,15 5 0,-9-5-631,0-1 0,24 3-1,28-4-1962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6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72 105 1985,'0'0'2897,"-11"11"-2673,5-4-168,0 1 0,1-1-1,-1 1 1,1 0 0,1 0-1,0 0 1,0 1 0,1-1 0,-1 1-1,2 0 1,0 0 0,0 0-1,0 0 1,1 1 0,0 17-1,0 35 213,-1 0 64,8 84 0,-5-138-315,0 0 1,1 0 0,0-1 0,0 1 0,1 0 0,0-1 0,0 0 0,1 0 0,8 13 0,-9-16-12,0 0 1,0-1-1,1 1 0,-1-1 1,1 0-1,0 0 0,0-1 1,0 1-1,0-1 0,0 1 1,0-1-1,1-1 0,-1 1 1,1-1-1,-1 1 0,1-1 1,9 0-1,-9 0-1,1 0 0,0 0 1,-1-1-1,1 0 0,0-1 0,-1 1 1,1-1-1,0 0 0,-1 0 0,1-1 0,-1 0 1,0 1-1,1-2 0,-1 1 0,0-1 0,0 0 1,-1 0-1,1 0 0,0-1 0,-1 1 1,0-1-1,7-8 0,5-9-24,-1 0 0,-1-1-1,-1-1 1,-1 0 0,-1-1 0,-1 0 0,-1-1 0,-1 0-1,8-49 1,-7 17 38,-4 1 1,-1-1-1,-7-86 0,-3 120 56,6 22-74,0 1 0,0 0 0,-1 0 0,1 0 0,0 0 0,0 0 0,0 0 0,0 0 0,0 0 1,0 0-1,0 0 0,0 0 0,0 0 0,-1 0 0,1 0 0,0 0 0,0-1 0,0 1 0,0 0 0,0 0 0,0 0 0,0 0 1,0 0-1,-1 0 0,1 0 0,0 0 0,0 0 0,0 1 0,0-1 0,0 0 0,0 0 0,0 0 0,0 0 0,-1 0 0,1 0 1,0 0-1,0 0 0,0 0 0,0 0 0,0 0 0,0 0 0,0 0 0,0 0 0,0 0 0,0 1 0,0-1 0,0 0 0,-1 0 1,1 0-1,0 0 0,0 0 0,0 0 0,0 0 0,0 0 0,0 1 0,0-1 0,-2 17 7,1 277 162,2-272-169,-1 20 34,2 0-1,2 0 1,2 0 0,1 0 0,3-1-1,25 71 1,-34-110-31,-1 0 1,1 0-1,0 0 1,-1 0-1,1-1 1,0 1-1,0 0 0,1 0 1,-1-1-1,0 1 1,0-1-1,1 1 1,-1-1-1,1 0 1,-1 1-1,1-1 0,0 0 1,0 0-1,-1 0 1,1 0-1,0 0 1,0-1-1,0 1 1,0-1-1,0 1 0,0-1 1,0 1-1,0-1 1,0 0-1,0 0 1,0 0-1,0 0 1,0-1-1,4 0 0,-1-1 4,-1 0 0,1 0 0,0-1 0,-1 0 0,1 0 0,-1 0 0,0 0 0,0-1 0,0 1 0,-1-1 0,1 0 0,3-6 0,21-33 0,-3-1 0,-2-1 1,-1 0-1,-3-2 1,-1-1-1,14-66 0,-25 79 4,-2-1-1,-1 1 1,-2-65 0,-2 87-11,0 9-1,0 3 0,0 0-1,0 0 1,1 1 0,-1-1-1,0 0 1,0 0-1,0 0 1,0 0 0,0 1-1,0-1 1,0 0 0,0 0-1,0 0 1,-1 1 0,1-1-1,0 0 1,0 0 0,-1 0-1,1 1 1,0-1-1,-1 0 1,1 1 0,-1-1-1,1 0 1,-1 1 0,1-1-1,-1 0 1,0 1 0,1-1-1,-1 1 1,0-1-1,1 1 1,-1 0 0,0-1-1,0 1 1,0 5-69,1 4 53,1 1 0,0-1 0,1 0 1,0 0-1,0 0 0,8 17 0,31 54 21,-6-13 2,-19-28-7,-1 0 1,-2 1-1,10 50 0,-18-62 4,-1 0-1,-1 0 0,-2 1 1,0-1-1,-7 49 0,6-73 1,-1-1 0,1 1 0,-1 0 0,-1-1 0,1 1 0,0 0 0,-1-1 0,0 0-1,0 1 1,0-1 0,0 0 0,0 0 0,-1 0 0,1 0 0,-1-1 0,0 1 0,1-1 0,-1 1 0,-4 1-1,1-1 47,0 0-1,0-1 1,0 1-1,0-2 1,-1 1-1,1 0 0,0-1 1,-1-1-1,1 1 1,-9-1-1,26-7 26,34-12-512,61-16-1,-62 23-52,-1-3 0,61-29 0,-64 20 472,-1-1 1,-2-2-1,0-1 1,-2-3-1,-2 0 1,0-2-1,-2-2 1,-2 0-1,-1-2 1,38-68-1,-58 91 48,0-1 0,-1-1 0,-1 1 0,0-1 0,-1 0-1,-1 0 1,0-1 0,-1 1 0,-1-1 0,0-28 0,-2 43-16,0 0 0,0 0 0,0 0 0,0 0 0,-1 0 0,1 0 0,-1-1 0,1 1 0,-1 0 0,0 1 0,0-1 0,0 0 0,0 0 0,0 0 0,0 0 0,0 1 0,-1-1-1,1 1 1,0-1 0,-1 1 0,0-1 0,1 1 0,-1 0 0,0 0 0,1 0 0,-1 0 0,0 0 0,0 0 0,0 0 0,0 1 0,0-1 0,-4 0 0,-4 0 50,0 0 0,0 0-1,0 1 1,1 1-1,-1 0 1,-14 3 0,9-1 35,0 2-1,1 0 1,-1 0 0,1 1 0,0 1 0,0 1 0,1 0-1,0 0 1,1 1 0,0 1 0,0 0 0,1 1-1,-15 18 1,8-7 122,1 0-1,1 2 1,0 0-1,2 1 1,1 1-1,-14 38 0,20-43-45,0 1 0,1 1 0,1-1 0,2 1 0,0 0 0,0 35 1,3-47-116,1 0 1,1 0 0,-1 0 0,2 0 0,-1 0-1,1 0 1,1-1 0,0 1 0,1-1 0,0 0 0,0 0-1,1-1 1,0 0 0,1 0 0,9 10 0,0-4-32,0-2 0,1 0 1,0-1-1,1 0 1,1-1-1,0-2 0,0 0 1,0 0-1,27 6 0,7-1-59,0-1 0,79 6-1,54-7-1126,-11-11-2554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6.3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 3570,'0'0'8067,"-9"0"-7987,104 0-80,9 0-32,-6 0-1424,-24 0-3411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6.6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4930,'0'0'5955,"169"0"-5635,-83 0-320,-12 0-32,-11 0-1553,-16 15-3329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4:56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3794,'0'0'3457,"181"0"-2496,-104 0-513,16 0-448,8 0-16,3 0-3938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5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444 169 2241,'0'0'2684,"1"-15"-2436,1 0-85,3-73 1691,-5 87-1823,-1-1 0,1 1 0,0 0 0,-1-1 0,0 1 0,1 0 0,-1-1 0,0 1 0,1 0 0,-1 0 0,0 0 0,0 0 0,0 0 0,0 0 0,0 0 0,0 0 0,0 0 0,-1 0 0,1 0 0,0 1 0,0-1 0,-1 1 0,1-1 0,0 1 0,-1-1 0,1 1 0,-1-1 0,1 1 0,-1 0 0,-1 0 0,-9-2-45,1 1 1,-21 0-1,26 2 62,-10-2-46,3 1 6,0 0 1,1 0-1,-1 1 1,0 0-1,1 1 1,-1 1-1,1 0 0,-14 5 1,11-2 3,0 2 1,0-1-1,1 2 0,0 0 1,1 0-1,0 2 1,0-1-1,1 1 0,-13 17 1,17-18-3,1 0 1,0 1 0,0-1-1,1 1 1,1 1-1,0-1 1,0 1-1,2 0 1,-1 0 0,1 0-1,1 0 1,-1 19-1,3-15 4,0 1 0,0-1 0,2 0 0,4 20-1,-4-28-5,1 1-1,0-1 0,0 1 0,1-1 1,1 0-1,-1 0 0,1-1 0,1 0 0,7 10 1,0-4 2,1 1 0,1-1 0,0-1 0,1-1 0,0 0 0,1-1 0,0 0 0,0-2 0,1 0 0,1 0 0,-1-2 1,1 0-1,0-1 0,1-1 0,-1-1 0,1 0 0,24-1 0,-8-1 14,41-3-1,-63 0-17,-1 0-1,1 0 1,-1-1-1,0-1 1,0 0-1,14-7 0,-14 5 3,-1 0-1,1-1 0,-2-1 0,1 0 0,-1 0 0,0-1 0,-1-1 0,0 1 1,-1-2-1,0 1 0,-1-1 0,0 0 0,7-13 0,-8 9-2,0-1 0,-2 0 0,1 0-1,-2 0 1,0 0 0,-1-1-1,-1 1 1,-1-1 0,0 0 0,-3-18-1,1 22-7,-1 1 0,0-1 0,-1 1 0,-1 0 0,0 0-1,0 0 1,-2 0 0,1 1 0,-2-1 0,-13-17-1,10 15 5,-1 1-1,-1 0 1,0 1-1,-1 1 0,-1 0 1,0 0-1,-24-14 0,30 22-14,0-1-1,0 1 1,0 0-1,0 0 1,0 1-1,-1 0 1,1 0-1,-1 1 0,1 0 1,-16 1-1,23 0-60,-1 0-1,1 0 0,-1 0 0,1 0 1,-1 0-1,1 0 0,0 1 0,-1-1 0,1 1 1,-1-1-1,1 1 0,0-1 0,-1 1 1,1 0-1,0 0 0,0-1 0,-1 1 1,1 0-1,0 0 0,0 0 0,0 0 0,0 1 1,0-1-1,1 0 0,-1 0 0,0 0 1,0 1-1,1-1 0,-1 2 0,-6 16-2050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6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332 104 3842,'0'0'3930,"-17"-17"-3514,-58-50-323,73 65-93,0 0 0,0 0 0,-1 1 1,1-1-1,0 1 0,-1 0 0,0-1 0,1 1 0,-1 0 0,0 0 0,0 1 1,1-1-1,-1 1 0,0-1 0,0 1 0,0 0 0,0 0 0,0 0 0,0 0 1,1 0-1,-1 1 0,0-1 0,0 1 0,0 0 0,0 0 0,1 0 0,-1 0 1,1 0-1,-4 2 0,4-2-1,-6 4-4,-1 0 1,1 0 0,0 1-1,1 0 1,0 1 0,0-1-1,0 1 1,1 1-1,0-1 1,-8 13 0,4-4 5,1 1 1,1-1 0,0 2-1,-8 27 1,11-19 28,0-1 0,2 1 0,1 0 1,1 0-1,5 48 0,-3-66-26,0 0 1,1 0-1,1 0 0,-1 0 0,1 0 0,1-1 1,-1 1-1,1-1 0,1 0 0,-1 0 1,1 0-1,1-1 0,-1 1 0,1-1 0,0 0 1,1-1-1,0 0 0,8 6 0,-3-4 3,1 0 0,-1 0 0,2-1-1,-1-1 1,1 0 0,0 0 0,0-2 0,0 0-1,0 0 1,17 0 0,-6-1 11,0-1 1,0-1-1,0-1 1,0-1-1,32-8 1,-46 8-12,0-2 1,0 1-1,-1-1 0,1-1 0,-1 0 1,0 0-1,-1-1 0,1 0 1,-1-1-1,0 0 0,-1 0 1,0-1-1,13-14 0,-12 10 4,-1-1-1,0 0 0,-1 0 1,0 0-1,-2-1 1,1 0-1,-2 0 0,6-24 1,-7 18-3,-1 0 1,0 0-1,-1-1 1,-2 1-1,-4-35 0,3 45-4,-1 0 0,0 1-1,0 0 1,-1-1 0,0 1 0,0 0-1,-1 1 1,-1-1 0,1 1-1,-1 0 1,-1 0 0,0 1-1,0 0 1,0 0 0,-1 0-1,0 1 1,-15-9 0,12 9-15,-1 0 0,0 0 0,0 1 0,0 1 0,-1 0 0,0 0 0,0 2 0,0-1 0,0 1 0,0 1-1,0 0 1,0 1 0,-20 2 0,29-1-124,0 0 0,-1 0 0,1 0 0,0 0 0,0 0-1,0 1 1,0 0 0,0 0 0,0 0 0,1 0-1,-1 1 1,1-1 0,-1 1 0,-4 5 0,-11 10-4686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384 121 1729,'0'0'2692,"-2"-14"-2071,-8-44-207,9 56-369,1 0 1,0 0-1,-1 0 0,0 0 1,1 0-1,-1 1 0,0-1 1,0 0-1,0 0 1,0 0-1,0 1 0,-1-1 1,1 0-1,0 1 1,-1-1-1,1 1 0,-1 0 1,0-1-1,0 1 0,1 0 1,-4-2-1,1 2 12,0 0 0,-1 0 0,1 1 0,0-1 0,0 1 0,0 0 0,-8 1-1,0-1-36,-3 0 18,0 0 0,-1 1 1,-17 4-1,26-3-30,0 0 0,-1 0 0,1 1 1,0 0-1,1 0 0,-1 1 0,0-1 0,-8 8 0,2-1 24,1 0-1,1 0 0,0 1 0,1 1 1,0 0-1,0 0 0,2 0 1,-1 1-1,2 1 0,0-1 1,1 1-1,0 0 0,1 1 1,-6 25-1,9-26-19,1 0 1,0 0 0,0 0-1,2 0 1,0 0 0,0 0-1,2 0 1,0 0 0,0-1-1,1 1 1,1-1-1,1 0 1,0 0 0,0 0-1,1-1 1,1 0 0,0 0-1,16 16 1,-7-10 0,2 0 1,0-1-1,1-1 1,1-1-1,0-1 1,1-1-1,1 0 1,0-2-1,0 0 1,1-2-1,1 0 1,0-2-1,0-1 1,1 0-1,-1-2 0,1-1 1,0 0-1,0-2 1,32-3-1,-48 2-6,1-1-1,-1 0 0,0-1 0,1 0 0,-1-1 0,0 0 0,-1 0 0,1-1 1,-1 0-1,1-1 0,-1 0 0,-1 0 0,1-1 0,-1 0 0,0 0 0,0-1 1,-1 0-1,0 0 0,0-1 0,-1 0 0,0 0 0,0 0 0,-1-1 0,0 0 1,-1 0-1,4-11 0,-2 3 5,-1 0 0,-1 0-1,-1 0 1,0 0 0,-1 0 0,-1-1 0,-1 1 0,-1 0 0,0-1 0,-1 1 0,-7-25 0,0 19-12,-2 1 0,0-1 0,-1 2 0,-2-1 1,0 2-1,-1 0 0,-1 0 0,-1 2 0,-33-29 1,39 37-7,-1 0 1,0 1 0,-1 1 0,0 0 0,0 0 0,0 1 0,-1 1 0,0 0 0,-1 1 0,1 0 0,-1 1 0,0 1 0,0 0 0,-27-2 0,41 5-7,0 0 1,-1 0-1,1 0 1,0 1-1,0-1 1,-1 0-1,1 0 1,0 1-1,0-1 1,0 0-1,-1 1 1,1-1-1,0 1 1,0 0-1,0-1 1,0 1-1,0 0 1,0 0-1,0-1 1,0 1-1,0 0 1,1 0-1,-1 0 0,0 0 1,1 0-1,-1 0 1,0 0-1,1 0 1,-1 2-1,0-1-114,1 1-1,-1 0 1,1-1-1,0 1 1,0-1-1,0 1 1,0 0-1,1-1 1,-1 1-1,1-1 0,-1 1 1,1-1-1,2 5 1,0-2-419,0 0 0,1 0 0,-1 0 0,8 7 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45 166 3858,'0'0'2977,"-34"-144"-1760,29 125-209,0 16 257,5 28-1265,0 37-112,0 29 112,0 18 16,0 9 16,10-2-16,18-10 0,6-12-16,8-27-1201,-9-38-4593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8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478 146 2721,'0'0'2145,"-11"-23"-1211,-3-7-519,-21-33 0,34 61-392,-1 0 1,0 0-1,1 0 1,-1 0-1,0 0 0,0 0 1,0 0-1,0 1 1,0-1-1,-1 1 1,1-1-1,0 1 1,-1 0-1,1 0 1,-1 0-1,1 0 1,-1 0-1,0 1 1,1-1-1,-1 1 0,0-1 1,1 1-1,-1 0 1,0 0-1,0 0 1,1 1-1,-1-1 1,-2 1-1,-9 0 28,6 0-41,-1 1 1,0-1 0,1 1 0,0 1-1,-1 0 1,1 0 0,0 0 0,0 1-1,1 0 1,-1 1 0,1-1-1,0 1 1,0 1 0,-9 8 0,-4 6-1,1 0 1,1 1-1,-19 30 0,21-27 26,2 0 0,0 0 1,2 1-1,1 1 0,1 0 0,1 0 0,2 1 0,1 0 0,1 0 0,1 1 0,0 38 0,4-53-21,0-1 0,1 1 0,0-1 0,1 1-1,1-1 1,0 0 0,7 18 0,-6-22-7,0 0 0,1 0 0,0-1 1,0 0-1,0 0 0,1 0 0,0 0 0,1-1 0,0 0 0,0 0 0,9 5 0,-5-4 3,0 0 1,1-1-1,-1-1 0,1 0 1,1 0-1,-1-1 0,24 4 1,-13-4 8,1-2 0,0 0 0,33-3 0,-41 0-12,0-1 1,0 0-1,-1-1 1,1-1-1,-1 0 1,0-1 0,0-1-1,-1 0 1,1-1-1,-1 0 1,-1-1-1,0-1 1,0 0 0,0-1-1,-2 0 1,1 0-1,-1-1 1,-1-1-1,0 0 1,-1 0 0,0-1-1,-1 0 1,0 0-1,-1-1 1,-1 0-1,0 0 1,6-27 0,-8 24-3,-1 0 0,0-1 0,-2 0 0,0 1 0,-1-1 0,-1 0 0,-1 1 0,-1-1 0,0 1 1,-1-1-1,-1 1 0,-1 0 0,-15-31 0,10 29-16,-2 0 0,0 0 0,-2 1 0,0 1 0,0 0 0,-28-22 0,33 31 2,-1 0 1,1 1-1,-2 0 1,1 0-1,-1 1 1,0 1-1,-1 0 1,1 0-1,-1 1 1,0 1-1,0 0 0,-24-2 1,35 5 3,-1-1 0,0 1 0,1 0-1,-1 0 1,0 0 0,0 1 0,1-1 0,-1 0 0,0 1 0,1 0 0,-1 0-1,1-1 1,-1 2 0,1-1 0,0 0 0,-1 0 0,1 1 0,0-1 0,0 1-1,0-1 1,0 1 0,-2 2 0,1 0-43,1 0 0,0 1 0,0-1 0,1 0 0,-1 1 1,1 0-1,0-1 0,0 1 0,1-1 0,-1 10 0,1-6-284,0 0 0,0-1 1,1 1-1,2 12 0,0-11-400,0 0-1,1-1 1,7 13 0,-11-20 630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65 205 3474,'0'0'1366,"0"7"-884,0 21-193,0-21 876,0-12 287,-1-4-1367,1-1 1,0 1-1,1-1 0,0 1 1,1-1-1,0 1 0,0 0 1,1 0-1,1 0 0,-1 0 1,1 0-1,1 1 1,0-1-1,0 1 0,1 0 1,8-9-1,-5 9-92,0 0 0,0 1 0,1-1 0,0 2 0,1 0-1,-1 0 1,1 1 0,0 0 0,1 0 0,-1 2 0,1-1 0,0 1 0,0 1 0,0 0-1,0 0 1,0 2 0,13-1 0,-22 1 4,1 0-1,0 0 1,-1 1-1,1-1 1,-1 1 0,1 0-1,-1 0 1,1 0-1,-1 0 1,0 0 0,1 1-1,-1-1 1,0 1-1,0 0 1,0 0-1,0 0 1,-1 0 0,1 1-1,-1-1 1,1 1-1,-1-1 1,0 1 0,0 0-1,0 0 1,0 0-1,-1 0 1,1 0 0,1 6-1,1 5-12,0 0 0,-2 1 0,0-1 0,0 1 0,-2 23 0,0-21 17,-1-1-1,-1 0 0,-1 0 1,0 0-1,-1-1 0,-1 1 1,-1-1-1,0 0 0,-1 0 1,-1 0-1,0-1 1,-1 0-1,0-1 0,-18 20 1,7-12 17,-1 0 0,0-1 1,-1-1-1,-1-1 1,-1-1-1,-1-2 0,-1 0 1,0-1-1,-41 16 1,61-28 45,1 0 0,-1 0 0,0 0 0,1-1 0,-1 0 0,0 0 0,-9 0 0,163-12 201,-72 3-253,487-8 39,-505 16-51,-26 0-7,-21-1-5,0 1-1,1 0 1,-1 0-1,0 1 1,0 0-1,1 1 1,20 7-1,-31-9-8,0 1 0,1 0 0,-1-1 0,0 1 0,1 0 0,-1 0 0,0 0 0,0 0 0,0 0 0,0 0 0,0 0 0,0 0-1,1 2 1,-2-2-6,0-1 0,0 1 0,1 0-1,-1-1 1,0 1 0,0-1 0,0 1-1,0 0 1,0-1 0,0 1 0,0-1-1,0 1 1,0 0 0,0-1-1,0 1 1,-1-1 0,1 1 0,0 0-1,0-1 1,-1 1 0,1-1 0,0 1-1,-1-1 1,1 1 0,0-1 0,-1 1-1,1-1 1,-1 1 0,1-1 0,-1 0-1,1 1 1,-1-1 0,0 1-1,-5 2-244,0-1-1,0 1 0,-1-1 0,1 0 0,0-1 0,-9 2 0,-70 6-2328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 49 3169,'0'0'2151,"-30"-11"-1383,10 2-691,-1 2 1,-1 0-1,-41-8 1,59 15-74,1 0 0,-1 0 1,1 0-1,0 1 1,-1-1-1,1 1 1,-1 0-1,1-1 1,0 1-1,0 1 1,-1-1-1,1 0 0,0 1 1,0 0-1,0-1 1,1 1-1,-1 0 1,0 1-1,1-1 1,-1 0-1,1 1 0,0-1 1,-3 5-1,-10 13 31,1 0 0,0 0-1,2 1 1,1 1 0,0 0-1,2 1 1,1 0 0,-8 33-1,9-20 55,1 1 0,2-1-1,1 1 1,6 72-1,-1-96-76,0 1-1,0 0 1,2-1-1,-1 0 1,2 0-1,0 0 1,1 0 0,0-1-1,1 1 1,16 20-1,-17-25-3,1 0 0,1 0 0,-1-1 0,1 0 0,1-1 0,-1 0 0,1 0-1,0-1 1,1 1 0,-1-2 0,1 0 0,0 0 0,0 0 0,0-1 0,17 2 0,-12-2 6,1-2 1,-1 0-1,1 0 1,0-1 0,0-1-1,23-4 1,-28 2-6,-1 1 1,1-2-1,-1 1 1,1-1-1,-1-1 1,0 0 0,-1 0-1,1-1 1,16-13-1,-11 6 2,-1-1 1,0-1-1,-1 0 0,-1-1 0,0 0 0,-1-1 0,-1 0 0,-1 0 1,-1-1-1,10-30 0,-11 25-1,-1-1 0,-1 1 0,-2-1 0,0 0 0,-2 0 0,0-1 0,-2 1 1,-5-30-1,4 43-12,-1 1 0,0-1 0,-1 1 0,0 0 0,0 0 0,-1 0 0,-1 0 0,0 1 0,0 0 0,-1 0 0,0 1 0,-1-1 0,0 1 0,0 1 0,-1 0 0,-9-7 0,8 7-2,-1 1 1,1 0-1,-1 0 0,0 1 0,-1 1 0,1 0 1,-1 0-1,0 1 0,0 0 0,0 1 0,-1 0 0,1 1 1,0 1-1,-20 0 0,28 1-16,0-1 1,0 0-1,0 1 1,0 0-1,0 0 1,0 0-1,0 0 0,1 0 1,-1 1-1,1 0 1,-1-1-1,1 1 1,-1 1-1,1-1 0,0 0 1,0 1-1,0-1 1,1 1-1,-1 0 1,1 0-1,-1 0 1,1 0-1,0 1 0,0-1 1,0 0-1,1 1 1,-1-1-1,1 1 1,0 0-1,0-1 0,0 1 1,1 0-1,-1 0 1,1-1-1,0 1 1,0 0-1,1 0 0,0 5 1,10 30-2281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0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109 209 3570,'0'0'1803,"-16"11"-1565,-48 31-126,39-28 538,25-14-615,-1 0 1,1 0-1,0-1 0,0 1 0,0 0 0,-1 0 0,1 0 0,0-1 0,0 1 0,0 0 0,0 0 0,-1 0 0,1-1 0,0 1 1,0 0-1,0 0 0,0 0 0,0-1 0,0 1 0,0 0 0,0 0 0,0-1 0,0 1 0,0 0 0,0 0 0,0-1 0,0 1 0,0 0 1,0 0-1,0-1 0,0 1 0,0 0 0,0 0 0,0 0 0,0-1 0,1 1 0,-1 0 0,0-1 0,1-8 142,0-2-142,0 1 0,1-1 0,0 0-1,1 0 1,1 1 0,-1-1 0,2 1-1,-1 0 1,1 0 0,1 1 0,0 0 0,1-1-1,0 2 1,0-1 0,1 1 0,0 0-1,0 1 1,14-10 0,-12 9-48,1 0-1,1 1 1,-1 1-1,1 0 1,0 0-1,0 1 1,1 0-1,0 1 1,0 1 0,0 0-1,0 1 1,0 0-1,1 0 1,-1 2-1,26 1 1,-35-1 9,0 1 0,1 0-1,-1 0 1,0 1 0,0-1 0,0 1 0,-1 0 0,1 0-1,0 0 1,-1 0 0,1 1 0,-1-1 0,0 1 0,0 0 0,0 0-1,0 0 1,0 0 0,-1 1 0,0-1 0,1 1 0,-1-1 0,-1 1-1,1 0 1,2 6 0,0 5-16,0 0 0,-1 0 0,-1 1 0,0-1 0,-1 19 0,0-10 15,-6 46 1,3-61 8,1 0 1,-2-1-1,1 1 0,-2 0 0,1-1 0,-1 0 1,0 0-1,-6 8 0,5-7 17,-1-1 0,0 0-1,-1 0 1,1-1 0,-2 1 0,1-1-1,-1-1 1,-12 9 0,20-15 0,-1 1 0,1-1-1,0 0 1,-1 0 0,1 1 0,0-1 0,-1 0 0,1 0 0,0 0-1,-1 1 1,1-1 0,-1 0 0,1 0 0,0 0 0,-1 0 0,1 0-1,-1 0 1,1 0 0,0 0 0,-1 0 0,1 0 0,-1 0 0,1 0-1,0 0 1,-1 0 0,1 0 0,-1 0 0,1-1 0,-1 1-1,0-11 502,11-14-237,-4 18-279,1-1-1,-1 2 0,1-1 0,0 1 1,1 0-1,0 0 0,10-5 0,-3 2-14,0 1 0,1 1 0,21-7 0,-26 10-3,1 1 0,-1 0-1,1 0 1,17-1 0,-26 4 6,0 0-1,1 0 0,-1 0 1,0 0-1,0 1 0,0-1 1,0 1-1,0-1 0,0 1 1,0 0-1,0 0 0,0 1 1,0-1-1,0 1 1,0-1-1,-1 1 0,1 0 1,-1 0-1,1 0 0,-1 0 1,0 0-1,3 4 0,1 3-3,-1 1-1,-1 0 1,1 0 0,-2 0-1,1 0 1,-1 0-1,-1 0 1,2 20-1,-2-6-3,-1 1 0,-5 46 0,0-49 18,-1-1 0,-1 0 0,0-1 0,-2 1 0,-1-1 0,0-1 0,-2 1 0,0-2 0,-1 1 0,-1-1-1,-1-1 1,0-1 0,-1 0 0,-1 0 0,-1-2 0,-29 21 0,37-28 2,-1-1 0,1 0 1,-1-1-1,0 0 0,0-1 0,-1 0 0,1 0 0,-1-1 1,0 0-1,0-1 0,0 0 0,0-1 0,-1 0 0,1-1 1,-13 0-1,22-1 1,0 1 0,-1 0-1,1-1 1,0 1 0,0-1 0,0 1 0,-1-1 0,1 0 0,0 0 0,0 0 0,0 0 0,0-1 0,1 1-1,-1 0 1,0-1 0,0 1 0,1-1 0,-1 1 0,-1-4 0,1 2 9,0-1 1,0 0-1,1 1 1,-1-1-1,1 0 1,0 0-1,0 0 1,0 1-1,1-1 1,-1-6-1,1 1 0,1 0-1,0 0 0,0 0 0,0 1 1,1-1-1,1 0 0,0 0 0,0 1 1,7-14-1,-4 14-20,0-1-1,1 1 1,0 1 0,0-1-1,1 1 1,0 0 0,0 1 0,0 0-1,1 0 1,15-7 0,-16 9-3,0 0 0,1 0 1,-1 1-1,1 0 1,0 1-1,0 0 0,0 1 1,0-1-1,0 1 0,0 1 1,1 0-1,13 1 1,-20 0 3,0-1 1,-1 1-1,1-1 0,0 1 1,-1 0-1,1 0 1,-1 0-1,1 0 1,-1 1-1,0-1 1,1 1-1,-1-1 1,0 1-1,0 0 1,0-1-1,0 1 1,-1 0-1,1 0 1,0 1-1,-1-1 1,0 0-1,1 0 1,-1 1-1,1 3 1,1 3-15,-1 0 0,-1 0 0,0 0 0,0 0 1,-1 14-1,0-18-102,0 0 0,0 0 0,0 1 0,-1-1 0,0 0 0,0 0 0,0 0 0,0 0 0,-1 0 0,0 0 1,0 0-1,-1-1 0,1 1 0,-1-1 0,0 1 0,-1-1 0,1 0 0,-1 0 0,1 0 0,-1-1 0,-6 5 0,-54 33-4154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437 38 4578,'0'0'779,"-23"-6"206,-78-21-508,93 26-421,0-1 0,0 1 0,0 1 0,0-1 0,-1 1 0,1 1 0,0-1 0,0 2 0,0-1 0,0 1 0,0 0 0,1 0 0,-1 1 0,1 0 0,-1 0 0,1 1 0,0-1 0,0 2 0,1-1 0,-1 1 0,1 0 0,0 0 0,0 1 1,-6 7-1,-2 5 38,1 0 1,1 1-1,0 1 1,2 0-1,0 0 1,-10 33-1,12-28-45,2 1 0,0 0 0,2 0 0,0 0 0,2 42 0,2-55-24,0 0 0,1 0-1,1 0 1,5 22 0,-5-28-17,1-1-1,0 1 1,1 0 0,-1-1-1,1 0 1,0 0-1,1 0 1,-1-1 0,1 1-1,7 5 1,-3-4 1,0 1 0,1-1 0,0 0 0,0-1 1,1-1-1,0 1 0,0-1 0,0-1 0,23 6 0,-13-5 8,1-2-1,0 0 1,0-2-1,37-1 0,-43-1 1,1 0-1,-1-2 1,0 0-1,0 0 1,-1-2-1,1 0 1,-1 0-1,0-1 1,-1-1-1,1-1 1,-1 0-1,19-14 1,-22 13-10,-1 1 0,0-2 0,0 0 0,-1 0 0,0 0 0,-1-1 0,-1 0 0,1-1 0,-2 1 0,0-1 0,0-1 0,-1 1 0,-1-1 0,5-23 1,-6 19 5,-1-1 0,0 1 0,-2-1 0,0 1 0,-3-20 0,1 27-11,0 1-1,0-1 1,-1 1-1,0 0 1,-1-1 0,0 2-1,-1-1 1,0 0-1,0 1 1,-10-12 0,2 5-4,-1 0 0,-1 2 0,-1-1 1,0 2-1,-22-14 0,26 19-2,1 1-1,-1 0 1,1 1-1,-1 0 0,-1 1 1,1 0-1,-1 1 1,0 0-1,-19-1 1,29 4-4,0-1 1,0 1 0,0 0-1,0 1 1,0-1 0,0 0-1,0 1 1,0-1 0,0 1-1,0 0 1,0 0 0,1 0-1,-1 1 1,-3 1 0,5-2-30,0 0 1,0 0 0,0 0-1,0 0 1,1 0 0,-1 1-1,0-1 1,1 0 0,-1 1-1,0-1 1,1 0 0,0 1-1,-1-1 1,1 1 0,0-1-1,0 0 1,0 1 0,0-1 0,0 1-1,0-1 1,0 1 0,1-1-1,-1 0 1,0 1 0,1-1-1,-1 0 1,1 1 0,1 1-1,-1 0-182,1-1 0,-1 1-1,1-1 1,0 1 0,-1-1-1,1 0 1,0 0 0,0 0-1,1 0 1,-1 0 0,0 0-1,1 0 1,3 1 0,9 4-2086,33 12-1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3570,'0'0'4172,"1"8"-4052,1 17-119,1 0 1,2 0-1,1 0 0,17 45 0,-17-55 8,0-1-1,1-1 1,0 1 0,1-1-1,1 0 1,0-1 0,1 1 0,0-2-1,1 0 1,12 11 0,-15-17-3,0-1 0,-1 0 0,1 0 0,1 0 1,-1-1-1,1 0 0,-1 0 0,1-1 0,0-1 1,14 2-1,-2-1 25,-1-2 1,1 0 0,31-5-1,-36 3-17,0-2-1,0 0 0,0-1 0,0 0 0,-1-2 1,0 1-1,0-2 0,-1 0 0,20-14 0,-25 16 2,-1-1 0,1 0-1,-1 0 1,0-1 0,-1 0-1,0 0 1,0-1 0,-1 1-1,0-2 1,-1 1 0,0 0 0,-1-1-1,0 0 1,6-20 0,-7 12 114,-1-1 1,0 1-1,-2-24 1,0 37-16,0-1 1,-1 1-1,0 0 0,0-1 1,0 1-1,-1 0 0,0 0 1,0 0-1,0 0 0,0 0 1,-1 0-1,0 1 0,0-1 1,0 1-1,-7-6 0,10 9-103,0 1-1,0-1 1,-1 1 0,1 0-1,0-1 1,-1 1-1,1 0 1,0-1-1,-1 1 1,1 0 0,0-1-1,-1 1 1,1 0-1,-1 0 1,1-1-1,-1 1 1,1 0 0,-1 0-1,1 0 1,-1 0-1,1 0 1,-1 0-1,1 0 1,-1 0 0,1 0-1,-1 0 1,1 0-1,-1 0 1,1 0-1,-1 0 1,1 0 0,-1 0-1,1 0 1,0 1-1,-1-1 1,1 0-1,-1 0 1,1 1 0,-1-1-1,1 0 1,0 1-1,-1-1 1,1 0-1,0 1 1,-1-1 0,1 0-1,0 1 1,0-1-1,-1 1 1,1 0-1,-7 28-77,6-22 102,-9 73 62,3 140-1,8-179-46,-2-17-31,2 0 0,2 0 0,0 0 0,1-1 1,13 39-1,42 90-1711,-39-108-4193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 75 3137,'0'0'2911,"-22"-16"-2057,11 6-721,3 4-63,1-1 0,-2 1 0,1 1 0,-1-1 0,-18-7-1,24 12-53,0 0 0,0 0 0,0 0 0,0 1 0,0-1 0,0 1 0,0-1 0,0 1 0,0 0-1,0 0 1,0 1 0,0-1 0,0 1 0,0-1 0,0 1 0,0 0 0,0 0 0,0 0 0,1 0 0,-1 1-1,0-1 1,1 1 0,-1-1 0,1 1 0,-1 0 0,1 0 0,0 0 0,-3 4 0,-8 8 49,1 2 0,1-1 0,0 1 0,2 1 0,-1-1 0,2 2 1,-11 32-1,12-23 3,0 0 0,3 1 0,0 0 0,0 46 0,4-58-45,1 0 0,0-1-1,1 1 1,0-1 0,1 0-1,1 1 1,1-1 0,0-1-1,1 1 1,1-1 0,0 0-1,1 0 1,1-1 0,0 0 0,1 0-1,0-1 1,13 11 0,-10-11-14,0-1 0,1 0 1,1-1-1,-1-1 0,2 0 1,-1-1-1,1 0 0,1-1 1,-1-1-1,1-1 0,0 0 1,1-1-1,-1-1 0,1 0 1,-1-1-1,1-1 0,0-1 1,0 0-1,28-4 0,-37 2-1,0 0-1,0 0 0,0-1 1,-1 0-1,1-1 0,-1 1 1,0-2-1,0 1 1,0-1-1,-1 0 0,0 0 1,0-1-1,0 0 0,-1 0 1,0-1-1,0 1 0,0-1 1,-1-1-1,0 1 1,-1-1-1,0 1 0,6-16 1,-2-2 5,0 0 0,-2 0 0,-1 0 0,-2-1 0,0 0 1,-1-37-1,-2 47-11,0 1 0,-2-1 0,1 1 0,-2-1 0,0 1 0,-1 0 0,-1 0 0,0 0 0,-1 1 0,-1-1 0,0 1 0,-1 1 0,0-1 0,-1 1 0,-1 1 0,-18-19 0,18 21-6,-1 0-1,0 1 1,-1 0-1,0 1 1,0 0-1,-1 1 1,0 0-1,0 1 1,-1 0-1,0 1 1,0 1-1,0 0 0,0 1 1,-1 0-1,0 1 1,1 0-1,-1 2 1,0-1-1,-23 4 1,36-3-14,1 0 1,-1 0 0,0 0-1,1 0 1,-1 1 0,0-1 0,1 0-1,-1 1 1,1 0 0,-1-1-1,1 1 1,-1 0 0,1 0-1,0-1 1,-1 1 0,1 0-1,0 0 1,0 1 0,0-1 0,0 0-1,0 0 1,0 0 0,0 1-1,0-1 1,0 0 0,1 1-1,-1-1 1,0 1 0,1-1-1,-1 1 1,1-1 0,0 1-1,0-1 1,-1 1 0,1-1 0,0 1-1,0 0 1,1-1 0,-1 1-1,0-1 1,0 1 0,1 1-1,10 26-2684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 4066,'0'0'4882,"267"-40"-4818,-117 38-64,-15 2-304,-28 0-2529,-45 0-241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0 1953,'0'0'4314,"-7"14"-4237,1-3-63,1 0 0,0 0 0,1 1 0,0 0 0,1 0-1,0 0 1,1 0 0,1 1 0,-1 17 0,3 349 984,-1-379-997,0-26 166,6-47 0,-5 64-163,1 0 0,1 0 0,0 0 0,0 0 0,0 1 0,2 0 1,-1 0-1,1 0 0,7-10 0,-5 10-7,0 1 0,0-1 0,0 2 0,1-1-1,0 1 1,1 0 0,0 1 0,-1 0 0,2 0 0,-1 1 0,14-5 0,-6 4-12,0 1 0,0 0 0,0 2 0,1 0 0,-1 0 0,20 2 1,-28 0 6,-1 1 0,1-1 1,-1 2-1,1-1 0,-1 1 1,0 0-1,0 1 1,1 0-1,-2 0 0,1 0 1,13 9-1,-13-6 0,-1 0 0,1 0 0,-2 1-1,1 0 1,-1 0 0,0 0 0,0 1 0,-1 0-1,0 0 1,6 15 0,-3-4-8,-2 0-1,0 0 1,-2 1 0,0 0 0,2 30-1,-5-20 8,-1 0-1,-1 0 1,-6 33-1,4-49 15,-1 0 0,-1 0 0,0 0 0,-1-1 0,0 0 0,-1 0 0,-1 0 0,0-1 0,-1 0 0,0 0 0,-1-1 0,-1 0 0,0-1 0,0 0 0,-17 11-1,16-13 33,1 0 0,-1-1-1,-1 0 1,1-1-1,-1-1 1,0 0 0,0 0-1,-1-1 1,1-1-1,-1 0 1,0-1 0,0 0-1,0-1 1,0 0 0,0-2-1,-26-2 1,36 2-17,1 0 0,-1 0 1,1 0-1,-1-1 0,1 0 1,0 1-1,-1-1 0,1 0 0,0 0 1,0-1-1,1 1 0,-1-1 1,0 1-1,1-1 0,-1 0 1,1 0-1,0 0 0,0 0 1,0 0-1,1 0 0,-1-1 0,1 1 1,0 0-1,0-1 0,0 1 1,-1-8-1,1 4 7,0 0 0,1 0 0,0 0 1,0 0-1,1 0 0,0 0 0,0 0 0,0 0 0,1 1 1,0-1-1,1 0 0,-1 1 0,6-9 0,-3 8-28,1 0 0,1 0-1,0 1 1,0-1 0,0 1 0,0 1 0,1-1-1,0 1 1,0 1 0,1-1 0,-1 2-1,1-1 1,0 1 0,0 0 0,0 0 0,1 1-1,-1 1 1,1-1 0,-1 1 0,1 1-1,-1 0 1,1 0 0,13 2 0,-19 0 0,0-1 0,0 1-1,0-1 1,0 1 0,-1 0 0,1 1 0,-1-1 0,0 0 0,1 1-1,-1 0 1,0 0 0,-1 0 0,1 0 0,0 0 0,-1 0 0,0 1-1,0-1 1,0 1 0,3 6 0,-3-3-199,1-1-1,-1 0 1,-1 1-1,1 0 1,-1-1-1,-1 1 1,1 0-1,-1 0 1,0-1 0,-2 11-1,-6 1-4345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554 23 704,'0'0'2132,"-30"-4"-859,-99-13-356,115 16-787,1 0 0,0 1 1,0 0-1,0 1 0,-1 1 0,1 0 0,0 0 0,0 1 0,1 1 0,-1 0 0,1 1 0,0 0 0,0 0 1,0 1-1,1 1 0,0 0 0,1 0 0,-1 1 0,1 1 0,-13 14 0,9-7-33,1 1 0,0 0 0,2 1 0,0 1 0,1-1 0,1 2 0,1-1 0,1 1 0,1 0 0,-7 39 0,8-29-18,2 1 0,0-1 1,3 1-1,0 0 0,6 35 0,-3-51-62,0 0 0,1 0 0,1 0 0,0-1 0,1 1 0,0-1 0,2-1 0,-1 1 0,2-1 0,0-1 1,0 1-1,15 13 0,-13-16-9,0 0 1,0-1-1,1 0 0,1-1 1,0 0-1,0 0 1,0-1-1,28 9 0,-23-11 5,1 0-1,-1-1 1,1-1-1,0-1 1,1-1-1,29-1 0,-35 0-4,0-2-1,0 1 0,0-2 0,0 0 1,0 0-1,0-1 0,-1-1 0,0 0 1,0-1-1,0 0 0,-1-1 0,0 0 1,0-1-1,-1 0 0,0-1 0,-1 0 1,0-1-1,0 0 0,-1 0 0,10-16 1,-8 10-3,-2 0 0,0 0 0,-1-1 0,-1-1 0,-1 1 0,0-1 1,-1 0-1,-1 0 0,-1 0 0,-1 0 0,0-1 0,-2 1 0,-2-26 1,1 31-2,0 0 0,-2 0 0,1 0 0,-2 0 1,0 1-1,0 0 0,-2-1 0,1 1 0,-2 1 1,1-1-1,-18-20 0,14 19-7,-2 1-1,0 1 1,0 0-1,-1 0 1,-1 1-1,0 1 1,0 0-1,-1 0 1,-20-7 0,19 10-5,1 1 0,-1 0 0,-1 1 0,1 1 0,0 1 0,-1 0 0,-21 0 0,36 2 6,-7 0-4,1 0 0,0 0 0,-16 3 0,22-2 4,0-1 0,0 1 0,0 0 0,0-1 1,0 1-1,0 0 0,1 0 0,-1 0 0,0 0 0,1 0 1,-1 1-1,1-1 0,-1 0 0,1 1 0,-1-1 1,1 1-1,0-1 0,0 1 0,0-1 0,-2 5 0,2-2-104,0 0-1,0 1 0,0-1 0,0 1 0,1 0 0,0-1 0,0 1 1,0-1-1,0 1 0,1-1 0,0 1 0,0-1 0,0 1 1,1-1-1,0 1 0,-1-1 0,1 0 0,5 6 0,-1-4-491,1-1 0,-1 1 0,2-2 0,-1 1 0,14 6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616 84 5362,'0'0'1236,"-33"-14"-735,-110-42 70,132 53-455,0 0-1,0 1 1,0 0-1,-1 0 1,1 1-1,-20 1 1,17 0-48,0 1 0,0 0 1,0 1-1,0 1 1,1 0-1,-1 1 1,1 0-1,0 1 0,0 0 1,0 1-1,1 0 1,0 1-1,0 0 0,1 1 1,0 1-1,-15 14 1,15-12-34,0 1 1,0 1-1,2 0 0,0 0 1,0 1-1,1 0 0,1 1 1,0-1-1,1 1 1,-7 31-1,11-36-18,0 1 0,0-1 1,1 1-1,1-1 0,0 1 0,0-1 0,1 1 1,1-1-1,0 1 0,0-1 0,1 0 0,0 0 1,1 0-1,0 0 0,1-1 0,0 1 1,12 15-1,-6-12-4,1 1 1,1-2-1,0 0 1,1-1-1,0 0 1,1 0-1,20 9 1,-11-8-3,0-1 0,1-1 0,1-1 0,34 8-1,-8-7-3,0-2-1,1-2 1,0-3-1,78-4 0,-121 1-2,-1-1-1,1 1 0,-1-2 0,1 0 0,-1 0 0,18-6 0,-24 6-1,0 1 0,0-1 0,0 0 0,0 0 0,0 0 1,0 0-1,0-1 0,-1 1 0,0-1 0,1 1 0,-1-1 0,0 0 0,0 0 0,0 0 0,-1 0 0,1 0 0,-1 0 0,0-1 0,0 1 0,0 0 0,1-4 0,-2 2 1,1 1-1,0-1 0,-1 0 1,0 1-1,0-1 1,-1 1-1,1-1 0,-1 1 1,0-1-1,0 1 1,-1-1-1,1 1 0,-1 0 1,0-1-1,-3-4 1,1 3-4,-1 1 0,1 0 0,-1 0 1,0 0-1,0 1 0,-1-1 0,1 1 1,-1 0-1,-10-5 0,-1 2-6,0 0-1,0 0 1,-1 2-1,0 0 0,0 1 1,0 1-1,-21-2 1,12 3 7,1 0 0,-1 2 0,0 1 1,1 1-1,-36 7 0,53-6 2,0-1 0,0 1 0,0 0 0,0 1 0,1 0 1,0 0-1,0 1 0,-8 6 0,11-7-1,0 0-1,1 0 1,0 1 0,0-1-1,0 1 1,0 0 0,1 0-1,0 1 1,0-1 0,0 1-1,1-1 1,0 1 0,-2 6-1,3-9-32,1 0 1,-1 0-1,0-1 0,1 1 0,0 0 0,0 0 1,0 0-1,0 0 0,1 0 0,-1 0 0,1 0 0,1 6 1,0-6-156,0 0 1,0 0-1,1-1 1,-1 1-1,1 0 1,-1-1-1,1 0 1,0 1-1,3 1 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4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 46 3570,'0'0'909,"-23"-8"-215,2 0-480,8 3-63,-1-1 0,0 2 0,0 0 0,0 1 0,0 0 0,-1 1 0,1 0 0,-1 1 0,-15 1-1,16 2-20,0 0-1,0 1 0,0 1 0,0 0 0,1 0 0,0 2 0,0-1 0,0 2 0,0-1 0,1 2 0,0 0 0,1 0 0,-15 14 0,6-3-32,1 0 0,0 1 1,2 1-1,1 0 0,1 1 0,-14 27 0,20-32-23,1 1 0,1 1 0,0-1 0,1 1 0,2 0 0,0 1 0,1-1 0,1 0 0,1 1 0,0 0 0,5 36 0,-2-48-68,0 1 0,0-1 0,1 0 0,0 1 0,0-1 0,1-1 0,0 1 0,0 0 0,1-1 0,0 0 0,1 0 0,6 7 0,-3-5 3,1-1 0,0 0 0,1 0 0,0-1 0,0 0-1,1-1 1,18 7 0,0-3 7,-1-1 0,2-1-1,-1-2 1,1-1 0,-1-1-1,43 0 1,-47-3-12,-1-2 1,1 0-1,0-1 0,-1-2 1,43-11-1,-57 12-3,1-2 0,-1 1 0,0-1 0,0-1 0,0 0 0,-1 0 0,0-1 0,0-1 0,-1 1 0,0-1 0,-1-1 0,1 1 0,12-20 0,-13 16-1,-2 0 0,0 0 0,0 0-1,-1-1 1,0 0 0,-2 0 0,1 0 0,-2 0 0,0-1-1,0 1 1,-2-1 0,1 1 0,-2-1 0,-3-19 0,2 16-1,-2 1 1,0 0 0,-1 0 0,-1 0-1,0 1 1,-2-1 0,1 1 0,-2 1 0,0 0-1,-1 0 1,-15-16 0,14 18-5,-1 0 1,0 1 0,-1 1-1,-1-1 1,1 2-1,-2 0 1,1 1-1,-1 0 1,0 1-1,-1 1 1,0 0-1,0 1 1,0 0 0,-1 1-1,0 1 1,0 1-1,-30-1 1,44 3 1,-6 0 0,0 0 1,1 1-1,-15 2 1,21-3-6,0 1 0,0-1 0,-1 1 1,2 0-1,-1 0 0,0 0 0,0 0 1,0 0-1,0 0 0,1 0 0,-1 1 1,0-1-1,1 0 0,-1 1 0,1-1 1,0 1-1,-1 0 0,1-1 0,-1 4 1,0-1-101,1-1 0,1 0 0,-1 1 1,0-1-1,1 1 0,0-1 0,-1 1 0,1-1 1,1 6-1,6 25-3112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344 31 2833,'0'0'1862,"-23"-6"-1088,-8-3-396,-41-6-1,68 15-334,0-1 1,0 1-1,-1 0 0,1 0 0,0 1 0,0-1 0,-1 1 1,1-1-1,0 1 0,0 1 0,0-1 0,0 0 1,0 1-1,0 0 0,-4 3 0,1 0 27,1 0 0,0 0 0,1 1 0,-1-1 0,-6 11 0,7-10-23,-7 11 76,0-1-1,2 1 1,0 1 0,1 0-1,0 0 1,2 1-1,-6 23 1,6-15 21,2 1 1,1 0-1,2 0 0,1 44 0,1-59-125,1 1 0,1-1 0,0 0 0,0 1 0,1-1 0,1 0 0,1-1 0,0 1 0,0-1-1,1 0 1,1 0 0,0 0 0,1-1 0,0 0 0,1 0 0,0-1 0,1 0 0,0-1 0,1 0 0,20 13 0,-15-12-13,1-1 1,0-1-1,0-1 1,1 0 0,0-1-1,0-1 1,1 0-1,-1-2 1,1 0 0,0-1-1,0 0 1,33-3-1,-36 1-10,-1-2 0,1 0-1,0-1 1,-1-1 0,1 0-1,-1 0 1,0-2 0,-1 0-1,1 0 1,-1-2-1,-1 1 1,1-2 0,-1 0-1,-1 0 1,16-15 0,-17 11-17,0 0-1,0-1 1,-2 0 0,1-1 0,-2 0 0,0 0-1,-1 0 1,-1-1 0,0 0 0,-2-1 0,1 1 0,-2-1-1,-1 1 1,0-1 0,-1-20 0,0 26 22,-1 0 1,0-1-1,-1 1 1,-1 0-1,0-1 1,0 1-1,-1 0 1,-1 0-1,0 0 0,0 1 1,-1 0-1,-1-1 1,0 1-1,0 1 1,-1-1-1,0 1 1,-1 0-1,0 1 1,0 0-1,-1 0 0,-18-12 1,12 10-1,-1 0 0,-1 1 0,1 1 0,-2 0 0,1 2 0,-1-1 0,0 2 0,0 1 0,-1 0 0,1 1 0,-1 0 0,0 2 0,0 0 0,0 1 0,-32 4 0,47-3-20,1 0 0,0 0 1,-1 0-1,1 0 0,0 0 0,0 1 1,0-1-1,0 1 0,0 0 0,0 0 1,0 0-1,1 0 0,-1 0 0,1 1 1,0-1-1,-1 1 0,1-1 0,0 1 1,1 0-1,-1 0 0,0 0 0,1 0 1,0 0-1,-1 0 0,1 0 0,1 0 1,-1 0-1,0 1 0,1-1 1,0 0-1,0 1 0,0-1 0,0 0 1,0 0-1,1 1 0,-1-1 0,3 5 1,-1-4-409,0 0 0,0 0 0,1 0 0,0-1 0,0 1 0,5 4 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555 94 2865,'0'0'2204,"-29"-17"-1193,-96-48 14,120 63-974,0 0 1,0 0-1,0 1 1,0 0-1,0 0 1,-1 0-1,1 0 1,0 1-1,-1-1 1,1 2-1,0-1 1,0 0-1,-1 1 1,1 0-1,-6 2 1,3 0 4,0 0 1,1 1-1,-1 0 1,1 1 0,0 0-1,-9 7 1,6-4-10,-12 10 23,1 0-1,1 2 1,1 0 0,1 1 0,1 1 0,0 0-1,2 1 1,1 1 0,1 1 0,1-1 0,2 2 0,0-1-1,2 1 1,1 1 0,1-1 0,1 1 0,-1 32-1,6-47-50,-1 0-1,2 1 1,0-1-1,0 0 1,1 0-1,1 1 0,0-1 1,9 21-1,-8-24-13,1-1 1,0 0-1,0-1 0,1 1 0,0-1 0,0 0 0,1 0 0,0-1 0,0 0 0,1 0 0,0 0 0,13 6 1,-5-3 3,1-2 0,1 0 0,-1 0 0,1-2 0,0 0 0,24 3 0,-15-4 6,1-2 1,1-1-1,41-2 1,-56 0-7,-1-1-1,1 0 1,0 0 0,-1-2 0,0 1-1,0-2 1,0 0 0,0 0 0,-1-1-1,17-10 1,-21 10-6,0 0 1,0-1-1,-1 0 1,0 0-1,-1 0 0,1-1 1,-1 0-1,-1 0 0,0 0 1,0-1-1,0 1 1,-1-1-1,-1 0 0,5-18 1,-4 10 3,0 0 0,-2-1 0,0 0 0,-1 1 0,-1-1 0,0 0 0,-7-32 0,5 39-5,-1-1-1,-1 1 1,0 0 0,-1 0-1,0 0 1,-1 0-1,0 1 1,0 0 0,-1 0-1,-1 1 1,0 0-1,-14-13 1,8 10-5,-1 0 1,-1 1-1,0 1 0,-1 0 1,0 1-1,0 1 0,-1 1 1,0 0-1,0 1 0,0 1 1,-1 1-1,0 0 0,0 1 1,0 1-1,-20 1 0,36 0 2,1 1 0,-1 0 0,0 0-1,1 0 1,-1 1 0,0-1 0,1 1-1,-1-1 1,1 1 0,-1 0 0,-3 1-1,5-1-6,0 0-1,0 1 0,0-1 1,0 0-1,1 0 1,-1 1-1,0-1 0,1 0 1,-1 1-1,0-1 1,1 1-1,0-1 0,-1 1 1,1-1-1,0 1 0,0-1 1,0 1-1,0 1 1,0-1-78,-1 1 0,1-1 0,0 0 1,0 1-1,1-1 0,-1 0 0,0 0 1,1 1-1,-1-1 0,1 0 1,0 0-1,0 0 0,0 1 0,2 2 1,2 0-560,0 0 0,1-1 0,0 1 1,-1-1-1,14 6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 55 2785,'0'0'942,"-30"0"125,-146 0 1220,235-5-503,685-44-1650,-720 49-116,-20 0 28,-11 4 29,-17 12 60,0 0 0,0 2 1,2 1-1,1 0 1,0 1-1,1 2 1,2 0-1,-18 27 1,22-24-31,1 1 0,1 1 0,2-1-1,1 2 1,1-1 0,1 1 0,2 0 0,1 1 0,1-1 0,2 1 0,3 38 0,-1-56-148,0 0-1,2 0 1,-1 0-1,1 0 1,1-1 0,0 0-1,0 1 1,1-1-1,1-1 1,9 14-1,11 17-3061,-17-19-3727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5026,'0'0'288,"151"-59"-208,-29 52-32,15 4 49,1 3-97,-16 0-225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6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71 375 496,'0'0'4338,"-6"-21"-3596,-20-77-139,24 91-559,1-1-1,1 1 1,-1-1 0,1 0-1,1 1 1,-1-1 0,2 0-1,-1 1 1,1-1 0,0 1 0,0 0-1,1-1 1,0 1 0,1 0-1,-1 1 1,1-1 0,1 1-1,-1-1 1,1 1 0,1 0 0,-1 1-1,1-1 1,9-6 0,-1 2-5,-1 1 0,1 0 0,1 1 0,0 1 1,0 0-1,0 1 0,1 0 0,0 2 0,26-6 0,-26 8-35,0 0-1,1 0 1,0 2-1,-1 0 1,1 1-1,26 4 0,-39-4-5,-1 0-1,0 0 1,1 0-1,-1 1 1,0-1-1,0 1 1,0 0-1,0 0 1,0 0-1,0 0 1,-1 0-1,1 1 1,-1-1-1,0 1 1,3 3-1,-2-2 2,0 1 0,-1 0 0,1 0 0,-1 1 0,0-1 0,-1 0 0,0 0 0,2 10 0,-2-3 9,-1 0-1,0 0 1,-1-1-1,0 1 1,-1 0 0,0-1-1,-1 1 1,-5 14-1,0-11 27,0 1-1,0-2 0,-2 1 1,0-1-1,-1 0 1,0-1-1,-1 0 1,-15 12-1,-118 86 709,136-105-680,-16 12 53,-2 0 77,0 1 1,-45 44 0,65-56-170,0 1 0,1 0 0,0 1 0,0 0 0,1 0 0,0 0 0,1 0 0,0 0 1,0 1-1,1 0 0,0 0 0,1 0 0,-1 13 0,2-16-20,0 0 0,1 0 0,0-1 0,0 1 0,1 0 1,-1 0-1,2-1 0,-1 1 0,1-1 0,0 1 0,0-1 0,1 1 0,0-1 0,0 0 0,1 0 0,-1-1 0,1 1 0,1-1 0,-1 1 0,1-1 0,0 0 1,0-1-1,1 1 0,-1-1 0,1 0 0,9 4 0,-2-1 0,0-1 1,1-1-1,0-1 0,0 1 1,0-2-1,27 4 1,88-2-28,-116-4 23,0-2 0,0 0 0,0 0 0,-1-1 0,23-6 0,-30 6 1,1 0 0,-1 0 0,0-1 0,0 0 0,0 0 0,0 0 0,-1 0 0,1-1 0,-1 1 0,0-1 0,0 0 0,0-1 0,-1 1 0,0 0 0,4-7 1,-1-1 3,-1-1 1,0 0 0,-1 0 0,-1 0 0,0-1-1,-1 1 1,0-1 0,-1 1 0,-1-1 0,0 0-1,-1 0 1,0 1 0,-1-1 0,-1 1 0,0-1-1,-1 1 1,-1 0 0,0 1 0,-7-14 0,-1 8-4,0-1 1,-1 2 0,-1 0 0,0 0 0,-2 2-1,0 0 1,0 0 0,-2 2 0,-20-13 0,-6 1-64,-1 2 0,-95-34-1,138 57-69,1-1-1,0 0 0,0 0 0,-1 0 0,1 0 0,0-1 0,0 1 1,0 0-1,-2-3 0,-5-15-4037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6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454 122 4386,'0'0'750,"27"-2"-174,88-5 40,-110 7-587,-1 0 0,0 0-1,0 0 1,0 1 0,0-1-1,0 1 1,0 0 0,0 0 0,0 0-1,0 1 1,0 0 0,0-1-1,-1 1 1,1 0 0,-1 1 0,1-1-1,-1 0 1,0 1 0,0 0-1,0 0 1,-1 0 0,1 0 0,3 6-1,-2-1 6,0 1-1,-1 0 1,0 0 0,0 1-1,-1-1 1,-1 1-1,1 11 1,0-6-4,-1 1 1,-1-1-1,-1 1 1,0-1-1,-6 25 1,5-30-20,-1-1 0,-1 1 1,1-1-1,-2 0 0,1 0 1,-1 0-1,-1-1 0,0 0 1,-12 15-1,8-14 24,0 0-1,-1 0 0,0-1 1,0 0-1,0-1 1,-1 0-1,-1-1 1,1-1-1,-1 1 0,-19 4 1,13-5 91,0-1 0,0-1 0,0-1 1,0 0-1,-1-2 0,-37-2 0,45 0-99,1-1-1,0 0 1,0 0 0,0-1 0,0 0-1,0 0 1,1-2 0,0 1-1,0-1 1,0 0 0,1-1 0,0 0-1,0-1 1,1 1 0,0-2-1,1 1 1,0-1 0,0 0-1,1 0 1,-10-19 0,11 19-5,1 0 1,0 0-1,1 0 0,0-1 1,0 1-1,1-1 1,0 0-1,1 0 0,0 1 1,1-1-1,0 0 1,1 0-1,0 0 0,0 0 1,1 1-1,1-1 0,-1 1 1,2-1-1,-1 1 1,1 0-1,1 0 0,0 0 1,0 1-1,7-10 1,1 6-22,-1-1 1,1 2 0,1 0 0,0 0-1,1 1 1,0 1 0,1 0 0,30-12-1,-15 8-3,2 2 0,-1 2 1,62-11-1,-62 15 2,0 1 0,1 2 0,51 2 0,-73 1 0,0 0 0,0 1 0,-1 0 0,1 0 0,0 1 0,-1 0 0,0 1 0,0 0 0,0 1 0,-1 0 0,1 0 0,-1 1 0,0 0 0,9 9 0,-8-4 3,0 1 0,-1-1 0,0 2 0,-1-1 0,-1 1 1,0 0-1,-1 1 0,0-1 0,-1 1 0,-1 0 0,0 1 0,-1-1 1,1 25-1,-2-18 48,-1-1 0,-2 0 0,0 0 0,-1 0 0,-1 0 0,-1 0 0,-1-1 0,-1 1 0,-13 31 0,7-31 53,0 0-1,0 0 1,-2-1-1,-1 0 1,-21 20-1,2-7 112,-68 51 1,57-52-325,0-1 0,-2-3 1,-1-2-1,-1-1 1,-1-3-1,-73 21 0,-120 4-3954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100 313 3634,'0'0'2257,"-12"13"-1996,-40 41-39,49-51-205,0 1 0,0 0 0,1 0 0,0 0 0,-1 0 0,1 0 0,-1 5 0,2-7 48,1 1 0,-1-1 0,0 0 0,0 0 0,0 0 0,0 0 1,-1 0-1,1-1 0,-3 4 504,4-11 199,-1-17-634,1 1-1,1-1 0,2 0 1,0 1-1,1 0 1,2-1-1,12-32 0,-9 35-136,1 1-1,1 0 1,1 0-1,19-21 1,-26 34-1,0 0 1,1 0-1,0 0 0,0 1 1,1 0-1,-1 0 1,1 1-1,0 0 1,0 0-1,1 0 0,0 1 1,-1 0-1,1 0 1,0 1-1,8-1 1,-13 2-1,0 1 1,0 0 0,0 0 0,-1 0 0,1 0-1,0 0 1,0 0 0,-1 1 0,1-1 0,0 1-1,-1 0 1,1 0 0,0 0 0,-1 0 0,1 0-1,-1 1 1,0-1 0,1 1 0,-1-1 0,0 1-1,0 0 1,0 0 0,0 0 0,0 0 0,-1 0-1,1 0 1,-1 0 0,1 1 0,-1-1 0,0 0-1,1 4 1,3 8-2,-1 0 1,0-1-1,-2 2 0,3 23 0,-5-31 6,7 331 31,-7-328-29,-1 0 0,1 0-1,-2-1 1,1 1 0,-5 13-1,-1-14 14,2-14 6,-2-18 23,3-27-38,5-94-1,0 128-43,1 1 0,0 0 0,2 0 0,0 0-1,1 1 1,0-1 0,1 1 0,1 0 0,0 0-1,1 1 1,10-14 0,-12 19 4,0 1-1,1-1 1,0 1 0,0 1-1,1-1 1,0 1-1,0 0 1,0 0 0,1 1-1,-1 1 1,1-1 0,1 1-1,-1 0 1,1 1-1,-1 0 1,1 1 0,0 0-1,15-1 1,-20 2 9,-1 1-1,0 0 1,0 0 0,0 0 0,0 1 0,0-1-1,0 1 1,1 0 0,-1 0 0,-1 0-1,1 1 1,0-1 0,0 1 0,5 4 0,-5-3 20,-1 0 1,0 0 0,0 1 0,0-1-1,0 1 1,0 0 0,-1 0 0,0 0-1,0 0 1,0 0 0,0 0 0,1 9-1,3 17 11,-1 1-1,-2 0 0,-1 0 1,-3 38-1,1-27 18,-1 7 64,-12 86 0,9-80-10,4-55-77,0 1 0,0-1-1,0 1 1,0 0 0,0-1 0,0 1 0,1-1 0,-1 1 0,0-1-1,0 1 1,1-1 0,-1 1 0,0-1 0,1 1 0,-1-1 0,1 1 0,-1-1-1,0 0 1,1 1 0,-1-1 0,1 1 0,-1-1 0,1 0 0,-1 0 0,1 1-1,0-1 1,-1 0 0,1 0 0,-1 0 0,1 1 0,-1-1 0,1 0 0,0 0-1,-1 0 1,1 0 0,0 0 0,27-3 63,-22 3-51,2-2-5,1 0 0,0 0 0,-1-1 0,1 0 0,-1-1 0,0 1 0,0-2 0,10-5 0,6-7-22,25-24 0,-38 32 0,13-12-105,-2 0 0,0-1 0,-1-2 0,-2 0 0,0-1 0,15-27 1,-26 37 58,0 0 0,-1-1 0,-1 0 0,-1-1 0,0 1 0,-1-1 0,-1 0 0,0 0 0,-2 0 0,0 0 0,-1 0 0,-2-20 0,1 31 63,-1 0-1,1 0 0,-1 0 1,0 0-1,-1 1 1,1-1-1,-1 1 0,0 0 1,-1-1-1,1 1 1,-1 0-1,0 1 1,-1-1-1,1 1 0,-1 0 1,0 0-1,0 0 1,0 1-1,0-1 1,-1 1-1,1 0 0,-1 1 1,-6-3-1,6 3 27,1 1-1,0-1 0,-1 1 0,0 0 0,1 0 1,-1 1-1,0-1 0,0 1 0,1 0 1,-1 1-1,0-1 0,1 1 0,-1 0 1,1 1-1,-1-1 0,1 1 0,-1 0 1,1 0-1,0 1 0,0 0 0,0-1 1,0 2-1,1-1 0,-1 0 0,-7 8 0,2 1 88,1 1 0,0 0-1,1 0 1,1 0 0,0 1-1,1 0 1,0 0 0,1 1-1,-5 26 1,2-1 258,3 0 0,-1 60 0,6-87-283,0 1 0,1-1 0,1 1 1,4 18-1,-4-25-65,0-1 0,1 1 0,0-1 1,0 0-1,1 0 0,-1 0 0,1-1 1,1 1-1,-1-1 0,9 8 0,-2-4-13,0-1 0,1 0 0,-1 0 0,2-1 0,-1-1 0,1 0 0,0-1 0,0 0 0,23 5 0,-3-3-319,1-1-1,63 2 1,18-9-2981,-18-11-1966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22 207 1329,'0'0'3396,"-3"20"-2801,-11 62-291,10-62 974,4-37-932,1 11-71,-1 3-228,-1-13 32,1 1 0,0 0 0,2-1 0,0 1 0,0 0-1,2 0 1,9-25 0,-7 26-80,1 0 0,0 0 0,2 1 0,-1 1 0,21-23 1,-25 30-8,1 0 0,1 0 1,-1 1-1,1 0 0,0 0 1,0 0-1,0 1 0,0 0 1,0 0-1,1 0 0,0 0 1,0 1-1,-1 1 0,1-1 1,10 0-1,-15 1 4,1 1-1,-1 0 1,1 0-1,-1 1 1,0-1-1,1 0 1,-1 1-1,0 0 1,1-1-1,-1 1 1,0 0-1,0 0 1,1 0-1,-1 0 1,0 0-1,0 1 1,-1-1-1,1 1 1,0-1 0,0 1-1,-1 0 1,1-1-1,-1 1 1,1 0-1,-1 0 1,0 0-1,0 0 1,0 0-1,0 0 1,0 0-1,1 5 1,1 6-4,0 0 0,-1 0 1,-1 1-1,1 18 0,-2-24 11,1 37 10,-7 69 0,4-94 3,-2 0 0,0-1 0,-2 0 0,0 1 1,-1-2-1,-11 20 0,6-15 41,-23 30 0,30-46-34,0-1 0,-1 0 0,1 0 1,-1 0-1,0-1 0,-1 1 0,1-2 1,-13 8-1,19-12-8,0 0-12,0 0 0,0 0-1,0-1 1,0 1 0,0 0-1,0 0 1,0 0 0,0 0 0,0-1-1,0 1 1,0 0 0,0 0-1,0 0 1,0 0 0,0-1 0,0 1-1,0 0 1,0 0 0,0 0-1,0 0 1,0-1 0,0 1 0,0 0-1,-1 0 1,1 0 0,0 0-1,0 0 1,0-1 0,0 1 0,0 0-1,-1 0 1,1 0 0,0 0-1,0 0 1,0 0 0,0 0 0,0 0-1,-1 0 1,1-1 0,0 1-1,0 0 1,0 0 0,-1 0 0,1 0-1,0 0 1,0 0 0,0 0 0,-1 0-1,1 0 1,0 0 0,0 0-1,0 0 1,0 1 0,-1-1 0,1 0-1,0 0 1,0 0 0,0 0-1,0 0 1,-1 0 0,1 0 0,0 0-1,0 0 1,0 1 0,0-1-1,0 0 1,0 0 0,-1 0 0,1 1-1,2-8 19,1 0-1,-1 0 0,1 1 0,1 0 1,-1 0-1,1-1 0,7-6 0,39-42 90,-23 27-91,90-105-48,-90 99 18,-1-1 1,22-42-1,-42 67 16,-1-1 1,0 0-1,-1 0 1,0 0 0,-1-1-1,0 0 1,-1 1-1,0-1 1,-1 0-1,-1-12 1,0 23-6,0 1-1,0 0 1,0 0 0,0-1 0,0 1-1,0 0 1,0 0 0,-1 0-1,1-1 1,0 1 0,0 0 0,0 0-1,0 0 1,0-1 0,-1 1-1,1 0 1,0 0 0,0 0 0,0 0-1,-1 0 1,1-1 0,0 1-1,0 0 1,-1 0 0,1 0-1,0 0 1,0 0 0,0 0 0,-1 0-1,1 0 1,0 0 0,0 0-1,-1 0 1,1 0 0,0 0 0,0 0-1,-1 0 1,1 0 0,0 0-1,0 0 1,-1 0 0,1 0-1,0 0 1,0 1 0,0-1 0,-1 0-1,1 0 1,0 0 0,0 0-1,0 0 1,-1 1 0,1-1 0,0 0-1,0 0 1,0 0 0,0 1-1,0-1 1,-1 0 0,1 0 0,0 0-1,0 1 1,0-1 0,0 1-1,-4 5 0,0 0 0,1 0 0,0 1-1,0-1 1,0 1 0,1 0-1,0 0 1,0 0 0,0 13 0,0-12 8,-7 64 255,3 1 1,6 83-1,0-136-203,1 1-1,1-1 1,1 0-1,1 0 1,1 0-1,11 28 0,-13-40-118,0-1-1,1 0 1,0-1-1,0 1 0,0-1 1,1 1-1,0-1 1,0 0-1,1-1 0,-1 1 1,1-1-1,1 0 0,-1-1 1,1 1-1,0-1 1,0 0-1,0-1 0,0 0 1,15 5-1,-11-6-854,-1-1-1,1 0 1,21 0-1,-31-1 888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0 3233,'0'0'2252,"-1"31"-1355,0-20-802,-5 228 1216,5-85-507,3 183-48,-1-329-740,-1 0 0,1 0 0,1 0-1,-1 0 1,2 0 0,5 14 0,-7-19-11,1 0 0,0 0 0,0 0 0,0-1 0,0 1 0,0-1 1,1 1-1,-1-1 0,1 0 0,-1 0 0,1 0 0,0 0 0,0 0 1,0-1-1,0 1 0,1-1 0,-1 0 0,7 2 0,-1-1 7,0 0-1,0-1 1,0 0-1,0 0 1,1-1-1,-1 0 1,0-1-1,0 0 1,1 0-1,-1-1 1,0 0-1,0 0 1,-1-1-1,12-5 1,-10 3-294,0 0 1,-1-1 0,1 0-1,-2-1 1,1 0 0,-1 0-1,0-1 1,0 0-1,-1 0 1,0 0 0,7-14-1,17-38-3749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 4498,'0'0'1985,"270"-2"-1873,-78 2-96,-8-5-16,-28-3-928,-53 4-1954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5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143 258 3842,'0'0'1595,"-20"19"-1189,-65 62-89,81-78-267,0 0 1,0 1-1,1 0 1,0 0-1,-1 0 0,1 0 1,1 0-1,-4 7 0,2-2 735,4-13-129,0-20-576,2 0-1,1 1 1,1 0 0,1-1-1,1 2 1,1-1-1,1 1 1,2 0-1,0 0 1,16-25-1,-18 35-80,0 0-1,1 0 0,0 1 0,0 0 0,23-19 0,-27 26-9,1-1 0,0 1 1,0 1-1,0-1 0,1 1 0,-1 0 0,1 1 1,0-1-1,0 1 0,0 0 0,0 1 0,0 0 1,0 0-1,9 0 0,-13 1 9,-1 0 1,1 1-1,-1-1 0,0 0 1,0 1-1,1 0 0,-1 0 1,0-1-1,0 1 0,0 1 1,0-1-1,0 0 0,0 0 1,0 1-1,0-1 0,0 1 1,-1-1-1,1 1 1,-1 0-1,1 0 0,-1-1 1,1 1-1,-1 0 0,0 0 1,0 0-1,0 1 0,-1-1 1,1 0-1,0 4 0,3 8-1,-2 0 0,0 0 0,0 25 0,-1-30 4,0 13 8,-1 166 46,-1-164-47,-2 0 0,-1-1 0,-1 1 0,-1 0 0,-16 38 0,21-60 40,1-6-25,0 0-4,1-22-4,2-1-1,0 1 0,2 0 1,1 0-1,12-30 0,-1 10-34,3 1-1,26-44 0,-45 88 18,10-18-66,22-30 0,-30 46 42,-1 0 0,1-1-1,0 1 1,0 0 0,0 1-1,0-1 1,0 0 0,1 1-1,-1 0 1,1 0 0,0 0-1,0 0 1,0 0 0,0 1-1,0 0 1,5-2 0,-8 3 22,0 0-1,0 0 1,0 0 0,0 1 0,-1-1 0,1 0 0,0 0-1,0 1 1,0-1 0,0 0 0,-1 1 0,1-1-1,0 1 1,0-1 0,-1 1 0,1-1 0,0 1-1,-1-1 1,1 1 0,0 0 0,-1-1 0,1 1 0,-1 0-1,1 0 1,-1-1 0,0 1 0,1 0 0,-1 0-1,0 0 1,0-1 0,1 1 0,-1 0 0,0 0-1,0 1 1,1 37 14,-1-29-12,-5 322 216,5-321-223,-1-7-142,1-1 1,0 0-1,-1 0 0,1 1 0,1-1 0,-1 0 1,1 0-1,-1 1 0,1-1 0,0 0 0,0 0 1,0 0-1,1 0 0,-1 0 0,1 0 0,3 5 1,-3-7-254,1 0 0,-1 1 0,1-1 0,-1 0 0,1 0 0,-1 0 0,1 0 0,4 0 0,-7-1 320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42 109 2385,'0'0'2799,"-1"-15"-2004,-1 1-677,-2-23 23,4 37-140,0 0 0,0 0 0,0 0-1,0 0 1,0 1 0,-1-1 0,1 0 0,0 0 0,0 0 0,0 0 0,0 0 0,0 0-1,0 0 1,0 0 0,0 0 0,0 0 0,-1 0 0,1 0 0,0 0 0,0 0 0,0 0-1,0 0 1,0 0 0,0 0 0,0 0 0,-1 0 0,1 0 0,0 0 0,0 0 0,0 0-1,0 0 1,0 0 0,0 0 0,0 0 0,0 0 0,-1 0 0,1 0 0,0 0 0,0 0-1,0 0 1,0 0 0,0 0 0,0 0 0,0 0 0,0 0 0,0 0 0,-1-1 0,1 1-1,0 0 1,0 0 0,0 0 0,0 0 0,0 0 0,0 0 0,0 0 0,0 0 0,0-1-1,0 1 1,0 0 0,0 0 0,0 0 0,0 0 0,0 0 0,0 0 0,0 0 0,0 0-1,0-1 1,0 1 0,0 0 0,-7 23 105,-2 24 132,2 0 0,3 0 0,2 49 0,2-87-216,0-1-1,0 1 1,1-1 0,1 0-1,-1 1 1,1-1 0,1 0-1,4 11 1,-5-16-18,0 0 1,0 1 0,0-1-1,1 0 1,-1 0-1,1-1 1,0 1 0,0 0-1,0-1 1,0 1-1,0-1 1,0 0 0,1 0-1,-1-1 1,1 1 0,0-1-1,-1 1 1,1-1-1,0 0 1,0 0 0,6 0-1,0 1 4,0-1 0,0-1 0,1 1 0,-1-2 0,0 1 0,1-1 0,14-4 0,-20 4-6,0-1-1,0 0 1,0 0 0,0 0-1,0-1 1,0 1 0,0-1-1,-1 0 1,1-1 0,-1 1-1,0-1 1,0 0 0,-1 0 0,1 0-1,4-6 1,-1-2-1,-1 0 0,0 0 0,-1 0 0,0-1 0,-1 0 0,-1 0 0,0 0 0,1-20 0,-1-12 20,-3-50 0,-1 71-8,1 17-7,0 0 0,0 0 0,-1 0 0,0 1 0,0-1 0,0 0 0,-1 0 0,-1 1 0,1-1 1,-5-7-1,7 14-6,0 0 0,0 1 1,1-1-1,-1 0 0,0 0 1,0 0-1,0 0 0,0 0 1,0 0-1,0 0 0,0 1 1,0-1-1,0 0 0,0 0 1,0 0-1,0 0 0,0 0 1,-1 0-1,1 0 0,0 1 1,0-1-1,0 0 1,0 0-1,0 0 0,0 0 1,0 0-1,0 0 0,0 0 1,0 0-1,0 0 0,0 1 1,-1-1-1,1 0 0,0 0 1,0 0-1,0 0 0,0 0 1,0 0-1,0 0 0,0 0 1,-1 0-1,1 0 0,0 0 1,0 0-1,0 0 0,0 0 1,0 0-1,0 0 0,-1 0 1,1 0-1,0 0 1,0 0-1,0 0 0,0 0 1,0 0-1,0 0 0,0 0 1,-1 0-1,1 0 0,0 0 1,0-1-1,-2 30 63,2 55 0,1-29 75,-1-26-196,1 0-1,1 0 1,2 0-1,0-1 1,3 0 0,0 0-1,2 0 1,17 36-1,-3-26-2390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0 235 3554,'0'0'245,"6"-24"-117,22-75-50,-27 94-30,0 1 1,1 0 0,-1 0 0,1 1 0,0-1-1,0 0 1,1 0 0,-1 1 0,1-1 0,0 1 0,6-5-1,-7 6-15,-1 1-1,1 0 1,0 0-1,0 0 1,0 0 0,0 0-1,0 1 1,0-1-1,0 1 1,0-1-1,0 1 1,0 0-1,0-1 1,1 1-1,-1 0 1,0 0-1,3 1 1,-1 0-16,0 0 0,0 1 0,0-1 0,0 1 0,0 0 0,0 0 0,-1 0 0,1 0 0,-1 0 0,0 1 0,0 0 0,0 0 0,0-1 0,0 2 0,0-1 0,-1 0 0,4 5 1,2 10 50,1-1 1,-2 1 0,-1 1 0,0-1 0,-2 1 0,4 27 0,-1 116 333,-7-161-401,-2 9 464,0-28 111,0-10-471,2 0 0,1-1 1,1 1-1,9-38 1,-9 58-109,0 0 1,1-1 0,0 1 0,0 0 0,1 1 0,0-1 0,0 0 0,1 1 0,0 0 0,1 0 0,-1 1 0,2-1 0,-1 1 0,0 0 0,1 1 0,0 0-1,1 0 1,-1 0 0,11-4 0,-12 6-3,1 1-1,0-1 1,0 1-1,0 1 0,0 0 1,1-1-1,-1 2 1,8-1-1,-12 1 3,0 0-1,-1 0 0,1 0 0,0 1 1,0-1-1,-1 1 0,1-1 1,0 1-1,-1 0 0,1 0 1,-1 0-1,1 0 0,-1 1 1,1-1-1,-1 1 0,0-1 0,0 1 1,0 0-1,0 0 0,0-1 1,0 2-1,0-1 0,1 3 1,3 7 2,-1 1 1,-1-1-1,0 1 1,-1 0 0,0 0-1,1 24 1,-4 86 20,-1-64-11,1-40 29,-1-24 94,-1-33 24,3 2-140,0 0 0,3 1 0,9-44 1,-10 65-24,1 0 0,1-1 0,0 2 0,1-1 0,1 1 0,0 0 0,1 0 1,0 0-1,1 1 0,19-20 0,-25 30 0,0-1-1,1 1 0,-1-1 1,0 1-1,1 0 1,-1 0-1,1 0 1,0 1-1,5-3 1,-8 4 4,0 0 1,0 0-1,0-1 1,0 1-1,1 0 1,-1 0-1,0 0 1,0 0-1,0 0 1,0 0-1,0 1 1,1-1-1,-1 0 1,0 0-1,0 1 1,0-1-1,0 1 0,0-1 1,0 1-1,0-1 1,0 1-1,0 0 1,0-1-1,-1 1 1,1 0-1,0 0 1,0 0-1,-1-1 1,1 1-1,0 0 1,-1 0-1,1 0 1,-1 0-1,1 0 1,-1 0-1,0 0 1,1 0-1,-1 2 1,4 18 2,0-1 1,-2 0-1,-1 1 1,-2 31-1,0-12 64,1 191 457,0-229-565,0-1 1,0 1-1,0 0 1,0-1-1,0 1 1,0-1-1,1 1 1,-1-1-1,0 1 0,1-1 1,0 1-1,0 1 1,0-3-108,0 1-1,0-1 1,-1 1-1,1-1 1,0 0 0,0 1-1,0-1 1,0 0-1,0 0 1,0 0 0,0 1-1,0-1 1,0 0-1,0 0 1,2-1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42 132 3089,'0'0'393,"0"-21"332,0-49-166,0 29 2385,-28 746-1781,25-652-1155,0 0 14,-3-89 178,5-125-115,1 151-82,0 0 0,1 0 0,0 1 0,0-1 0,1 0 0,1 1 1,0-1-1,4-8 0,-4 12-4,0 1 0,0 0 0,1 0 1,0 0-1,-1 1 0,2-1 0,-1 1 1,1 0-1,-1 0 0,1 0 0,0 1 0,0 0 1,1 0-1,9-4 0,-6 3-2,0 1-1,0 0 1,1 1-1,-1 0 1,1 0-1,18 0 1,-25 2 1,1 0 0,-1 0 1,0 0-1,1 0 0,-1 0 1,1 1-1,-1-1 0,0 1 0,0 0 1,1 0-1,-1 0 0,0 1 0,0-1 1,0 1-1,0-1 0,0 1 1,0 0-1,-1 0 0,1 0 0,-1 1 1,1-1-1,3 5 0,-3-1-2,0 1 0,-1-1 1,0 1-1,0 0 0,0-1 0,-1 1 0,1 11 0,-1 53 15,-2-37 12,1-23 15,0-1 1,-1 1-1,-1-1 1,0 1-1,0-1 0,-1 0 1,0 0-1,-1 0 1,-7 15-1,6-17 3,0-1 0,-1 1 0,0-1 1,0-1-1,0 1 0,-1-1 0,0 0 0,-1 0 0,1 0 0,-1-1 0,-13 6 1,12-6-98,0-1 1,0 0 0,-1 0-1,1-1 1,-1 0 0,0-1-1,0 0 1,0 0 0,0-1 0,-17 0-1,27-1-17,-1 0 0,1 0 0,-1 0 0,1 0 0,0 0 0,-1 0 0,1 0 0,0 0 0,-1 0 0,1 0 0,0 0 0,-1 0 0,1 0 0,0-1 0,-1 1 0,1 0 0,0 0 0,-1 0-1,1-1 1,0 1 0,-1 0 0,1 0 0,0 0 0,0-1 0,0 1 0,-1 0 0,1-1 0,0 1 0,0 0 0,0-1 0,-1 1 0,1 0 0,0 0 0,0-1 0,0 1 0,0-1 0,-1-26-4796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1 218 304,'0'0'3970,"24"4"-3951,75 14 23,-88-15 5,0-2 0,0 1 0,1-2 0,-1 1 0,13-2 0,-7 0-22,-15 0-13,1 1 0,0 0 0,0-1 0,0 0 0,0 0 0,-1 0 0,1 0 0,0 0 0,-1 0 0,1 0 0,-1-1 0,1 0 0,-1 1 0,0-1 0,0 0 0,0 0 0,0 0 0,0 0 0,0 0 0,0-1 0,-1 1 0,1 0 0,-1-1 0,0 1 0,0-1 0,0 1 0,0-1 0,1-3 0,1-7 129,-1 0 0,0 0 0,0 0 1,-2-21-1,1 30-105,-2 1 0,1 0 0,0-1 0,-1 1 0,0 0 0,1-1 0,-1 1 0,-1 0 0,1 0 0,0 0 0,-1 0 0,0 0 0,0 0 0,0 0 0,0 0 0,0 1 0,-5-5 0,3 4 20,-1-1 0,0 1 0,0 1 0,0-1 0,0 1 0,0 0 0,0 0 0,0 0 0,-1 0 1,-9 0-1,4 0 15,0 0 0,0 1 0,0 1 1,0 0-1,-21 2 0,28-1-62,0 0 0,-1 0 0,1 0 0,0 0-1,0 1 1,-1-1 0,1 1 0,0 0 0,1 0 0,-1 1 0,0-1-1,1 1 1,-1 0 0,1 0 0,0 0 0,0 0 0,-3 4-1,1 2 10,0 0-1,0 0 0,1 1 0,1-1 1,-1 1-1,2 0 0,-1 0 0,1 0 0,1 0 1,0 0-1,1 1 0,1 17 0,0-15 2,0-1-1,2 1 0,-1-1 0,2 0 0,0 1 0,0-1 0,1-1 1,1 1-1,13 20 0,-9-18-12,0-1 1,2 0-1,0-1 0,0 0 0,1 0 1,26 16-1,-32-23-3,1 0 1,0-1-1,0-1 1,1 1-1,-1-1 0,1 0 1,-1-1-1,1 0 1,0 0-1,0-1 1,0 0-1,0 0 0,0-1 1,0-1-1,9 0 1,-14 0-4,0-1 0,0 1 1,0-1-1,0 1 0,0-1 1,-1 0-1,1-1 0,-1 1 1,1 0-1,-1-1 0,0 0 0,0 0 1,0 0-1,-1 0 0,1 0 1,-1 0-1,0-1 0,0 1 1,0-1-1,0 0 0,2-6 1,3-9 12,-1-1 1,7-37-1,-12 53-10,7-49 48,-2-1 0,-3-88 0,-3 113-17,-13 366 105,15-372-24,-4-42 0,0 41-20,1 0 0,6-36 0,-5 67-103,1 0-1,0 0 1,1 0 0,-1 1 0,1-1 0,0 1-1,0-1 1,0 1 0,1-1 0,0 1 0,0 0 0,0 0-1,7-6 1,-5 6-20,1-1 0,0 1 0,0 0-1,0 1 1,1-1 0,0 1 0,-1 0 0,13-3 0,5 1-49,1 0 0,0 2 0,-1 1 0,42 1 0,-65 5 29,-3 10 67,0-1 0,0 1 0,-2-1 0,0 1 0,-8 20 0,-10 33 342,18-49-200,0-1 0,2 1 0,0 23 0,1-35-135,2 0 1,-1-1-1,1 1 1,0 0-1,0 0 1,1-1-1,0 1 1,0 0-1,0-1 0,1 0 1,-1 1-1,1-1 1,1 0-1,3 5 1,0-4-16,-1-1 0,1 1-1,0-1 1,0 0 0,1-1 0,-1 1 0,1-1 0,0-1 0,0 0 0,1 0 0,-1 0 0,14 2 0,-1-2-392,1 0 0,0-1 0,42-1 0,28-8-5254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576 65 1056,'0'0'897,"-28"0"-179,-186 0 1024,-120 0 2420,420 0-3410,371-27-472,-224 8-315,515 1-4356,-710 18 1723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33 3057,'0'0'4458,"-15"-8"-3865,5 2-523,7 3-53,-1 1 0,0 0-1,0 0 1,0 0 0,0 0-1,0 0 1,0 1 0,-6-2-1,9 3-14,1 0 0,-1 0-1,0 0 1,1 0-1,-1 1 1,0-1 0,0 0-1,1 0 1,-1 0 0,0 0-1,1 1 1,-1-1 0,0 0-1,1 1 1,-1-1-1,0 0 1,1 1 0,-1-1-1,1 1 1,-1-1 0,1 1-1,-1-1 1,0 2-1,0 0 2,0 0-1,0 0 0,0 0 0,1 0 0,-1 1 0,1-1 0,-1 0 1,1 1-1,0-1 0,0 0 0,0 3 0,-8 668 780,8-659-839,-1-11-177,1 1 0,0 0 0,0-1 0,0 1 0,1-1 0,-1 1-1,1-1 1,2 7 0,3-5-2567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2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3057,'0'0'2876,"0"9"-2788,0 19-51,-9 183 212,-3-126-84,-2 3-23,-1 109-1,15-195-117,0-11 4,-1-1 0,1 1 0,1-1 0,0 1-1,0-1 1,5-17 0,24-52-32,-20 56 13,8-19-9,37-63 0,-46 90 0,1 0 0,0 1-1,1 1 1,1-1 0,0 2-1,1 0 1,19-15 0,-25 23-5,-1 0 1,0 1-1,1 0 1,0 0-1,0 0 1,0 1-1,8-2 1,-13 3 1,-1 1 1,0-1-1,1 1 1,-1 0 0,1 0-1,-1-1 1,1 1 0,-1 0-1,1 0 1,-1 1-1,1-1 1,-1 0 0,0 0-1,1 1 1,-1-1 0,1 0-1,-1 1 1,0-1-1,1 1 1,-1 0 0,0 0-1,0-1 1,1 1 0,-1 0-1,0 0 1,0 0-1,0 0 1,0 0 0,0 0-1,0 0 1,-1 0 0,1 1-1,0-1 1,0 0-1,-1 0 1,1 1 0,-1-1-1,1 0 1,-1 1 0,1 2-1,1 25 11,-2 0-1,0 1 1,-2-1 0,-1 0-1,-2 0 1,-1 0 0,-12 33-1,17-56-3,-29 102 151,27-93-125,0 0 0,2 1 0,0-1 0,0 1 0,3 16 0,-2-30-28,0-1-1,1 1 0,-1 0 1,1-1-1,-1 1 0,1 0 1,-1-1-1,1 1 0,0-1 1,0 1-1,0-1 0,0 1 1,0-1-1,0 0 0,0 0 1,1 1-1,-1-1 0,0 0 0,1 0 1,-1 0-1,1 0 0,-1-1 1,1 1-1,0 0 0,-1 0 1,4 0-1,3 1 4,0-1 0,0 0 0,0-1 0,15 0 0,-13 0-4,6 0 1,0-1-1,0 0 1,-1-1 0,1-1 0,-1-1 0,0 0 0,1 0-1,-2-2 1,1 0 0,-1 0 0,0-1 0,0-1 0,-1 0-1,0-1 1,20-17 0,-16 11-21,-1 0 0,0-1-1,-1-1 1,-1-1 0,-1 1-1,-1-2 1,0 0 0,9-22 0,-13 25 9,-2-1 1,0-1 0,-1 1 0,0-1 0,-2 0-1,0 0 1,-1 0 0,-1 0 0,-1 0-1,-3-21 1,3 35 8,-1 0-1,0 1 1,1-1-1,-2 0 1,1 1-1,0-1 1,-1 1-1,1-1 1,-1 1-1,0 0 1,-1 0-1,1-1 1,0 1-1,-1 1 1,-5-6-1,4 5 1,-1 0-1,0 0 0,1 1 0,-1-1 0,0 1 1,-1 0-1,1 1 0,0-1 0,-1 1 0,1 0 1,-7-1-1,-1 1 16,0 0 0,0 0 0,0 1 0,-16 2 0,23-1 5,0 0 0,0 0 0,1 1 0,-1 0 0,1 0 0,-1 0 0,1 0 0,0 1 0,0 0 0,0 0 0,0 0 0,-5 5 0,3-1 40,0 1-1,0-1 1,1 1 0,0 1-1,1-1 1,0 1-1,0 0 1,0 0-1,-3 11 1,3-2 128,0 0 0,1 1 0,1-1 0,-1 22 0,3-30-101,1 1 1,0 0-1,1 0 0,0-1 0,6 20 1,-5-23-58,0 0 1,1-1 0,0 0-1,1 1 1,-1-1-1,1 0 1,1-1-1,-1 1 1,1-1 0,7 8-1,-1-5-2,-1 0 0,1 0 0,1-1 0,-1-1 0,1 1 0,0-2 0,18 6 0,-3-2 3,2-2 1,43 7-1,102 0-396,10-12-1554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15 225 2609,'0'0'782,"0"-20"-233,-5-153 1306,6 167-1568,-1 4-160,0 0 1,0 0-1,0 1 1,0-1-1,0 0 1,0 0-1,0 0 1,-1 1-1,1-1 1,-1 0-1,1 0 1,-2-1 0,1 3-116,1 1 1,-1 0-1,1 0 1,-1 0 0,0 0-1,1-1 1,0 1-1,-1 0 1,1 0 0,0 0-1,-1 0 1,1 0-1,0 0 1,0 0 0,0 0-1,0 0 1,0 0-1,0 0 1,0 0 0,0 0-1,1 0 1,-1 1-1,0 4 13,-1 84 44,4 118 132,-3-201-466,2 1-1,-1-1 1,1 1 0,4 8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 3378,'0'0'1024,"-67"133"-464,67-93 177,13-3-113,28-18-336,11-9-208,0-10 32,-3 0-32,-13-19-32,-15-11 16,-13-2 16,-8 5-80,0 4-32,-3 9-1168,-7 9-785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5 485 3810,'0'0'2195,"-5"1"-1454,5-1-719,36-27 294,-1 0 0,32-33-1,-39 34-266,0 1-41,-2-2 1,37-46 0,-55 63-4,-1 0-1,-1-1 1,1 0 0,-2 0 0,0 0 0,0-1 0,-1 1 0,-1-1 0,0 0 0,0-1 0,0-14 0,-3 24-3,0 1 1,0-1-1,0 1 0,0-1 1,-1 1-1,1 0 0,-1-1 1,0 1-1,1 0 0,-1-1 1,-1 1-1,1 0 0,0 0 1,0 0-1,-1 0 0,1 0 1,-4-4-1,1 4 8,1-1 0,0 1 0,-1 0 0,1 0 0,-1 0 0,0 1 0,0-1 0,1 1 0,-1 0 0,-6-2 0,-2 2 32,0-1 1,-1 1 0,1 1 0,0 0-1,-1 1 1,-21 4 0,32-5-36,0 0 0,0 1 0,0-1 0,0 1 1,0 0-1,0-1 0,1 1 0,-1 0 0,0 0 1,0 0-1,0 0 0,1 0 0,-1 1 0,1-1 0,-1 0 1,1 1-1,-1-1 0,1 1 0,0 0 0,0-1 0,0 1 1,0 0-1,0-1 0,0 1 0,1 0 0,-1 0 0,0 0 1,1 0-1,-1 3 0,1-2-5,0 1 1,1-1-1,-1 0 1,1 0-1,-1 0 1,1 0-1,0 0 1,1 0-1,-1-1 0,0 1 1,1 0-1,-1 0 1,1-1-1,0 1 1,0-1-1,0 1 1,1-1-1,-1 0 0,5 3 1,22 15 46,2-1-1,59 26 1,4 3-35,-59-29-11,-2 1 1,57 46-1,-80-56-2,0-1-1,0 1 1,-1 0-1,0 1 1,-1 0-1,0 0 1,-1 1-1,0 0 1,-1 0-1,-1 0 1,7 21-1,-9-22 1,-1-1 0,0 2 0,-1-1 0,0 0 0,0 0 0,-2 0 1,-1 13-1,2-19 1,-2 0 1,1 0-1,-1 0 1,1 0-1,-1 0 1,-1-1-1,1 1 1,-1 0-1,0-1 0,0 0 1,0 0-1,-1 0 1,1 0-1,-1 0 1,0-1-1,0 0 1,-6 4-1,-5 2 39,-1-1 0,0 0 0,0-1-1,-1-1 1,1-1 0,-1 0-1,-1-1 1,1 0 0,-1-2 0,1 0-1,-1-1 1,0 0 0,0-2 0,-29-3-1,45 3-13,0 1 0,0-1-1,0 0 1,0 0 0,0 0-1,1 0 1,-1 0 0,0 0-1,1 0 1,-1 0 0,0-1-1,1 1 1,0-1 0,-1 1-1,1-1 1,0 1-1,0-1 1,0 0 0,0 0-1,0 1 1,0-1 0,1 0-1,-1 0 1,1 0 0,-1 0-1,1 0 1,-1-2 0,1-1-4,0 1 1,-1 0 0,2-1-1,-1 1 1,0 0-1,1-1 1,0 1 0,0 0-1,0 0 1,1 0-1,3-8 1,0 5-23,1 1-1,-1 0 0,1 0 1,0 0-1,1 0 1,-1 1-1,1 0 1,0 1-1,1 0 0,-1 0 1,1 0-1,0 0 1,0 1-1,0 1 1,15-4-1,-7 2-3,1 1-1,-1 1 0,1 0 1,0 1-1,0 0 1,-1 2-1,25 2 1,-39-3-7,0 1 0,0-1-1,1 1 1,-1 0 0,0 0 0,0 0 0,0 0 0,0 0 0,0 0 0,0 0-1,0 1 1,0-1 0,-1 0 0,1 1 0,0 0 0,-1-1 0,0 1 0,1 0-1,-1 0 1,0 0 0,0 0 0,0 0 0,0 0 0,0 0 0,0 0 0,-1 0-1,1 0 1,-1 0 0,0 0 0,1 1 0,-1-1 0,0 0 0,-1 4 0,0 5-1695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109 406 352,'0'0'2201,"0"-24"-1248,0-154 898,2 115-332,-1 25-196,-4-60 0,0 93-964,0 11-262,-3 18-97,-20 151 283,-23 161 752,27 6-651,22-307-432,0-33-24,1 8-169,-1-10 203,0 0 0,0 0 0,0 0-1,0 1 1,0-1 0,0 0 0,0 0 0,0 0-1,0 0 1,0 0 0,0 0 0,0 0-1,1 0 1,-1 0 0,0 0 0,0 1-1,0-1 1,0 0 0,0 0 0,0 0 0,0 0-1,0 0 1,1 0 0,-1 0 0,0 0-1,0 0 1,0 0 0,0 0 0,0 0-1,0 0 1,0 0 0,1 0 0,-1 0 0,0 0-1,0 0 1,0 0 0,0 0 0,0 0-1,0 0 1,0 0 0,1 0 0,-1 0-1,0 0 1,0 0 0,0 0 0,0-1-1,0 1 1,0 0 0,0 0 0,0 0 0,0 0-1,0 0 1,1 0 0,-1 0 0,0 0-1,0 0 1,7-9-3595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351 1 1489,'0'0'6307,"-169"153"-5859,115-92-320,2-4-128,13-5 0,10-20-1953,22-15-3185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 3794,'0'0'3473,"223"-32"-3393,-83 22-80,3 10 0,-19 0-16,-25 0-576,-42 0-897,-41 0-1056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6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561 178 480,'0'0'4087,"6"-22"-3220,16-69-256,-21 89-585,-1 0 0,1 0-1,-1 1 1,0-1-1,0 0 1,1 0 0,-2 0-1,1 0 1,0 0-1,0 0 1,-1 0-1,1 0 1,-1 0 0,1 0-1,-1 0 1,0 0-1,0 0 1,-2-2-1,2 3 0,-1 0 0,1-1 0,-1 1-1,0 0 1,1 1 0,-1-1 0,0 0-1,0 0 1,1 1 0,-1-1 0,0 1-1,-2-1 1,-5-1 77,-12-2 79,0 0 0,0 2 0,0 0 0,-1 1 0,-33 4 0,40-3-93,1 1-21,1 0-1,0 1 1,0 0-1,0 1 1,0 0 0,0 1-1,0 1 1,1 0-1,0 0 1,-17 11-1,15-6 56,0-1-1,1 2 0,1 0 0,-1 0 0,2 1 0,0 1 0,-14 20 0,10-9 39,1 1 0,2 0 0,0 0-1,2 1 1,1 0 0,1 1 0,1 0 0,2 0 0,-3 40 0,6-37-38,1 1 0,2 0 0,7 45-1,-5-60-89,1 0 0,1 0 0,0 0 0,1-1 0,1 0-1,1 0 1,0 0 0,12 15 0,-4-9-18,2-1 0,0 0 1,1-1-1,1-2 0,1 1 1,1-2-1,0-1 0,1-1 0,1 0 1,0-2-1,1 0 0,1-2 1,-1-1-1,2-1 0,-1 0 0,49 5 1,-44-8-8,1-3 1,0 0-1,0-2 1,60-7-1,-78 5-4,-1 0 0,0-2 0,0 1 0,0-2 0,0 1 0,-1-2 0,1 0 0,-1 0 0,-1-1 1,1 0-1,-2-1 0,1 0 0,16-17 0,-18 16 0,-1-1 1,0-1-1,-1 0 0,0 0 1,0 0-1,-1-1 1,-1 1-1,0-1 0,3-17 1,-3 6 0,-1 0 1,-1 0-1,-1-1 0,-2-28 1,-2 25-4,-1 0 0,-2 0 0,-1 0 0,-1 0 1,-1 1-1,-1 0 0,-2 1 0,-1 0 0,0 0 0,-21-27 0,11 20 2,-2 1-1,-1 1 1,-1 2-1,-1 0 0,-2 2 1,-59-43-1,69 57-4,0 0-1,-1 2 1,0-1-1,-31-9 1,38 16-11,0 0 1,0 1-1,-1 0 0,0 1 1,1 1-1,-1 0 1,0 1-1,-18 1 1,29-1-83,-1 0 0,1 1 0,0-1 0,-1 1 0,1 0 0,-1 0 0,1 0 0,0 0 0,0 0 1,0 1-1,0-1 0,0 1 0,0 0 0,0 0 0,0 0 0,1 0 0,-1 0 0,1 1 0,-1-1 0,1 1 0,0-1 1,0 1-1,1 0 0,-1 0 0,-1 3 0,-6 29-5185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30 701 4978,'0'0'2583,"2"-17"-2452,4-53 174,-3 1 0,-8-93 0,5 159-300,-36-377 523,53 960-559,57 1 11,-62-519-825,-5-22-2117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0 4290,'0'0'2655,"-30"15"-2149,-5 2-205,-59 38-1,86-48-256,1 0 0,0 0-1,1 0 1,-1 1 0,1-1 0,1 2 0,0-1 0,0 0 0,0 1 0,1 0 0,0 0 0,1 1 0,0-1 0,1 1 0,0-1 0,-2 16 0,3-19-34,-3 28 61,0 0-1,4 68 0,0-94-65,1 1-1,0 0 1,1-1-1,0 0 1,0 1-1,1-1 1,0 0 0,0 0-1,1 0 1,0 0-1,0-1 1,1 0-1,0 1 1,0-2 0,1 1-1,0-1 1,0 0-1,1 0 1,-1 0-1,1-1 1,0 0-1,1 0 1,-1-1 0,1 0-1,0-1 1,0 1-1,0-2 1,0 1-1,1-1 1,10 2 0,-6-2 2,1 0 1,-1-1-1,1-1 1,-1 0-1,1-1 1,-1 0 0,15-3-1,-22 2-4,1 0 0,-1 0 0,0 0 0,-1-1 0,1 1-1,0-1 1,-1-1 0,1 1 0,-1-1 0,0 0 0,0 0 0,-1 0-1,1-1 1,-1 0 0,0 0 0,6-10 0,-3 3 3,-1-1 0,-1-1 0,0 1 1,-1-1-1,0 0 0,-1 0 0,-1 0 0,0 0 1,-1-1-1,0 1 0,-1 0 0,-1-1 0,0 1 1,-1 0-1,-1 0 0,0 0 0,-1 0 0,0 0 1,-1 0-1,-1 1 0,0 0 0,0 0 0,-2 1 1,1 0-1,-2 0 0,1 1 0,-14-13 0,19 21-6,-40-38-190,40 39 110,-1 0 0,1-1 0,0 1 0,-1 1 0,1-1 0,-1 0 0,0 1 0,1-1 0,-1 1 0,0 0 0,0 1 0,-6-2 0,1 4-2673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57 185 4066,'0'0'3583,"-8"0"-3276,6 0-305,0 0 0,0 1 0,0-1 0,0 0 0,1 0 0,-1 1 1,0-1-1,0 1 0,0 0 0,1-1 0,-1 1 0,0 0 0,1 0 1,-1 0-1,1 0 0,-1 1 0,1-1 0,-3 3 0,2-1 0,0 0 1,1 1-1,-1 0 0,1-1 0,0 1 0,0 0 0,0-1 1,1 1-1,-1 0 0,1 0 0,0 4 0,-2 30 25,2 0-1,2 0 1,8 49-1,-7-70-17,1 0-1,1 0 0,0-1 1,1 0-1,1 0 0,1 0 1,0-1-1,1 0 0,18 23 1,-24-34-7,1 1 1,0-1 0,0-1-1,0 1 1,0-1 0,1 1 0,0-1-1,-1 0 1,1-1 0,0 1-1,8 2 1,-4-3 4,1 0-1,-1 0 1,1-1 0,0 0-1,19-1 1,-23-1-6,0 0 1,0 1 0,0-2-1,0 1 1,-1-1-1,1 0 1,0 0-1,0 0 1,-1-1 0,0 0-1,8-5 1,-4 1-8,0 0 1,-1-1-1,0 0 1,0 0-1,12-18 1,-9 9-14,-1 0 1,-1-1 0,0 1 0,-2-2-1,0 1 1,-1-1 0,4-21 0,-3 2 16,-3-1 1,-1 1-1,-2-1 0,-6-59 1,-2 69 73,6 28-64,1 0 0,-1 0-1,1 0 1,-1 0-1,1 1 1,-1-1-1,1 0 1,-1 0 0,0 0-1,1 1 1,-1-1-1,0 0 1,0 1-1,0-1 1,1 1-1,-1-1 1,0 1 0,0-1-1,0 1 1,0 0-1,0-1 1,0 1-1,0 0 1,0 0 0,-1 0-1,1 0-7,1 0 1,-1 0-1,1 0 0,-1 0 1,1 0-1,-1 0 0,1 1 1,-1-1-1,1 0 0,-1 0 1,1 0-1,-1 1 0,1-1 0,0 0 1,-1 1-1,1-1 0,-1 1 1,1-1-1,0 0 0,0 1 1,-1-1-1,1 1 0,0-1 1,0 1-1,-1-1 0,1 1 0,0-1 1,0 1-1,0 0 0,-3 19-17,3-15 15,0 179-17,0-175 22,1 0 1,1 0-1,0 0 1,0 0 0,0 0-1,1-1 1,1 0-1,-1 1 1,1-1-1,1 0 1,8 12 0,-9-15 0,0-1 1,0 1 0,0-1 0,1 0-1,-1 0 1,1 0 0,0-1 0,0 1-1,0-1 1,1 0 0,-1-1 0,1 1 0,-1-1-1,1 0 1,0-1 0,0 0 0,0 1-1,9-1 1,-8 0 21,0-1 1,0 0-1,0-1 0,-1 1 0,1-1 1,0-1-1,-1 1 0,1-1 0,-1 0 1,1-1-1,-1 0 0,0 0 0,0 0 1,0 0-1,0-1 0,-1 0 0,1 0 0,-1-1 1,0 0-1,-1 1 0,1-2 0,-1 1 1,0 0-1,0-1 0,0 0 0,-1 0 1,0 0-1,0 0 0,2-8 0,0-1 28,-1 0 0,0 0-1,-1 0 1,1-31 0,-3-66 129,-2 62-200,-7-76-2741,8 107-177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2993,'0'0'2175,"26"15"-1668,89 44-278,-106-55-219,1-1 1,-1 0-1,1-1 1,-1 0-1,1 0 1,0-1-1,0 0 1,0-1-1,-1 0 1,11-2-1,10 1 3,-29 1-13,19 1 8,0-2 1,0 0-1,0-1 0,0-1 0,20-5 1,-36 6-7,1 1-1,-1-1 1,0 1 0,0-1 0,0 0 0,0-1 0,0 1 0,0-1 0,-1 0-1,1 1 1,-1-2 0,0 1 0,0 0 0,0-1 0,0 1 0,0-1 0,-1 0-1,0 0 1,0 0 0,0 0 0,0 0 0,0 0 0,-1-1 0,0 1 0,0-1 0,0 1-1,-1-1 1,1-6 0,-1 6 4,0 0 1,-1 0-1,1 0 0,-1 0 0,0 0 1,-1 0-1,1 0 0,-1 0 0,0 1 1,0-1-1,0 1 0,-1-1 1,0 1-1,0 0 0,0 0 0,0 0 1,-1 0-1,1 0 0,-1 1 0,0 0 1,0 0-1,0 0 0,0 0 0,-6-2 1,-10-5 113,-1 0 1,0 2 0,-1 0 0,-24-4-1,15 5 185,-1 3-1,1 0 0,-62 2 0,90 2-290,-1 0-1,0 1 1,0-1-1,0 1 1,1 0-1,-1 0 1,0 0-1,1 1 1,-1-1 0,1 1-1,-1 0 1,1 0-1,0 0 1,0 0-1,0 1 1,0-1-1,0 1 1,1 0 0,-1-1-1,1 1 1,0 1-1,-1-1 1,1 0-1,1 0 1,-4 7-1,-1 6-2,1-1 0,1 1-1,0 0 1,-3 29 0,2-11 4,2 0 0,3 67 1,1-89-14,0-1 0,1 1 0,0-1 0,1 1 1,0-1-1,1 0 0,0 0 0,1 0 0,0-1 1,1 0-1,0 1 0,9 10 0,-5-10-225,1 0 0,0-1 0,1 0 0,0 0 0,0-1 0,1-1 0,1 0-1,-1-1 1,1 0 0,0-1 0,0-1 0,1 0 0,0-1 0,0 0 0,27 2 0,48-3-3632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22 3874,'0'0'2433,"-14"28"-1929,-43 91-90,53-110-379,1 1 1,0-1-1,1 1 1,0 0 0,1 0-1,0-1 1,0 1-1,1 0 1,1 13 0,0 4 16,1 30-45,-1 5 751,-2-59-545,-1-8-21,-4-37 62,2 11-242,1-1-1,2 0 0,1 1 0,5-43 1,-4 69-39,1-1 1,0 1 0,0-1 0,1 1 0,-1 0 0,1 0 0,0 0 0,1 0 0,-1 0 0,1 1 0,0 0 0,0-1-1,0 1 1,1 1 0,-1-1 0,1 1 0,0 0 0,0 0 0,0 0 0,1 1 0,9-4 0,12-3-261,-1 1 0,2 1 1,33-4-1,-55 10 231,220-46-542,-215 46 924,-9 6 34,-14 16 137,4-9-541,-12 20 230,-47 87 651,60-104-693,1 0 0,0 0 0,2 1 0,-1 0 0,2-1 0,-2 26 0,4-36-120,1 0 1,0 0 0,0 1-1,0-1 1,1 0 0,-1 0-1,2 0 1,-1 0 0,0 0 0,1 0-1,0 0 1,0-1 0,0 1-1,1-1 1,-1 1 0,1-1-1,0 0 1,5 6 0,-2-5-25,1-1 1,-1 1 0,1-1 0,-1 0-1,1 0 1,0-1 0,1 0-1,-1 0 1,1-1 0,-1 0-1,12 2 1,7 0-381,48-1 0,28-2-3067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532 503 4338,'0'0'2799,"4"-9"-2319,2-8-430,-1 0-1,-1 0 1,0-1 0,-1 1 0,1-32 0,-4 18 100,1-3 1,-1-1 1,-2 1-1,-2-1 0,-8-39 1,4 48-24,-18-56 483,23 75-518,1 8-78,1 11-64,1-9 48,0 80-56,7 652 98,-7-727-42,3 32 21,-3-38-23,0-1 0,0 1-1,0 0 1,1-1 0,-1 1 0,1-1-1,-1 1 1,1 0 0,0-1 0,-1 0 0,1 1-1,0-1 1,0 1 0,0-1 0,0 0-1,0 0 1,1 1 0,0 0 0,-1-2-4,-1 0 1,1 0-1,-1 0 1,0 0-1,1 1 1,-1-1-1,1 0 0,-1 0 1,1 0-1,-1-1 1,0 1-1,1 0 1,-1 0-1,1 0 1,-1 0-1,1 0 1,-1 0-1,0-1 1,1 1-1,-1 0 1,1 0-1,-1-1 1,0 1-1,1 0 1,-1 0-1,0-1 0,0 1 1,1 0-1,-1-1 1,0 1-1,0-1 1,1 1-1,-1 0 1,0-1-1,0 1 1,0-1-1,0 1 1,1 0-1,-1-1 1,0 1-1,0-1 1,0 1-1,0-1 0,0 1 1,0-1-1,0 1 1,2-30-472,0 1-1,-4-49 1,0 47 256,1 16 128,-1-1 0,0 1 0,-1-1 0,-1 1 0,0 0 0,-1 0-1,-1 1 1,0-1 0,-1 1 0,-13-19 0,14 23 73,-2 0 0,1 1 0,-1 0-1,0 0 1,-1 1 0,0 0 0,-1 1 0,1 0 0,-1 0-1,-1 1 1,1 0 0,-1 1 0,0 0 0,-15-4 0,13 6 38,0 0 0,0 0 0,0 2 0,0-1 0,0 2 0,0 0 0,0 0 1,-1 1-1,-15 3 0,21-2 18,0 1 0,0 0 0,0 0 1,0 0-1,0 1 0,0 0 0,1 0 0,0 1 0,0 0 1,0 0-1,1 1 0,-1 0 0,1 0 0,-9 13 1,7-6 51,0 0 0,0 1 0,1 0 1,1 0-1,1 0 0,0 1 0,1 0 1,0 0-1,-2 23 0,4-25-24,1 0 0,1 0 0,0 0 0,0 1 0,2-1 0,-1 0-1,2 0 1,0 0 0,0-1 0,1 1 0,9 18 0,-6-19-42,1-1 0,0 0 1,0 0-1,1 0 0,1-2 0,0 1 0,0-1 1,1 0-1,0-1 0,22 13 0,-7-8-22,0 0 0,1-2-1,0-1 1,36 8 0,-12-7-785,0-3 0,0-2 1,78-2-1,-1-4-3365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4562,'0'0'3650,"0"-54"-3618,0 108-32,0 11 256,0-2-160,0-1-16,0-11-32,0-7-48,0-11-320,0-9-1345,3-16-512,12-8-944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1 2961,'0'0'4194,"-98"33"-4098,119-33 80,11 0-176,7 0-1584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906 111 1217,'0'0'4882,"-12"-18"-4159,4 4-593,4 7-73,-1-1 1,1 0 0,-2 1 0,-11-13-1,14 17-24,0 1 0,0-1 0,-1 0 0,1 1-1,-1 0 1,1 0 0,-1 0 0,0 0 0,0 1-1,0-1 1,0 1 0,0 0 0,-1 0 0,1 1 0,0-1-1,-5 1 1,0 0-2,1 0-1,0 0 1,-1 1 0,1 0-1,0 0 1,-1 1 0,1 0-1,0 1 1,0 0-1,1 0 1,-1 0 0,1 1-1,-1 0 1,1 1-1,0 0 1,1 0 0,-1 0-1,-9 10 1,5 0-28,0 0 0,1 0 0,1 0 0,1 1 1,0 1-1,0 0 0,2 0 0,0 0 0,1 0 0,1 1 0,1 0 1,0 0-1,1 0 0,1 0 0,1 0 0,4 36 0,-3-48-3,0-1 0,0 0 0,0 0 1,1 0-1,0 0 0,0 0 0,0 0 0,0-1 0,1 1 0,0 0 0,0-1 0,0 0 0,0 0 1,1 0-1,0 0 0,-1-1 0,1 1 0,1-1 0,-1 0 0,0 0 0,1 0 0,0-1 0,-1 0 0,1 0 1,5 2-1,4 0 0,0-1 1,0 0-1,0-1 1,0-1 0,1 0-1,-1-1 1,0 0 0,18-3-1,-25 2 3,-1 0 0,0-1-1,0 1 1,0-1 0,0 0-1,0-1 1,0 1 0,-1-1 0,1-1-1,-1 1 1,0-1 0,0 1-1,0-2 1,0 1 0,-1 0-1,1-1 1,-1 0 0,-1 0 0,1 0-1,-1 0 1,1-1 0,-1 1-1,-1-1 1,1 0 0,2-11-1,0-1 14,-2-1-1,0 0 0,0 1 0,-2-1 1,-1 0-1,0 0 0,-4-30 0,2 38 7,0 0 0,0 1 0,-1-1 0,0 1-1,-1-1 1,0 1 0,-1 0 0,0 0 0,0 1 0,-7-10-1,12 19-20,-1 1-1,1-1 1,0 0-1,0 0 0,0 0 1,0 0-1,0 1 1,0-1-1,0 0 0,0 0 1,0 0-1,0 0 1,0 1-1,0-1 1,-1 0-1,1 0 0,0 0 1,0 0-1,0 0 1,0 0-1,0 1 0,-1-1 1,1 0-1,0 0 1,0 0-1,0 0 0,0 0 1,-1 0-1,1 0 1,0 0-1,0 0 1,0 0-1,-1 0 0,1 0 1,0 0-1,0 0 1,0 0-1,-1 0 0,1 0 1,0 0-1,0 0 1,0 0-1,0 0 0,-1 0 1,1 0-1,0 0 1,0 0-1,0-1 0,0 1 1,0 0-1,-1 0 1,1 0-1,0 0 1,0 0-1,0-1 0,0 1 1,0 0-1,0 0 1,-1 0-1,1 0 0,0 0 1,0-1-1,0 1 1,0 0-1,-1 13-24,1 1 0,1 0 0,0 0 1,0-1-1,6 21 0,-2-1 15,20 131 5,4 175 0,-28-306 4,-5 326-26,1-316 23,-3-2 0,-1 1 0,-2-1 0,-2 0-1,-2-1 1,-25 57 0,28-78 4,0 0 0,-1-1 0,-1 0-1,-1-1 1,-1 0 0,-24 24 0,26-31 1,-1 1 0,0-2-1,0 0 1,0-1 0,-1 0 0,-1-1 0,1 0-1,-1-2 1,-24 7 0,15-6 4,-2-1 0,1-2 0,-1 0 0,1-2-1,-1 0 1,1-2 0,-1-1 0,1-1 0,-1-1 0,-29-10 0,42 10 12,-1 0 1,1-1-1,0-1 0,1 0 1,-1-1-1,1 0 0,1-1 1,-1-1-1,1 0 1,1 0-1,0-1 0,0 0 1,1-1-1,0 0 1,0 0-1,2-1 0,-1 0 1,2 0-1,-1-1 0,-4-16 1,4 7-1,2 0 0,0 0 0,2-1 0,0 0 1,2 1-1,0-1 0,2 0 0,0 0 0,2 0 0,0 1 0,2-1 0,0 1 1,1 0-1,2 1 0,18-41 0,-13 38-22,0 0 1,1 1-1,2 1 1,0 0-1,1 1 1,1 1-1,1 0 0,1 2 1,1 0-1,0 1 1,1 1-1,1 1 1,26-12-1,-34 20-2,0 1 0,0 0 0,1 2 0,0-1 0,0 2 0,0 0 0,33-1 0,-46 4 2,1-1 1,-1 1-1,0 0 1,0 1-1,1-1 1,-1 1-1,0-1 0,0 1 1,0 0-1,0 0 1,0 0-1,0 1 1,0-1-1,0 1 0,0-1 1,3 3-1,-4-1 1,0 0-1,0 0 1,0 0 0,0 0-1,0 0 1,-1 0-1,1 1 1,-1-1-1,0 1 1,0-1 0,0 1-1,0-1 1,-1 1-1,1 3 1,1 56-1451,3-49-1697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6 3762,'0'0'3825,"1"-6"-3282,-3 14-560,-16 326 728,17-192-4285,1-172 1798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227 1 624,'0'0'4354,"-191"41"-3970,162 7 241,23-4 143,6 4-336,47-19-224,25-14 161,5-15-225,-12 0-80,-20-9 96,-21-26 256,-24-4 96,0 0-416,-6 4-96,-15 8-560,12 12-1073,9 6-1840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0 4242,'0'0'4442,"-2"17"-4298,-9 283 1179,6-74-816,-7 119 80,12-342-583,0 0 0,0 0 0,0-1 0,0 1 0,0 0 0,1 0 0,-1 0 0,1 0 0,0-1 0,0 1 0,0 0 0,0-1 0,0 1-1,1-1 1,-1 1 0,1-1 0,0 0 0,3 4 0,-1-3 3,-1-1-1,1 0 0,0 0 1,0-1-1,0 1 0,0-1 1,0 0-1,0 0 0,1 0 1,-1-1-1,0 1 0,6-1 1,4 1-29,0 0 0,-1-1 0,1 0 0,0-1 1,0-1-1,0 0 0,-1-1 0,1-1 0,-1 0 1,0 0-1,21-11 0,-16 5-606,0-1 0,-1-1 1,-1 0-1,0-1 0,23-24 0,-28 23-672,-1 0 0,9-16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6195,'0'0'432,"160"-9"-336,3 6 160,16 3-176,-10 0-80,-29 0-480,-54-9-1105,-62-2-3009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80 196 3666,'0'0'515,"-4"-26"-361,-3-8 27,0 4 314,-4-59 1,11 73 273,0 31-165,-21 730-3,16-657-587,5-52 0,-3-1 0,0 0-1,-13 51 1,13-138 365,3 23-347,1 0 1,2 0-1,0 0 1,14-48-1,-13 63-27,1 1-1,0 1 0,0-1 0,2 1 0,-1 0 0,2 0 0,0 1 0,0 0 1,1 1-1,0-1 0,0 2 0,14-11 0,-13 12-7,1 1 0,0 0 0,0 0 0,1 1 0,0 1 0,0 0 0,0 1 0,0 0 1,1 1-1,0 0 0,0 1 0,-1 0 0,1 1 0,0 1 0,0 0 0,0 0 0,0 2 0,13 2 0,-21-3 3,0 1 0,-1 0 0,1 0-1,-1 0 1,1 1 0,-1-1 0,0 1 0,0 0 0,-1 0-1,1 1 1,0-1 0,-1 1 0,0 0 0,0 0 0,0 0 0,0 0-1,-1 0 1,0 0 0,0 1 0,0-1 0,0 1 0,1 7-1,1 4 31,-1 1 0,0-1 0,-2 1 0,0-1 0,-1 25 0,-1-33 12,0 0-1,0 0 0,0 0 1,-1-1-1,0 1 1,0 0-1,-1-1 1,0 0-1,-1 1 1,1-1-1,-1 0 0,-7 8 1,2-4 31,-1-1 1,0 1 0,-1-2-1,0 0 1,0 0-1,-14 7 1,-4 3 43,-1-2 0,-39 16 0,57-28-462,0-1-1,-1 0 1,1 0-1,-1-2 0,0 1 1,0-2-1,0 0 1,-23 0-1,14-6-3013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1 302 4402,'34'0'760,"110"-2"-608,-114 2-135,-1 1 0,1 1-1,44 10 1,-5 0 23,-49-9-32,0-2-1,0 0 1,0-1-1,32-5 1,-50 4-6,1 0 0,-1 0 0,1 0 0,-1 0 0,0 0 0,0-1 0,1 1 0,-1-1 0,0 0 0,-1 1 0,1-1 1,0 0-1,0 0 0,-1 0 0,1 0 0,-1-1 0,0 1 0,1 0 0,-1-1 0,0 1 0,-1 0 0,1-1 0,0 0 1,-1 1-1,1-1 0,-1 1 0,0-1 0,0 1 0,0-6 0,0 1 8,0 0-1,0 0 1,-1 0 0,0 0-1,-1 1 1,1-1 0,-1 0 0,0 1-1,-1-1 1,0 1 0,-3-7-1,-4-1 43,-1 0 0,0 1 0,-1 0 0,-1 1-1,0 0 1,0 1 0,-1 0 0,-1 1 0,1 1 0,-2 0-1,1 1 1,-1 1 0,0 1 0,-1 0 0,1 1 0,-1 0-1,0 1 1,-1 2 0,1-1 0,-32 1 0,43 3 3,0 0 1,-1 0 0,1 0-1,0 1 1,0 0-1,0 0 1,1 1 0,-1 0-1,0 0 1,1 0-1,0 0 1,-1 1 0,1 0-1,1 0 1,-1 0-1,1 1 1,-1 0 0,2-1-1,-1 2 1,0-1-1,1 0 1,0 1 0,0-1-1,0 1 1,1 0 0,-2 7-1,0 0 41,0 0 0,1 0 0,0 1 0,2 0-1,-1-1 1,2 1 0,-1 0 0,2 0 0,0-1 0,1 1 0,5 21 0,-2-22-58,1 0 1,0 0 0,0 0 0,2-1 0,-1 0 0,2-1-1,-1 1 1,2-2 0,-1 1 0,1-1 0,1-1 0,0 0 0,14 9-1,3 1-88,2-1-1,0-1 1,1-2-1,44 16 0,-41-20-1162,1-2-1,0-1 0,70 7 0,-11-13-3407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229 311 3394,'0'0'3316,"7"-5"-2817,25-16-230,-30 20-260,-1 1 0,0 0 0,0-1 0,0 1 0,1 0 0,-1 0 0,0-1 0,0 1 0,1 0 0,-1 0 0,0 0 0,0 1 0,1-1 1,-1 0-1,0 0 0,0 1 0,0-1 0,1 1 0,-1-1 0,0 1 0,2 1 0,7 2 27,-4-3-31,0 0 0,-1 0 1,1 0-1,0-1 0,0 0 1,-1 0-1,1 0 0,0-1 0,-1 1 1,1-2-1,0 1 0,-1 0 1,1-1-1,6-4 0,-8 4-2,-1 0-1,0-1 0,0 0 1,0 0-1,0 0 0,0 0 1,-1 0-1,0 0 0,1-1 1,-1 1-1,0-1 0,-1 0 1,1 0-1,-1 1 0,1-1 1,-1 0-1,0 0 0,-1 0 1,1 0-1,-1 0 0,1-5 1,-1 1-3,-1 1 0,1-1 1,-1 1-1,0-1 1,-1 1-1,0 0 1,0 0-1,-1 0 1,0 0-1,0 0 0,0 0 1,-1 1-1,0-1 1,0 1-1,-1 0 1,1 0-1,-2 1 1,1 0-1,0-1 0,-1 2 1,0-1-1,0 1 1,-11-6-1,6 3 4,-1 1-1,0 0 0,0 1 0,0 0 1,-1 1-1,1 1 0,-1 0 1,0 0-1,0 1 0,0 1 0,-1 0 1,-25 3-1,32-1 17,0 1 0,0-1 0,0 2 0,0-1 0,0 1 0,1 0 0,-1 0 0,1 1 0,0 0 0,0 0 0,0 1 0,0-1 0,1 1 0,0 0 0,0 1 0,0-1 0,0 1 0,1 0 0,0 0 0,1 1 0,-1-1 0,-4 14 0,2-4 49,1 0 1,1 0-1,0 0 1,1 1 0,1-1-1,1 1 1,0 0-1,1-1 1,2 19-1,-1-26-59,0 0 1,1-1-1,0 1 0,1-1 0,0 0 0,0 0 1,1 0-1,0 0 0,0-1 0,1 1 0,9 11 1,-6-10-12,1 0 1,0-1 0,0 0 0,1 0-1,0-1 1,0-1 0,19 10 0,-5-6-426,1-1 1,0-1 0,0-1 0,1-1-1,0-1 1,0-2 0,33 1 0,40-3-2289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 1969,'0'0'1425,"-27"9"-593,8-4-619,4-1-26,0 1 1,0 0-1,-23 13 0,31-15-88,0 2 0,1-1 1,0 1-1,0 0 0,0 0 0,1 0 0,0 1 1,0 0-1,0 0 0,0 0 0,1 0 0,-6 12 1,1 7 131,0-1 1,2 1-1,1 1 0,0-1 1,2 1-1,1 0 1,1 51-1,2-69-215,0-1-1,0 1 1,1-1-1,0 0 1,1 0 0,0 0-1,0 1 1,0-2-1,1 1 1,0 0-1,7 11 1,-7-13-11,1-1 0,-1 1-1,1-1 1,0-1 0,1 1 0,-1 0 0,1-1 0,0 0-1,0 0 1,0 0 0,0-1 0,0 0 0,0 0 0,1 0-1,8 1 1,-4 0 2,1-1-1,-1-1 1,1 0-1,-1 0 0,1-1 1,-1 0-1,1-1 1,-1 0-1,1-1 0,-1 0 1,0-1-1,0 0 1,0 0-1,16-9 0,-19 8-2,0 0-1,0-1 0,-1 0 1,0-1-1,0 1 0,0-1 1,0 0-1,-1 0 0,0-1 1,-1 0-1,1 0 0,-1 0 1,-1 0-1,1-1 0,-1 1 1,-1-1-1,1 0 0,-1 0 1,1-11-1,0 6 4,-1-1 0,-1 1 0,0-1-1,-1 0 1,0 1 0,-1-1 0,-1 1 0,0-1 0,-1 1-1,0 0 1,-1 0 0,-1 0 0,0 0 0,0 1 0,-8-13-1,-1 5 37,-1 1 0,-27-30 0,36 43-197,0 0 0,0 0-1,0 1 1,-1 0 0,1 1-1,-1-1 1,0 1-1,0 1 1,-1-1 0,1 1-1,-14-3 1,6 5-2506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65 335 3874,'0'0'3004,"-11"10"-2255,9-7-671,-33 24 337,34-27-407,1 1 0,-1-1 0,1 0 0,-1 1 1,1-1-1,-1 0 0,1 0 0,-1 1 0,1-1 0,-1 0 0,1 0 0,-1 0 0,0 0 0,1 0 0,-1 0 0,1 0 0,-1 0 0,0 0 0,1 0 0,-1 0 0,1 0 1,-1 0-1,0-1 0,0 1 1,1-1 1,0 0 0,-1 0-1,1 0 1,0 0-1,0 0 1,0 0 0,0 0-1,0 0 1,0 0 0,0 0-1,0 0 1,0 0-1,0 0 1,1 0 0,-1 0-1,0 0 1,1 0 0,-1 0-1,1-1 1,22-56 88,3 1 0,40-65-1,-55 102-73,24-30-1,-32 46-17,0 0-1,1 0 0,-1 0 0,1 1 0,0 0 1,0-1-1,0 1 0,0 1 0,0-1 1,1 0-1,-1 1 0,1 0 0,7-2 0,-10 4-6,-1 0 0,0 0 0,0 0 0,0 0 0,1 0 0,-1 0 0,0 1 0,0-1 0,0 0-1,0 1 1,0-1 0,0 1 0,0-1 0,0 1 0,0 0 0,0-1 0,0 1 0,0 0 0,0 0 0,0 0-1,0-1 1,0 1 0,-1 0 0,1 0 0,-1 0 0,1 0 0,0 0 0,-1 1 0,1-1 0,-1 0-1,0 0 1,1 0 0,-1 2 0,8 45-38,-8-43 38,6 316 86,-8-196-58,3-186 67,13-100 0,-11 139-74,2 0 0,0 0 0,1 0 0,1 1 0,1 0 0,1 0 0,1 1 0,16-24 0,-24 39-42,2 0 0,-1 0-1,0 1 1,1-1 0,0 1 0,0 0-1,0 0 1,1 0 0,-1 1 0,1-1-1,0 1 1,0 0 0,0 0-1,0 1 1,1 0 0,-1 0 0,1 0-1,-1 1 1,1-1 0,0 1 0,-1 0-1,11 1 1,-13 0-10,0 0 0,0 0 0,0 1 0,0-1 0,0 1 0,0 0 0,0 0 0,0 0 0,0 0 0,0 1 1,-1-1-1,1 1 0,-1-1 0,1 1 0,-1 0 0,3 2 0,0 1 5,-1 0 1,0 0 0,0 1 0,-1-1-1,0 1 1,1 0 0,1 7-1,3 10 9,-1-1 0,-1 1-1,3 30 1,-1 18 75,-3 107-1,-5-162 23,0-50-35,-2 14-81,2 0 0,0 1 0,2-1 1,0 1-1,1 0 0,0 0 0,10-27 0,-3 24-138,1 1 0,2 0 0,0 0 0,0 1 0,2 1 0,1 0 0,0 2 0,1-1 0,35-25 0,-44 37 3,1 1 0,0 0-1,0 0 1,0 1 0,1 0 0,17-4-1,-25 7 162,1 1 0,-1-1 0,1 0 0,-1 1 0,1 0 0,-1-1 0,1 1 0,-1 0 0,1 0 0,-1 1 0,1-1 0,-1 1 0,1-1 0,-1 1 0,1 0 0,-1-1 0,1 1 0,-1 1 0,0-1 0,0 0 0,0 0 0,0 1 0,0-1 0,0 1 0,0 0 0,0 0 0,0 0 0,-1-1 0,1 1 0,-1 1 0,1-1 0,0 3 0,1 6 72,0 0 0,-1 0 0,0 1-1,0-1 1,-2 1 0,0 22-1,0-15 110,-1 24 480,-1-1 0,-3 0-1,-10 49 1,12-79-564,-9 45 244,12-52-367,-1 0 0,1-1 0,0 1 0,0 0-1,0 0 1,1 0 0,-1 0 0,1-1 0,2 7 0,-2-10-57,-1-1 0,1 1-1,-1 0 1,0-1 0,1 1 0,0 0-1,-1-1 1,1 1 0,-1-1 0,1 1-1,0-1 1,-1 1 0,1-1 0,0 0-1,-1 1 1,1-1 0,0 0-1,0 1 1,-1-1 0,1 0 0,0 0-1,0 0 1,1 0 0,32 2-4121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6 360 5362,'0'0'1292,"31"-5"-1170,107-14-98,-105 15-132,-1-2-1,1-1 0,-1-2 0,42-16 0,-68 23 103,1-1 1,-1 0-1,1 0 0,-1-1 1,0 0-1,0 0 0,-1 0 0,1 0 1,-1-1-1,0 0 0,0 0 1,8-12-1,-10 12 37,-1 1-1,0-1 1,1 0 0,-1-1-1,-1 1 1,1 0-1,-1 0 1,0-1 0,0 1-1,-1-1 1,0 1 0,0-1-1,0 1 1,0-1 0,-1 1-1,0-1 1,-2-7 0,1 8 0,0-1 0,-1 1 0,1 0 1,-1-1-1,0 1 0,0 1 0,-1-1 1,0 0-1,1 1 0,-2 0 0,1 0 1,0 0-1,-1 0 0,1 1 0,-1-1 1,0 1-1,0 0 0,-1 1 0,1 0 1,-10-4-1,-4 0 123,-1 1-1,0 1 1,0 1 0,-35-2-1,46 5-104,0-1 0,1 2-1,-1-1 1,0 1 0,0 0-1,1 1 1,-1 0 0,1 0-1,0 1 1,-1 0-1,1 1 1,0-1 0,1 2-1,-1-1 1,1 1 0,0 0-1,0 0 1,0 1 0,1 0-1,0 1 1,0-1-1,0 1 1,1 0 0,0 0-1,-4 9 1,1-3 1,1 1 0,1 0-1,1 0 1,0 0 0,0 1 0,-4 29-1,5-12-24,2 0-1,1 37 1,1-64-24,1 0 1,-1 1-1,1-1 1,0 0-1,0 0 1,0 0-1,1 0 1,0 0 0,0 0-1,0 0 1,0 0-1,1-1 1,0 1-1,0-1 1,0 0-1,1 1 1,5 4 0,-3-4-2,0-1 0,0 0 0,1 0 0,-1-1 0,1 0 0,-1 0 0,1-1 0,0 0 0,0 0 1,0 0-1,0-1 0,12 1 0,0-1-20,-1 0 1,0-1-1,0-1 1,1 0-1,-1-2 0,0 0 1,0-1-1,-1-1 1,1 0-1,-1-2 1,0 0-1,-1 0 1,0-2-1,17-11 0,-8 3-76,0-1 0,-1-1 0,-2-1 0,0-1 0,29-35 0,-42 44 102,0 0 1,-1-1-1,-1 0 1,0 0-1,-1 0 1,0-1-1,-1 0 1,0 0-1,-2-1 1,1 1-1,-2-1 1,0 0-1,0-17 1,-2 21 37,-1-28 154,1 38-186,0 0 0,-1 0 0,1 0-1,0 0 1,0 0 0,0 0-1,-1 0 1,1 0 0,-1 0 0,1 0-1,-1 0 1,1 0 0,-1 0 0,1 0-1,-1 0 1,0 1 0,0-1-1,1 0 1,-1 0 0,0 1 0,0-1-1,0 1 1,0-1 0,1 1 0,-1-1-1,0 1 1,-2-1 0,3 1-11,-1 0 0,1 0 0,0 0 0,0 0 0,-1 0 0,1 0 0,0 0 0,-1 0 0,1 0 0,0 0 0,0 0 0,-1 0 0,1 0 0,0 0 0,0 0 0,-1 1 0,1-1 0,0 0 0,0 0 0,-1 0 0,1 0 0,0 1 1,0-1-1,0 0 0,0 0 0,-1 0 0,1 1 0,0-1 0,0 0 0,0 0 0,0 1 0,0-1 0,-1 0 0,1 0 0,0 1 0,0-1 0,0 0 0,0 1 0,0-1 0,0 0 0,0 0 0,0 1 0,0-1 0,0 0 0,0 0 0,0 1 0,0-1 0,1 0 0,-1 1 0,0-1 0,0 0 0,0 1 0,5 12-26,6 2 23,1-1 0,0 0-1,25 21 1,-18-18 3,-2 0 4,9 7-3,0 1 0,43 58 1,-62-74-4,-1 1 0,0 1 0,-1-1 0,0 1 1,-1 0-1,0 0 0,-1 0 0,0 0 0,0 1 0,-2 0 1,1-1-1,-1 1 0,-1 15 0,-1-21 11,0 1 1,-1-1-1,1 0 0,-1 1 0,0-1 1,-1 0-1,0 0 0,0 0 0,0-1 1,0 1-1,-1-1 0,0 0 0,0 0 0,-1 0 1,1 0-1,-1-1 0,0 0 0,0 0 1,0 0-1,-1-1 0,0 1 0,1-1 1,-11 3-1,5-1 157,0-1 0,0 0-1,0-1 1,-1 0 0,0-1 0,1 0 0,-1-1-1,0 0 1,0-1 0,0-1 0,1 0 0,-21-3 0,30 3-122,-1 0 0,1-1 0,-1 1 0,1 0 0,0-1 0,0 1 0,0-1 0,-1 0 0,2 0 0,-1 0 0,0 0 0,0 0 0,0 0 0,1 0 0,0-1 0,-1 1 0,1-1 0,0 1 0,0-1 0,0 1 0,0-1 0,1 1 0,-1-4 0,0 2-34,0 0-1,0 0 1,1 0-1,0 0 1,0 0-1,0 0 1,0 0-1,1 0 1,0 0-1,-1 0 1,1 0-1,1 0 1,-1 0-1,0 1 1,1-1-1,2-3 1,1 1-33,0 0-1,1 1 1,0-1 0,-1 1 0,2 0-1,11-6 1,49-26-1152,-25 16-1055,13-12-3715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2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255 108 2049,'0'0'1555,"-29"-3"-480,-156-10 1316,178 12-2103,6 2-207,-1-1 0,0 0 0,0 0 0,0 0 1,1-1-1,-1 1 0,0 0 0,1-1 0,-1 1 0,0-1 1,1 1-1,-1-1 0,0 0 0,1 0 0,-1 0 1,1 0-1,-1 0 0,-1-2 0,3 3-73,0 0-1,0 0 1,0 0-1,0-1 1,0 1 0,-1 0-1,1 0 1,0-1-1,0 1 1,0 0 0,0 0-1,0 0 1,0-1-1,0 1 1,0 0-1,1 0 1,-1 0 0,0-1-1,0 1 1,0 0-1,0 0 1,0-1 0,0 1-1,0 0 1,0 0-1,0 0 1,1 0-1,-1-1 1,0 1 0,0 0-1,0 0 1,0 0-1,1 0 1,-1 0 0,0-1-1,0 1 1,0 0-1,1 0 1,-1 0-1,0 0 1,0 0 0,0 0-1,1 0 1,-1 0-1,0 0 1,0 0 0,1 0-1,-1 0 1,0 0-1,0 0 1,13-3 21,0 1 1,0 1 0,0 0-1,15 1 1,21-1-23,177-13-2,223-20-184,-417 31 180,-26 4 2,0-1 0,1-1 0,-1 1 0,0-1 1,1 0-1,-1-1 0,0 0 0,0 0 0,6-2 0,-11 3 27,-5 2-12,-2 1-15,-1 0-1,1 1 1,0 0-1,0 0 1,1 1-1,-1 0 0,1 0 1,0 0-1,0 0 1,0 1-1,0 0 1,-5 8-1,-11 14 9,-20 36 0,25-38 10,-81 114 240,-116 129 1,207-262-196,5-5-33,0 0-1,-1 1 0,1-1 0,0 1 0,0-1 1,0 1-1,0-1 0,0 1 0,0 0 0,0-1 1,1 1-1,-1 0 0,1 0 0,-1-1 0,0 4 0,9-3 190,13-2-119,6 0 0,1-1-1,27-4 1,87-27 1,-49 10-198,132-37-3686,-137 26-1449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12 432 4386,'0'0'2607,"27"0"-2578,187 0 94,-165 1-94,-21 0-260,1 0 0,-1-2 0,1-2 1,-1 0-1,55-14 0,-79 15 186,0 1 0,0-1 0,0 0-1,0 0 1,-1 0 0,1-1 0,-1 1-1,1-1 1,-1 0 0,0 0-1,0 0 1,0-1 0,0 1 0,-1-1-1,1 1 1,-1-1 0,0 0 0,0 0-1,2-6 1,-3 5 47,1-1 1,-1 0-1,0 0 0,-1 0 0,0 1 0,0-1 0,0 0 1,0 0-1,-1 0 0,0 0 0,0 0 0,-1 1 1,1-1-1,-4-7 0,-1 2 89,0 0 1,0 1-1,-1-1 0,0 1 1,-1 0-1,0 1 0,0 0 1,-1 0-1,0 1 0,-1 0 1,0 1-1,-14-9 0,10 8 70,0 0 1,-1 2-1,0-1 0,0 2 0,0 0 0,0 1 0,-1 0 0,0 2 0,-18-2 1,17 3-23,1 1 0,-1 0 1,1 1-1,-18 4 0,27-3-98,0 0 0,0 0 0,0 0 0,1 1 0,0 0 0,-1 1 0,1-1 0,0 1 0,0 0 0,1 1 0,0-1 0,-6 6 0,0 3 23,1 0 0,0 0 0,1 1 0,0 0-1,1 0 1,1 1 0,0 0 0,-8 30 0,8-17 0,1 1 0,1 0 1,1 0-1,1 34 1,3-48-53,0 0 0,1 0 0,0 0 0,1 0 0,1 0-1,9 26 1,-8-33-9,-1 1-1,2-1 0,-1 0 0,1 0 0,1-1 1,-1 1-1,1-1 0,1 0 0,-1-1 0,1 0 1,0 0-1,11 8 0,-3-6-3,0 1 1,0-2-1,1 0 1,0-1-1,0 0 1,0-1-1,31 4 1,-2-3-220,80-1 1,-99-5-4,0-1 0,-1-2 0,1 0 0,0-2 0,-1 0 0,0-2-1,0-1 1,-1-1 0,0-1 0,-1-1 0,0-1 0,32-23 0,-32 20 140,-1-2 0,0-1 0,-2 0 1,0-2-1,24-30 0,-35 38 161,0-1 0,0-1 0,-2 1 1,0-1-1,0-1 0,-1 1 0,-1-1 0,0 0 1,-2-1-1,5-29 0,-8 45-75,3-34 506,-2-46 0,0 74-431,-2-1 0,1 1 0,-1 0 0,0-1 0,0 1 0,-1 0-1,0 0 1,0 0 0,0 0 0,-1 0 0,0 1 0,0-1 0,0 1 0,-7-9 0,9 13-47,0 0-1,0 0 1,1 1-1,-1-1 0,0 0 1,0 1-1,0-1 1,0 1-1,0-1 1,0 1-1,0-1 1,-1 1-1,1 0 1,0-1-1,-1 1 0,1 0-19,0 0 1,1 0-1,-1 0 0,1 0 0,-1 1 0,1-1 0,-1 0 0,1 0 0,-1 1 0,1-1 0,-1 0 0,1 1 0,0-1 0,-1 0 0,1 1 0,-1-1 0,1 0 0,0 1 0,-1-1 0,1 1 0,0-1 0,-1 1 0,0 3 6,0-1 0,0 0 0,0 1 1,0-1-1,0 1 0,1 0 0,0 5 0,3 426 1021,-3-430-836,0-11-78,0-29-41,-4-50-89,-6-4 32,-9-131-44,19 218 15,0 1 1,1-1 0,-1 1 0,0-1 0,0 0 0,1 1 0,-1-1-1,1 1 1,-1-1 0,1 1 0,0 0 0,0-1 0,-1 1 0,1-1-1,0 1 1,0 0 0,0 0 0,0 0 0,1 0 0,-1 0 0,0 0 0,0 0-1,1 0 1,-1 0 0,3-1 0,2-1-11,1 1 0,0 0 0,0 0 0,11-1 1,-5 1-4,194-27-308,-110 18 35,139-35 0,-205 33 440,-28 10-14,-21 9-4,4 0-65,1 1-1,0 0 1,0 1-1,1 0 1,0 1-1,0 0 1,1 1-1,0 1 1,1-1 0,-16 22-1,16-18 58,0 1 1,1 0-1,0 0 0,1 1 0,1 0 1,0 0-1,2 0 0,-1 1 1,-2 21-1,6-28-96,1 1 0,0 0 0,1-1 0,0 1 1,1-1-1,0 1 0,4 18 0,-3-23-27,0 0-1,1 0 1,0-1 0,-1 1-1,2-1 1,-1 1 0,1-1-1,0 0 1,0 0-1,0-1 1,0 1 0,1-1-1,10 7 1,-2-2-117,1-1 0,0-1 0,0 0 0,1-1-1,0 0 1,31 7 0,-12-7-1074,0-1 0,41 0 0,34-3-3210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 99 4802,'0'0'4840,"-20"6"-4413,11-3-365,0 0 1,0 1 0,0-1-1,0 2 1,1-1 0,-1 1-1,-13 12 1,17-11-13,0 0 0,1 0 0,-1 1-1,1 0 1,1 0 0,0 0 0,0 0 0,0 0 0,0 1-1,1-1 1,-1 11 0,-2 16 134,-1 42 0,5-71-173,0 12 28,1 0 1,1 0 0,0 1 0,1-1 0,0 0 0,9 27 0,-8-36-32,0 1 1,1-1 0,0-1 0,0 1 0,1 0-1,0-1 1,0 0 0,0 0 0,1-1 0,0 1-1,1-1 1,-1 0 0,1-1 0,12 8-1,-9-8-6,1 1 0,0-1-1,1-1 1,-1 0 0,0-1-1,1 0 1,0 0 0,0-2-1,0 1 1,0-1 0,0-1-1,17-2 1,-21 2-1,0-1-1,0 0 1,-1-1 0,1 0 0,0 0 0,-1-1-1,0 0 1,1 0 0,-1-1 0,-1 0 0,1 0-1,0-1 1,-1 1 0,0-1 0,0-1 0,0 1-1,-1-1 1,0 0 0,6-8 0,-4-1 8,0 1 1,-1-1-1,-1 0 1,-1 0-1,0 0 1,0-1-1,-2 0 1,0 1-1,-1-1 1,0 0-1,-1 0 1,-1 0-1,-1 0 1,0 1-1,-1-1 1,0 1 0,-2-1-1,1 1 1,-2 0-1,0 1 1,-1-1-1,-17-25 1,12 25 47,0 0 1,-1 1-1,-1 1 0,0 0 1,0 1-1,-2 1 1,1 0-1,-30-15 1,22 16-74,1 0 0,-1 2 0,0 1 0,-1 1 0,0 1 0,-35-3 0,-33-1-1558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5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444 169 2241,'0'0'2684,"1"-15"-2436,1 0-85,3-73 1691,-5 87-1823,-1-1 0,1 1 0,0 0 0,-1-1 0,0 1 0,1 0 0,-1-1 0,0 1 0,1 0 0,-1 0 0,0 0 0,0 0 0,0 0 0,0 0 0,0 0 0,0 0 0,0 0 0,-1 0 0,1 0 0,0 1 0,0-1 0,-1 1 0,1-1 0,0 1 0,-1-1 0,1 1 0,-1-1 0,1 1 0,-1 0 0,-1 0 0,-9-2-45,1 1 1,-21 0-1,26 2 62,-10-2-46,3 1 6,0 0 1,1 0-1,-1 1 1,0 0-1,1 1 1,-1 1-1,1 0 0,-14 5 1,11-2 3,0 2 1,0-1-1,1 2 0,0 0 1,1 0-1,0 2 1,0-1-1,1 1 0,-13 17 1,17-18-3,1 0 1,0 1 0,0-1-1,1 1 1,1 1-1,0-1 1,0 1-1,2 0 1,-1 0 0,1 0-1,1 0 1,-1 19-1,3-15 4,0 1 0,0-1 0,2 0 0,4 20-1,-4-28-5,1 1-1,0-1 0,0 1 0,1-1 1,1 0-1,-1 0 0,1-1 0,1 0 0,7 10 1,0-4 2,1 1 0,1-1 0,0-1 0,1-1 0,0 0 0,1-1 0,0 0 0,0-2 0,1 0 0,1 0 0,-1-2 1,1 0-1,0-1 0,1-1 0,-1-1 0,1 0 0,24-1 0,-8-1 14,41-3-1,-63 0-17,-1 0-1,1 0 1,-1-1-1,0-1 1,0 0-1,14-7 0,-14 5 3,-1 0-1,1-1 0,-2-1 0,1 0 0,-1 0 0,0-1 0,-1-1 0,0 1 1,-1-2-1,0 1 0,-1-1 0,0 0 0,7-13 0,-8 9-2,0-1 0,-2 0 0,1 0-1,-2 0 1,0 0 0,-1-1-1,-1 1 1,-1-1 0,0 0 0,-3-18-1,1 22-7,-1 1 0,0-1 0,-1 1 0,-1 0 0,0 0-1,0 0 1,-2 0 0,1 1 0,-2-1 0,-13-17-1,10 15 5,-1 1-1,-1 0 1,0 1-1,-1 1 0,-1 0 1,0 0-1,-24-14 0,30 22-14,0-1-1,0 1 1,0 0-1,0 0 1,0 1-1,-1 0 1,1 0-1,-1 1 0,1 0 1,-16 1-1,23 0-60,-1 0-1,1 0 0,-1 0 0,1 0 1,-1 0-1,1 0 0,0 1 0,-1-1 0,1 1 1,-1-1-1,1 1 0,0-1 0,-1 1 1,1 0-1,0 0 0,0-1 0,-1 1 1,1 0-1,0 0 0,0 0 0,0 0 0,0 1 1,0-1-1,1 0 0,-1 0 0,0 0 1,0 1-1,1-1 0,-1 2 0,-6 16-2050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6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332 104 3842,'0'0'3930,"-17"-17"-3514,-58-50-323,73 65-93,0 0 0,0 0 0,-1 1 1,1-1-1,0 1 0,-1 0 0,0-1 0,1 1 0,-1 0 0,0 0 0,0 1 1,1-1-1,-1 1 0,0-1 0,0 1 0,0 0 0,0 0 0,0 0 0,0 0 1,1 0-1,-1 1 0,0-1 0,0 1 0,0 0 0,0 0 0,1 0 0,-1 0 1,1 0-1,-4 2 0,4-2-1,-6 4-4,-1 0 1,1 0 0,0 1-1,1 0 1,0 1 0,0-1-1,0 1 1,1 1-1,0-1 1,-8 13 0,4-4 5,1 1 1,1-1 0,0 2-1,-8 27 1,11-19 28,0-1 0,2 1 0,1 0 1,1 0-1,5 48 0,-3-66-26,0 0 1,1 0-1,1 0 0,-1 0 0,1 0 0,1-1 1,-1 1-1,1-1 0,1 0 0,-1 0 1,1 0-1,1-1 0,-1 1 0,1-1 0,0 0 1,1-1-1,0 0 0,8 6 0,-3-4 3,1 0 0,-1 0 0,2-1-1,-1-1 1,1 0 0,0 0 0,0-2 0,0 0-1,0 0 1,17 0 0,-6-1 11,0-1 1,0-1-1,0-1 1,0-1-1,32-8 1,-46 8-12,0-2 1,0 1-1,-1-1 0,1-1 0,-1 0 1,0 0-1,-1-1 0,1 0 1,-1-1-1,0 0 0,-1 0 1,0-1-1,13-14 0,-12 10 4,-1-1-1,0 0 0,-1 0 1,0 0-1,-2-1 1,1 0-1,-2 0 0,6-24 1,-7 18-3,-1 0 1,0 0-1,-1-1 1,-2 1-1,-4-35 0,3 45-4,-1 0 0,0 1-1,0 0 1,-1-1 0,0 1 0,0 0-1,-1 1 1,-1-1 0,1 1-1,-1 0 1,-1 0 0,0 1-1,0 0 1,0 0 0,-1 0-1,0 1 1,-15-9 0,12 9-15,-1 0 0,0 0 0,0 1 0,0 1 0,-1 0 0,0 0 0,0 2 0,0-1 0,0 1 0,0 1-1,0 0 1,0 1 0,-20 2 0,29-1-124,0 0 0,-1 0 0,1 0 0,0 0 0,0 0-1,0 1 1,0 0 0,0 0 0,0 0 0,1 0-1,-1 1 1,1-1 0,-1 1 0,-4 5 0,-11 10-4686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384 121 1729,'0'0'2692,"-2"-14"-2071,-8-44-207,9 56-369,1 0 1,0 0-1,-1 0 0,0 0 1,1 0-1,-1 1 0,0-1 1,0 0-1,0 0 1,0 0-1,0 1 0,-1-1 1,1 0-1,0 1 1,-1-1-1,1 1 0,-1 0 1,0-1-1,0 1 0,1 0 1,-4-2-1,1 2 12,0 0 0,-1 0 0,1 1 0,0-1 0,0 1 0,0 0 0,-8 1-1,0-1-36,-3 0 18,0 0 0,-1 1 1,-17 4-1,26-3-30,0 0 0,-1 0 0,1 1 1,0 0-1,1 0 0,-1 1 0,0-1 0,-8 8 0,2-1 24,1 0-1,1 0 0,0 1 0,1 1 1,0 0-1,0 0 0,2 0 1,-1 1-1,2 1 0,0-1 1,1 1-1,0 0 0,1 1 1,-6 25-1,9-26-19,1 0 1,0 0 0,0 0-1,2 0 1,0 0 0,0 0-1,2 0 1,0 0 0,0-1-1,1 1 1,1-1-1,1 0 1,0 0 0,0 0-1,1-1 1,1 0 0,0 0-1,16 16 1,-7-10 0,2 0 1,0-1-1,1-1 1,1-1-1,0-1 1,1-1-1,1 0 1,0-2-1,0 0 1,1-2-1,1 0 1,0-2-1,0-1 1,1 0-1,-1-2 0,1-1 1,0 0-1,0-2 1,32-3-1,-48 2-6,1-1-1,-1 0 0,0-1 0,1 0 0,-1-1 0,0 0 0,-1 0 0,1-1 1,-1 0-1,1-1 0,-1 0 0,-1 0 0,1-1 0,-1 0 0,0 0 0,0-1 1,-1 0-1,0 0 0,0-1 0,-1 0 0,0 0 0,0 0 0,-1-1 0,0 0 1,-1 0-1,4-11 0,-2 3 5,-1 0 0,-1 0-1,-1 0 1,0 0 0,-1 0 0,-1-1 0,-1 1 0,-1 0 0,0-1 0,-1 1 0,-7-25 0,0 19-12,-2 1 0,0-1 0,-1 2 0,-2-1 1,0 2-1,-1 0 0,-1 0 0,-1 2 0,-33-29 1,39 37-7,-1 0 1,0 1 0,-1 1 0,0 0 0,0 0 0,0 1 0,-1 1 0,0 0 0,-1 1 0,1 0 0,-1 1 0,0 1 0,0 0 0,-27-2 0,41 5-7,0 0 1,-1 0-1,1 0 1,0 1-1,0-1 1,-1 0-1,1 0 1,0 1-1,0-1 1,0 0-1,-1 1 1,1-1-1,0 1 1,0 0-1,0-1 1,0 1-1,0 0 1,0 0-1,0-1 1,0 1-1,0 0 1,1 0-1,-1 0 0,0 0 1,1 0-1,-1 0 1,0 0-1,1 0 1,-1 2-1,0-1-114,1 1-1,-1 0 1,1-1-1,0 1 1,0-1-1,0 1 1,0 0-1,1-1 1,-1 1-1,1-1 0,-1 1 1,1-1-1,2 5 1,0-2-419,0 0 0,1 0 0,-1 0 0,8 7 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45 166 3858,'0'0'2977,"-34"-144"-1760,29 125-209,0 16 257,5 28-1265,0 37-112,0 29 112,0 18 16,0 9 16,10-2-16,18-10 0,6-12-16,8-27-1201,-9-38-4593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8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478 146 2721,'0'0'2145,"-11"-23"-1211,-3-7-519,-21-33 0,34 61-392,-1 0 1,0 0-1,1 0 1,-1 0-1,0 0 0,0 0 1,0 0-1,0 1 1,0-1-1,-1 1 1,1-1-1,0 1 1,-1 0-1,1 0 1,-1 0-1,1 0 1,-1 0-1,0 1 1,1-1-1,-1 1 0,0-1 1,1 1-1,-1 0 1,0 0-1,0 0 1,1 1-1,-1-1 1,-2 1-1,-9 0 28,6 0-41,-1 1 1,0-1 0,1 1 0,0 1-1,-1 0 1,1 0 0,0 0 0,0 1-1,1 0 1,-1 1 0,1-1-1,0 1 1,0 1 0,-9 8 0,-4 6-1,1 0 1,1 1-1,-19 30 0,21-27 26,2 0 0,0 0 1,2 1-1,1 1 0,1 0 0,1 0 0,2 1 0,1 0 0,1 0 0,1 1 0,0 38 0,4-53-21,0-1 0,1 1 0,0-1 0,1 1-1,1-1 1,0 0 0,7 18 0,-6-22-7,0 0 0,1 0 0,0-1 1,0 0-1,0 0 0,1 0 0,0 0 0,1-1 0,0 0 0,0 0 0,9 5 0,-5-4 3,0 0 1,1-1-1,-1-1 0,1 0 1,1 0-1,-1-1 0,24 4 1,-13-4 8,1-2 0,0 0 0,33-3 0,-41 0-12,0-1 1,0 0-1,-1-1 1,1-1-1,-1 0 1,0-1 0,0-1-1,-1 0 1,1-1-1,-1 0 1,-1-1-1,0-1 1,0 0 0,0-1-1,-2 0 1,1 0-1,-1-1 1,-1-1-1,0 0 1,-1 0 0,0-1-1,-1 0 1,0 0-1,-1-1 1,-1 0-1,0 0 1,6-27 0,-8 24-3,-1 0 0,0-1 0,-2 0 0,0 1 0,-1-1 0,-1 0 0,-1 1 0,-1-1 0,0 1 1,-1-1-1,-1 1 0,-1 0 0,-15-31 0,10 29-16,-2 0 0,0 0 0,-2 1 0,0 1 0,0 0 0,-28-22 0,33 31 2,-1 0 1,1 1-1,-2 0 1,1 0-1,-1 1 1,0 1-1,-1 0 1,1 0-1,-1 1 1,0 1-1,0 0 0,-24-2 1,35 5 3,-1-1 0,0 1 0,1 0-1,-1 0 1,0 0 0,0 1 0,1-1 0,-1 0 0,0 1 0,1 0 0,-1 0-1,1-1 1,-1 2 0,1-1 0,0 0 0,-1 0 0,1 1 0,0-1 0,0 1-1,0-1 1,0 1 0,-2 2 0,1 0-43,1 0 0,0 1 0,0-1 0,1 0 0,-1 1 1,1 0-1,0-1 0,0 1 0,1-1 0,-1 10 0,1-6-284,0 0 0,0-1 1,1 1-1,2 12 0,0-11-400,0 0-1,1-1 1,7 13 0,-11-20 630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65 205 3474,'0'0'1366,"0"7"-884,0 21-193,0-21 876,0-12 287,-1-4-1367,1-1 1,0 1-1,1-1 0,0 1 1,1-1-1,0 1 0,0 0 1,1 0-1,1 0 0,-1 0 1,1 0-1,1 1 1,0-1-1,0 1 0,1 0 1,8-9-1,-5 9-92,0 0 0,0 1 0,1-1 0,0 2 0,1 0-1,-1 0 1,1 1 0,0 0 0,1 0 0,-1 2 0,1-1 0,0 1 0,0 1 0,0 0-1,0 0 1,0 2 0,13-1 0,-22 1 4,1 0-1,0 0 1,-1 1-1,1-1 1,-1 1 0,1 0-1,-1 0 1,1 0-1,-1 0 1,0 0 0,1 1-1,-1-1 1,0 1-1,0 0 1,0 0-1,0 0 1,-1 0 0,1 1-1,-1-1 1,1 1-1,-1-1 1,0 1 0,0 0-1,0 0 1,0 0-1,-1 0 1,1 0 0,1 6-1,1 5-12,0 0 0,-2 1 0,0-1 0,0 1 0,-2 23 0,0-21 17,-1-1-1,-1 0 0,-1 0 1,0 0-1,-1-1 0,-1 1 1,-1-1-1,0 0 0,-1 0 1,-1 0-1,0-1 1,-1 0-1,0-1 0,-18 20 1,7-12 17,-1 0 0,0-1 1,-1-1-1,-1-1 1,-1-1-1,-1-2 0,-1 0 1,0-1-1,-41 16 1,61-28 45,1 0 0,-1 0 0,0 0 0,1-1 0,-1 0 0,0 0 0,-9 0 0,163-12 201,-72 3-253,487-8 39,-505 16-51,-26 0-7,-21-1-5,0 1-1,1 0 1,-1 0-1,0 1 1,0 0-1,1 1 1,20 7-1,-31-9-8,0 1 0,1 0 0,-1-1 0,0 1 0,1 0 0,-1 0 0,0 0 0,0 0 0,0 0 0,0 0 0,0 0 0,0 0-1,1 2 1,-2-2-6,0-1 0,0 1 0,1 0-1,-1-1 1,0 1 0,0-1 0,0 1-1,0 0 1,0-1 0,0 1 0,0-1-1,0 1 1,0 0 0,0-1-1,0 1 1,-1-1 0,1 1 0,0 0-1,0-1 1,-1 1 0,1-1 0,0 1-1,-1-1 1,1 1 0,0-1 0,-1 1-1,1-1 1,-1 1 0,1-1 0,-1 0-1,1 1 1,-1-1 0,0 1-1,-5 2-244,0-1-1,0 1 0,-1-1 0,1 0 0,0-1 0,-9 2 0,-70 6-2328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 49 3169,'0'0'2151,"-30"-11"-1383,10 2-691,-1 2 1,-1 0-1,-41-8 1,59 15-74,1 0 0,-1 0 1,1 0-1,0 1 1,-1-1-1,1 1 1,-1 0-1,1-1 1,0 1-1,0 1 1,-1-1-1,1 0 0,0 1 1,0 0-1,0-1 1,1 1-1,-1 0 1,0 1-1,1-1 1,-1 0-1,1 1 0,0-1 1,-3 5-1,-10 13 31,1 0 0,0 0-1,2 1 1,1 1 0,0 0-1,2 1 1,1 0 0,-8 33-1,9-20 55,1 1 0,2-1-1,1 1 1,6 72-1,-1-96-76,0 1-1,0 0 1,2-1-1,-1 0 1,2 0-1,0 0 1,1 0 0,0-1-1,1 1 1,16 20-1,-17-25-3,1 0 0,1 0 0,-1-1 0,1 0 0,1-1 0,-1 0 0,1 0-1,0-1 1,1 1 0,-1-2 0,1 0 0,0 0 0,0 0 0,0-1 0,17 2 0,-12-2 6,1-2 1,-1 0-1,1 0 1,0-1 0,0-1-1,23-4 1,-28 2-6,-1 1 1,1-2-1,-1 1 1,1-1-1,-1-1 1,0 0 0,-1 0-1,1-1 1,16-13-1,-11 6 2,-1-1 1,0-1-1,-1 0 0,-1-1 0,0 0 0,-1-1 0,-1 0 0,-1 0 1,-1-1-1,10-30 0,-11 25-1,-1-1 0,-1 1 0,-2-1 0,0 0 0,-2 0 0,0-1 0,-2 1 1,-5-30-1,4 43-12,-1 1 0,0-1 0,-1 1 0,0 0 0,0 0 0,-1 0 0,-1 0 0,0 1 0,0 0 0,-1 0 0,0 1 0,-1-1 0,0 1 0,0 1 0,-1 0 0,-9-7 0,8 7-2,-1 1 1,1 0-1,-1 0 0,0 1 0,-1 1 0,1 0 1,-1 0-1,0 1 0,0 0 0,0 1 0,-1 0 0,1 1 1,0 1-1,-20 0 0,28 1-16,0-1 1,0 0-1,0 1 1,0 0-1,0 0 1,0 0-1,0 0 0,1 0 1,-1 1-1,1 0 1,-1-1-1,1 1 1,-1 1-1,1-1 0,0 0 1,0 1-1,0-1 1,1 1-1,-1 0 1,1 0-1,-1 0 1,1 0-1,0 1 0,0-1 1,0 0-1,1 1 1,-1-1-1,1 1 1,0 0-1,0-1 0,0 1 1,1 0-1,-1 0 1,1-1-1,0 1 1,0 0-1,1 0 0,0 5 1,10 30-2281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0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109 209 3570,'0'0'1803,"-16"11"-1565,-48 31-126,39-28 538,25-14-615,-1 0 1,1 0-1,0-1 0,0 1 0,0 0 0,-1 0 0,1 0 0,0-1 0,0 1 0,0 0 0,0 0 0,-1 0 0,1-1 0,0 1 1,0 0-1,0 0 0,0 0 0,0-1 0,0 1 0,0 0 0,0 0 0,0-1 0,0 1 0,0 0 0,0 0 0,0-1 0,0 1 0,0 0 1,0 0-1,0-1 0,0 1 0,0 0 0,0 0 0,0 0 0,0-1 0,1 1 0,-1 0 0,0-1 0,1-8 142,0-2-142,0 1 0,1-1 0,0 0-1,1 0 1,1 1 0,-1-1 0,2 1-1,-1 0 1,1 0 0,1 1 0,0 0 0,1-1-1,0 2 1,0-1 0,1 1 0,0 0-1,0 1 1,14-10 0,-12 9-48,1 0-1,1 1 1,-1 1-1,1 0 1,0 0-1,0 1 1,1 0-1,0 1 1,0 1 0,0 0-1,0 1 1,0 0-1,1 0 1,-1 2-1,26 1 1,-35-1 9,0 1 0,1 0-1,-1 0 1,0 1 0,0-1 0,0 1 0,-1 0 0,1 0-1,0 0 1,-1 0 0,1 1 0,-1-1 0,0 1 0,0 0 0,0 0-1,0 0 1,0 0 0,-1 1 0,0-1 0,1 1 0,-1-1 0,-1 1-1,1 0 1,2 6 0,0 5-16,0 0 0,-1 0 0,-1 1 0,0-1 0,-1 19 0,0-10 15,-6 46 1,3-61 8,1 0 1,-2-1-1,1 1 0,-2 0 0,1-1 0,-1 0 1,0 0-1,-6 8 0,5-7 17,-1-1 0,0 0-1,-1 0 1,1-1 0,-2 1 0,1-1-1,-1-1 1,-12 9 0,20-15 0,-1 1 0,1-1-1,0 0 1,-1 0 0,1 1 0,0-1 0,-1 0 0,1 0 0,0 0-1,-1 1 1,1-1 0,-1 0 0,1 0 0,0 0 0,-1 0 0,1 0-1,-1 0 1,1 0 0,0 0 0,-1 0 0,1 0 0,-1 0 0,1 0-1,0 0 1,-1 0 0,1 0 0,-1 0 0,1-1 0,-1 1-1,0-11 502,11-14-237,-4 18-279,1-1-1,-1 2 0,1-1 0,0 1 1,1 0-1,0 0 0,10-5 0,-3 2-14,0 1 0,1 1 0,21-7 0,-26 10-3,1 1 0,-1 0-1,1 0 1,17-1 0,-26 4 6,0 0-1,1 0 0,-1 0 1,0 0-1,0 1 0,0-1 1,0 1-1,0-1 0,0 1 1,0 0-1,0 0 0,0 1 1,0-1-1,0 1 1,0-1-1,-1 1 0,1 0 1,-1 0-1,1 0 0,-1 0 1,0 0-1,3 4 0,1 3-3,-1 1-1,-1 0 1,1 0 0,-2 0-1,1 0 1,-1 0-1,-1 0 1,2 20-1,-2-6-3,-1 1 0,-5 46 0,0-49 18,-1-1 0,-1 0 0,0-1 0,-2 1 0,-1-1 0,0-1 0,-2 1 0,0-2 0,-1 1 0,-1-1-1,-1-1 1,0-1 0,-1 0 0,-1 0 0,-1-2 0,-29 21 0,37-28 2,-1-1 0,1 0 1,-1-1-1,0 0 0,0-1 0,-1 0 0,1 0 0,-1-1 1,0 0-1,0-1 0,0 0 0,0-1 0,-1 0 0,1-1 1,-13 0-1,22-1 1,0 1 0,-1 0-1,1-1 1,0 1 0,0-1 0,0 1 0,-1-1 0,1 0 0,0 0 0,0 0 0,0 0 0,0-1 0,1 1-1,-1 0 1,0-1 0,0 1 0,1-1 0,-1 1 0,-1-4 0,1 2 9,0-1 1,0 0-1,1 1 1,-1-1-1,1 0 1,0 0-1,0 0 1,0 1-1,1-1 1,-1-6-1,1 1 0,1 0-1,0 0 0,0 0 0,0 1 1,1-1-1,1 0 0,0 0 0,0 1 1,7-14-1,-4 14-20,0-1-1,1 1 1,0 1 0,0-1-1,1 1 1,0 0 0,0 1 0,0 0-1,1 0 1,15-7 0,-16 9-3,0 0 0,1 0 1,-1 1-1,1 0 1,0 1-1,0 0 0,0 1 1,0-1-1,0 1 0,0 1 1,1 0-1,13 1 1,-20 0 3,0-1 1,-1 1-1,1-1 0,0 1 1,-1 0-1,1 0 1,-1 0-1,1 0 1,-1 1-1,0-1 1,1 1-1,-1-1 1,0 1-1,0 0 1,0-1-1,0 1 1,-1 0-1,1 0 1,0 1-1,-1-1 1,0 0-1,1 0 1,-1 1-1,1 3 1,1 3-15,-1 0 0,-1 0 0,0 0 0,0 0 1,-1 14-1,0-18-102,0 0 0,0 0 0,0 1 0,-1-1 0,0 0 0,0 0 0,0 0 0,0 0 0,-1 0 0,0 0 1,0 0-1,-1-1 0,1 1 0,-1-1 0,0 1 0,-1-1 0,1 0 0,-1 0 0,1 0 0,-1-1 0,-6 5 0,-54 33-4154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437 38 4578,'0'0'779,"-23"-6"206,-78-21-508,93 26-421,0-1 0,0 1 0,0 1 0,0-1 0,-1 1 0,1 1 0,0-1 0,0 2 0,0-1 0,0 1 0,0 0 0,1 0 0,-1 1 0,1 0 0,-1 0 0,1 1 0,0-1 0,0 2 0,1-1 0,-1 1 0,1 0 0,0 0 0,0 1 1,-6 7-1,-2 5 38,1 0 1,1 1-1,0 1 1,2 0-1,0 0 1,-10 33-1,12-28-45,2 1 0,0 0 0,2 0 0,0 0 0,2 42 0,2-55-24,0 0 0,1 0-1,1 0 1,5 22 0,-5-28-17,1-1-1,0 1 1,1 0 0,-1-1-1,1 0 1,0 0-1,1 0 1,-1-1 0,1 1-1,7 5 1,-3-4 1,0 1 0,1-1 0,0 0 0,0-1 1,1-1-1,0 1 0,0-1 0,0-1 0,23 6 0,-13-5 8,1-2-1,0 0 1,0-2-1,37-1 0,-43-1 1,1 0-1,-1-2 1,0 0-1,0 0 1,-1-2-1,1 0 1,-1 0-1,0-1 1,-1-1-1,1-1 1,-1 0-1,19-14 1,-22 13-10,-1 1 0,0-2 0,0 0 0,-1 0 0,0 0 0,-1-1 0,-1 0 0,1-1 0,-2 1 0,0-1 0,0-1 0,-1 1 0,-1-1 0,5-23 1,-6 19 5,-1-1 0,0 1 0,-2-1 0,0 1 0,-3-20 0,1 27-11,0 1-1,0-1 1,-1 1-1,0 0 1,-1-1 0,0 2-1,-1-1 1,0 0-1,0 1 1,-10-12 0,2 5-4,-1 0 0,-1 2 0,-1-1 1,0 2-1,-22-14 0,26 19-2,1 1-1,-1 0 1,1 1-1,-1 0 0,-1 1 1,1 0-1,-1 1 1,0 0-1,-19-1 1,29 4-4,0-1 1,0 1 0,0 0-1,0 1 1,0-1 0,0 0-1,0 1 1,0-1 0,0 1-1,0 0 1,0 0 0,1 0-1,-1 1 1,-3 1 0,5-2-30,0 0 1,0 0 0,0 0-1,0 0 1,1 0 0,-1 1-1,0-1 1,1 0 0,-1 1-1,0-1 1,1 0 0,0 1-1,-1-1 1,1 1 0,0-1-1,0 0 1,0 1 0,0-1 0,0 1-1,0-1 1,0 1 0,1-1-1,-1 0 1,0 1 0,1-1-1,-1 0 1,1 1 0,1 1-1,-1 0-182,1-1 0,-1 1-1,1-1 1,0 1 0,-1-1-1,1 0 1,0 0 0,0 0-1,1 0 1,-1 0 0,0 0-1,1 0 1,3 1 0,9 4-2086,33 12-1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3570,'0'0'4172,"1"8"-4052,1 17-119,1 0 1,2 0-1,1 0 0,17 45 0,-17-55 8,0-1-1,1-1 1,0 1 0,1-1-1,1 0 1,0-1 0,1 1 0,0-2-1,1 0 1,12 11 0,-15-17-3,0-1 0,-1 0 0,1 0 0,1 0 1,-1-1-1,1 0 0,-1 0 0,1-1 0,0-1 1,14 2-1,-2-1 25,-1-2 1,1 0 0,31-5-1,-36 3-17,0-2-1,0 0 0,0-1 0,0 0 0,-1-2 1,0 1-1,0-2 0,-1 0 0,20-14 0,-25 16 2,-1-1 0,1 0-1,-1 0 1,0-1 0,-1 0-1,0 0 1,0-1 0,-1 1-1,0-2 1,-1 1 0,0 0 0,-1-1-1,0 0 1,6-20 0,-7 12 114,-1-1 1,0 1-1,-2-24 1,0 37-16,0-1 1,-1 1-1,0 0 0,0-1 1,0 1-1,-1 0 0,0 0 1,0 0-1,0 0 0,0 0 1,-1 0-1,0 1 0,0-1 1,0 1-1,-7-6 0,10 9-103,0 1-1,0-1 1,-1 1 0,1 0-1,0-1 1,-1 1-1,1 0 1,0-1-1,-1 1 1,1 0 0,0-1-1,-1 1 1,1 0-1,-1 0 1,1-1-1,-1 1 1,1 0 0,-1 0-1,1 0 1,-1 0-1,1 0 1,-1 0-1,1 0 1,-1 0 0,1 0-1,-1 0 1,1 0-1,-1 0 1,1 0-1,-1 0 1,1 0 0,-1 0-1,1 0 1,0 1-1,-1-1 1,1 0-1,-1 0 1,1 1 0,-1-1-1,1 0 1,0 1-1,-1-1 1,1 0-1,0 1 1,-1-1 0,1 0-1,0 1 1,0-1-1,-1 1 1,1 0-1,-7 28-77,6-22 102,-9 73 62,3 140-1,8-179-46,-2-17-31,2 0 0,2 0 0,0 0 0,1-1 1,13 39-1,42 90-1711,-39-108-4193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 75 3137,'0'0'2911,"-22"-16"-2057,11 6-721,3 4-63,1-1 0,-2 1 0,1 1 0,-1-1 0,-18-7-1,24 12-53,0 0 0,0 0 0,0 0 0,0 1 0,0-1 0,0 1 0,0-1 0,0 1 0,0 0-1,0 0 1,0 1 0,0-1 0,0 1 0,0-1 0,0 1 0,0 0 0,0 0 0,0 0 0,1 0 0,-1 1-1,0-1 1,1 1 0,-1-1 0,1 1 0,-1 0 0,1 0 0,0 0 0,-3 4 0,-8 8 49,1 2 0,1-1 0,0 1 0,2 1 0,-1-1 0,2 2 1,-11 32-1,12-23 3,0 0 0,3 1 0,0 0 0,0 46 0,4-58-45,1 0 0,0-1-1,1 1 1,0-1 0,1 0-1,1 1 1,1-1 0,0-1-1,1 1 1,1-1 0,0 0-1,1 0 1,1-1 0,0 0 0,1 0-1,0-1 1,13 11 0,-10-11-14,0-1 0,1 0 1,1-1-1,-1-1 0,2 0 1,-1-1-1,1 0 0,1-1 1,-1-1-1,1-1 0,0 0 1,1-1-1,-1-1 0,1 0 1,-1-1-1,1-1 0,0-1 1,0 0-1,28-4 0,-37 2-1,0 0-1,0 0 0,0-1 1,-1 0-1,1-1 0,-1 1 1,0-2-1,0 1 1,0-1-1,-1 0 0,0 0 1,0-1-1,0 0 0,-1 0 1,0-1-1,0 1 0,0-1 1,-1-1-1,0 1 1,-1-1-1,0 1 0,6-16 1,-2-2 5,0 0 0,-2 0 0,-1 0 0,-2-1 0,0 0 1,-1-37-1,-2 47-11,0 1 0,-2-1 0,1 1 0,-2-1 0,0 1 0,-1 0 0,-1 0 0,0 0 0,-1 1 0,-1-1 0,0 1 0,-1 1 0,0-1 0,-1 1 0,-1 1 0,-18-19 0,18 21-6,-1 0-1,0 1 1,-1 0-1,0 1 1,0 0-1,-1 1 1,0 0-1,0 1 1,-1 0-1,0 1 1,0 1-1,0 0 0,0 1 1,-1 0-1,0 1 1,1 0-1,-1 2 1,0-1-1,-23 4 1,36-3-14,1 0 1,-1 0 0,0 0-1,1 0 1,-1 1 0,0-1 0,1 0-1,-1 1 1,1 0 0,-1-1-1,1 1 1,-1 0 0,1 0-1,0-1 1,-1 1 0,1 0-1,0 0 1,0 1 0,0-1 0,0 0-1,0 0 1,0 0 0,0 1-1,0-1 1,0 0 0,1 1-1,-1-1 1,0 1 0,1-1-1,-1 1 1,1-1 0,0 1-1,0-1 1,-1 1 0,1-1 0,0 1-1,0 0 1,1-1 0,-1 1-1,0-1 1,0 1 0,1 1-1,10 26-2684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 4066,'0'0'4882,"267"-40"-4818,-117 38-64,-15 2-304,-28 0-2529,-45 0-241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0 1953,'0'0'4314,"-7"14"-4237,1-3-63,1 0 0,0 0 0,1 1 0,0 0 0,1 0-1,0 0 1,1 0 0,1 1 0,-1 17 0,3 349 984,-1-379-997,0-26 166,6-47 0,-5 64-163,1 0 0,1 0 0,0 0 0,0 0 0,0 1 0,2 0 1,-1 0-1,1 0 0,7-10 0,-5 10-7,0 1 0,0-1 0,0 2 0,1-1-1,0 1 1,1 0 0,0 1 0,-1 0 0,2 0 0,-1 1 0,14-5 0,-6 4-12,0 1 0,0 0 0,0 2 0,1 0 0,-1 0 0,20 2 1,-28 0 6,-1 1 0,1-1 1,-1 2-1,1-1 0,-1 1 1,0 0-1,0 1 1,1 0-1,-2 0 0,1 0 1,13 9-1,-13-6 0,-1 0 0,1 0 0,-2 1-1,1 0 1,-1 0 0,0 0 0,0 1 0,-1 0-1,0 0 1,6 15 0,-3-4-8,-2 0-1,0 0 1,-2 1 0,0 0 0,2 30-1,-5-20 8,-1 0-1,-1 0 1,-6 33-1,4-49 15,-1 0 0,-1 0 0,0 0 0,-1-1 0,0 0 0,-1 0 0,-1 0 0,0-1 0,-1 0 0,0 0 0,-1-1 0,-1 0 0,0-1 0,0 0 0,-17 11-1,16-13 33,1 0 0,-1-1-1,-1 0 1,1-1-1,-1-1 1,0 0 0,0 0-1,-1-1 1,1-1-1,-1 0 1,0-1 0,0 0-1,0-1 1,0 0 0,0-2-1,-26-2 1,36 2-17,1 0 0,-1 0 1,1 0-1,-1-1 0,1 0 1,0 1-1,-1-1 0,1 0 0,0 0 1,0-1-1,1 1 0,-1-1 1,0 1-1,1-1 0,-1 0 1,1 0-1,0 0 0,0 0 1,0 0-1,1 0 0,-1-1 0,1 1 1,0 0-1,0-1 0,0 1 1,-1-8-1,1 4 7,0 0 0,1 0 0,0 0 1,0 0-1,1 0 0,0 0 0,0 0 0,0 0 0,1 1 1,0-1-1,1 0 0,-1 1 0,6-9 0,-3 8-28,1 0 0,1 0-1,0 1 1,0-1 0,0 1 0,0 1 0,1-1-1,0 1 1,0 1 0,1-1 0,-1 2-1,1-1 1,0 1 0,0 0 0,0 0 0,1 1-1,-1 1 1,1-1 0,-1 1 0,1 1-1,-1 0 1,1 0 0,13 2 0,-19 0 0,0-1 0,0 1-1,0-1 1,0 1 0,-1 0 0,1 1 0,-1-1 0,0 0 0,1 1-1,-1 0 1,0 0 0,-1 0 0,1 0 0,0 0 0,-1 0 0,0 1-1,0-1 1,0 1 0,3 6 0,-3-3-199,1-1-1,-1 0 1,-1 1-1,1 0 1,-1-1-1,-1 1 1,1 0-1,-1 0 1,0-1 0,-2 11-1,-6 1-4345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554 23 704,'0'0'2132,"-30"-4"-859,-99-13-356,115 16-787,1 0 0,0 1 1,0 0-1,0 1 0,-1 1 0,1 0 0,0 0 0,0 1 0,1 1 0,-1 0 0,1 1 0,0 0 0,0 0 1,0 1-1,1 1 0,0 0 0,1 0 0,-1 1 0,1 1 0,-13 14 0,9-7-33,1 1 0,0 0 0,2 1 0,0 1 0,1-1 0,1 2 0,1-1 0,1 1 0,1 0 0,-7 39 0,8-29-18,2 1 0,0-1 1,3 1-1,0 0 0,6 35 0,-3-51-62,0 0 0,1 0 0,1 0 0,0-1 0,1 1 0,0-1 0,2-1 0,-1 1 0,2-1 0,0-1 1,0 1-1,15 13 0,-13-16-9,0 0 1,0-1-1,1 0 0,1-1 1,0 0-1,0 0 1,0-1-1,28 9 0,-23-11 5,1 0-1,-1-1 1,1-1-1,0-1 1,1-1-1,29-1 0,-35 0-4,0-2-1,0 1 0,0-2 0,0 0 1,0 0-1,0-1 0,-1-1 0,0 0 1,0-1-1,0 0 0,-1-1 0,0 0 1,0-1-1,-1 0 0,0-1 0,-1 0 1,0-1-1,0 0 0,-1 0 0,10-16 1,-8 10-3,-2 0 0,0 0 0,-1-1 0,-1-1 0,-1 1 0,0-1 1,-1 0-1,-1 0 0,-1 0 0,-1 0 0,0-1 0,-2 1 0,-2-26 1,1 31-2,0 0 0,-2 0 0,1 0 0,-2 0 1,0 1-1,0 0 0,-2-1 0,1 1 0,-2 1 1,1-1-1,-18-20 0,14 19-7,-2 1-1,0 1 1,0 0-1,-1 0 1,-1 1-1,0 1 1,0 0-1,-1 0 1,-20-7 0,19 10-5,1 1 0,-1 0 0,-1 1 0,1 1 0,0 1 0,-1 0 0,-21 0 0,36 2 6,-7 0-4,1 0 0,0 0 0,-16 3 0,22-2 4,0-1 0,0 1 0,0 0 0,0-1 1,0 1-1,0 0 0,1 0 0,-1 0 0,0 0 0,1 0 1,-1 1-1,1-1 0,-1 0 0,1 1 0,-1-1 1,1 1-1,0-1 0,0 1 0,0-1 0,-2 5 0,2-2-104,0 0-1,0 1 0,0-1 0,0 1 0,1 0 0,0-1 0,0 1 1,0-1-1,0 1 0,1-1 0,0 1 0,0-1 0,0 1 1,1-1-1,0 1 0,-1-1 0,1 0 0,5 6 0,-1-4-491,1-1 0,-1 1 0,2-2 0,-1 1 0,14 6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616 84 5362,'0'0'1236,"-33"-14"-735,-110-42 70,132 53-455,0 0-1,0 1 1,0 0-1,-1 0 1,1 1-1,-20 1 1,17 0-48,0 1 0,0 0 1,0 1-1,0 1 1,1 0-1,-1 1 1,1 0-1,0 1 0,0 0 1,0 1-1,1 0 1,0 1-1,0 0 0,1 1 1,0 1-1,-15 14 1,15-12-34,0 1 1,0 1-1,2 0 0,0 0 1,0 1-1,1 0 0,1 1 1,0-1-1,1 1 1,-7 31-1,11-36-18,0 1 0,0-1 1,1 1-1,1-1 0,0 1 0,0-1 0,1 1 1,1-1-1,0 1 0,0-1 0,1 0 0,0 0 1,1 0-1,0 0 0,1-1 0,0 1 1,12 15-1,-6-12-4,1 1 1,1-2-1,0 0 1,1-1-1,0 0 1,1 0-1,20 9 1,-11-8-3,0-1 0,1-1 0,1-1 0,34 8-1,-8-7-3,0-2-1,1-2 1,0-3-1,78-4 0,-121 1-2,-1-1-1,1 1 0,-1-2 0,1 0 0,-1 0 0,18-6 0,-24 6-1,0 1 0,0-1 0,0 0 0,0 0 0,0 0 1,0 0-1,0-1 0,-1 1 0,0-1 0,1 1 0,-1-1 0,0 0 0,0 0 0,0 0 0,-1 0 0,1 0 0,-1 0 0,0-1 0,0 1 0,0 0 0,1-4 0,-2 2 1,1 1-1,0-1 0,-1 0 1,0 1-1,0-1 1,-1 1-1,1-1 0,-1 1 1,0-1-1,0 1 1,-1-1-1,1 1 0,-1 0 1,0-1-1,-3-4 1,1 3-4,-1 1 0,1 0 0,-1 0 1,0 0-1,0 1 0,-1-1 0,1 1 1,-1 0-1,-10-5 0,-1 2-6,0 0-1,0 0 1,-1 2-1,0 0 0,0 1 1,0 1-1,-21-2 1,12 3 7,1 0 0,-1 2 0,0 1 1,1 1-1,-36 7 0,53-6 2,0-1 0,0 1 0,0 0 0,0 1 0,1 0 1,0 0-1,0 1 0,-8 6 0,11-7-1,0 0-1,1 0 1,0 1 0,0-1-1,0 1 1,0 0 0,1 0-1,0 1 1,0-1 0,0 1-1,1-1 1,0 1 0,-2 6-1,3-9-32,1 0 1,-1 0-1,0-1 0,1 1 0,0 0 0,0 0 1,0 0-1,0 0 0,1 0 0,-1 0 0,1 0 0,1 6 1,0-6-156,0 0 1,0 0-1,1-1 1,-1 1-1,1 0 1,-1-1-1,1 0 1,0 1-1,3 1 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4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 46 3570,'0'0'909,"-23"-8"-215,2 0-480,8 3-63,-1-1 0,0 2 0,0 0 0,0 1 0,0 0 0,-1 1 0,1 0 0,-1 1 0,-15 1-1,16 2-20,0 0-1,0 1 0,0 1 0,0 0 0,1 0 0,0 2 0,0-1 0,0 2 0,0-1 0,1 2 0,0 0 0,1 0 0,-15 14 0,6-3-32,1 0 0,0 1 1,2 1-1,1 0 0,1 1 0,-14 27 0,20-32-23,1 1 0,1 1 0,0-1 0,1 1 0,2 0 0,0 1 0,1-1 0,1 0 0,1 1 0,0 0 0,5 36 0,-2-48-68,0 1 0,0-1 0,1 0 0,0 1 0,0-1 0,1-1 0,0 1 0,0 0 0,1-1 0,0 0 0,1 0 0,6 7 0,-3-5 3,1-1 0,0 0 0,1 0 0,0-1 0,0 0-1,1-1 1,18 7 0,0-3 7,-1-1 0,2-1-1,-1-2 1,1-1 0,-1-1-1,43 0 1,-47-3-12,-1-2 1,1 0-1,0-1 0,-1-2 1,43-11-1,-57 12-3,1-2 0,-1 1 0,0-1 0,0-1 0,0 0 0,-1 0 0,0-1 0,0-1 0,-1 1 0,0-1 0,-1-1 0,1 1 0,12-20 0,-13 16-1,-2 0 0,0 0 0,0 0-1,-1-1 1,0 0 0,-2 0 0,1 0 0,-2 0 0,0-1-1,0 1 1,-2-1 0,1 1 0,-2-1 0,-3-19 0,2 16-1,-2 1 1,0 0 0,-1 0 0,-1 0-1,0 1 1,-2-1 0,1 1 0,-2 1 0,0 0-1,-1 0 1,-15-16 0,14 18-5,-1 0 1,0 1 0,-1 1-1,-1-1 1,1 2-1,-2 0 1,1 1-1,-1 0 1,0 1-1,-1 1 1,0 0-1,0 1 1,0 0 0,-1 1-1,0 1 1,0 1-1,-30-1 1,44 3 1,-6 0 0,0 0 1,1 1-1,-15 2 1,21-3-6,0 1 0,0-1 0,-1 1 1,2 0-1,-1 0 0,0 0 0,0 0 1,0 0-1,0 0 0,1 0 0,-1 1 1,0-1-1,1 0 0,-1 1 0,1-1 1,0 1-1,-1 0 0,1-1 0,-1 4 1,0-1-101,1-1 0,1 0 0,-1 1 1,0-1-1,1 1 0,0-1 0,-1 1 0,1-1 1,1 6-1,6 25-3112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344 31 2833,'0'0'1862,"-23"-6"-1088,-8-3-396,-41-6-1,68 15-334,0-1 1,0 1-1,-1 0 0,1 0 0,0 1 0,0-1 0,-1 1 1,1-1-1,0 1 0,0 1 0,0-1 0,0 0 1,0 1-1,0 0 0,-4 3 0,1 0 27,1 0 0,0 0 0,1 1 0,-1-1 0,-6 11 0,7-10-23,-7 11 76,0-1-1,2 1 1,0 1 0,1 0-1,0 0 1,2 1-1,-6 23 1,6-15 21,2 1 1,1 0-1,2 0 0,1 44 0,1-59-125,1 1 0,1-1 0,0 0 0,0 1 0,1-1 0,1 0 0,1-1 0,0 1 0,0-1-1,1 0 1,1 0 0,0 0 0,1-1 0,0 0 0,1 0 0,0-1 0,1 0 0,0-1 0,1 0 0,20 13 0,-15-12-13,1-1 1,0-1-1,0-1 1,1 0 0,0-1-1,0-1 1,1 0-1,-1-2 1,1 0 0,0-1-1,0 0 1,33-3-1,-36 1-10,-1-2 0,1 0-1,0-1 1,-1-1 0,1 0-1,-1 0 1,0-2 0,-1 0-1,1 0 1,-1-2-1,-1 1 1,1-2 0,-1 0-1,-1 0 1,16-15 0,-17 11-17,0 0-1,0-1 1,-2 0 0,1-1 0,-2 0 0,0 0-1,-1 0 1,-1-1 0,0 0 0,-2-1 0,1 1 0,-2-1-1,-1 1 1,0-1 0,-1-20 0,0 26 22,-1 0 1,0-1-1,-1 1 1,-1 0-1,0-1 1,0 1-1,-1 0 1,-1 0-1,0 0 0,0 1 1,-1 0-1,-1-1 1,0 1-1,0 1 1,-1-1-1,0 1 1,-1 0-1,0 1 1,0 0-1,-1 0 0,-18-12 1,12 10-1,-1 0 0,-1 1 0,1 1 0,-2 0 0,1 2 0,-1-1 0,0 2 0,0 1 0,-1 0 0,1 1 0,-1 0 0,0 2 0,0 0 0,0 1 0,-32 4 0,47-3-20,1 0 0,0 0 1,-1 0-1,1 0 0,0 0 0,0 1 1,0-1-1,0 1 0,0 0 0,0 0 1,0 0-1,1 0 0,-1 0 0,1 1 1,0-1-1,-1 1 0,1-1 0,0 1 1,1 0-1,-1 0 0,0 0 0,1 0 1,0 0-1,-1 0 0,1 0 0,1 0 1,-1 0-1,0 1 0,1-1 1,0 0-1,0 1 0,0-1 0,0 0 1,0 0-1,1 1 0,-1-1 0,3 5 1,-1-4-409,0 0 0,0 0 0,1 0 0,0-1 0,0 1 0,5 4 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555 94 2865,'0'0'2204,"-29"-17"-1193,-96-48 14,120 63-974,0 0 1,0 0-1,0 1 1,0 0-1,0 0 1,-1 0-1,1 0 1,0 1-1,-1-1 1,1 2-1,0-1 1,0 0-1,-1 1 1,1 0-1,-6 2 1,3 0 4,0 0 1,1 1-1,-1 0 1,1 1 0,0 0-1,-9 7 1,6-4-10,-12 10 23,1 0-1,1 2 1,1 0 0,1 1 0,1 1 0,0 0-1,2 1 1,1 1 0,1 1 0,1-1 0,2 2 0,0-1-1,2 1 1,1 1 0,1-1 0,1 1 0,-1 32-1,6-47-50,-1 0-1,2 1 1,0-1-1,0 0 1,1 0-1,1 1 0,0-1 1,9 21-1,-8-24-13,1-1 1,0 0-1,0-1 0,1 1 0,0-1 0,0 0 0,1 0 0,0-1 0,0 0 0,1 0 0,0 0 0,13 6 1,-5-3 3,1-2 0,1 0 0,-1 0 0,1-2 0,0 0 0,24 3 0,-15-4 6,1-2 1,1-1-1,41-2 1,-56 0-7,-1-1-1,1 0 1,0 0 0,-1-2 0,0 1-1,0-2 1,0 0 0,0 0 0,-1-1-1,17-10 1,-21 10-6,0 0 1,0-1-1,-1 0 1,0 0-1,-1 0 0,1-1 1,-1 0-1,-1 0 0,0 0 1,0-1-1,0 1 1,-1-1-1,-1 0 0,5-18 1,-4 10 3,0 0 0,-2-1 0,0 0 0,-1 1 0,-1-1 0,0 0 0,-7-32 0,5 39-5,-1-1-1,-1 1 1,0 0 0,-1 0-1,0 0 1,-1 0-1,0 1 1,0 0 0,-1 0-1,-1 1 1,0 0-1,-14-13 1,8 10-5,-1 0 1,-1 1-1,0 1 0,-1 0 1,0 1-1,0 1 0,-1 1 1,0 0-1,0 1 0,0 1 1,-1 1-1,0 0 0,0 1 1,0 1-1,-20 1 0,36 0 2,1 1 0,-1 0 0,0 0-1,1 0 1,-1 1 0,0-1 0,1 1-1,-1-1 1,1 1 0,-1 0 0,-3 1-1,5-1-6,0 0-1,0 1 0,0-1 1,0 0-1,1 0 1,-1 1-1,0-1 0,1 0 1,-1 1-1,0-1 1,1 1-1,0-1 0,-1 1 1,1-1-1,0 1 0,0-1 1,0 1-1,0 1 1,0-1-78,-1 1 0,1-1 0,0 0 1,0 1-1,1-1 0,-1 0 0,0 0 1,1 1-1,-1-1 0,1 0 1,0 0-1,0 0 0,0 1 0,2 2 1,2 0-560,0 0 0,1-1 0,0 1 1,-1-1-1,14 6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 55 2785,'0'0'942,"-30"0"125,-146 0 1220,235-5-503,685-44-1650,-720 49-116,-20 0 28,-11 4 29,-17 12 60,0 0 0,0 2 1,2 1-1,1 0 1,0 1-1,1 2 1,2 0-1,-18 27 1,22-24-31,1 1 0,1 1 0,2-1-1,1 2 1,1-1 0,1 1 0,2 0 0,1 1 0,1-1 0,2 1 0,3 38 0,-1-56-148,0 0-1,2 0 1,-1 0-1,1 0 1,1-1 0,0 0-1,0 1 1,1-1-1,1-1 1,9 14-1,11 17-3061,-17-19-3727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5026,'0'0'288,"151"-59"-208,-29 52-32,15 4 49,1 3-97,-16 0-225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6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71 375 496,'0'0'4338,"-6"-21"-3596,-20-77-139,24 91-559,1-1-1,1 1 1,-1-1 0,1 0-1,1 1 1,-1-1 0,2 0-1,-1 1 1,1-1 0,0 1 0,0 0-1,1-1 1,0 1 0,1 0-1,-1 1 1,1-1 0,1 1-1,-1-1 1,1 1 0,1 0 0,-1 1-1,1-1 1,9-6 0,-1 2-5,-1 1 0,1 0 0,1 1 0,0 1 1,0 0-1,0 1 0,1 0 0,0 2 0,26-6 0,-26 8-35,0 0-1,1 0 1,0 2-1,-1 0 1,1 1-1,26 4 0,-39-4-5,-1 0-1,0 0 1,1 0-1,-1 1 1,0-1-1,0 1 1,0 0-1,0 0 1,0 0-1,0 0 1,-1 0-1,1 1 1,-1-1-1,0 1 1,3 3-1,-2-2 2,0 1 0,-1 0 0,1 0 0,-1 1 0,0-1 0,-1 0 0,0 0 0,2 10 0,-2-3 9,-1 0-1,0 0 1,-1-1-1,0 1 1,-1 0 0,0-1-1,-1 1 1,-5 14-1,0-11 27,0 1-1,0-2 0,-2 1 1,0-1-1,-1 0 1,0-1-1,-1 0 1,-15 12-1,-118 86 709,136-105-680,-16 12 53,-2 0 77,0 1 1,-45 44 0,65-56-170,0 1 0,1 0 0,0 1 0,0 0 0,1 0 0,0 0 0,1 0 0,0 0 1,0 1-1,1 0 0,0 0 0,1 0 0,-1 13 0,2-16-20,0 0 0,1 0 0,0-1 0,0 1 0,1 0 1,-1 0-1,2-1 0,-1 1 0,1-1 0,0 1 0,0-1 0,1 1 0,0-1 0,0 0 0,1 0 0,-1-1 0,1 1 0,1-1 0,-1 1 0,1-1 0,0 0 1,0-1-1,1 1 0,-1-1 0,1 0 0,9 4 0,-2-1 0,0-1 1,1-1-1,0-1 0,0 1 1,0-2-1,27 4 1,88-2-28,-116-4 23,0-2 0,0 0 0,0 0 0,-1-1 0,23-6 0,-30 6 1,1 0 0,-1 0 0,0-1 0,0 0 0,0 0 0,0 0 0,-1 0 0,1-1 0,-1 1 0,0-1 0,0 0 0,0-1 0,-1 1 0,0 0 0,4-7 1,-1-1 3,-1-1 1,0 0 0,-1 0 0,-1 0 0,0-1-1,-1 1 1,0-1 0,-1 1 0,-1-1 0,0 0-1,-1 0 1,0 1 0,-1-1 0,-1 1 0,0-1-1,-1 1 1,-1 0 0,0 1 0,-7-14 0,-1 8-4,0-1 1,-1 2 0,-1 0 0,0 0 0,-2 2-1,0 0 1,0 0 0,-2 2 0,-20-13 0,-6 1-64,-1 2 0,-95-34-1,138 57-69,1-1-1,0 0 0,0 0 0,-1 0 0,1 0 0,0-1 0,0 1 1,0 0-1,-2-3 0,-5-15-4037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6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454 122 4386,'0'0'750,"27"-2"-174,88-5 40,-110 7-587,-1 0 0,0 0-1,0 0 1,0 1 0,0-1-1,0 1 1,0 0 0,0 0 0,0 0-1,0 1 1,0 0 0,0-1-1,-1 1 1,1 0 0,-1 1 0,1-1-1,-1 0 1,0 1 0,0 0-1,0 0 1,-1 0 0,1 0 0,3 6-1,-2-1 6,0 1-1,-1 0 1,0 0 0,0 1-1,-1-1 1,-1 1-1,1 11 1,0-6-4,-1 1 1,-1-1-1,-1 1 1,0-1-1,-6 25 1,5-30-20,-1-1 0,-1 1 1,1-1-1,-2 0 0,1 0 1,-1 0-1,-1-1 0,0 0 1,-12 15-1,8-14 24,0 0-1,-1 0 0,0-1 1,0 0-1,0-1 1,-1 0-1,-1-1 1,1-1-1,-1 1 0,-19 4 1,13-5 91,0-1 0,0-1 0,0-1 1,0 0-1,-1-2 0,-37-2 0,45 0-99,1-1-1,0 0 1,0 0 0,0-1 0,0 0-1,0 0 1,1-2 0,0 1-1,0-1 1,0 0 0,1-1 0,0 0-1,0-1 1,1 1 0,0-2-1,1 1 1,0-1 0,0 0-1,1 0 1,-10-19 0,11 19-5,1 0 1,0 0-1,1 0 0,0-1 1,0 1-1,1-1 1,0 0-1,1 0 0,0 1 1,1-1-1,0 0 1,1 0-1,0 0 0,0 0 1,1 1-1,1-1 0,-1 1 1,2-1-1,-1 1 1,1 0-1,1 0 0,0 0 1,0 1-1,7-10 1,1 6-22,-1-1 1,1 2 0,1 0 0,0 0-1,1 1 1,0 1 0,1 0 0,30-12-1,-15 8-3,2 2 0,-1 2 1,62-11-1,-62 15 2,0 1 0,1 2 0,51 2 0,-73 1 0,0 0 0,0 1 0,-1 0 0,1 0 0,0 1 0,-1 0 0,0 1 0,0 0 0,0 1 0,-1 0 0,1 0 0,-1 1 0,0 0 0,9 9 0,-8-4 3,0 1 0,-1-1 0,0 2 0,-1-1 0,-1 1 1,0 0-1,-1 1 0,0-1 0,-1 1 0,-1 0 0,0 1 0,-1-1 1,1 25-1,-2-18 48,-1-1 0,-2 0 0,0 0 0,-1 0 0,-1 0 0,-1 0 0,-1-1 0,-1 1 0,-13 31 0,7-31 53,0 0-1,0 0 1,-2-1-1,-1 0 1,-21 20-1,2-7 112,-68 51 1,57-52-325,0-1 0,-2-3 1,-1-2-1,-1-1 1,-1-3-1,-73 21 0,-120 4-3954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100 313 3634,'0'0'2257,"-12"13"-1996,-40 41-39,49-51-205,0 1 0,0 0 0,1 0 0,0 0 0,-1 0 0,1 0 0,-1 5 0,2-7 48,1 1 0,-1-1 0,0 0 0,0 0 0,0 0 0,0 0 1,-1 0-1,1-1 0,-3 4 504,4-11 199,-1-17-634,1 1-1,1-1 0,2 0 1,0 1-1,1 0 1,2-1-1,12-32 0,-9 35-136,1 1-1,1 0 1,1 0-1,19-21 1,-26 34-1,0 0 1,1 0-1,0 0 0,0 1 1,1 0-1,-1 0 1,1 1-1,0 0 1,0 0-1,1 0 0,0 1 1,-1 0-1,1 0 1,0 1-1,8-1 1,-13 2-1,0 1 1,0 0 0,0 0 0,-1 0 0,1 0-1,0 0 1,0 0 0,-1 1 0,1-1 0,0 1-1,-1 0 1,1 0 0,0 0 0,-1 0 0,1 0-1,-1 1 1,0-1 0,1 1 0,-1-1 0,0 1-1,0 0 1,0 0 0,0 0 0,0 0 0,-1 0-1,1 0 1,-1 0 0,1 1 0,-1-1 0,0 0-1,1 4 1,3 8-2,-1 0 1,0-1-1,-2 2 0,3 23 0,-5-31 6,7 331 31,-7-328-29,-1 0 0,1 0-1,-2-1 1,1 1 0,-5 13-1,-1-14 14,2-14 6,-2-18 23,3-27-38,5-94-1,0 128-43,1 1 0,0 0 0,2 0 0,0 0-1,1 1 1,0-1 0,1 1 0,1 0 0,0 0-1,1 1 1,10-14 0,-12 19 4,0 1-1,1-1 1,0 1 0,0 1-1,1-1 1,0 1-1,0 0 1,0 0 0,1 1-1,-1 1 1,1-1 0,1 1-1,-1 0 1,1 1-1,-1 0 1,1 1 0,0 0-1,15-1 1,-20 2 9,-1 1-1,0 0 1,0 0 0,0 0 0,0 1 0,0-1-1,0 1 1,1 0 0,-1 0 0,-1 0-1,1 1 1,0-1 0,0 1 0,5 4 0,-5-3 20,-1 0 1,0 0 0,0 1 0,0-1-1,0 1 1,0 0 0,-1 0 0,0 0-1,0 0 1,0 0 0,0 0 0,1 9-1,3 17 11,-1 1-1,-2 0 0,-1 0 1,-3 38-1,1-27 18,-1 7 64,-12 86 0,9-80-10,4-55-77,0 1 0,0-1-1,0 1 1,0 0 0,0-1 0,0 1 0,1-1 0,-1 1 0,0-1-1,0 1 1,1-1 0,-1 1 0,0-1 0,1 1 0,-1-1 0,1 1 0,-1-1-1,0 0 1,1 1 0,-1-1 0,1 1 0,-1-1 0,1 0 0,-1 0 0,1 1-1,0-1 1,-1 0 0,1 0 0,-1 0 0,1 1 0,-1-1 0,1 0 0,0 0-1,-1 0 1,1 0 0,0 0 0,27-3 63,-22 3-51,2-2-5,1 0 0,0 0 0,-1-1 0,1 0 0,-1-1 0,0 1 0,0-2 0,10-5 0,6-7-22,25-24 0,-38 32 0,13-12-105,-2 0 0,0-1 0,-1-2 0,-2 0 0,0-1 0,15-27 1,-26 37 58,0 0 0,-1-1 0,-1 0 0,-1-1 0,0 1 0,-1-1 0,-1 0 0,0 0 0,-2 0 0,0 0 0,-1 0 0,-2-20 0,1 31 63,-1 0-1,1 0 0,-1 0 1,0 0-1,-1 1 1,1-1-1,-1 1 0,0 0 1,-1-1-1,1 1 1,-1 0-1,0 1 1,-1-1-1,1 1 0,-1 0 1,0 0-1,0 0 1,0 1-1,0-1 1,-1 1-1,1 0 0,-1 1 1,-6-3-1,6 3 27,1 1-1,0-1 0,-1 1 0,0 0 0,1 0 1,-1 1-1,0-1 0,0 1 0,1 0 1,-1 1-1,0-1 0,1 1 0,-1 0 1,1 1-1,-1-1 0,1 1 0,-1 0 1,1 0-1,0 1 0,0 0 0,0-1 1,0 2-1,1-1 0,-1 0 0,-7 8 0,2 1 88,1 1 0,0 0-1,1 0 1,1 0 0,0 1-1,1 0 1,0 0 0,1 1-1,-5 26 1,2-1 258,3 0 0,-1 60 0,6-87-283,0 1 0,1-1 0,1 1 1,4 18-1,-4-25-65,0-1 0,1 1 0,0-1 1,0 0-1,1 0 0,-1 0 0,1-1 1,1 1-1,-1-1 0,9 8 0,-2-4-13,0-1 0,1 0 0,-1 0 0,2-1 0,-1-1 0,1 0 0,0-1 0,0 0 0,23 5 0,-3-3-319,1-1-1,63 2 1,18-9-2981,-18-11-1966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22 207 1329,'0'0'3396,"-3"20"-2801,-11 62-291,10-62 974,4-37-932,1 11-71,-1 3-228,-1-13 32,1 1 0,0 0 0,2-1 0,0 1 0,0 0-1,2 0 1,9-25 0,-7 26-80,1 0 0,0 0 0,2 1 0,-1 1 0,21-23 1,-25 30-8,1 0 0,1 0 1,-1 1-1,1 0 0,0 0 1,0 0-1,0 1 0,0 0 1,0 0-1,1 0 0,0 0 1,0 1-1,-1 1 0,1-1 1,10 0-1,-15 1 4,1 1-1,-1 0 1,1 0-1,-1 1 1,0-1-1,1 0 1,-1 1-1,0 0 1,1-1-1,-1 1 1,0 0-1,0 0 1,1 0-1,-1 0 1,0 0-1,0 1 1,-1-1-1,1 1 1,0-1 0,0 1-1,-1 0 1,1-1-1,-1 1 1,1 0-1,-1 0 1,0 0-1,0 0 1,0 0-1,0 0 1,0 0-1,1 5 1,1 6-4,0 0 0,-1 0 1,-1 1-1,1 18 0,-2-24 11,1 37 10,-7 69 0,4-94 3,-2 0 0,0-1 0,-2 0 0,0 1 1,-1-2-1,-11 20 0,6-15 41,-23 30 0,30-46-34,0-1 0,-1 0 0,1 0 1,-1 0-1,0-1 0,-1 1 0,1-2 1,-13 8-1,19-12-8,0 0-12,0 0 0,0 0-1,0-1 1,0 1 0,0 0-1,0 0 1,0 0 0,0 0 0,0-1-1,0 1 1,0 0 0,0 0-1,0 0 1,0 0 0,0-1 0,0 1-1,0 0 1,0 0 0,0 0-1,0 0 1,0-1 0,0 1 0,0 0-1,-1 0 1,1 0 0,0 0-1,0 0 1,0-1 0,0 1 0,0 0-1,-1 0 1,1 0 0,0 0-1,0 0 1,0 0 0,0 0 0,0 0-1,-1 0 1,1-1 0,0 1-1,0 0 1,0 0 0,-1 0 0,1 0-1,0 0 1,0 0 0,0 0 0,-1 0-1,1 0 1,0 0 0,0 0-1,0 0 1,0 1 0,-1-1 0,1 0-1,0 0 1,0 0 0,0 0-1,0 0 1,-1 0 0,1 0 0,0 0-1,0 0 1,0 1 0,0-1-1,0 0 1,0 0 0,-1 0 0,1 1-1,2-8 19,1 0-1,-1 0 0,1 1 0,1 0 1,-1 0-1,1-1 0,7-6 0,39-42 90,-23 27-91,90-105-48,-90 99 18,-1-1 1,22-42-1,-42 67 16,-1-1 1,0 0-1,-1 0 1,0 0 0,-1-1-1,0 0 1,-1 1-1,0-1 1,-1 0-1,-1-12 1,0 23-6,0 1-1,0 0 1,0 0 0,0-1 0,0 1-1,0 0 1,0 0 0,-1 0-1,1-1 1,0 1 0,0 0 0,0 0-1,0 0 1,0-1 0,-1 1-1,1 0 1,0 0 0,0 0 0,0 0-1,-1 0 1,1-1 0,0 1-1,0 0 1,-1 0 0,1 0-1,0 0 1,0 0 0,0 0 0,-1 0-1,1 0 1,0 0 0,0 0-1,-1 0 1,1 0 0,0 0 0,0 0-1,-1 0 1,1 0 0,0 0-1,0 0 1,-1 0 0,1 0-1,0 0 1,0 1 0,0-1 0,-1 0-1,1 0 1,0 0 0,0 0-1,0 0 1,-1 1 0,1-1 0,0 0-1,0 0 1,0 0 0,0 1-1,0-1 1,-1 0 0,1 0 0,0 0-1,0 1 1,0-1 0,0 1-1,-4 5 0,0 0 0,1 0 0,0 1-1,0-1 1,0 1 0,1 0-1,0 0 1,0 0 0,0 13 0,0-12 8,-7 64 255,3 1 1,6 83-1,0-136-203,1 1-1,1-1 1,1 0-1,1 0 1,1 0-1,11 28 0,-13-40-118,0-1-1,1 0 1,0-1-1,0 1 0,0-1 1,1 1-1,0-1 1,0 0-1,1-1 0,-1 1 1,1-1-1,1 0 0,-1-1 1,1 1-1,0-1 1,0 0-1,0-1 0,0 0 1,15 5-1,-11-6-854,-1-1-1,1 0 1,21 0-1,-31-1 888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0 3233,'0'0'2252,"-1"31"-1355,0-20-802,-5 228 1216,5-85-507,3 183-48,-1-329-740,-1 0 0,1 0 0,1 0-1,-1 0 1,2 0 0,5 14 0,-7-19-11,1 0 0,0 0 0,0 0 0,0-1 0,0 1 0,0-1 1,1 1-1,-1-1 0,1 0 0,-1 0 0,1 0 0,0 0 0,0 0 1,0-1-1,0 1 0,1-1 0,-1 0 0,7 2 0,-1-1 7,0 0-1,0-1 1,0 0-1,0 0 1,1-1-1,-1 0 1,0-1-1,0 0 1,1 0-1,-1-1 1,0 0-1,0 0 1,-1-1-1,12-5 1,-10 3-294,0 0 1,-1-1 0,1 0-1,-2-1 1,1 0 0,-1 0-1,0-1 1,0 0-1,-1 0 1,0 0 0,7-14-1,17-38-3749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 4498,'0'0'1985,"270"-2"-1873,-78 2-96,-8-5-16,-28-3-928,-53 4-1954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5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143 258 3842,'0'0'1595,"-20"19"-1189,-65 62-89,81-78-267,0 0 1,0 1-1,1 0 1,0 0-1,-1 0 0,1 0 1,1 0-1,-4 7 0,2-2 735,4-13-129,0-20-576,2 0-1,1 1 1,1 0 0,1-1-1,1 2 1,1-1-1,1 1 1,2 0-1,0 0 1,16-25-1,-18 35-80,0 0-1,1 0 0,0 1 0,0 0 0,23-19 0,-27 26-9,1-1 0,0 1 1,0 1-1,0-1 0,1 1 0,-1 0 0,1 1 1,0-1-1,0 1 0,0 0 0,0 1 0,0 0 1,0 0-1,9 0 0,-13 1 9,-1 0 1,1 1-1,-1-1 0,0 0 1,0 1-1,1 0 0,-1 0 1,0-1-1,0 1 0,0 1 1,0-1-1,0 0 0,0 0 1,0 1-1,0-1 0,0 1 1,-1-1-1,1 1 1,-1 0-1,1 0 0,-1-1 1,1 1-1,-1 0 0,0 0 1,0 0-1,0 1 0,-1-1 1,1 0-1,0 4 0,3 8-1,-2 0 0,0 0 0,0 25 0,-1-30 4,0 13 8,-1 166 46,-1-164-47,-2 0 0,-1-1 0,-1 1 0,-1 0 0,-16 38 0,21-60 40,1-6-25,0 0-4,1-22-4,2-1-1,0 1 0,2 0 1,1 0-1,12-30 0,-1 10-34,3 1-1,26-44 0,-45 88 18,10-18-66,22-30 0,-30 46 42,-1 0 0,1-1-1,0 1 1,0 0 0,0 1-1,0-1 1,0 0 0,1 1-1,-1 0 1,1 0 0,0 0-1,0 0 1,0 0 0,0 1-1,0 0 1,5-2 0,-8 3 22,0 0-1,0 0 1,0 0 0,0 1 0,-1-1 0,1 0 0,0 0-1,0 1 1,0-1 0,0 0 0,-1 1 0,1-1-1,0 1 1,0-1 0,-1 1 0,1-1 0,0 1-1,-1-1 1,1 1 0,0 0 0,-1-1 0,1 1 0,-1 0-1,1 0 1,-1-1 0,0 1 0,1 0 0,-1 0-1,0 0 1,0-1 0,1 1 0,-1 0 0,0 0-1,0 1 1,1 37 14,-1-29-12,-5 322 216,5-321-223,-1-7-142,1-1 1,0 0-1,-1 0 0,1 1 0,1-1 0,-1 0 1,1 0-1,-1 1 0,1-1 0,0 0 0,0 0 1,0 0-1,1 0 0,-1 0 0,1 0 0,3 5 1,-3-7-254,1 0 0,-1 1 0,1-1 0,-1 0 0,1 0 0,-1 0 0,1 0 0,4 0 0,-7-1 320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42 109 2385,'0'0'2799,"-1"-15"-2004,-1 1-677,-2-23 23,4 37-140,0 0 0,0 0 0,0 0-1,0 0 1,0 1 0,-1-1 0,1 0 0,0 0 0,0 0 0,0 0 0,0 0 0,0 0-1,0 0 1,0 0 0,0 0 0,0 0 0,-1 0 0,1 0 0,0 0 0,0 0 0,0 0-1,0 0 1,0 0 0,0 0 0,0 0 0,-1 0 0,1 0 0,0 0 0,0 0 0,0 0-1,0 0 1,0 0 0,0 0 0,0 0 0,0 0 0,-1 0 0,1 0 0,0 0 0,0 0-1,0 0 1,0 0 0,0 0 0,0 0 0,0 0 0,0 0 0,0 0 0,-1-1 0,1 1-1,0 0 1,0 0 0,0 0 0,0 0 0,0 0 0,0 0 0,0 0 0,0 0 0,0-1-1,0 1 1,0 0 0,0 0 0,0 0 0,0 0 0,0 0 0,0 0 0,0 0 0,0 0-1,0-1 1,0 1 0,0 0 0,-7 23 105,-2 24 132,2 0 0,3 0 0,2 49 0,2-87-216,0-1-1,0 1 1,1-1 0,1 0-1,-1 1 1,1-1 0,1 0-1,4 11 1,-5-16-18,0 0 1,0 1 0,0-1-1,1 0 1,-1 0-1,1-1 1,0 1 0,0 0-1,0-1 1,0 1-1,0-1 1,0 0 0,1 0-1,-1-1 1,1 1 0,0-1-1,-1 1 1,1-1-1,0 0 1,0 0 0,6 0-1,0 1 4,0-1 0,0-1 0,1 1 0,-1-2 0,0 1 0,1-1 0,14-4 0,-20 4-6,0-1-1,0 0 1,0 0 0,0 0-1,0-1 1,0 1 0,0-1-1,-1 0 1,1-1 0,-1 1-1,0-1 1,0 0 0,-1 0 0,1 0-1,4-6 1,-1-2-1,-1 0 0,0 0 0,-1 0 0,0-1 0,-1 0 0,-1 0 0,0 0 0,1-20 0,-1-12 20,-3-50 0,-1 71-8,1 17-7,0 0 0,0 0 0,-1 0 0,0 1 0,0-1 0,0 0 0,-1 0 0,-1 1 0,1-1 1,-5-7-1,7 14-6,0 0 0,0 1 1,1-1-1,-1 0 0,0 0 1,0 0-1,0 0 0,0 0 1,0 0-1,0 0 0,0 1 1,0-1-1,0 0 0,0 0 1,0 0-1,0 0 0,0 0 1,-1 0-1,1 0 0,0 1 1,0-1-1,0 0 1,0 0-1,0 0 0,0 0 1,0 0-1,0 0 0,0 0 1,0 0-1,0 0 0,0 1 1,-1-1-1,1 0 0,0 0 1,0 0-1,0 0 0,0 0 1,0 0-1,0 0 0,0 0 1,-1 0-1,1 0 0,0 0 1,0 0-1,0 0 0,0 0 1,0 0-1,0 0 0,-1 0 1,1 0-1,0 0 1,0 0-1,0 0 0,0 0 1,0 0-1,0 0 0,0 0 1,-1 0-1,1 0 0,0 0 1,0-1-1,-2 30 63,2 55 0,1-29 75,-1-26-196,1 0-1,1 0 1,2 0-1,0-1 1,3 0 0,0 0-1,2 0 1,17 36-1,-3-26-2390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0 235 3554,'0'0'245,"6"-24"-117,22-75-50,-27 94-30,0 1 1,1 0 0,-1 0 0,1 1 0,0-1-1,0 0 1,1 0 0,-1 1 0,1-1 0,0 1 0,6-5-1,-7 6-15,-1 1-1,1 0 1,0 0-1,0 0 1,0 0 0,0 0-1,0 1 1,0-1-1,0 1 1,0-1-1,0 1 1,0 0-1,0-1 1,1 1-1,-1 0 1,0 0-1,3 1 1,-1 0-16,0 0 0,0 1 0,0-1 0,0 1 0,0 0 0,0 0 0,-1 0 0,1 0 0,-1 0 0,0 1 0,0 0 0,0 0 0,0-1 0,0 2 0,0-1 0,-1 0 0,4 5 1,2 10 50,1-1 1,-2 1 0,-1 1 0,0-1 0,-2 1 0,4 27 0,-1 116 333,-7-161-401,-2 9 464,0-28 111,0-10-471,2 0 0,1-1 1,1 1-1,9-38 1,-9 58-109,0 0 1,1-1 0,0 1 0,0 0 0,1 1 0,0-1 0,0 0 0,1 1 0,0 0 0,1 0 0,-1 1 0,2-1 0,-1 1 0,0 0 0,1 1 0,0 0-1,1 0 1,-1 0 0,11-4 0,-12 6-3,1 1-1,0-1 1,0 1-1,0 1 0,0 0 1,1-1-1,-1 2 1,8-1-1,-12 1 3,0 0-1,-1 0 0,1 0 0,0 1 1,0-1-1,-1 1 0,1-1 1,0 1-1,-1 0 0,1 0 1,-1 0-1,1 0 0,-1 1 1,1-1-1,-1 1 0,0-1 0,0 1 1,0 0-1,0 0 0,0-1 1,0 2-1,0-1 0,1 3 1,3 7 2,-1 1 1,-1-1-1,0 1 1,-1 0 0,0 0-1,1 24 1,-4 86 20,-1-64-11,1-40 29,-1-24 94,-1-33 24,3 2-140,0 0 0,3 1 0,9-44 1,-10 65-24,1 0 0,1-1 0,0 2 0,1-1 0,1 1 0,0 0 0,1 0 1,0 0-1,1 1 0,19-20 0,-25 30 0,0-1-1,1 1 0,-1-1 1,0 1-1,1 0 1,-1 0-1,1 0 1,0 1-1,5-3 1,-8 4 4,0 0 1,0 0-1,0-1 1,0 1-1,1 0 1,-1 0-1,0 0 1,0 0-1,0 0 1,0 0-1,0 1 1,1-1-1,-1 0 1,0 0-1,0 1 1,0-1-1,0 1 0,0-1 1,0 1-1,0-1 1,0 1-1,0 0 1,0-1-1,-1 1 1,1 0-1,0 0 1,0 0-1,-1-1 1,1 1-1,0 0 1,-1 0-1,1 0 1,-1 0-1,1 0 1,-1 0-1,0 0 1,1 0-1,-1 2 1,4 18 2,0-1 1,-2 0-1,-1 1 1,-2 31-1,0-12 64,1 191 457,0-229-565,0-1 1,0 1-1,0 0 1,0-1-1,0 1 1,0-1-1,1 1 1,-1-1-1,0 1 0,1-1 1,0 1-1,0 1 1,0-3-108,0 1-1,0-1 1,-1 1-1,1-1 1,0 0 0,0 1-1,0-1 1,0 0-1,0 0 1,0 0 0,0 1-1,0-1 1,0 0-1,0 0 1,2-1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42 132 3089,'0'0'393,"0"-21"332,0-49-166,0 29 2385,-28 746-1781,25-652-1155,0 0 14,-3-89 178,5-125-115,1 151-82,0 0 0,1 0 0,0 1 0,0-1 0,1 0 0,1 1 1,0-1-1,4-8 0,-4 12-4,0 1 0,0 0 0,1 0 1,0 0-1,-1 1 0,2-1 0,-1 1 1,1 0-1,-1 0 0,1 0 0,0 1 0,0 0 1,1 0-1,9-4 0,-6 3-2,0 1-1,0 0 1,1 1-1,-1 0 1,1 0-1,18 0 1,-25 2 1,1 0 0,-1 0 1,0 0-1,1 0 0,-1 0 1,1 1-1,-1-1 0,0 1 0,0 0 1,1 0-1,-1 0 0,0 1 0,0-1 1,0 1-1,0-1 0,0 1 1,0 0-1,-1 0 0,1 0 0,-1 1 1,1-1-1,3 5 0,-3-1-2,0 1 0,-1-1 1,0 1-1,0 0 0,0-1 0,-1 1 0,1 11 0,-1 53 15,-2-37 12,1-23 15,0-1 1,-1 1-1,-1-1 1,0 1-1,0-1 0,-1 0 1,0 0-1,-1 0 1,-7 15-1,6-17 3,0-1 0,-1 1 0,0-1 1,0-1-1,0 1 0,-1-1 0,0 0 0,-1 0 0,1 0 0,-1-1 0,-13 6 1,12-6-98,0-1 1,0 0 0,-1 0-1,1-1 1,-1 0 0,0-1-1,0 0 1,0 0 0,0-1 0,-17 0-1,27-1-17,-1 0 0,1 0 0,-1 0 0,1 0 0,0 0 0,-1 0 0,1 0 0,0 0 0,-1 0 0,1 0 0,0 0 0,-1 0 0,1 0 0,0-1 0,-1 1 0,1 0 0,0 0 0,-1 0-1,1-1 1,0 1 0,-1 0 0,1 0 0,0 0 0,0-1 0,0 1 0,-1 0 0,1-1 0,0 1 0,0 0 0,0-1 0,-1 1 0,1 0 0,0 0 0,0-1 0,0 1 0,0-1 0,-1-26-4796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1 218 304,'0'0'3970,"24"4"-3951,75 14 23,-88-15 5,0-2 0,0 1 0,1-2 0,-1 1 0,13-2 0,-7 0-22,-15 0-13,1 1 0,0 0 0,0-1 0,0 0 0,0 0 0,-1 0 0,1 0 0,0 0 0,-1 0 0,1 0 0,-1-1 0,1 0 0,-1 1 0,0-1 0,0 0 0,0 0 0,0 0 0,0 0 0,0 0 0,0-1 0,-1 1 0,1 0 0,-1-1 0,0 1 0,0-1 0,0 1 0,0-1 0,1-3 0,1-7 129,-1 0 0,0 0 0,0 0 1,-2-21-1,1 30-105,-2 1 0,1 0 0,0-1 0,-1 1 0,0 0 0,1-1 0,-1 1 0,-1 0 0,1 0 0,0 0 0,-1 0 0,0 0 0,0 0 0,0 0 0,0 0 0,0 1 0,-5-5 0,3 4 20,-1-1 0,0 1 0,0 1 0,0-1 0,0 1 0,0 0 0,0 0 0,0 0 0,-1 0 1,-9 0-1,4 0 15,0 0 0,0 1 0,0 1 1,0 0-1,-21 2 0,28-1-62,0 0 0,-1 0 0,1 0 0,0 0-1,0 1 1,-1-1 0,1 1 0,0 0 0,1 0 0,-1 1 0,0-1-1,1 1 1,-1 0 0,1 0 0,0 0 0,0 0 0,-3 4-1,1 2 10,0 0-1,0 0 0,1 1 0,1-1 1,-1 1-1,2 0 0,-1 0 0,1 0 0,1 0 1,0 0-1,1 1 0,1 17 0,0-15 2,0-1-1,2 1 0,-1-1 0,2 0 0,0 1 0,0-1 0,1-1 1,1 1-1,13 20 0,-9-18-12,0-1 1,2 0-1,0-1 0,0 0 0,1 0 1,26 16-1,-32-23-3,1 0 1,0-1-1,0-1 1,1 1-1,-1-1 0,1 0 1,-1-1-1,1 0 1,0 0-1,0-1 1,0 0-1,0 0 0,0-1 1,0-1-1,9 0 1,-14 0-4,0-1 0,0 1 1,0-1-1,0 1 0,0-1 1,-1 0-1,1-1 0,-1 1 1,1 0-1,-1-1 0,0 0 0,0 0 1,0 0-1,-1 0 0,1 0 1,-1 0-1,0-1 0,0 1 1,0-1-1,0 0 0,2-6 1,3-9 12,-1-1 1,7-37-1,-12 53-10,7-49 48,-2-1 0,-3-88 0,-3 113-17,-13 366 105,15-372-24,-4-42 0,0 41-20,1 0 0,6-36 0,-5 67-103,1 0-1,0 0 1,1 0 0,-1 1 0,1-1 0,0 1-1,0-1 1,0 1 0,1-1 0,0 1 0,0 0 0,0 0-1,7-6 1,-5 6-20,1-1 0,0 1 0,0 0-1,0 1 1,1-1 0,0 1 0,-1 0 0,13-3 0,5 1-49,1 0 0,0 2 0,-1 1 0,42 1 0,-65 5 29,-3 10 67,0-1 0,0 1 0,-2-1 0,0 1 0,-8 20 0,-10 33 342,18-49-200,0-1 0,2 1 0,0 23 0,1-35-135,2 0 1,-1-1-1,1 1 1,0 0-1,0 0 1,1-1-1,0 1 1,0 0-1,0-1 0,1 0 1,-1 1-1,1-1 1,1 0-1,3 5 1,0-4-16,-1-1 0,1 1-1,0-1 1,0 0 0,1-1 0,-1 1 0,1-1 0,0-1 0,0 0 0,1 0 0,-1 0 0,14 2 0,-1-2-392,1 0 0,0-1 0,42-1 0,28-8-5254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576 65 1056,'0'0'897,"-28"0"-179,-186 0 1024,-120 0 2420,420 0-3410,371-27-472,-224 8-315,515 1-4356,-710 18 1723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33 3057,'0'0'4458,"-15"-8"-3865,5 2-523,7 3-53,-1 1 0,0 0-1,0 0 1,0 0 0,0 0-1,0 0 1,0 1 0,-6-2-1,9 3-14,1 0 0,-1 0-1,0 0 1,1 0-1,-1 1 1,0-1 0,0 0-1,1 0 1,-1 0 0,0 0-1,1 1 1,-1-1 0,0 0-1,1 1 1,-1-1-1,0 0 1,1 1 0,-1-1-1,1 1 1,-1-1 0,1 1-1,-1-1 1,0 2-1,0 0 2,0 0-1,0 0 0,0 0 0,1 0 0,-1 1 0,1-1 0,-1 0 1,1 1-1,0-1 0,0 0 0,0 3 0,-8 668 780,8-659-839,-1-11-177,1 1 0,0 0 0,0-1 0,0 1 0,1-1 0,-1 1-1,1-1 1,2 7 0,3-5-2567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2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3057,'0'0'2876,"0"9"-2788,0 19-51,-9 183 212,-3-126-84,-2 3-23,-1 109-1,15-195-117,0-11 4,-1-1 0,1 1 0,1-1 0,0 1-1,0-1 1,5-17 0,24-52-32,-20 56 13,8-19-9,37-63 0,-46 90 0,1 0 0,0 1-1,1 1 1,1-1 0,0 2-1,1 0 1,19-15 0,-25 23-5,-1 0 1,0 1-1,1 0 1,0 0-1,0 0 1,0 1-1,8-2 1,-13 3 1,-1 1 1,0-1-1,1 1 1,-1 0 0,1 0-1,-1-1 1,1 1 0,-1 0-1,1 0 1,-1 1-1,1-1 1,-1 0 0,0 0-1,1 1 1,-1-1 0,1 0-1,-1 1 1,0-1-1,1 1 1,-1 0 0,0 0-1,0-1 1,1 1 0,-1 0-1,0 0 1,0 0-1,0 0 1,0 0 0,0 0-1,0 0 1,-1 0 0,1 1-1,0-1 1,0 0-1,-1 0 1,1 1 0,-1-1-1,1 0 1,-1 1 0,1 2-1,1 25 11,-2 0-1,0 1 1,-2-1 0,-1 0-1,-2 0 1,-1 0 0,-12 33-1,17-56-3,-29 102 151,27-93-125,0 0 0,2 1 0,0-1 0,0 1 0,3 16 0,-2-30-28,0-1-1,1 1 0,-1 0 1,1-1-1,-1 1 0,1 0 1,-1-1-1,1 1 0,0-1 1,0 1-1,0-1 0,0 1 1,0-1-1,0 0 0,0 0 1,1 1-1,-1-1 0,0 0 0,1 0 1,-1 0-1,1 0 0,-1-1 1,1 1-1,0 0 0,-1 0 1,4 0-1,3 1 4,0-1 0,0 0 0,0-1 0,15 0 0,-13 0-4,6 0 1,0-1-1,0 0 1,-1-1 0,1-1 0,-1-1 0,0 0 0,1 0-1,-2-2 1,1 0 0,-1 0 0,0-1 0,0-1 0,-1 0-1,0-1 1,20-17 0,-16 11-21,-1 0 0,0-1-1,-1-1 1,-1-1 0,-1 1-1,-1-2 1,0 0 0,9-22 0,-13 25 9,-2-1 1,0-1 0,-1 1 0,0-1 0,-2 0-1,0 0 1,-1 0 0,-1 0 0,-1 0-1,-3-21 1,3 35 8,-1 0-1,0 1 1,1-1-1,-2 0 1,1 1-1,0-1 1,-1 1-1,1-1 1,-1 1-1,0 0 1,-1 0-1,1-1 1,0 1-1,-1 1 1,-5-6-1,4 5 1,-1 0-1,0 0 0,1 1 0,-1-1 0,0 1 1,-1 0-1,1 1 0,0-1 0,-1 1 0,1 0 1,-7-1-1,-1 1 16,0 0 0,0 0 0,0 1 0,-16 2 0,23-1 5,0 0 0,0 0 0,1 1 0,-1 0 0,1 0 0,-1 0 0,1 0 0,0 1 0,0 0 0,0 0 0,0 0 0,-5 5 0,3-1 40,0 1-1,0-1 1,1 1 0,0 1-1,1-1 1,0 1-1,0 0 1,0 0-1,-3 11 1,3-2 128,0 0 0,1 1 0,1-1 0,-1 22 0,3-30-101,1 1 1,0 0-1,1 0 0,0-1 0,6 20 1,-5-23-58,0 0 1,1-1 0,0 0-1,1 1 1,-1-1-1,1 0 1,1-1-1,-1 1 1,1-1 0,7 8-1,-1-5-2,-1 0 0,1 0 0,1-1 0,-1-1 0,1 1 0,0-2 0,18 6 0,-3-2 3,2-2 1,43 7-1,102 0-396,10-12-1554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15 225 2609,'0'0'782,"0"-20"-233,-5-153 1306,6 167-1568,-1 4-160,0 0 1,0 0-1,0 1 1,0-1-1,0 0 1,0 0-1,0 0 1,-1 1-1,1-1 1,-1 0-1,1 0 1,-2-1 0,1 3-116,1 1 1,-1 0-1,1 0 1,-1 0 0,0 0-1,1-1 1,0 1-1,-1 0 1,1 0 0,0 0-1,-1 0 1,1 0-1,0 0 1,0 0 0,0 0-1,0 0 1,0 0-1,0 0 1,0 0 0,0 0-1,1 0 1,-1 1-1,0 4 13,-1 84 44,4 118 132,-3-201-466,2 1-1,-1-1 1,1 1 0,4 8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 3378,'0'0'1024,"-67"133"-464,67-93 177,13-3-113,28-18-336,11-9-208,0-10 32,-3 0-32,-13-19-32,-15-11 16,-13-2 16,-8 5-80,0 4-32,-3 9-1168,-7 9-785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5 485 3810,'0'0'2195,"-5"1"-1454,5-1-719,36-27 294,-1 0 0,32-33-1,-39 34-266,0 1-41,-2-2 1,37-46 0,-55 63-4,-1 0-1,-1-1 1,1 0 0,-2 0 0,0 0 0,0-1 0,-1 1 0,-1-1 0,0 0 0,0-1 0,0-14 0,-3 24-3,0 1 1,0-1-1,0 1 0,0-1 1,-1 1-1,1 0 0,-1-1 1,0 1-1,1 0 0,-1-1 1,-1 1-1,1 0 0,0 0 1,0 0-1,-1 0 0,1 0 1,-4-4-1,1 4 8,1-1 0,0 1 0,-1 0 0,1 0 0,-1 0 0,0 1 0,0-1 0,1 1 0,-1 0 0,-6-2 0,-2 2 32,0-1 1,-1 1 0,1 1 0,0 0-1,-1 1 1,-21 4 0,32-5-36,0 0 0,0 1 0,0-1 0,0 1 1,0 0-1,0-1 0,1 1 0,-1 0 0,0 0 1,0 0-1,0 0 0,1 0 0,-1 1 0,1-1 0,-1 0 1,1 1-1,-1-1 0,1 1 0,0 0 0,0-1 0,0 1 1,0 0-1,0-1 0,0 1 0,1 0 0,-1 0 0,0 0 1,1 0-1,-1 3 0,1-2-5,0 1 1,1-1-1,-1 0 1,1 0-1,-1 0 1,1 0-1,0 0 1,1 0-1,-1-1 0,0 1 1,1 0-1,-1 0 1,1-1-1,0 1 1,0-1-1,0 1 1,1-1-1,-1 0 0,5 3 1,22 15 46,2-1-1,59 26 1,4 3-35,-59-29-11,-2 1 1,57 46-1,-80-56-2,0-1-1,0 1 1,-1 0-1,0 1 1,-1 0-1,0 0 1,-1 1-1,0 0 1,-1 0-1,-1 0 1,7 21-1,-9-22 1,-1-1 0,0 2 0,-1-1 0,0 0 0,0 0 0,-2 0 1,-1 13-1,2-19 1,-2 0 1,1 0-1,-1 0 1,1 0-1,-1 0 1,-1-1-1,1 1 1,-1 0-1,0-1 0,0 0 1,0 0-1,-1 0 1,1 0-1,-1 0 1,0-1-1,0 0 1,-6 4-1,-5 2 39,-1-1 0,0 0 0,0-1-1,-1-1 1,1-1 0,-1 0-1,-1-1 1,1 0 0,-1-2 0,1 0-1,-1-1 1,0 0 0,0-2 0,-29-3-1,45 3-13,0 1 0,0-1-1,0 0 1,0 0 0,0 0-1,1 0 1,-1 0 0,0 0-1,1 0 1,-1 0 0,0-1-1,1 1 1,0-1 0,-1 1-1,1-1 1,0 1-1,0-1 1,0 0 0,0 0-1,0 1 1,0-1 0,1 0-1,-1 0 1,1 0 0,-1 0-1,1 0 1,-1-2 0,1-1-4,0 1 1,-1 0 0,2-1-1,-1 1 1,0 0-1,1-1 1,0 1 0,0 0-1,0 0 1,1 0-1,3-8 1,0 5-23,1 1-1,-1 0 0,1 0 1,0 0-1,1 0 1,-1 1-1,1 0 1,0 1-1,1 0 0,-1 0 1,1 0-1,0 0 1,0 1-1,0 1 1,15-4-1,-7 2-3,1 1-1,-1 1 0,1 0 1,0 1-1,0 0 1,-1 2-1,25 2 1,-39-3-7,0 1 0,0-1-1,1 1 1,-1 0 0,0 0 0,0 0 0,0 0 0,0 0 0,0 0 0,0 0-1,0 1 1,0-1 0,-1 0 0,1 1 0,0 0 0,-1-1 0,0 1 0,1 0-1,-1 0 1,0 0 0,0 0 0,0 0 0,0 0 0,0 0 0,0 0 0,-1 0-1,1 0 1,-1 0 0,0 0 0,1 1 0,-1-1 0,0 0 0,-1 4 0,0 5-1695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109 406 352,'0'0'2201,"0"-24"-1248,0-154 898,2 115-332,-1 25-196,-4-60 0,0 93-964,0 11-262,-3 18-97,-20 151 283,-23 161 752,27 6-651,22-307-432,0-33-24,1 8-169,-1-10 203,0 0 0,0 0 0,0 0-1,0 1 1,0-1 0,0 0 0,0 0 0,0 0-1,0 0 1,0 0 0,0 0 0,0 0-1,1 0 1,-1 0 0,0 0 0,0 1-1,0-1 1,0 0 0,0 0 0,0 0 0,0 0-1,0 0 1,1 0 0,-1 0 0,0 0-1,0 0 1,0 0 0,0 0 0,0 0-1,0 0 1,0 0 0,1 0 0,-1 0 0,0 0-1,0 0 1,0 0 0,0 0 0,0 0-1,0 0 1,0 0 0,1 0 0,-1 0-1,0 0 1,0 0 0,0 0 0,0-1-1,0 1 1,0 0 0,0 0 0,0 0 0,0 0-1,0 0 1,1 0 0,-1 0 0,0 0-1,0 0 1,7-9-3595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351 1 1489,'0'0'6307,"-169"153"-5859,115-92-320,2-4-128,13-5 0,10-20-1953,22-15-3185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 3794,'0'0'3473,"223"-32"-3393,-83 22-80,3 10 0,-19 0-16,-25 0-576,-42 0-897,-41 0-1056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6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561 178 480,'0'0'4087,"6"-22"-3220,16-69-256,-21 89-585,-1 0 0,1 0-1,-1 1 1,0-1-1,0 0 1,1 0 0,-2 0-1,1 0 1,0 0-1,0 0 1,-1 0-1,1 0 1,-1 0 0,1 0-1,-1 0 1,0 0-1,0 0 1,-2-2-1,2 3 0,-1 0 0,1-1 0,-1 1-1,0 0 1,1 1 0,-1-1 0,0 0-1,0 0 1,1 1 0,-1-1 0,0 1-1,-2-1 1,-5-1 77,-12-2 79,0 0 0,0 2 0,0 0 0,-1 1 0,-33 4 0,40-3-93,1 1-21,1 0-1,0 1 1,0 0-1,0 1 1,0 0 0,0 1-1,0 1 1,1 0-1,0 0 1,-17 11-1,15-6 56,0-1-1,1 2 0,1 0 0,-1 0 0,2 1 0,0 1 0,-14 20 0,10-9 39,1 1 0,2 0 0,0 0-1,2 1 1,1 0 0,1 1 0,1 0 0,2 0 0,-3 40 0,6-37-38,1 1 0,2 0 0,7 45-1,-5-60-89,1 0 0,1 0 0,0 0 0,1-1 0,1 0-1,1 0 1,0 0 0,12 15 0,-4-9-18,2-1 0,0 0 1,1-1-1,1-2 0,1 1 1,1-2-1,0-1 0,1-1 0,1 0 1,0-2-1,1 0 0,1-2 1,-1-1-1,2-1 0,-1 0 0,49 5 1,-44-8-8,1-3 1,0 0-1,0-2 1,60-7-1,-78 5-4,-1 0 0,0-2 0,0 1 0,0-2 0,0 1 0,-1-2 0,1 0 0,-1 0 0,-1-1 1,1 0-1,-2-1 0,1 0 0,16-17 0,-18 16 0,-1-1 1,0-1-1,-1 0 0,0 0 1,0 0-1,-1-1 1,-1 1-1,0-1 0,3-17 1,-3 6 0,-1 0 1,-1 0-1,-1-1 0,-2-28 1,-2 25-4,-1 0 0,-2 0 0,-1 0 0,-1 0 1,-1 1-1,-1 0 0,-2 1 0,-1 0 0,0 0 0,-21-27 0,11 20 2,-2 1-1,-1 1 1,-1 2-1,-1 0 0,-2 2 1,-59-43-1,69 57-4,0 0-1,-1 2 1,0-1-1,-31-9 1,38 16-11,0 0 1,0 1-1,-1 0 0,0 1 1,1 1-1,-1 0 1,0 1-1,-18 1 1,29-1-83,-1 0 0,1 1 0,0-1 0,-1 1 0,1 0 0,-1 0 0,1 0 0,0 0 0,0 0 1,0 1-1,0-1 0,0 1 0,0 0 0,0 0 0,0 0 0,1 0 0,-1 0 0,1 1 0,-1-1 0,1 1 0,0-1 1,0 1-1,1 0 0,-1 0 0,-1 3 0,-6 29-5185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30 701 4978,'0'0'2583,"2"-17"-2452,4-53 174,-3 1 0,-8-93 0,5 159-300,-36-377 523,53 960-559,57 1 11,-62-519-825,-5-22-2117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0 4290,'0'0'2655,"-30"15"-2149,-5 2-205,-59 38-1,86-48-256,1 0 0,0 0-1,1 0 1,-1 1 0,1-1 0,1 2 0,0-1 0,0 0 0,0 1 0,1 0 0,0 0 0,1 1 0,0-1 0,1 1 0,0-1 0,-2 16 0,3-19-34,-3 28 61,0 0-1,4 68 0,0-94-65,1 1-1,0 0 1,1-1-1,0 0 1,0 1-1,1-1 1,0 0 0,0 0-1,1 0 1,0 0-1,0-1 1,1 0-1,0 1 1,0-2 0,1 1-1,0-1 1,0 0-1,1 0 1,-1 0-1,1-1 1,0 0-1,1 0 1,-1-1 0,1 0-1,0-1 1,0 1-1,0-2 1,0 1-1,1-1 1,10 2 0,-6-2 2,1 0 1,-1-1-1,1-1 1,-1 0-1,1-1 1,-1 0 0,15-3-1,-22 2-4,1 0 0,-1 0 0,0 0 0,-1-1 0,1 1-1,0-1 1,-1-1 0,1 1 0,-1-1 0,0 0 0,0 0 0,-1 0-1,1-1 1,-1 0 0,0 0 0,6-10 0,-3 3 3,-1-1 0,-1-1 0,0 1 1,-1-1-1,0 0 0,-1 0 0,-1 0 0,0 0 1,-1-1-1,0 1 0,-1 0 0,-1-1 0,0 1 1,-1 0-1,-1 0 0,0 0 0,-1 0 0,0 0 1,-1 0-1,-1 1 0,0 0 0,0 0 0,-2 1 1,1 0-1,-2 0 0,1 1 0,-14-13 0,19 21-6,-40-38-190,40 39 110,-1 0 0,1-1 0,0 1 0,-1 1 0,1-1 0,-1 0 0,0 1 0,1-1 0,-1 1 0,0 0 0,0 1 0,-6-2 0,1 4-2673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57 185 4066,'0'0'3583,"-8"0"-3276,6 0-305,0 0 0,0 1 0,0-1 0,0 0 0,1 0 0,-1 1 1,0-1-1,0 1 0,0 0 0,1-1 0,-1 1 0,0 0 0,1 0 1,-1 0-1,1 0 0,-1 1 0,1-1 0,-3 3 0,2-1 0,0 0 1,1 1-1,-1 0 0,1-1 0,0 1 0,0 0 0,0-1 1,1 1-1,-1 0 0,1 0 0,0 4 0,-2 30 25,2 0-1,2 0 1,8 49-1,-7-70-17,1 0-1,1 0 0,0-1 1,1 0-1,1 0 0,1 0 1,0-1-1,1 0 0,18 23 1,-24-34-7,1 1 1,0-1 0,0-1-1,0 1 1,0-1 0,1 1 0,0-1-1,-1 0 1,1-1 0,0 1-1,8 2 1,-4-3 4,1 0-1,-1 0 1,1-1 0,0 0-1,19-1 1,-23-1-6,0 0 1,0 1 0,0-2-1,0 1 1,-1-1-1,1 0 1,0 0-1,0 0 1,-1-1 0,0 0-1,8-5 1,-4 1-8,0 0 1,-1-1-1,0 0 1,0 0-1,12-18 1,-9 9-14,-1 0 1,-1-1 0,0 1 0,-2-2-1,0 1 1,-1-1 0,4-21 0,-3 2 16,-3-1 1,-1 1-1,-2-1 0,-6-59 1,-2 69 73,6 28-64,1 0 0,-1 0-1,1 0 1,-1 0-1,1 1 1,-1-1-1,1 0 1,-1 0 0,0 0-1,1 1 1,-1-1-1,0 0 1,0 1-1,0-1 1,1 1-1,-1-1 1,0 1 0,0-1-1,0 1 1,0 0-1,0-1 1,0 1-1,0 0 1,0 0 0,-1 0-1,1 0-7,1 0 1,-1 0-1,1 0 0,-1 0 1,1 0-1,-1 0 0,1 1 1,-1-1-1,1 0 0,-1 0 1,1 0-1,-1 1 0,1-1 0,0 0 1,-1 1-1,1-1 0,-1 1 1,1-1-1,0 0 0,0 1 1,-1-1-1,1 1 0,0-1 1,0 1-1,-1-1 0,1 1 0,0-1 1,0 1-1,0 0 0,-3 19-17,3-15 15,0 179-17,0-175 22,1 0 1,1 0-1,0 0 1,0 0 0,0 0-1,1-1 1,1 0-1,-1 1 1,1-1-1,1 0 1,8 12 0,-9-15 0,0-1 1,0 1 0,0-1 0,1 0-1,-1 0 1,1 0 0,0-1 0,0 1-1,0-1 1,1 0 0,-1-1 0,1 1 0,-1-1-1,1 0 1,0-1 0,0 0 0,0 1-1,9-1 1,-8 0 21,0-1 1,0 0-1,0-1 0,-1 1 0,1-1 1,0-1-1,-1 1 0,1-1 0,-1 0 1,1-1-1,-1 0 0,0 0 0,0 0 1,0 0-1,0-1 0,-1 0 0,1 0 0,-1-1 1,0 0-1,-1 1 0,1-2 0,-1 1 1,0 0-1,0-1 0,0 0 0,-1 0 1,0 0-1,0 0 0,2-8 0,0-1 28,-1 0 0,0 0-1,-1 0 1,1-31 0,-3-66 129,-2 62-200,-7-76-2741,8 107-177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2993,'0'0'2175,"26"15"-1668,89 44-278,-106-55-219,1-1 1,-1 0-1,1-1 1,-1 0-1,1 0 1,0-1-1,0 0 1,0-1-1,-1 0 1,11-2-1,10 1 3,-29 1-13,19 1 8,0-2 1,0 0-1,0-1 0,0-1 0,20-5 1,-36 6-7,1 1-1,-1-1 1,0 1 0,0-1 0,0 0 0,0-1 0,0 1 0,0-1 0,-1 0-1,1 1 1,-1-2 0,0 1 0,0 0 0,0-1 0,0 1 0,0-1 0,-1 0-1,0 0 1,0 0 0,0 0 0,0 0 0,0 0 0,-1-1 0,0 1 0,0-1 0,0 1-1,-1-1 1,1-6 0,-1 6 4,0 0 1,-1 0-1,1 0 0,-1 0 0,0 0 1,-1 0-1,1 0 0,-1 0 0,0 1 1,0-1-1,0 1 0,-1-1 1,0 1-1,0 0 0,0 0 0,0 0 1,-1 0-1,1 0 0,-1 1 0,0 0 1,0 0-1,0 0 0,0 0 0,-6-2 1,-10-5 113,-1 0 1,0 2 0,-1 0 0,-24-4-1,15 5 185,-1 3-1,1 0 0,-62 2 0,90 2-290,-1 0-1,0 1 1,0-1-1,0 1 1,1 0-1,-1 0 1,0 0-1,1 1 1,-1-1 0,1 1-1,-1 0 1,1 0-1,0 0 1,0 0-1,0 1 1,0-1-1,0 1 1,1 0 0,-1-1-1,1 1 1,0 1-1,-1-1 1,1 0-1,1 0 1,-4 7-1,-1 6-2,1-1 0,1 1-1,0 0 1,-3 29 0,2-11 4,2 0 0,3 67 1,1-89-14,0-1 0,1 1 0,0-1 0,1 1 1,0-1-1,1 0 0,0 0 0,1 0 0,0-1 1,1 0-1,0 1 0,9 10 0,-5-10-225,1 0 0,0-1 0,1 0 0,0 0 0,0-1 0,1-1 0,1 0-1,-1-1 1,1 0 0,0-1 0,0-1 0,1 0 0,0-1 0,0 0 0,27 2 0,48-3-3632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22 3874,'0'0'2433,"-14"28"-1929,-43 91-90,53-110-379,1 1 1,0-1-1,1 1 1,0 0 0,1 0-1,0-1 1,0 1-1,1 0 1,1 13 0,0 4 16,1 30-45,-1 5 751,-2-59-545,-1-8-21,-4-37 62,2 11-242,1-1-1,2 0 0,1 1 0,5-43 1,-4 69-39,1-1 1,0 1 0,0-1 0,1 1 0,-1 0 0,1 0 0,0 0 0,1 0 0,-1 0 0,1 1 0,0 0 0,0-1-1,0 1 1,1 1 0,-1-1 0,1 1 0,0 0 0,0 0 0,0 0 0,1 1 0,9-4 0,12-3-261,-1 1 0,2 1 1,33-4-1,-55 10 231,220-46-542,-215 46 924,-9 6 34,-14 16 137,4-9-541,-12 20 230,-47 87 651,60-104-693,1 0 0,0 0 0,2 1 0,-1 0 0,2-1 0,-2 26 0,4-36-120,1 0 1,0 0 0,0 1-1,0-1 1,1 0 0,-1 0-1,2 0 1,-1 0 0,0 0 0,1 0-1,0 0 1,0-1 0,0 1-1,1-1 1,-1 1 0,1-1-1,0 0 1,5 6 0,-2-5-25,1-1 1,-1 1 0,1-1 0,-1 0-1,1 0 1,0-1 0,1 0-1,-1 0 1,1-1 0,-1 0-1,12 2 1,7 0-381,48-1 0,28-2-3067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532 503 4338,'0'0'2799,"4"-9"-2319,2-8-430,-1 0-1,-1 0 1,0-1 0,-1 1 0,1-32 0,-4 18 100,1-3 1,-1-1 1,-2 1-1,-2-1 0,-8-39 1,4 48-24,-18-56 483,23 75-518,1 8-78,1 11-64,1-9 48,0 80-56,7 652 98,-7-727-42,3 32 21,-3-38-23,0-1 0,0 1-1,0 0 1,1-1 0,-1 1 0,1-1-1,-1 1 1,1 0 0,0-1 0,-1 0 0,1 1-1,0-1 1,0 1 0,0-1 0,0 0-1,0 0 1,1 1 0,0 0 0,-1-2-4,-1 0 1,1 0-1,-1 0 1,0 0-1,1 1 1,-1-1-1,1 0 0,-1 0 1,1 0-1,-1-1 1,0 1-1,1 0 1,-1 0-1,1 0 1,-1 0-1,1 0 1,-1 0-1,0-1 1,1 1-1,-1 0 1,1 0-1,-1-1 1,0 1-1,1 0 1,-1 0-1,0-1 0,0 1 1,1 0-1,-1-1 1,0 1-1,0-1 1,1 1-1,-1 0 1,0-1-1,0 1 1,0-1-1,0 1 1,1 0-1,-1-1 1,0 1-1,0-1 1,0 1-1,0-1 0,0 1 1,0-1-1,0 1 1,2-30-472,0 1-1,-4-49 1,0 47 256,1 16 128,-1-1 0,0 1 0,-1-1 0,-1 1 0,0 0 0,-1 0-1,-1 1 1,0-1 0,-1 1 0,-13-19 0,14 23 73,-2 0 0,1 1 0,-1 0-1,0 0 1,-1 1 0,0 0 0,-1 1 0,1 0 0,-1 0-1,-1 1 1,1 0 0,-1 1 0,0 0 0,-15-4 0,13 6 38,0 0 0,0 0 0,0 2 0,0-1 0,0 2 0,0 0 0,0 0 1,-1 1-1,-15 3 0,21-2 18,0 1 0,0 0 0,0 0 1,0 0-1,0 1 0,0 0 0,1 0 0,0 1 0,0 0 1,0 0-1,1 1 0,-1 0 0,1 0 0,-9 13 1,7-6 51,0 0 0,0 1 0,1 0 1,1 0-1,1 0 0,0 1 0,1 0 1,0 0-1,-2 23 0,4-25-24,1 0 0,1 0 0,0 0 0,0 1 0,2-1 0,-1 0-1,2 0 1,0 0 0,0-1 0,1 1 0,9 18 0,-6-19-42,1-1 0,0 0 1,0 0-1,1 0 0,1-2 0,0 1 0,0-1 1,1 0-1,0-1 0,22 13 0,-7-8-22,0 0 0,1-2-1,0-1 1,36 8 0,-12-7-785,0-3 0,0-2 1,78-2-1,-1-4-3365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4562,'0'0'3650,"0"-54"-3618,0 108-32,0 11 256,0-2-160,0-1-16,0-11-32,0-7-48,0-11-320,0-9-1345,3-16-512,12-8-944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1 2961,'0'0'4194,"-98"33"-4098,119-33 80,11 0-176,7 0-1584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906 111 1217,'0'0'4882,"-12"-18"-4159,4 4-593,4 7-73,-1-1 1,1 0 0,-2 1 0,-11-13-1,14 17-24,0 1 0,0-1 0,-1 0 0,1 1-1,-1 0 1,1 0 0,-1 0 0,0 0 0,0 1-1,0-1 1,0 1 0,0 0 0,-1 0 0,1 1 0,0-1-1,-5 1 1,0 0-2,1 0-1,0 0 1,-1 1 0,1 0-1,0 0 1,-1 1 0,1 0-1,0 1 1,0 0-1,1 0 1,-1 0 0,1 1-1,-1 0 1,1 1-1,0 0 1,1 0 0,-1 0-1,-9 10 1,5 0-28,0 0 0,1 0 0,1 0 0,1 1 1,0 1-1,0 0 0,2 0 0,0 0 0,1 0 0,1 1 0,1 0 1,0 0-1,1 0 0,1 0 0,1 0 0,4 36 0,-3-48-3,0-1 0,0 0 0,0 0 1,1 0-1,0 0 0,0 0 0,0 0 0,0-1 0,1 1 0,0 0 0,0-1 0,0 0 0,0 0 1,1 0-1,0 0 0,-1-1 0,1 1 0,1-1 0,-1 0 0,0 0 0,1 0 0,0-1 0,-1 0 0,1 0 1,5 2-1,4 0 0,0-1 1,0 0-1,0-1 1,0-1 0,1 0-1,-1-1 1,0 0 0,18-3-1,-25 2 3,-1 0 0,0-1-1,0 1 1,0-1 0,0 0-1,0-1 1,0 1 0,-1-1 0,1-1-1,-1 1 1,0-1 0,0 1-1,0-2 1,0 1 0,-1 0-1,1-1 1,-1 0 0,-1 0 0,1 0-1,-1 0 1,1-1 0,-1 1-1,-1-1 1,1 0 0,2-11-1,0-1 14,-2-1-1,0 0 0,0 1 0,-2-1 1,-1 0-1,0 0 0,-4-30 0,2 38 7,0 0 0,0 1 0,-1-1 0,0 1-1,-1-1 1,0 1 0,-1 0 0,0 0 0,0 1 0,-7-10-1,12 19-20,-1 1-1,1-1 1,0 0-1,0 0 0,0 0 1,0 0-1,0 1 1,0-1-1,0 0 0,0 0 1,0 0-1,0 0 1,0 1-1,0-1 1,-1 0-1,1 0 0,0 0 1,0 0-1,0 0 1,0 0-1,0 1 0,-1-1 1,1 0-1,0 0 1,0 0-1,0 0 0,0 0 1,-1 0-1,1 0 1,0 0-1,0 0 1,0 0-1,-1 0 0,1 0 1,0 0-1,0 0 1,0 0-1,-1 0 0,1 0 1,0 0-1,0 0 1,0 0-1,0 0 0,-1 0 1,1 0-1,0 0 1,0 0-1,0-1 0,0 1 1,0 0-1,-1 0 1,1 0-1,0 0 1,0 0-1,0-1 0,0 1 1,0 0-1,0 0 1,-1 0-1,1 0 0,0 0 1,0-1-1,0 1 1,0 0-1,-1 13-24,1 1 0,1 0 0,0 0 1,0-1-1,6 21 0,-2-1 15,20 131 5,4 175 0,-28-306 4,-5 326-26,1-316 23,-3-2 0,-1 1 0,-2-1 0,-2 0-1,-2-1 1,-25 57 0,28-78 4,0 0 0,-1-1 0,-1 0-1,-1-1 1,-1 0 0,-24 24 0,26-31 1,-1 1 0,0-2-1,0 0 1,0-1 0,-1 0 0,-1-1 0,1 0-1,-1-2 1,-24 7 0,15-6 4,-2-1 0,1-2 0,-1 0 0,1-2-1,-1 0 1,1-2 0,-1-1 0,1-1 0,-1-1 0,-29-10 0,42 10 12,-1 0 1,1-1-1,0-1 0,1 0 1,-1-1-1,1 0 0,1-1 1,-1-1-1,1 0 1,1 0-1,0-1 0,0 0 1,1-1-1,0 0 1,0 0-1,2-1 0,-1 0 1,2 0-1,-1-1 0,-4-16 1,4 7-1,2 0 0,0 0 0,2-1 0,0 0 1,2 1-1,0-1 0,2 0 0,0 0 0,2 0 0,0 1 0,2-1 0,0 1 1,1 0-1,2 1 0,18-41 0,-13 38-22,0 0 1,1 1-1,2 1 1,0 0-1,1 1 1,1 1-1,1 0 0,1 2 1,1 0-1,0 1 1,1 1-1,1 1 1,26-12-1,-34 20-2,0 1 0,0 0 0,1 2 0,0-1 0,0 2 0,0 0 0,33-1 0,-46 4 2,1-1 1,-1 1-1,0 0 1,0 1-1,1-1 1,-1 1-1,0-1 0,0 1 1,0 0-1,0 0 1,0 0-1,0 1 1,0-1-1,0 1 0,0-1 1,3 3-1,-4-1 1,0 0-1,0 0 1,0 0 0,0 0-1,0 0 1,-1 0-1,1 1 1,-1-1-1,0 1 1,0-1 0,0 1-1,0-1 1,-1 1-1,1 3 1,1 56-1451,3-49-1697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6 3762,'0'0'3825,"1"-6"-3282,-3 14-560,-16 326 728,17-192-4285,1-172 1798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227 1 624,'0'0'4354,"-191"41"-3970,162 7 241,23-4 143,6 4-336,47-19-224,25-14 161,5-15-225,-12 0-80,-20-9 96,-21-26 256,-24-4 96,0 0-416,-6 4-96,-15 8-560,12 12-1073,9 6-1840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0 4242,'0'0'4442,"-2"17"-4298,-9 283 1179,6-74-816,-7 119 80,12-342-583,0 0 0,0 0 0,0-1 0,0 1 0,0 0 0,1 0 0,-1 0 0,1 0 0,0-1 0,0 1 0,0 0 0,0-1 0,0 1-1,1-1 1,-1 1 0,1-1 0,0 0 0,3 4 0,-1-3 3,-1-1-1,1 0 0,0 0 1,0-1-1,0 1 0,0-1 1,0 0-1,0 0 0,1 0 1,-1-1-1,0 1 0,6-1 1,4 1-29,0 0 0,-1-1 0,1 0 0,0-1 1,0-1-1,0 0 0,-1-1 0,1-1 0,-1 0 1,0 0-1,21-11 0,-16 5-606,0-1 0,-1-1 1,-1 0-1,0-1 0,23-24 0,-28 23-672,-1 0 0,9-16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6195,'0'0'432,"160"-9"-336,3 6 160,16 3-176,-10 0-80,-29 0-480,-54-9-1105,-62-2-3009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80 196 3666,'0'0'515,"-4"-26"-361,-3-8 27,0 4 314,-4-59 1,11 73 273,0 31-165,-21 730-3,16-657-587,5-52 0,-3-1 0,0 0-1,-13 51 1,13-138 365,3 23-347,1 0 1,2 0-1,0 0 1,14-48-1,-13 63-27,1 1-1,0 1 0,0-1 0,2 1 0,-1 0 0,2 0 0,0 1 0,0 0 1,1 1-1,0-1 0,0 2 0,14-11 0,-13 12-7,1 1 0,0 0 0,0 0 0,1 1 0,0 1 0,0 0 0,0 1 0,0 0 1,1 1-1,0 0 0,0 1 0,-1 0 0,1 1 0,0 1 0,0 0 0,0 0 0,0 2 0,13 2 0,-21-3 3,0 1 0,-1 0 0,1 0-1,-1 0 1,1 1 0,-1-1 0,0 1 0,0 0 0,-1 0-1,1 1 1,0-1 0,-1 1 0,0 0 0,0 0 0,0 0 0,0 0-1,-1 0 1,0 0 0,0 1 0,0-1 0,0 1 0,1 7-1,1 4 31,-1 1 0,0-1 0,-2 1 0,0-1 0,-1 25 0,-1-33 12,0 0-1,0 0 0,0 0 1,-1-1-1,0 1 1,0 0-1,-1-1 1,0 0-1,-1 1 1,1-1-1,-1 0 0,-7 8 1,2-4 31,-1-1 1,0 1 0,-1-2-1,0 0 1,0 0-1,-14 7 1,-4 3 43,-1-2 0,-39 16 0,57-28-462,0-1-1,-1 0 1,1 0-1,-1-2 0,0 1 1,0-2-1,0 0 1,-23 0-1,14-6-3013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1 302 4402,'34'0'760,"110"-2"-608,-114 2-135,-1 1 0,1 1-1,44 10 1,-5 0 23,-49-9-32,0-2-1,0 0 1,0-1-1,32-5 1,-50 4-6,1 0 0,-1 0 0,1 0 0,-1 0 0,0 0 0,0-1 0,1 1 0,-1-1 0,0 0 0,-1 1 0,1-1 1,0 0-1,0 0 0,-1 0 0,1 0 0,-1-1 0,0 1 0,1 0 0,-1-1 0,0 1 0,-1 0 0,1-1 0,0 0 1,-1 1-1,1-1 0,-1 1 0,0-1 0,0 1 0,0-6 0,0 1 8,0 0-1,0 0 1,-1 0 0,0 0-1,-1 1 1,1-1 0,-1 0 0,0 1-1,-1-1 1,0 1 0,-3-7-1,-4-1 43,-1 0 0,0 1 0,-1 0 0,-1 1-1,0 0 1,0 1 0,-1 0 0,-1 1 0,1 1 0,-2 0-1,1 1 1,-1 1 0,0 1 0,-1 0 0,1 1 0,-1 0-1,0 1 1,-1 2 0,1-1 0,-32 1 0,43 3 3,0 0 1,-1 0 0,1 0-1,0 1 1,0 0-1,0 0 1,1 1 0,-1 0-1,0 0 1,1 0-1,0 0 1,-1 1 0,1 0-1,1 0 1,-1 0-1,1 1 1,-1 0 0,2-1-1,-1 2 1,0-1-1,1 0 1,0 1 0,0-1-1,0 1 1,1 0 0,-2 7-1,0 0 41,0 0 0,1 0 0,0 1 0,2 0-1,-1-1 1,2 1 0,-1 0 0,2 0 0,0-1 0,1 1 0,5 21 0,-2-22-58,1 0 1,0 0 0,0 0 0,2-1 0,-1 0 0,2-1-1,-1 1 1,2-2 0,-1 1 0,1-1 0,1-1 0,0 0 0,14 9-1,3 1-88,2-1-1,0-1 1,1-2-1,44 16 0,-41-20-1162,1-2-1,0-1 0,70 7 0,-11-13-3407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229 311 3394,'0'0'3316,"7"-5"-2817,25-16-230,-30 20-260,-1 1 0,0 0 0,0-1 0,0 1 0,1 0 0,-1 0 0,0-1 0,0 1 0,1 0 0,-1 0 0,0 0 0,0 1 0,1-1 1,-1 0-1,0 0 0,0 1 0,0-1 0,1 1 0,-1-1 0,0 1 0,2 1 0,7 2 27,-4-3-31,0 0 0,-1 0 1,1 0-1,0-1 0,0 0 1,-1 0-1,1 0 0,0-1 0,-1 1 1,1-2-1,0 1 0,-1 0 1,1-1-1,6-4 0,-8 4-2,-1 0-1,0-1 0,0 0 1,0 0-1,0 0 0,0 0 1,-1 0-1,0 0 0,1-1 1,-1 1-1,0-1 0,-1 0 1,1 0-1,-1 1 0,1-1 1,-1 0-1,0 0 0,-1 0 1,1 0-1,-1 0 0,1-5 1,-1 1-3,-1 1 0,1-1 1,-1 1-1,0-1 1,-1 1-1,0 0 1,0 0-1,-1 0 1,0 0-1,0 0 0,0 0 1,-1 1-1,0-1 1,0 1-1,-1 0 1,1 0-1,-2 1 1,1 0-1,0-1 0,-1 2 1,0-1-1,0 1 1,-11-6-1,6 3 4,-1 1-1,0 0 0,0 1 0,0 0 1,-1 1-1,1 1 0,-1 0 1,0 0-1,0 1 0,0 1 0,-1 0 1,-25 3-1,32-1 17,0 1 0,0-1 0,0 2 0,0-1 0,0 1 0,1 0 0,-1 0 0,1 1 0,0 0 0,0 0 0,0 1 0,0-1 0,1 1 0,0 0 0,0 1 0,0-1 0,0 1 0,1 0 0,0 0 0,1 1 0,-1-1 0,-4 14 0,2-4 49,1 0 1,1 0-1,0 0 1,1 1 0,1-1-1,1 1 1,0 0-1,1-1 1,2 19-1,-1-26-59,0 0 1,1-1-1,0 1 0,1-1 0,0 0 0,0 0 1,1 0-1,0 0 0,0-1 0,1 1 0,9 11 1,-6-10-12,1 0 1,0-1 0,0 0 0,1 0-1,0-1 1,0-1 0,19 10 0,-5-6-426,1-1 1,0-1 0,0-1 0,1-1-1,0-1 1,0-2 0,33 1 0,40-3-2289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 1969,'0'0'1425,"-27"9"-593,8-4-619,4-1-26,0 1 1,0 0-1,-23 13 0,31-15-88,0 2 0,1-1 1,0 1-1,0 0 0,0 0 0,1 0 0,0 1 1,0 0-1,0 0 0,0 0 0,1 0 0,-6 12 1,1 7 131,0-1 1,2 1-1,1 1 0,0-1 1,2 1-1,1 0 1,1 51-1,2-69-215,0-1-1,0 1 1,1-1-1,0 0 1,1 0 0,0 0-1,0 1 1,0-2-1,1 1 1,0 0-1,7 11 1,-7-13-11,1-1 0,-1 1-1,1-1 1,0-1 0,1 1 0,-1 0 0,1-1 0,0 0-1,0 0 1,0 0 0,0-1 0,0 0 0,0 0 0,1 0-1,8 1 1,-4 0 2,1-1-1,-1-1 1,1 0-1,-1 0 0,1-1 1,-1 0-1,1-1 1,-1 0-1,1-1 0,-1 0 1,0-1-1,0 0 1,0 0-1,16-9 0,-19 8-2,0 0-1,0-1 0,-1 0 1,0-1-1,0 1 0,0-1 1,0 0-1,-1 0 0,0-1 1,-1 0-1,1 0 0,-1 0 1,-1 0-1,1-1 0,-1 1 1,-1-1-1,1 0 0,-1 0 1,1-11-1,0 6 4,-1-1 0,-1 1 0,0-1-1,-1 0 1,0 1 0,-1-1 0,-1 1 0,0-1 0,-1 1-1,0 0 1,-1 0 0,-1 0 0,0 0 0,0 1 0,-8-13-1,-1 5 37,-1 1 0,-27-30 0,36 43-197,0 0 0,0 0-1,0 1 1,-1 0 0,1 1-1,-1-1 1,0 1-1,0 1 1,-1-1 0,1 1-1,-14-3 1,6 5-2506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65 335 3874,'0'0'3004,"-11"10"-2255,9-7-671,-33 24 337,34-27-407,1 1 0,-1-1 0,1 0 0,-1 1 1,1-1-1,-1 0 0,1 0 0,-1 1 0,1-1 0,-1 0 0,1 0 0,-1 0 0,0 0 0,1 0 0,-1 0 0,1 0 0,-1 0 0,0 0 0,1 0 0,-1 0 0,1 0 1,-1 0-1,0-1 0,0 1 1,1-1 1,0 0 0,-1 0-1,1 0 1,0 0-1,0 0 1,0 0 0,0 0-1,0 0 1,0 0 0,0 0-1,0 0 1,0 0-1,0 0 1,1 0 0,-1 0-1,0 0 1,1 0 0,-1 0-1,1-1 1,22-56 88,3 1 0,40-65-1,-55 102-73,24-30-1,-32 46-17,0 0-1,1 0 0,-1 0 0,1 1 0,0 0 1,0-1-1,0 1 0,0 1 0,0-1 1,1 0-1,-1 1 0,1 0 0,7-2 0,-10 4-6,-1 0 0,0 0 0,0 0 0,0 0 0,1 0 0,-1 0 0,0 1 0,0-1 0,0 0-1,0 1 1,0-1 0,0 1 0,0-1 0,0 1 0,0 0 0,0-1 0,0 1 0,0 0 0,0 0 0,0 0-1,0-1 1,0 1 0,-1 0 0,1 0 0,-1 0 0,1 0 0,0 0 0,-1 1 0,1-1 0,-1 0-1,0 0 1,1 0 0,-1 2 0,8 45-38,-8-43 38,6 316 86,-8-196-58,3-186 67,13-100 0,-11 139-74,2 0 0,0 0 0,1 0 0,1 1 0,1 0 0,1 0 0,1 1 0,16-24 0,-24 39-42,2 0 0,-1 0-1,0 1 1,1-1 0,0 1 0,0 0-1,0 0 1,1 0 0,-1 1 0,1-1-1,0 1 1,0 0 0,0 0-1,0 1 1,1 0 0,-1 0 0,1 0-1,-1 1 1,1-1 0,0 1 0,-1 0-1,11 1 1,-13 0-10,0 0 0,0 0 0,0 1 0,0-1 0,0 1 0,0 0 0,0 0 0,0 0 0,0 0 0,0 1 1,-1-1-1,1 1 0,-1-1 0,1 1 0,-1 0 0,3 2 0,0 1 5,-1 0 1,0 0 0,0 1 0,-1-1-1,0 1 1,1 0 0,1 7-1,3 10 9,-1-1 0,-1 1-1,3 30 1,-1 18 75,-3 107-1,-5-162 23,0-50-35,-2 14-81,2 0 0,0 1 0,2-1 1,0 1-1,1 0 0,0 0 0,10-27 0,-3 24-138,1 1 0,2 0 0,0 0 0,0 1 0,2 1 0,1 0 0,0 2 0,1-1 0,35-25 0,-44 37 3,1 1 0,0 0-1,0 0 1,0 1 0,1 0 0,17-4-1,-25 7 162,1 1 0,-1-1 0,1 0 0,-1 1 0,1 0 0,-1-1 0,1 1 0,-1 0 0,1 0 0,-1 1 0,1-1 0,-1 1 0,1-1 0,-1 1 0,1 0 0,-1-1 0,1 1 0,-1 1 0,0-1 0,0 0 0,0 0 0,0 1 0,0-1 0,0 1 0,0 0 0,0 0 0,0 0 0,-1-1 0,1 1 0,-1 1 0,1-1 0,0 3 0,1 6 72,0 0 0,-1 0 0,0 1-1,0-1 1,-2 1 0,0 22-1,0-15 110,-1 24 480,-1-1 0,-3 0-1,-10 49 1,12-79-564,-9 45 244,12-52-367,-1 0 0,1-1 0,0 1 0,0 0-1,0 0 1,1 0 0,-1 0 0,1-1 0,2 7 0,-2-10-57,-1-1 0,1 1-1,-1 0 1,0-1 0,1 1 0,0 0-1,-1-1 1,1 1 0,-1-1 0,1 1-1,0-1 1,-1 1 0,1-1 0,0 0-1,-1 1 1,1-1 0,0 0-1,0 1 1,-1-1 0,1 0 0,0 0-1,0 0 1,1 0 0,32 2-4121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6 360 5362,'0'0'1292,"31"-5"-1170,107-14-98,-105 15-132,-1-2-1,1-1 0,-1-2 0,42-16 0,-68 23 103,1-1 1,-1 0-1,1 0 0,-1-1 1,0 0-1,0 0 0,-1 0 0,1 0 1,-1-1-1,0 0 0,0 0 1,8-12-1,-10 12 37,-1 1-1,0-1 1,1 0 0,-1-1-1,-1 1 1,1 0-1,-1 0 1,0-1 0,0 1-1,-1-1 1,0 1 0,0-1-1,0 1 1,0-1 0,-1 1-1,0-1 1,-2-7 0,1 8 0,0-1 0,-1 1 0,1 0 1,-1-1-1,0 1 0,0 1 0,-1-1 1,0 0-1,1 1 0,-2 0 0,1 0 1,0 0-1,-1 0 0,1 1 0,-1-1 1,0 1-1,0 0 0,-1 1 0,1 0 1,-10-4-1,-4 0 123,-1 1-1,0 1 1,0 1 0,-35-2-1,46 5-104,0-1 0,1 2-1,-1-1 1,0 1 0,0 0-1,1 1 1,-1 0 0,1 0-1,0 1 1,-1 0-1,1 1 1,0-1 0,1 2-1,-1-1 1,1 1 0,0 0-1,0 0 1,0 1 0,1 0-1,0 1 1,0-1-1,0 1 1,1 0 0,0 0-1,-4 9 1,1-3 1,1 1 0,1 0-1,1 0 1,0 0 0,0 1 0,-4 29-1,5-12-24,2 0-1,1 37 1,1-64-24,1 0 1,-1 1-1,1-1 1,0 0-1,0 0 1,0 0-1,1 0 1,0 0 0,0 0-1,0 0 1,0 0-1,1-1 1,0 1-1,0-1 1,0 0-1,1 1 1,5 4 0,-3-4-2,0-1 0,0 0 0,1 0 0,-1-1 0,1 0 0,-1 0 0,1-1 0,0 0 0,0 0 1,0 0-1,0-1 0,12 1 0,0-1-20,-1 0 1,0-1-1,0-1 1,1 0-1,-1-2 0,0 0 1,0-1-1,-1-1 1,1 0-1,-1-2 1,0 0-1,-1 0 1,0-2-1,17-11 0,-8 3-76,0-1 0,-1-1 0,-2-1 0,0-1 0,29-35 0,-42 44 102,0 0 1,-1-1-1,-1 0 1,0 0-1,-1 0 1,0-1-1,-1 0 1,0 0-1,-2-1 1,1 1-1,-2-1 1,0 0-1,0-17 1,-2 21 37,-1-28 154,1 38-186,0 0 0,-1 0 0,1 0-1,0 0 1,0 0 0,0 0-1,-1 0 1,1 0 0,-1 0 0,1 0-1,-1 0 1,1 0 0,-1 0 0,1 0-1,-1 0 1,0 1 0,0-1-1,1 0 1,-1 0 0,0 1 0,0-1-1,0 1 1,0-1 0,1 1 0,-1-1-1,0 1 1,-2-1 0,3 1-11,-1 0 0,1 0 0,0 0 0,0 0 0,-1 0 0,1 0 0,0 0 0,-1 0 0,1 0 0,0 0 0,0 0 0,-1 0 0,1 0 0,0 0 0,0 0 0,-1 1 0,1-1 0,0 0 0,0 0 0,-1 0 0,1 0 0,0 1 1,0-1-1,0 0 0,0 0 0,-1 0 0,1 1 0,0-1 0,0 0 0,0 0 0,0 1 0,0-1 0,-1 0 0,1 0 0,0 1 0,0-1 0,0 0 0,0 1 0,0-1 0,0 0 0,0 0 0,0 1 0,0-1 0,0 0 0,0 0 0,0 1 0,0-1 0,1 0 0,-1 1 0,0-1 0,0 0 0,0 1 0,5 12-26,6 2 23,1-1 0,0 0-1,25 21 1,-18-18 3,-2 0 4,9 7-3,0 1 0,43 58 1,-62-74-4,-1 1 0,0 1 0,-1-1 0,0 1 1,-1 0-1,0 0 0,-1 0 0,0 0 0,0 1 0,-2 0 1,1-1-1,-1 1 0,-1 15 0,-1-21 11,0 1 1,-1-1-1,1 0 0,-1 1 0,0-1 1,-1 0-1,0 0 0,0 0 0,0-1 1,0 1-1,-1-1 0,0 0 0,0 0 0,-1 0 1,1 0-1,-1-1 0,0 0 0,0 0 1,0 0-1,-1-1 0,0 1 0,1-1 1,-11 3-1,5-1 157,0-1 0,0 0-1,0-1 1,-1 0 0,0-1 0,1 0 0,-1-1-1,0 0 1,0-1 0,0-1 0,1 0 0,-21-3 0,30 3-122,-1 0 0,1-1 0,-1 1 0,1 0 0,0-1 0,0 1 0,0-1 0,-1 0 0,2 0 0,-1 0 0,0 0 0,0 0 0,0 0 0,1 0 0,0-1 0,-1 1 0,1-1 0,0 1 0,0-1 0,0 1 0,0-1 0,1 1 0,-1-4 0,0 2-34,0 0-1,0 0 1,1 0-1,0 0 1,0 0-1,0 0 1,0 0-1,1 0 1,0 0-1,-1 0 1,1 0-1,1 0 1,-1 0-1,0 1 1,1-1-1,2-3 1,1 1-33,0 0-1,1 1 1,0-1 0,-1 1 0,2 0-1,11-6 1,49-26-1152,-25 16-1055,13-12-3715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2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255 108 2049,'0'0'1555,"-29"-3"-480,-156-10 1316,178 12-2103,6 2-207,-1-1 0,0 0 0,0 0 0,0 0 1,1-1-1,-1 1 0,0 0 0,1-1 0,-1 1 0,0-1 1,1 1-1,-1-1 0,0 0 0,1 0 0,-1 0 1,1 0-1,-1 0 0,-1-2 0,3 3-73,0 0-1,0 0 1,0 0-1,0-1 1,0 1 0,-1 0-1,1 0 1,0-1-1,0 1 1,0 0 0,0 0-1,0 0 1,0-1-1,0 1 1,0 0-1,1 0 1,-1 0 0,0-1-1,0 1 1,0 0-1,0 0 1,0-1 0,0 1-1,0 0 1,0 0-1,0 0 1,1 0-1,-1-1 1,0 1 0,0 0-1,0 0 1,0 0-1,1 0 1,-1 0 0,0-1-1,0 1 1,0 0-1,1 0 1,-1 0-1,0 0 1,0 0 0,0 0-1,1 0 1,-1 0-1,0 0 1,0 0 0,1 0-1,-1 0 1,0 0-1,0 0 1,13-3 21,0 1 1,0 1 0,0 0-1,15 1 1,21-1-23,177-13-2,223-20-184,-417 31 180,-26 4 2,0-1 0,1-1 0,-1 1 0,0-1 1,1 0-1,-1-1 0,0 0 0,0 0 0,6-2 0,-11 3 27,-5 2-12,-2 1-15,-1 0-1,1 1 1,0 0-1,0 0 1,1 1-1,-1 0 0,1 0 1,0 0-1,0 0 1,0 1-1,0 0 1,-5 8-1,-11 14 9,-20 36 0,25-38 10,-81 114 240,-116 129 1,207-262-196,5-5-33,0 0-1,-1 1 0,1-1 0,0 1 0,0-1 1,0 1-1,0-1 0,0 1 0,0 0 0,0-1 1,1 1-1,-1 0 0,1 0 0,-1-1 0,0 4 0,9-3 190,13-2-119,6 0 0,1-1-1,27-4 1,87-27 1,-49 10-198,132-37-3686,-137 26-1449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12 432 4386,'0'0'2607,"27"0"-2578,187 0 94,-165 1-94,-21 0-260,1 0 0,-1-2 0,1-2 1,-1 0-1,55-14 0,-79 15 186,0 1 0,0-1 0,0 0-1,0 0 1,-1 0 0,1-1 0,-1 1-1,1-1 1,-1 0 0,0 0-1,0 0 1,0-1 0,0 1 0,-1-1-1,1 1 1,-1-1 0,0 0 0,0 0-1,2-6 1,-3 5 47,1-1 1,-1 0-1,0 0 0,-1 0 0,0 1 0,0-1 0,0 0 1,0 0-1,-1 0 0,0 0 0,0 0 0,-1 1 1,1-1-1,-4-7 0,-1 2 89,0 0 1,0 1-1,-1-1 0,0 1 1,-1 0-1,0 1 0,0 0 1,-1 0-1,0 1 0,-1 0 1,0 1-1,-14-9 0,10 8 70,0 0 1,-1 2-1,0-1 0,0 2 0,0 0 0,0 1 0,-1 0 0,0 2 0,-18-2 1,17 3-23,1 1 0,-1 0 1,1 1-1,-18 4 0,27-3-98,0 0 0,0 0 0,0 0 0,1 1 0,0 0 0,-1 1 0,1-1 0,0 1 0,0 0 0,1 1 0,0-1 0,-6 6 0,0 3 23,1 0 0,0 0 0,1 1 0,0 0-1,1 0 1,1 1 0,0 0 0,-8 30 0,8-17 0,1 1 0,1 0 1,1 0-1,1 34 1,3-48-53,0 0 0,1 0 0,0 0 0,1 0 0,1 0-1,9 26 1,-8-33-9,-1 1-1,2-1 0,-1 0 0,1 0 0,1-1 1,-1 1-1,1-1 0,1 0 0,-1-1 0,1 0 1,0 0-1,11 8 0,-3-6-3,0 1 1,0-2-1,1 0 1,0-1-1,0 0 1,0-1-1,31 4 1,-2-3-220,80-1 1,-99-5-4,0-1 0,-1-2 0,1 0 0,0-2 0,-1 0 0,0-2-1,0-1 1,-1-1 0,0-1 0,-1-1 0,0-1 0,32-23 0,-32 20 140,-1-2 0,0-1 0,-2 0 1,0-2-1,24-30 0,-35 38 161,0-1 0,0-1 0,-2 1 1,0-1-1,0-1 0,-1 1 0,-1-1 0,0 0 1,-2-1-1,5-29 0,-8 45-75,3-34 506,-2-46 0,0 74-431,-2-1 0,1 1 0,-1 0 0,0-1 0,0 1 0,-1 0-1,0 0 1,0 0 0,0 0 0,-1 0 0,0 1 0,0-1 0,0 1 0,-7-9 0,9 13-47,0 0-1,0 0 1,1 1-1,-1-1 0,0 0 1,0 1-1,0-1 1,0 1-1,0-1 1,0 1-1,0-1 1,-1 1-1,1 0 1,0-1-1,-1 1 0,1 0-19,0 0 1,1 0-1,-1 0 0,1 0 0,-1 1 0,1-1 0,-1 0 0,1 0 0,-1 1 0,1-1 0,-1 0 0,1 1 0,0-1 0,-1 0 0,1 1 0,-1-1 0,1 0 0,0 1 0,-1-1 0,1 1 0,0-1 0,-1 1 0,0 3 6,0-1 0,0 0 0,0 1 1,0-1-1,0 1 0,1 0 0,0 5 0,3 426 1021,-3-430-836,0-11-78,0-29-41,-4-50-89,-6-4 32,-9-131-44,19 218 15,0 1 1,1-1 0,-1 1 0,0-1 0,0 0 0,1 1 0,-1-1-1,1 1 1,-1-1 0,1 1 0,0 0 0,0-1 0,-1 1 0,1-1-1,0 1 1,0 0 0,0 0 0,0 0 0,1 0 0,-1 0 0,0 0 0,0 0-1,1 0 1,-1 0 0,3-1 0,2-1-11,1 1 0,0 0 0,0 0 0,11-1 1,-5 1-4,194-27-308,-110 18 35,139-35 0,-205 33 440,-28 10-14,-21 9-4,4 0-65,1 1-1,0 0 1,0 1-1,1 0 1,0 1-1,0 0 1,1 1-1,0 1 1,1-1 0,-16 22-1,16-18 58,0 1 1,1 0-1,0 0 0,1 1 0,1 0 1,0 0-1,2 0 0,-1 1 1,-2 21-1,6-28-96,1 1 0,0 0 0,1-1 0,0 1 1,1-1-1,0 1 0,4 18 0,-3-23-27,0 0-1,1 0 1,0-1 0,-1 1-1,2-1 1,-1 1 0,1-1-1,0 0 1,0 0-1,0-1 1,0 1 0,1-1-1,10 7 1,-2-2-117,1-1 0,0-1 0,0 0 0,1-1-1,0 0 1,31 7 0,-12-7-1074,0-1 0,41 0 0,34-3-3210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 99 4802,'0'0'4840,"-20"6"-4413,11-3-365,0 0 1,0 1 0,0-1-1,0 2 1,1-1 0,-1 1-1,-13 12 1,17-11-13,0 0 0,1 0 0,-1 1-1,1 0 1,1 0 0,0 0 0,0 0 0,0 0 0,0 1-1,1-1 1,-1 11 0,-2 16 134,-1 42 0,5-71-173,0 12 28,1 0 1,1 0 0,0 1 0,1-1 0,0 0 0,9 27 0,-8-36-32,0 1 1,1-1 0,0-1 0,0 1 0,1 0-1,0-1 1,0 0 0,0 0 0,1-1 0,0 1-1,1-1 1,-1 0 0,1-1 0,12 8-1,-9-8-6,1 1 0,0-1-1,1-1 1,-1 0 0,0-1-1,1 0 1,0 0 0,0-2-1,0 1 1,0-1 0,0-1-1,17-2 1,-21 2-1,0-1-1,0 0 1,-1-1 0,1 0 0,0 0 0,-1-1-1,0 0 1,1 0 0,-1-1 0,-1 0 0,1 0-1,0-1 1,-1 1 0,0-1 0,0-1 0,0 1-1,-1-1 1,0 0 0,6-8 0,-4-1 8,0 1 1,-1-1-1,-1 0 1,-1 0-1,0 0 1,0-1-1,-2 0 1,0 1-1,-1-1 1,0 0-1,-1 0 1,-1 0-1,-1 0 1,0 1-1,-1-1 1,0 1 0,-2-1-1,1 1 1,-2 0-1,0 1 1,-1-1-1,-17-25 1,12 25 47,0 0 1,-1 1-1,-1 1 0,0 0 1,0 1-1,-2 1 1,1 0-1,-30-15 1,22 16-74,1 0 0,-1 2 0,0 1 0,-1 1 0,0 1 0,-35-3 0,-33-1-1558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35.3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42 546 3522,'0'0'138,"-3"-31"-87,-9-106 98,11-32 1358,2 139-1072,0 0 1,-2 0 0,-1-1-1,-11-50 1,10 74 77,1 8-230,0 15-184,0 32-237,0 1007 178,2-1015-73,0 4-133,1 0 0,14 78 1,-15-119-96,1 1 1,0-1-1,0 1 1,1-1-1,-1 0 1,0 1-1,5 4 1,-6-7 124,0-1-1,1 1 1,-1-1 0,0 0-1,1 1 1,-1-1 0,1 0-1,-1 1 1,1-1 0,-1 0-1,1 0 1,-1 1 0,1-1-1,-1 0 1,1 0 0,-1 0-1,1 0 1,0 1 0,-1-1-1,1 0 1,0 0 0,0 0-64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35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3362,'0'0'3777,"1"21"-3761,18 275 489,0-39 17,-4 239-327,-12-471-1327,-1-18 117,-1-14 57,-1-31-776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35.7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90 7011,'0'0'336,"211"6"-608,-66-21 272,16-12-432,-7 0-1089,-17 1-992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36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413 165 3410,'0'0'768,"5"-11"-448,-3 5-277,1 1-26,0 0 0,-1-1 0,0 1 1,0-1-1,0 1 0,-1-1 0,0 1 1,0-1-1,0 0 0,0 0 0,-1 1 1,0-1-1,-1 0 0,0-6 1,-1 8-3,0 1 0,0 0 0,0 0 0,-1 0 1,1 0-1,-1 0 0,0 0 0,0 1 1,0-1-1,0 1 0,0 0 0,0 0 0,-1 0 1,1 0-1,-1 0 0,1 1 0,-1 0 1,0-1-1,0 1 0,-4 0 0,-9-2 10,-1 0 0,1 2 0,-22-1-1,31 2-24,-12 0 7,1 0 1,-1 2-1,-27 4 0,39-4-4,1 1 0,0-1 0,0 1 0,0 0 0,1 0-1,-1 1 1,1 0 0,0 0 0,0 1 0,0 0 0,1 0 0,-9 9 0,6-4 0,1 0 0,0 1-1,1 0 1,0 0 0,1 0 0,0 1-1,0 0 1,1-1 0,1 2 0,-3 16-1,1 9 0,2 0-1,1 41 1,2-61 1,1-1 0,1 1 0,0-1 0,1 0 0,1 0 0,0 0 0,2 0 0,8 19 0,-8-25-2,0 0 0,0 0 0,1-1 0,0 0 0,1-1 0,0 1 0,1-1 0,0-1 0,0 0 0,1 0 0,0-1 0,15 8 0,-16-10-7,0-1 0,0 0 0,1-1 0,-1 0 0,1-1-1,0 0 1,0 0 0,0-1 0,0 0 0,17-1 0,-21 0-15,-1-1 0,1 1 0,0-1 0,-1-1 0,1 1 1,-1-1-1,1 1 0,-1-2 0,0 1 0,0 0 0,0-1 0,0 0 0,0 0 0,-1-1 0,1 1 0,-1-1 0,0 0 0,0 0 0,6-9 0,-2 0-17,-1-1-1,-1-1 1,-1 1 0,0-1-1,0 0 1,-2 0-1,0 0 1,2-22-1,-3-128 46,-3 134-15,0 17 186,0 0 0,-1 0-1,-1 0 1,0 0-1,-10-24 1,8 21 536,4 45-183,2-5-564,1 0 0,1 0-1,10 40 1,29 69 161,-34-108-115,-4-13-100,25 65 311,-25-69-463,0 0 0,0 0 0,0-1 0,1 0 0,0 1 0,0-2 0,0 1 0,9 6 0,12 5-3104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36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1 220 5715,'0'0'42,"17"21"-156,-11-14 131,17 21 54,-2 0 0,0 2-1,-2 1 1,17 37-1,-23-39-36,24 54 121,60 99 1,-96-180-142,1 2 66,1 1 0,0-1 1,-1 0-1,2 0 0,-1 0 0,0-1 0,1 1 0,-1-1 1,1 1-1,0-1 0,8 4 710,-12-15 397,13-414 1321,-13 395-2553,1-22-187,7-56 0,-7 92-350,2 0 0,0 0 0,0 0 0,1 0 0,1 0 0,0 1 0,1 0 0,0 0 0,8-12 0,15-5-3627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36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1 355 2305,'0'0'3025,"29"21"-2993,-29-21-32,126 88 16,-120-85-14,0 1-1,0-1 0,1 0 0,-1-1 0,1 0 0,-1 0 0,1 0 0,0 0 0,0-1 0,-1 0 0,1-1 0,0 0 0,0 0 0,0 0 0,0-1 0,0 0 0,7-2 1,-2 1 0,1-1 9,-1-1 0,0 0 0,0 0 0,0-1 1,0-1-1,-1 0 0,0-1 0,0 0 0,0-1 0,-1 0 1,0 0-1,-1-1 0,0 0 0,0-1 0,-1 0 0,0 0 1,-1-1-1,0 0 0,-1 0 0,0-1 0,-1 0 0,0 0 1,-1 0-1,0 0 0,-1-1 0,3-22 0,-5 22 75,0 0 0,-1 0 0,0 0 0,-1 0-1,-1 1 1,-5-25 0,5 32-45,0-1-1,-1 0 1,1 1-1,-1-1 1,-1 1 0,1 0-1,-1 0 1,0 0 0,0 1-1,0-1 1,0 1-1,-1 0 1,0 0 0,0 1-1,0-1 1,-9-4 0,5 4 28,-1 0 1,0 1-1,0-1 1,0 2 0,0 0-1,-1 0 1,-12-1 0,-3 2 102,-45 4 0,63-1-166,0-1 0,0 1-1,1 1 1,-1-1 0,1 1 0,0 0-1,0 1 1,0 0 0,0 0 0,1 1-1,-1 0 1,1 0 0,0 0-1,0 1 1,1-1 0,0 1 0,0 1-1,0-1 1,1 1 0,-7 14-1,-1 3 58,2 0 0,1 0-1,0 1 1,2 0 0,-5 33 0,5-19 141,3 0 0,1 0 1,2 0-1,5 54 0,-3-83-164,0 1 0,1-2 0,1 1-1,-1 0 1,2 0 0,-1-1 0,1 1 0,1-1-1,0 0 1,0-1 0,0 1 0,1-1 0,1 0-1,-1 0 1,14 11 0,-9-11-28,0 0 0,1-1 1,0 0-1,0-1 0,0 0 1,1-1-1,0 0 0,0-1 1,1-1-1,-1 0 0,17 1 1,3-1-210,-1-1-1,1-2 1,0-1 0,-1-1 0,0-2 0,1-2 0,-2 0 0,52-19 0,-35 4-2838,73-43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37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284 188 5603,'0'0'1155,"-7"-27"-926,-21-84 382,22 85-285,6 25-272,0 0 0,0 0 0,-1-1-1,1 1 1,0 0 0,0 0-1,-1 0 1,1 0 0,0-1-1,-1 1 1,1 0 0,-1 0 0,1 0-1,-1 0 1,0 0 0,0 0-1,1 0 1,-1 1 0,0-1-1,-1-1 1,1 13 184,1-5-258,0 83-117,15 117 1,-12-180 128,2-1 0,0 1 0,2-1 0,1 0 0,1-1-1,1 0 1,0 0 0,2-1 0,23 32 0,-30-48-2,0-2 0,1 1 0,0 0 0,0-1-1,0 0 1,0-1 0,1 0 0,0 0 0,0 0 0,0 0 0,0-1 0,14 4-1,-15-6 8,0 1 0,1-1 0,-1 0-1,0-1 1,0 1 0,1-1 0,-1-1 0,0 1-1,1-1 1,-1 0 0,0 0 0,0-1-1,0 0 1,0 0 0,0 0 0,8-6-1,-6 3 4,0-1-1,-1 0 1,0-1-1,0 0 0,-1 0 1,0-1-1,0 0 1,-1 0-1,1 0 0,3-10 1,1-3 3,0-1 0,-2 0 0,7-26 0,-8 17 31,-2-1 1,0 0-1,-1-37 1,-7-99 426,2 135-300,1 27-113,-1 0-1,0 0 1,0 0 0,0 0-1,0 0 1,-4-8-1,6 62-276,31 105-16,-14-74 242,16 92-13,-7 2 0,-8 1 0,-5 251 0,-14-390 13,-3 0 1,-1-1-1,-1 1 1,-2-1-1,-1 0 0,-2 0 1,-22 49-1,25-67 4,-1-2 0,-1 1 0,0-1 0,-1 0 0,0 0-1,-1-2 1,-1 1 0,0-1 0,0-1 0,-1 0 0,-1-1 0,0 0-1,0-1 1,-1-1 0,0 0 0,0-1 0,-26 8 0,18-8 15,-1-1 1,0-2-1,0 0 1,0-1-1,0-2 1,0 0 0,-46-6-1,57 4 31,1-2 0,-1 1 0,1-2 1,0 0-1,0 0 0,0-1 0,1 0 0,-1-1 0,1-1 0,0 1 1,1-2-1,0 1 0,0-2 0,1 1 0,0-1 0,-13-16 0,12 8 3,0 0-1,1 0 0,0 0 1,2-1-1,0-1 1,1 1-1,1-1 0,0 0 1,-1-21-1,2 11-41,2 0 0,2 0 0,0-1 0,2 1 0,7-39 0,-4 46-20,1-1 0,2 1 1,0 1-1,1-1 0,1 1 0,1 1 0,0 0 1,2 1-1,0 0 0,2 0 0,0 2 1,0 0-1,31-25 0,-30 29 2,1 0 1,0 1-1,1 1 1,1 1-1,0 0 1,0 2-1,0 0 1,1 1-1,1 0 1,-1 2-1,1 1 1,-1 0-1,1 2 1,0 0-1,23 2 0,-41 0 10,-1 0-1,1 0 1,-1 0-1,1 0 1,0 1-1,-1-1 1,0 1-1,1-1 1,-1 1-1,1 0 1,-1 0-1,0 0 1,0 0-1,1 1 1,-1-1-1,0 1 1,0-1-1,0 1 0,-1 0 1,1 0-1,0-1 1,-1 1-1,1 0 1,2 5-1,-2-1-466,-1 1 0,1-1 0,-1 1 0,0 0 0,0 0 0,-1-1 0,-1 11-1,1-7-1069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37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391 6 4850,'0'0'1153,"-27"-2"-697,13 1-430,-2-1-12,-1 1-1,1 1 1,-24 3-1,31-2 0,1 0 0,0 1-1,-1 1 1,1-1 0,0 1-1,1 1 1,-1-1 0,1 1-1,-1 1 1,1-1-1,-10 10 1,3-1 115,0 1 0,1 1-1,0 0 1,2 1 0,-1 0 0,2 0-1,0 2 1,2-1 0,-1 1 0,-9 34-1,11-27-70,1 0 1,2 1-1,0-1 0,2 1 0,1 0 0,1 0 0,5 45 0,-3-61-52,0 1-1,1 0 1,0-1-1,1 0 1,0 0-1,0 0 1,1 0 0,1-1-1,-1 1 1,2-1-1,-1-1 1,1 1-1,0-1 1,1 0-1,0-1 1,0 0-1,1 0 1,0-1-1,0 0 1,0 0-1,1-1 1,0 0 0,0-1-1,0 0 1,0-1-1,1 0 1,-1-1-1,1 0 1,18 1-1,-15-1 15,-1-1-1,1-1 0,-1 0 1,1-1-1,25-5 1,-33 4-6,0 0 0,-1 0 0,1 0 0,-1 0 0,0-1 0,0 0 0,0 0 1,0-1-1,-1 1 0,1-1 0,-1 0 0,0 0 0,0 0 0,0-1 1,0 1-1,2-6 0,0-1 60,-1 0 0,0 1 0,-1-2-1,0 1 1,-1 0 0,0-1 0,-1 0 0,2-18 0,-3 4 125,0 0 1,-7-49-1,2 55-199,-2-1-1,0 0 1,-1 1-1,-1 0 1,-1 1 0,-1 0-1,-15-22 1,8 11-1433,-21-48 0,26 37-1735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38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3 132 2721,'0'0'3460,"0"20"-3313,-1 46-122,-1 2 66,13 121 0,-8-170-84,0 0-1,1 0 1,1-1-1,0 1 1,2-1-1,0-1 1,1 1-1,0-1 1,2-1 0,0 1-1,20 24 1,-23-34 1,0-1 0,0 0 1,1 0-1,-1 0 0,1-1 1,1 0-1,-1-1 0,1 1 1,0-2-1,-1 1 0,2-1 1,-1-1-1,0 0 1,0 0-1,1-1 0,-1 0 1,1 0-1,16-2 0,-14 0 25,-1 0 0,1-1-1,-1-1 1,1 0-1,-1-1 1,0 0 0,0 0-1,-1-1 1,1 0 0,-1-1-1,0-1 1,-1 1 0,0-1-1,15-15 1,-10 6 60,0 0 0,-2-1 0,0-1 0,0 0-1,-2 0 1,0-1 0,-1-1 0,-1 0 0,8-31 0,-7 13 174,-2-2-1,-1 1 1,-3-1 0,0-44-1,-3 40 66,-2-57-1,1 91-265,0 0 0,-1 0 0,0 1 0,-1-1 0,0 1 0,-1-1-1,-7-14 1,3 15 160,5 12-93,1 22-89,2-18-68,9 211-147,-5-190 182,1 0 0,1 0-1,1 0 1,1-1 0,23 49-1,-19-52 10,1 0 0,1-1 0,2-1 0,0 0-1,1-1 1,1-1 0,1 0 0,32 24 0,-34-31-143,0-1 1,2-1 0,-1-1 0,1 0-1,1-1 1,0-2 0,0 0 0,0-1 0,1 0-1,0-2 1,26 2 0,90-2-4598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39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4 378 5090,'0'0'-98,"-1"15"743,1 1-544,-2 18 1920,2-73-368,0 27-1598,-1-21 23,2-1 0,1 1 0,10-44-1,-11 69-82,1 0-1,1 0 1,-1 0-1,1 0 1,0 0-1,1 1 1,0-1-1,0 1 1,1 0-1,0 0 1,0 1-1,1 0 1,-1 0-1,1 0 1,1 0-1,-1 1 1,1 0-1,0 0 1,7-3-1,-9 6-5,-1-1 0,1 1-1,-1 1 1,1-1 0,0 1-1,0 0 1,0 0 0,0 0-1,0 1 1,0-1 0,0 1-1,-1 1 1,1-1-1,0 1 1,0 0 0,0 0-1,0 0 1,0 0 0,-1 1-1,1 0 1,0 0 0,-1 0-1,0 1 1,1-1 0,-1 1-1,0 0 1,0 0-1,-1 1 1,6 5 0,4 6-2,-1 1 1,-1 1-1,0 0 0,-1 1 1,14 36-1,-4-7-8,-3 0 0,-2 1 0,-3 1 0,-1 0 0,-2 0 0,-3 1 0,0 58 0,-6-106 75,0-9 82,-5-104 174,1 66-340,2 0 1,6-68-1,0 92-17,1 1 0,0-1 1,2 1-1,0-1 0,2 2 0,0-1 0,1 2 0,1-1 0,0 1 1,2 1-1,0 0 0,1 0 0,0 2 0,1 0 0,1 0 1,1 2-1,24-17 0,-33 25-10,0 1-1,1 0 1,0 0 0,0 1 0,0 0-1,0 0 1,0 1 0,11-2 0,-15 4 34,0 0 1,0-1-1,0 1 1,0 1-1,0-1 1,0 1-1,0 0 1,0 0-1,0 0 1,0 1-1,-1 0 1,1 0-1,-1 0 1,1 0-1,-1 1 1,0 0-1,5 3 1,-1 2 12,-1 1 1,0 0-1,0 0 1,-1 0-1,-1 0 1,1 1-1,-1 0 1,-1 0-1,0 1 1,3 11-1,2 12-10,10 69 0,-14-38 81,-3 73-1,1 5-629,2-108-1768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39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200 134 6131,'0'0'235,"-28"23"-209,8-7-23,2-3-7,1 1 1,-30 31 0,40-37 11,1 1-1,-1-1 1,1 1 0,1 1-1,0-1 1,0 1 0,1 0 0,0 0-1,1 0 1,-5 19 0,5-7 69,0 0 1,1 0 0,1 0-1,1 1 1,1-1-1,1 0 1,1 0 0,10 37-1,-10-49-59,0-1-1,1 0 0,0 0 0,1 0 1,0 0-1,0-1 0,1 0 0,0 0 0,0 0 1,1-1-1,0 0 0,0 0 0,1-1 1,0 0-1,0 0 0,0-1 0,1 0 1,0-1-1,0 1 0,0-2 0,15 5 0,-9-4-5,1 0 0,-1-2 0,1 0 0,-1 0 0,1-2-1,0 0 1,-1 0 0,1-2 0,0 0 0,23-6 0,-32 6 20,0 0 0,0-1 0,0 0 0,0 0 0,-1 0 1,1-1-1,-1 0 0,0 0 0,0 0 0,0-1 0,-1 0 0,0 0 1,0-1-1,0 1 0,0-1 0,-1 0 0,0 0 0,0-1 0,-1 1 1,0-1-1,0 0 0,0 0 0,3-14 0,-4 6 112,0 0 0,0 1 0,-2-1 1,0 0-1,0 0 0,-2 0 0,0 0 0,0 0 0,-7-20 0,1 10-64,-2 1 0,-1 0 0,0 1 0,-22-31 0,22 36-125,-52-87-334,55 90-145,2 0 1,0 0-1,1 0 0,0-1 0,-3-23 0,4-33-4694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39.7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4706,'0'0'1849,"0"41"-1948,0 464 1006,1-418-849,14 95 0,-9-141-49,2 0 0,1-1 0,2 0 0,25 58-1,-32-90 1,-1 0-1,1-1 1,0 0 0,1 0-1,0 0 1,0 0-1,0-1 1,10 9-1,-11-12-3,-1-1 0,1 1-1,0-1 1,0 0 0,1 0 0,-1 0-1,0 0 1,1-1 0,-1 0 0,1 0-1,-1 0 1,1 0 0,-1-1 0,1 0-1,0 0 1,4 0 0,-4-1-14,0 0 0,0 0 1,0 0-1,0-1 0,0 1 0,-1-1 0,1 0 1,0-1-1,-1 1 0,0-1 0,0 0 1,0 0-1,0 0 0,0 0 0,0-1 1,3-4-1,2-4-324,0 0 1,-1 0-1,-1 0 1,9-21-1,14-47-2671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0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1 181 6211,'0'0'1763,"33"-9"-2979,420-104 138,-349 92-623,143-10 0,-239 31 1642,-7 0 73,0 0 0,-1 0 0,1 0-1,0 0 1,0 0 0,0 0 0,12-7 5538,-13 9-5470,21 271-336,-3-89 362,-18-177-253,4 33 387,-4-39-332,0 0-1,0 0 0,0 0 1,0 0-1,0 0 1,1 0-1,-1 0 1,0 0-1,1 0 0,-1 0 1,0 0-1,1-1 1,0 1-1,-1 0 1,1 0-1,-1 0 0,1 0 1,0-1-1,0 1 1,-1 0-1,1-1 1,0 1-1,0-1 0,0 1 1,0-1-1,0 1 1,1 0-1,7-1-2553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0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6803,'0'0'993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0.5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228 255 7059,'0'0'227,"7"11"-267,-3-4 29,-1-2 4,1 0-1,-1 0 1,1-1-1,-1 1 1,6 3 0,-7-6 6,-1-1 0,1 1 1,0-1-1,0 0 0,0 0 0,0 0 1,1 0-1,-1 0 0,0 0 1,0 0-1,1-1 0,-1 1 1,0-1-1,0 0 0,1 0 0,-1 0 1,0 0-1,1 0 0,3-1 1,-1 0 3,1 0 0,0-1 0,-1 0 0,1 0 1,-1 0-1,1-1 0,-1 1 0,0-2 0,0 1 1,0 0-1,-1-1 0,1 0 0,-1 0 0,0 0 1,0 0-1,0-1 0,-1 0 0,0 0 0,1 0 1,2-7-1,-2 2 15,0 0 1,-1 0 0,0-1-1,-1 1 1,0-1 0,0 1-1,-1-1 1,-1 0-1,0 1 1,-2-17 0,2 23 11,-1-1 1,0 0-1,-1 0 1,1 1-1,-1-1 1,0 1-1,0-1 1,0 1-1,-1 0 1,0 0-1,1 0 1,-2 0-1,1 0 1,0 1-1,-1-1 1,1 1-1,-1 0 1,0 0-1,0 0 1,0 1-1,0-1 1,-1 1-1,1 0 1,-9-2-1,0 0 46,0 0 0,0 1 1,0 1-1,-1 0 0,1 1 0,-1 0 0,-25 3 0,31-1-70,0 1 1,1 0-1,-1 1 0,1-1 0,-1 2 1,1-1-1,0 1 0,0 0 0,0 0 1,1 1-1,0 0 0,0 0 1,0 0-1,0 1 0,1 0 0,0 0 1,0 0-1,0 1 0,-4 9 0,-4 6 16,1 1 0,2 1 0,0 0 0,-11 44 0,14-38 141,2 0-1,1 0 1,1 1 0,2 47 0,1-67-138,1-1 1,0 0 0,1 0-1,0 0 1,0 0 0,1 0 0,1-1-1,-1 1 1,1-1 0,1 0 0,5 9-1,-2-8-25,0 1-1,1-2 1,0 1-1,1-1 1,0-1-1,0 1 1,1-2-1,11 7 1,-5-3-342,2-2 1,-1 0 0,1-2 0,0 0-1,1 0 1,-1-2 0,1-1 0,1 0-1,-1-2 1,28 1 0,23-2-3213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0.8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1 439 6579,'0'0'264,"35"-14"-533,118-46-83,-125 50 254,1 2 0,1 1 1,-1 1-1,1 1 0,51 0 1,1-1-139,-53 3 90,36-5-17,-61 7 138,0 0 0,0 0 0,0 0 0,0-1 0,0 1 0,0-1 0,0 0 0,0 0 0,-1-1 0,1 1 0,5-6 1,-7 5 35,-1 1 0,1 0 1,-1-1-1,0 1 0,0-1 1,0 1-1,0-1 1,0 0-1,0 1 0,-1-1 1,1 0-1,-1 0 1,0 0-1,0 1 0,0-1 1,0 0-1,0 0 0,-2-2 1,2 0 75,-2 0-1,1 0 1,0 0 0,-1 1-1,0-1 1,0 0 0,0 1-1,-1 0 1,-5-8 0,-6-3 6,-1 1 0,0 1 0,-1 0 0,0 1 0,-1 1 0,0 0 0,-22-9 0,14 9-17,-1 0 0,0 1 1,0 2-1,-49-9 1,57 14 174,0 1 0,-1 0 0,1 2 0,-27 2 0,39-2-204,1 1-1,-1 0 1,1 0 0,0 1-1,0 0 1,-1 0 0,1 0-1,0 0 1,1 1 0,-1 0-1,0 0 1,1 0 0,0 0-1,-1 1 1,1 0 0,1-1-1,-1 2 1,-5 6 0,3 0-30,0 0-1,1 0 1,1 0 0,0 1-1,0 0 1,1-1 0,0 1-1,1 0 1,1 1 0,0-1 0,0 0-1,1 0 1,1 0 0,2 14-1,-1-15-14,0 1 0,1-1 0,0 0 0,0-1 0,1 1 0,1-1 0,0 1 0,1-1 1,-1-1-1,2 1 0,-1-1 0,2 0 0,-1 0 0,1-1 0,9 8 0,-3-6-10,1 0 0,-1-1 0,2-1 0,-1-1 0,1 0 0,0 0 0,32 7 0,-14-7-670,0-2 0,67 2 1,24-6-2602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1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430 205 5731,'-1'-26'920,"-7"-85"-280,0 56 476,5 42 948,3 19-1722,45 585-203,-42-570-122,107 628 187,-108-641-201,1 1 31,-3-17 24,0-6-17,-6-145 105,3 136-149,0 0-1,-2 0 1,-1 1-1,0 0 1,-11-23 0,2 11-29,-1 1 0,-2 0 0,-1 2 0,-32-41 0,43 62 19,-1 0 0,0 1-1,0 0 1,-1 0-1,0 1 1,0 0 0,-1 0-1,0 1 1,0 1-1,-1 0 1,0 1 0,0 0-1,0 1 1,-1 0-1,-23-4 1,30 7 8,0 1 0,-1 0-1,1 0 1,0 0 0,-1 1-1,1-1 1,0 2 0,0-1 0,-1 1-1,1 0 1,0 0 0,0 0-1,1 1 1,-1 0 0,-7 5 0,6-2-3,-1 1 0,2 0 0,-1 0 0,1 0 0,0 0 1,1 1-1,-1 0 0,2 1 0,-8 14 0,4-2 22,1 0 0,0 0 0,2 1 0,0 0 0,1 0 0,2 0 0,0 0 0,1 0 0,2 1 0,0-1 0,7 37 0,-5-49-5,0-1-1,1 1 1,0-1-1,0 0 0,1 0 1,0 0-1,1-1 0,0 0 1,0 0-1,1 0 1,0-1-1,0 0 0,0 0 1,1-1-1,0 0 0,1 0 1,-1-1-1,17 7 0,-3-2-285,0-1 0,1-2 0,0 0-1,0-2 1,0 0 0,41 2-1,39-4-4972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1.3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330 1 9188,'0'0'3442,"24"214"-3954,-69-95 496,-20 8 0,-36-23-2418,-42-15-5809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2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58 156 6643,'0'0'1331,"-9"-26"-1133,-27-78 210,27 82 317,6 18-491,3 23-384,1-10 192,-1 15-85,12 335-121,-7-310 174,2 0-1,3 0 1,1-1-1,3-1 1,25 59 0,-32-91-8,0-1 0,0 0 0,1 0 1,1-1-1,1-1 0,0 1 0,22 20 1,-28-29-2,1 0 0,0 0 0,0-1 1,0 1-1,1-1 0,-1-1 0,1 1 1,-1-1-1,1 0 0,0 0 0,0 0 1,0-1-1,0 0 0,0 0 0,0-1 1,0 0-1,0 0 0,0 0 0,0-1 1,0 1-1,0-2 0,0 1 0,8-3 1,-8 1-10,0 0 0,-1 0 1,1 0-1,-1-1 0,1 0 1,-1 0-1,0-1 0,-1 1 1,1-1-1,-1 0 0,0 0 1,0 0-1,0-1 0,3-6 1,4-10-115,-1 0 0,11-36 0,-9 17 34,-2-1-1,-1-1 1,5-81-1,-12-135 226,-3 146-24,1 93-60,1 15-1,-1-1 1,0 0-1,0 0 0,0 0 0,-1 0 1,1 1-1,-1-1 0,-1 0 1,1 1-1,-1-1 0,-3-6 1,4 49-16,11 273-48,-5-256 76,3 0 0,2-1-1,31 96 1,-33-128-65,1 0 0,0 0 0,2-1 0,1-1-1,16 23 1,-20-32-210,1 0-1,0 0 0,0-1 1,1 0-1,0-1 0,1 0 0,0-1 1,0 0-1,0 0 0,16 5 1,-9-6-931,0-1 0,31 5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2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 5394,'0'0'1521,"-18"160"-1713,18-2 544,9 26 465,12 15 127,2 3-512,1-15-256,-3-15-112,-3-29-48,3-30-16,-7-33-80,7-35-1392,-6-37-1298,-3-8-751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2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36 135 4786,'33'-24'203,"11"-7"-206,58-32 1,-98 61 0,1-1 0,-1 1 1,0 0-1,1 1 1,0-1-1,0 1 1,-1 0-1,1 0 1,0 0-1,0 1 0,0-1 1,0 1-1,0 0 1,0 1-1,-1-1 1,1 1-1,0 0 0,0 0 1,0 1-1,4 2 1,-1 0 0,-1 1 1,0 0 0,-1 1 0,1 0-1,-1 0 1,0 0 0,10 14 0,-14-17 0,11 15 23,-1 0 0,0 1 1,-2 1-1,0 0 0,-1 1 0,-1-1 1,-1 2-1,-1-1 0,-1 1 0,-1 0 0,0 0 1,-2 0-1,-1 0 0,0 0 0,-2 1 1,-4 28-1,3-42 31,-1 0 0,0 0 0,0 0 0,-1-1 0,0 1 1,0-1-1,-1 0 0,0 0 0,0 0 0,-1-1 0,0 0 0,0 0 0,-1 0 1,0-1-1,0 0 0,-1 0 0,1-1 0,-1 0 0,-1 0 0,1-1 0,-11 4 1,-2 0 78,-1-1-1,0 0 1,0-2 0,-1-1 0,1-1 0,-1-1 0,-35-1 0,52 0-133,-1-1-1,1-1 1,-1 0-1,1 1 1,-1-2-1,1 1 1,-1-1-1,1 0 1,0 0-1,0-1 1,0 0-1,0 0 1,-5-4-1,7 3-94,1 1 0,-1-1 0,1 0 0,0 0 0,0 0 0,1 0 0,-1-1 0,1 1 0,0-1 0,0 1 0,0-1-1,1 0 1,0 0 0,0 0 0,0 0 0,0 0 0,1-7 0,-2-55-2600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2.9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0 6307,'0'0'1120,"-24"196"-960,24-30 545,0 25-257,15 11-160,0-3-176,-3-6-64,6-21-32,-9-32 16,9-39-32,-1-39-928,-5-41-1585,3-21-2177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3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27 294 4610,'1'-35'174,"8"-115"-140,-9 145-34,1 0 0,0 0 0,0 1 0,0-1 0,0 0 0,1 0 0,0 1 0,0-1 0,0 1 0,1-1 0,0 1 0,0 0 1,0 0-1,0 0 0,0 1 0,1-1 0,-1 1 0,1 0 0,0 0 0,0 0 0,0 0 0,9-3 0,-3 2 15,0 2 0,1 0 1,-1 0-1,1 0 0,-1 2 0,1-1 1,18 2-1,-20 0 22,0 0 0,0 0 1,0 1-1,0 0 0,-1 0 0,1 1 1,-1 0-1,0 0 0,0 1 0,0 0 1,0 1-1,10 8 0,-8-5-3,0 1-1,-1 1 1,0-1-1,-1 1 1,0 1-1,0 0 1,11 21-1,-8-6 0,0 1 0,-1 0 0,-2 0 0,-1 1 0,-1 0 0,-1 0 0,1 39 0,-5-45-2,-1 0 0,0 0 0,-2 0 1,0 0-1,-8 29 0,6-39-1,0 0 0,-1 0 1,0-1-1,-1 1 0,0-1 1,0-1-1,-1 1 1,-1-1-1,0 0 0,-16 15 1,6-9 112,-1-1 1,0 0 0,-1-1 0,-1-2 0,-36 18 0,44-24-89,0-1 0,-1 0 1,0-1-1,0 0 1,0-1-1,0-1 1,-1 0-1,1-1 0,-1-1 1,-21-1-1,34 1-57,0-1-1,0 1 0,0 0 1,1-1-1,-1 1 0,0-1 1,0 1-1,0-1 0,1 0 1,-1 0-1,0 0 0,1 0 0,-1 0 1,1 0-1,-1 0 0,1-1 1,-1 1-1,1 0 0,0-1 1,0 1-1,0-1 0,0 0 1,-2-2-1,2-1-82,0 0 1,0-1-1,0 1 0,0 0 1,1 0-1,0-10 0,0 2-226,-1-75-2973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3.5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0 387 6003,'0'0'1616,"31"-4"-1559,203-23-1354,-210 24 1139,29-2 19,1-3 1,-1-3-1,65-21 1,-114 31 142,-1-1 0,1 1 1,0-1-1,-1 0 1,1 0-1,-1 0 0,0 0 1,0-1-1,0 1 1,0-1-1,0 0 0,0 0 1,-1 0-1,0 0 0,1 0 1,-1-1-1,0 1 1,0 0-1,-1-1 0,1 0 1,-1 0-1,0 1 1,0-1-1,0 0 0,0 0 1,-1 0-1,1 0 1,-1 0-1,0 0 0,-1 0 1,1 0-1,-1 0 0,1 0 1,-1 1-1,0-1 1,0 0-1,-1 0 0,1 1 1,-1-1-1,0 1 1,0-1-1,0 1 0,0 0 1,-1-1-1,1 1 1,-1 1-1,-3-4 0,-10-7 87,0 2 0,-1 0 0,0 1 0,0 1 0,-1 1 0,0 0 0,-24-6 0,18 5 75,-5-2-54,-1 2-1,-1 1 1,0 2 0,0 0-1,0 2 1,-37 0 0,64 5-109,-1-1 0,0 1 0,0 0 0,1 0 0,-1 1 0,1 0 0,-1-1 0,1 1 0,-1 1 0,1-1 0,0 0 0,0 1 0,0 0 0,1 0 0,-1 0 0,1 1 0,-1-1 0,1 1 0,0 0 0,0 0 0,1 0-1,-1 0 1,1 0 0,-2 6 0,-4 7-6,1 0-1,1 1 1,1 0-1,0 0 1,-2 22-1,3-13 8,1 1 0,1-1 0,2 1 0,0 0 0,2-1 0,1 1 0,10 40 0,-9-54 4,0 1-1,2-1 0,-1 0 1,2 0-1,0-1 0,1 0 1,0 0-1,1 0 0,0-1 1,1-1-1,1 0 0,-1 0 1,2-1-1,-1 0 0,17 10 1,-9-10-200,-1 0 1,2-2 0,-1 0-1,1-1 1,0-1 0,1-1 0,-1-1-1,1 0 1,0-2 0,0 0 0,0-2-1,33-2 1,40-11-3317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3.9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23 137 5699,'0'0'2126,"-3"17"-2454,-5 36 385,2 0 1,2 0-1,3 1 1,2-1 0,2 1-1,17 82 1,-13-114 191,-8-47 532,-1-8-371,-9-114-187,-1 9-256,12 133 47,-1-11-143,1 0 1,0-1 0,2 1 0,4-25 0,-4 35 47,0 1 0,0 0 1,0 0-1,0 0 0,1 0 1,0 0-1,0 0 1,1 1-1,-1-1 0,1 1 1,0 0-1,0 0 1,0 1-1,0-1 0,1 1 1,0 0-1,5-3 0,7-2-159,0 0 0,0 1-1,1 1 1,0 1-1,20-4 1,100-10-281,-52 8 390,55-13 136,-146 26 244,1 0-1,-1 1 1,0-1-1,1 1 1,-1 0-1,1 1 1,0-1-1,0 1 1,0-1-1,0 1 1,1 0-1,0 1 1,0-1-1,-5 9 1,-2 4-282,1 0 0,0 0 1,-10 32-1,12-23 119,1 1-1,2-1 1,1 1 0,0 1 0,3-1-1,1 28 1,0-42-12,0-1 0,0 0-1,1 0 1,1 0 0,0 0 0,9 22-1,-8-27-54,0 0-1,0 0 0,1 0 1,0 0-1,0-1 0,0 0 1,1 0-1,0-1 0,0 1 1,1-1-1,8 5 0,-3-3-13,0 0 0,1-1-1,0-1 1,0 0 0,0-1-1,0 0 1,1-1 0,18 2-1,-5-3-107,0-1 0,0-1 0,41-5 0,-33-1-606,0 0 1,0-3 0,47-17-1,111-66-5854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5.7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491 454 2945,'0'0'3581,"-1"-3"-2594,-2-11-784,1 1 0,0 0 1,1-1-1,1 1 1,2-21-1,-1-4-164,-2-8-27,-1 0 0,-3 0 0,-19-86 0,13 96-1,8 30-46,1 7-17,1 46-186,2-3 208,48 729 26,-41-687 13,-4-41-7,-2-11-2,2-1 1,14 63-1,-11-80-7,-7-15 6,0-1 0,0 0 1,0 0-1,1 0 1,-1 0-1,0 0 1,0 0-1,0 0 1,0 0-1,0 0 0,0 0 1,0 0-1,0 0 1,1 0-1,-1 0 1,0 1-1,0-1 0,0 0 1,0 0-1,0 0 1,0 0-1,0 0 1,0 0-1,1 0 1,-1 0-1,0-1 0,0 1 1,0 0-1,0 0 1,0 0-1,0 0 1,0 0-1,1 0 1,-1 0-1,0 0 0,0 0 1,0 0-1,0 0 1,0 0-1,0 0 1,0 0-1,0 0 1,0-1-1,0 1 0,0 0 1,1 0-1,-1 0 1,0 0-1,0 0 1,0 0-1,0 0 0,0 0 1,0-1-1,0 1 1,0 0-1,0 0 1,4-30-62,-3-10-426,-7-74 0,4 98 340,-1-1-1,-1 1 0,0 0 1,-1 1-1,-1-1 1,-1 1-1,-12-22 1,3 10-62,-2 1 0,-1 0 1,-32-34-1,42 51 195,0 0 0,0 1 1,-1 0-1,0 1 0,0 0 1,0 1-1,-1 0 0,0 1 1,-1 0-1,1 0 0,-1 1 1,-13-2-1,13 4 53,0 0-1,-1 1 1,1 0 0,-1 1 0,-22 2-1,30-1-13,0 0-1,1 0 1,-1 1 0,0 0-1,0-1 1,1 1-1,-1 1 1,1-1-1,0 1 1,0 0 0,0 0-1,0 0 1,0 0-1,1 1 1,-1-1-1,-4 8 1,0 2-10,1 0-1,0 0 1,1 1-1,0 0 1,1 0-1,1 1 1,0-1-1,1 1 1,1 0-1,0 0 1,1 0-1,1 0 1,1 17-1,0-15-6,1 0-1,0 0 1,2 0-1,0-1 1,1 1-1,0-1 1,2 0-1,-1 0 0,2-1 1,0 0-1,13 18 1,-8-18 2,0 0 0,1 0 0,0-1 0,1-1 0,1-1 0,0 0 0,0-1 0,1 0 0,1-1-1,0-2 1,0 1 0,27 7 0,-14-8-43,1-1 0,-1-2 0,1-1-1,0-1 1,0-2 0,0-1 0,36-5-1,-41 2-81,-1-2-1,1-1 0,-1-1 0,0-2 0,0 0 0,-1-2 0,0 0 0,27-19 1,-35 20 93,0-2-1,0 0 1,-1-1 0,0-1 0,-2 0 0,1-1 0,-2 0 0,0-1 0,-1-1 0,0 0 0,13-28 0,-19 30 29,-1 0 0,-1 0 0,0-1 0,0 1-1,-2-1 1,1-17 0,-2-6 86,-4-50-1,2 72 63,-1 0 0,0 1 1,-2-1-1,1 1 0,-2 0 0,0 0 1,-1 0-1,-1 1 0,0 0 0,-17-25 1,24 40-144,0 1 0,0-1 0,0 0 0,0 0 1,0 0-1,0 1 0,0-1 0,0 0 0,-1 0 1,1 0-1,0 0 0,0 1 0,0-1 1,0 0-1,0 0 0,0 0 0,-1 0 0,1 0 1,0 1-1,0-1 0,0 0 0,0 0 0,0 0 1,-1 0-1,1 0 0,0 0 0,0 0 0,0 0 1,-1 0-1,1 0 0,0 0 0,0 0 0,0 0 1,-1 0-1,1 0 0,0 0 0,0 0 0,0 0 1,-1 0-1,1 0 0,0 0 0,0 0 0,0 0 1,0 0-1,-1 0 0,1 0 0,0 0 0,0-1 1,0 1-1,0 0 0,-1 0 0,1 0 0,0 0 1,0 0-1,0-1 0,0 1 0,0 0 0,0 0 1,0 0-1,-1 0 0,1-1 0,0 1 1,0 0-1,0 0 0,0 0 0,0-1 0,-1 23-133,2-14 161,-2 43-146,0 11 92,3 0 0,16 107 0,22 35-2149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5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0 896,'0'0'4546,"118"128"-9588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6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920 135 2705,'0'0'3260,"9"-21"-2046,-3 7-1098,0-1 0,-1 1 0,6-28 1,-11 41-114,0 0 1,0 0 0,0 0-1,0 0 1,-1-1 0,1 1-1,0 0 1,0 0 0,-1 0 0,1 0-1,-1 0 1,1 0 0,-1 0-1,1 0 1,-1 0 0,0 0 0,1 1-1,-1-1 1,0 0 0,0 0-1,0 1 1,0-1 0,1 0-1,-1 1 1,0-1 0,0 1 0,0-1-1,0 1 1,0-1 0,-1 1-1,1 0 1,0-1 0,0 1 0,-2 0-1,-45-2 18,34 3-19,1-1 4,0 1 0,0 0 1,0 1-1,0 0 0,0 1 1,1 1-1,-1 0 0,1 0 1,0 1-1,0 1 0,1 0 1,0 1-1,0 0 0,0 0 1,-17 17-1,12-9 4,0 2-1,2 0 1,0 0 0,0 2-1,2 0 1,0 0 0,1 1-1,1 0 1,1 1 0,1 0 0,1 1-1,1-1 1,0 1 0,2 1-1,1-1 1,0 0 0,2 1-1,2 34 1,-1-49-10,0-1 0,1 1 0,0 0 0,0-1 0,1 1 0,0-1 0,0 0 0,1 0 0,0 0 0,0 0 0,1 0 0,0 0 0,0-1 0,0 0 0,1 1 0,0-2 0,0 1 0,1-1 0,-1 1 0,1-2 0,1 1 0,-1-1 0,0 0 0,1 0 0,0 0 0,7 2 0,-2-2 0,0 0-1,0-1 1,0 0-1,0-1 1,0 0-1,1-1 1,-1 0 0,1-1-1,-1-1 1,1 0-1,19-4 1,-24 3 8,0 0 1,0-1-1,-1 0 1,1 0-1,-1 0 0,0-1 1,0 0-1,0-1 1,0 0-1,-1 0 0,0 0 1,0 0-1,0-1 1,-1 0-1,0-1 1,0 1-1,-1-1 0,7-11 1,-5 4 71,-1 0-1,0 0 1,-1 0 0,0-1-1,-1 0 1,1-18 0,-2-91 469,-2 75-477,0 33-58,0-1 1,-1 1-1,0-1 1,-1 1-1,-1 0 1,-9-29-1,12 111-995,28 112 467,-11-87 481,48 527 49,-52 6 0,-13-563 14,-2 0 1,-3 0-1,-22 107 1,23-149-6,-2 0-1,0 0 1,-1 0 0,-1-1 0,-1 0 0,-1 0 0,0-1 0,-1 0 0,-1-1 0,0 0-1,-1-1 1,-1-1 0,0 0 0,-1 0 0,-23 14 0,20-17 52,0-1 0,-1-1 0,-1-1 0,1-1 1,-2 0-1,1-1 0,0-2 0,-1 0 0,-22 1 0,18-3-34,1-1-1,0-1 1,-1-2 0,1 0-1,0-2 1,0 0 0,-39-14-1,40 9 3,1-1-1,1-2 1,0 0-1,0-1 1,2-1-1,-1 0 0,2-2 1,0 0-1,1-1 1,0-1-1,2-1 0,0 0 1,1-1-1,1 0 1,1-1-1,1-1 1,0 0-1,2 0 0,-10-38 1,10 26-21,2-1 1,2-1-1,1 1 0,1-1 1,6-69-1,0 77-44,1 0 0,1 0 0,2 1 0,1-1 0,1 2 0,1-1 0,25-45 0,-18 44-27,1 0 0,1 0 0,2 2 0,0 1 0,2 0 0,35-28 0,-43 40 29,1 1 0,1 1 1,0 0-1,1 1 0,0 1 1,0 1-1,1 1 1,0 0-1,0 1 0,1 2 1,31-5-1,-43 8 0,0 0 0,0 1 0,0 0 1,0 0-1,0 1 0,0 0 0,14 4 0,-19-4 9,0 1 0,0-1 0,0 0 0,-1 1 0,1 0-1,-1 0 1,1 0 0,-1 0 0,1 0 0,-1 0 0,0 0-1,0 1 1,0-1 0,0 1 0,-1 0 0,1 0 0,-1-1-1,1 1 1,-1 0 0,0 0 0,1 4 0,9 72-2008,-6-61-1158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6.8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32 3826,'0'0'4999,"0"-9"-4636,0-14-334,-1 39-87,0 68-81,1-57 152,0-27-13,9 602-48,-4-582-132,-2-3-5055,-3-29 2401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7.0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166 0 3330,'0'0'2112,"-166"146"-1871,166-96 79,0-14 64,33-18-80,11-15 448,-8-3 81,3 0-129,-10-21-304,-11-6-400,3-6-144,0 4-2465,11-1-3202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7.2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0 4322,'0'0'4263,"-1"26"-4145,-6 472 295,11-389-339,5 0 0,39 189 0,-46-291-75,3 14 27,0 0-1,2-1 0,13 30 0,-18-45-16,1-1 1,-1 0-1,1 0 1,-1 0-1,1 0 1,1 0-1,-1 0 1,0-1-1,1 1 0,0-1 1,0 0-1,0-1 1,0 1-1,0 0 1,0-1-1,1 0 1,-1 0-1,1-1 1,-1 1-1,10 1 0,-4-2-11,-1 0 0,1-1 0,0 0 0,-1 0-1,1-1 1,0 0 0,-1-1 0,1 0 0,-1 0-1,0-1 1,13-6 0,-11 3-192,-1 0 0,1-1 0,-1 0 0,-1 0 1,1-1-1,-1-1 0,0 1 0,12-18 0,23-42-2309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7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1 104 6163,'0'0'2385,"279"-3"-2977,-107-21 656,1-2-64,-16 5-48,-32 6-1569,-54 0-528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8.0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13 108 4370,'0'0'5880,"-2"-23"-5285,-6-62-331,6 278-480,11 210 80,-8-394-50,5 38-347,-6-45 427,0-1 1,1 0-1,-1 0 1,0 1-1,1-1 1,-1 0-1,1 0 1,-1 0-1,1 0 1,0 0-1,0 0 1,-1 0-1,1 0 1,0 0-1,0 0 1,0 0-1,0 0 1,0 0-1,0-1 1,0 1-1,0 0 1,0-1-1,0 1 1,0-1-1,1 1 1,-1-1-1,0 0 0,0 1 1,2-1-1,-3 0 106,1 0-80,-1 0 0,1 0 0,0 0 0,-1 0 0,1 0 0,0 0 0,-1 0 0,1 0 0,0 0 0,-1-1 0,1 1 0,0 0 0,-1 0 0,1-1 0,-1 1 0,1-1 0,0 1 0,-1 0 0,1-1 0,-1 1 0,1-1 0,-1 1 0,1-1 0,-1 1 0,0-1 0,1 1-1,-1-2 1,13-42-2230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8.2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1 3714,'0'0'1248,"-101"163"-1152,101-95 385,42-17-177,17-21-96,4-15 288,-13-15 256,-8 0 97,-25-39 47,-8-12-160,-9 4-575,0-1-161,0 16-1889,0 14-2289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8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43 365 2017,'0'0'4727,"-9"5"-3337,-12 2-773,21-7-604,-1 0 1,1 0 0,-1 0-1,1 0 1,-1 0 0,1 0 0,0 0-1,-1 0 1,1 0 0,-1 0-1,1 0 1,-1 0 0,1-1 0,-1 1-1,1 0 1,0 0 0,-1-1-1,1 1 1,0 0 0,-1-1-1,1 1 1,0 0 0,-1-1 0,1 1-1,0 0 1,-1-1 0,0-3 6,1 0 0,-1 0 0,1 1 0,0-1 1,0 0-1,0 0 0,1 1 0,-1-1 0,1 0 0,0 0 1,0 1-1,2-5 0,9-32 36,27-62 1,-30 82-50,1 1 0,0 0 0,2 1 0,0 0 0,16-16 0,-23 28-15,0 2 0,1-1 0,-1 1 0,1-1 1,0 2-1,1-1 0,-1 1 0,12-5 0,-15 7-1,0 0 0,0 0 0,0 0-1,0 0 1,0 1 0,0-1 0,0 1 0,1 0 0,-1 0-1,0 0 1,0 0 0,0 1 0,0-1 0,0 1 0,0 0-1,0 0 1,0 0 0,0 0 0,0 0 0,0 1-1,-1-1 1,1 1 0,2 2 0,0 1-6,0 1-1,-1 0 1,1 0 0,-1 0 0,-1 0 0,1 1-1,3 8 1,18 55-42,-25-69 57,17 61-1,-3 0 0,-3 1 0,-2 0 1,-3 1-1,-3 75 0,-3-137 22,0-21 246,-1-42 0,2-78-320,0 121 8,1 0 0,1 0 0,1 1 0,0-1 0,12-26 0,-9 27-164,0 0 0,1 1 0,1 0 0,1 0-1,0 1 1,1 0 0,20-20 0,-29 33 183,-1 1 0,1 0-1,-1-1 1,1 1 0,0 0 0,0 0 0,0-1-1,-1 1 1,1 1 0,0-1 0,0 0-1,0 0 1,0 1 0,1-1 0,2 1-1,-4 0 12,1 0-1,-1 0 0,0 0 1,1 1-1,-1-1 1,0 1-1,1-1 0,-1 1 1,0-1-1,0 1 0,1 0 1,-1 0-1,0-1 0,0 1 1,0 0-1,0 0 0,2 2 1,1 4-11,0-1 0,0 1 0,-1 0 0,1 0 0,-1 0 0,3 13 0,7 35 126,-2 1-1,-3 1 1,-2-1-1,-1 68 1,-3-50 45,-1-66-171,-2-2-35,1 1 0,1 0 0,-1-1 1,1 1-1,0 0 0,1-1 1,-1 1-1,1-1 0,0 0 0,1 0 1,3 7-1,-4-11-150,-1-1-1,0 0 1,0 0 0,1 0-1,-1-1 1,1 1 0,-1 0 0,1 0-1,-1-1 1,1 1 0,-1-1-1,4 1 1,-5-1 205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9.0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205 432 6579,'0'0'382,"10"-5"-406,3-1 37,-1-1 1,1 0-1,-1 0 1,-1-1 0,0-1-1,0 0 1,-1-1 0,16-18-1,-20 19 13,0-1-1,-1 0 1,0 0 0,-1 0-1,0-1 1,-1 1-1,0-1 1,-1 0-1,0 0 1,0 0 0,-1 0-1,-1-22 1,0 25 11,-1 1 0,0-1 0,0 1 0,-1-1 0,0 1 1,0 0-1,-1-1 0,0 1 0,0 0 0,0 1 0,-1-1 0,0 0 0,0 1 1,-1 0-1,0 0 0,0 1 0,0-1 0,-1 1 0,-8-6 0,6 6-3,-1 0-1,0 0 1,0 1-1,-1 0 0,1 1 1,-1 0-1,0 0 1,0 1-1,-11-1 0,15 2-15,1 1 0,-1 0 0,0 0-1,1 0 1,-1 1 0,0 0 0,1 0-1,-1 0 1,1 1 0,-1 0 0,1 0-1,0 0 1,0 0 0,0 1 0,0 0-1,0 0 1,-8 7 0,4 0-18,1 0-1,0 1 1,0 0-1,1 0 0,0 1 1,1 0-1,1 0 1,0 0-1,0 1 1,1-1-1,-3 18 1,1 2-1,2-1 0,1 1 0,2 52-1,1-73 1,0-1-1,1 1 1,0-1-1,1 1 1,0-1-1,1 0 1,0 1-1,0-1 1,1-1-1,0 1 1,1 0-1,0-1 1,1 0-1,0 0 1,0-1-1,1 0 1,0 0-1,0 0 1,1-1-1,0 0 1,0-1-1,1 1 1,0-2-1,16 9 1,-9-7-304,1-1 0,0-1 0,1 0 0,0-1 0,-1-1 0,1-1 0,0 0 0,32-2 0,46 0-2457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9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0 302 3298,'0'0'4735,"0"-24"-4396,0 17-331,1-58 23,1 49-82,1 38-89,6 113 162,-6-69 82,19 111-1,-20-164-52,-11-378 941,9 356-1079,0 1 0,0-1 0,1 0 0,0 0 0,1 1 0,0-1 0,1 1-1,-1-1 1,8-12 0,-7 15 14,1 0 0,0 1-1,0 0 1,1 0 0,0 0 0,0 0-1,0 1 1,0 0 0,1 0 0,-1 0-1,1 1 1,0-1 0,6-1-1,21-8-409,1 2 0,0 2 0,68-11-1,9-1-120,-161 100 3475,42-58-2777,1 1 0,0-1 0,2 2 0,0-1 0,1 0 0,2 1 0,0 0 0,3 36 0,-1-42-57,0-1 1,2 0-1,0 0 1,0 0-1,2 0 1,0 0-1,10 23 1,-12-33-180,2 1 1,-1-1 0,0 0-1,1-1 1,0 1 0,1-1-1,-1 1 1,1-1 0,0-1-1,0 1 1,0-1 0,1 0-1,0 0 1,0 0 0,0-1 0,0 0-1,0 0 1,1 0 0,12 2-1,-9-3-1080,1 0 0,0-1 1,14-1-1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49.7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0 385 6531,'0'0'582,"37"-16"-841,124-51 157,-123 54 42,1 1 0,0 2 0,53-6-1,-22 4-610,42-10-738,-110 22 1435,0 0 0,-1 0 0,1-1 0,-1 1 0,0 0 0,1-1 0,-1 1 0,1-1 0,-1 0 0,0 0 0,1 1-1,-1-1 1,0 0 0,0 0 0,1 0 0,-1 0 0,0 0 0,0 0 0,0-1 0,0 1 0,-1 0 0,1-1 0,0 1 0,0 0 0,-1-1-1,1 1 1,-1-1 0,1 1 0,-1-1 0,0 1 0,1-1 0,-1 1 0,0-1 0,0 1 0,0-1 0,0 1 0,0-1 0,-1 1 0,1-1-1,0 1 1,-1-1 0,0-1 0,-1-3 114,-1 1 1,0 0-1,0 0 0,0 0 0,0 0 1,-1 0-1,0 1 0,0 0 0,0-1 0,-5-3 1,-11-6 18,1 0 1,-2 2 0,0 0 0,0 1 0,-44-15 0,48 21-88,1 0 1,-1 1-1,-1 1 1,1 1-1,0 0 1,-1 1-1,1 1 0,-35 4 1,46-2-48,0 0 0,0 0-1,0 1 1,0-1 0,1 1 0,-1 0-1,1 1 1,-1 0 0,1 0 0,0 0 0,1 0-1,-1 0 1,1 1 0,0 0 0,0 0 0,0 0-1,1 1 1,0-1 0,0 1 0,0 0-1,-2 7 1,-2 6 54,0 1 0,1 0 0,2 0 0,0 1 0,-2 27 0,6-42-47,-3 24 183,2-1 0,3 44-1,-1-65-183,0 0 0,1 0 0,-1 0 0,2 0 0,-1 0 0,1 0 0,1 0 0,-1-1 0,1 1 0,0-1 0,1 0 0,0 0 0,8 9 0,-4-8-15,0-1 0,0 0-1,0-1 1,0 0 0,1 0 0,0-1 0,1 0 0,-1-1 0,1 0-1,-1-1 1,1 0 0,13 2 0,10-1-156,1-1 0,55-2 1,36-6-1929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50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415 203 6099,'0'0'2163,"1"-15"-2016,4-92-69,-5 104-72,0 1 0,0-1 1,0 0-1,-1 0 1,1 0-1,-1 0 1,0 0-1,0 1 1,0-1-1,0 0 0,-1 1 1,1-1-1,0 1 1,-1-1-1,0 1 1,0-1-1,-3-3 0,1 3 13,0 1 0,0-1-1,0 0 1,-1 1-1,1 0 1,0 0-1,-1 0 1,0 1-1,1-1 1,-6 0-1,-5 0 33,0 1-1,0 0 0,0 1 1,-1 0-1,1 1 1,-19 5-1,24-4-48,1 0 0,0 1 0,0 0 0,0 0 0,0 1 1,1 0-1,-1 1 0,1 0 0,0 0 0,1 1 0,-1 0 0,-10 12 0,9-8-4,0 2-1,0-1 1,1 1-1,1 0 0,0 1 1,1 0-1,-8 24 1,5-8-4,2-1 1,2 2 0,0-1 0,2 1 0,1-1 0,2 1-1,4 46 1,-3-66 2,1 0-1,0-1 1,0 1-1,1-1 1,0 1-1,0-1 1,1 0-1,0 0 1,1-1-1,0 1 1,1-1-1,-1 0 1,1-1-1,1 1 1,0-1-1,0 0 1,0-1-1,1 0 1,-1 0 0,2 0-1,-1-1 1,1-1-1,-1 1 1,1-1-1,0-1 1,1 0-1,-1 0 1,0 0-1,1-1 1,0-1-1,-1 0 1,1 0-1,0-1 1,0 0-1,12-2 1,-15 0 0,1 0 1,-1-1-1,0 1 1,0-1-1,-1-1 1,1 0-1,-1 0 1,0 0 0,0 0-1,0-1 1,0 0-1,-1 0 1,0-1-1,0 1 1,0-1-1,6-11 1,4-8-34,-1 0-1,-1-1 1,10-27 0,-11 19 36,-2-1-1,-1 1 1,-2-2 0,-1 1-1,-2-1 1,-1-63-1,-2 91 24,-4-32 9,3 38-8,0 1 0,-1-1 1,1 0-1,-1 1 0,1-1 1,-1 1-1,1-1 1,-1 1-1,0-1 0,0 1 1,0-1-1,0 1 0,0 0 1,0-1-1,0 1 0,0 0 1,-1 0-1,1 0 1,-2-1-1,2 2-20,1 0 0,0 0 1,0-1-1,0 1 0,-1 0 0,1 0 0,0 0 1,0 0-1,-1 0 0,1 0 0,0 0 0,0 0 1,0 0-1,-1 0 0,1 0 0,0 0 0,0 0 1,-1 1-1,1-1 0,0 0 0,0 0 0,0 0 1,-1 0-1,1 0 0,0 0 0,0 0 0,0 1 1,-1-1-1,1 0 0,0 0 0,0 0 0,0 0 1,0 1-1,0-1 0,0 0 0,-1 0 0,1 0 1,0 1-1,0-1 0,0 0 0,0 0 0,0 1 1,0-1-1,0 0 0,0 0 0,0 0 0,0 1 1,0-1-1,0 0 0,0 0 0,0 1 0,0-1 0,0 0 1,-2 19-42,1 1 0,2 21 1,0-5 20,-1-15 38,1 0 0,2 0-1,0 0 1,1-1 0,1 1 0,1-1-1,0 0 1,2-1 0,11 22 0,-13-30-50,0 0 1,0-1 0,1 0 0,1-1 0,-1 1 0,2-2 0,-1 1 0,1-1 0,1 0 0,-1-1 0,1 0 0,0 0 0,1-1 0,0-1 0,0 0 0,0 0 0,15 3 0,30 0-2753,-10-7-2486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50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1 715 4098,'0'0'1579,"4"-7"-1272,17-36 171,-2 0 0,-1-2 0,22-91 0,-32 97-354,-1 1 0,-2-1 0,-2 0 1,-1 0-1,-5-56 0,2 93-125,1 0-1,0 1 0,0-1 1,0 1-1,-1-1 0,1 1 1,-1-1-1,1 1 0,-1-1 1,0 1-1,0-1 0,1 1 1,-1 0-1,0-1 0,0 1 1,0 0-1,-1 0 0,1 0 1,0 0-1,0 0 0,-1 0 1,1 0-1,0 0 0,-1 0 1,1 0-1,-1 1 0,1-1 1,-1 1-1,1-1 0,-1 1 1,-2-1-1,3 3-107,6 4 58,94 83 8,-46-43 25,48 55 0,-88-86 17,0 0 0,-1 1 0,-1 1 0,0 0 0,-1 0 0,-1 1 0,-1 1 0,8 24 0,-14-37 2,0 1 0,-1 0 0,0-1 0,0 1 1,-1 0-1,1 10 0,-2-16 0,1 1-1,0 0 1,0-1 0,-1 1 0,1 0 0,-1-1-1,1 1 1,-1-1 0,0 1 0,0-1 0,0 1-1,0-1 1,0 0 0,0 1 0,0-1 0,0 0-1,0 0 1,0 0 0,-1 0 0,1 0 0,-1 0-1,1 0 1,0 0 0,-1 0 0,0-1 0,1 1-1,-1 0 1,1-1 0,-3 1 0,-34 2 188,44-10 1,43-25-1187,104-49 0,27-16-1879,-160 84 2776,0 0-1,-1-2 1,-1 0-1,-1-2 1,0 1-1,21-28 0,-32 35 333,0-1-1,0 1 0,-1-1 0,0 0 1,0 0-1,-1-1 0,-1 0 0,0 1 0,0-1 1,-1 0-1,0 0 0,-1 0 0,0-1 0,-1 1 1,-1 0-1,1 0 0,-4-17 0,2 24-156,0 0 1,0 0-1,0 0 0,-1 0 0,1 0 0,-1 0 0,0 0 0,0 1 0,0 0 0,-1-1 1,1 1-1,-1 0 0,1 1 0,-1-1 0,0 1 0,0 0 0,0 0 0,-1 0 0,1 0 0,0 1 1,-1-1-1,1 1 0,-1 0 0,-5 0 0,-5-1 50,0 0 1,0 1-1,0 0 1,0 2-1,0-1 1,-19 5-1,27-3-115,0-1-1,1 1 0,-1 1 1,1-1-1,0 1 0,0 1 1,0-1-1,0 1 0,0 0 1,1 0-1,-1 0 0,1 1 1,0 0-1,1 0 0,-1 0 1,1 1-1,0 0 0,0-1 1,1 1-1,0 1 0,0-1 1,0 0-1,1 1 0,-3 9 1,-1 12 82,1-1 0,1 1 0,1 0 0,2 46 0,0-63-54,1 0 0,0 0-1,1 0 1,0 0 0,1 0 0,0 0 0,1-1 0,0 1 0,1-1-1,0 0 1,1 0 0,0 0 0,0 0 0,1-1 0,8 10 0,-5-8-47,1 0 0,1 0 0,-1-2 1,2 1-1,-1-1 0,1-1 1,1 0-1,0-1 0,0 0 0,0-1 1,1 0-1,0-1 0,0-1 1,0 0-1,0-1 0,1-1 1,-1 0-1,27 0 0,-26-1-389,0-1-1,0 0 1,-1-1 0,1-1-1,22-5 1,-17-1-1029,-1 0 1,0-1 0,31-21 0,-50 30 1413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51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575 1 3970,'0'0'4477,"3"29"-3704,62 437-148,-40-305-319,63 322 172,-79-458-439,-9-25-36,1 0-1,-1 0 0,0 0 0,0 0 0,0 0 0,0 0 1,0 0-1,1 0 0,-1 0 0,0 1 0,0-1 0,0 0 1,0 0-1,1 0 0,-1 0 0,0 0 0,0 0 1,0 0-1,0 0 0,1 0 0,-1 0 0,0-1 0,0 1 1,0 0-1,0 0 0,1 0 0,-1 0 0,0 0 0,0 0 1,0 0-1,0 0 0,0 0 0,1 0 0,-1-1 1,0 1-1,0 0 0,0 0 0,0 0 0,0 0 0,0 0 1,0 0-1,0-1 0,0 1 0,0 0 0,1 0 0,-1 0 1,0 0-1,0-1 0,0 1 0,0 0 0,0 0 1,0 0-1,0 0 0,0-1 0,0 1 0,0 0 0,-1 0 1,7-46 151,-5 15-122,-2 0-1,-1 0 1,-8-44-1,6 57-27,-1 1 0,-1 0 0,0 0 0,-1 1 0,-1 0 0,0 0-1,-17-23 1,12 21-6,-1 1-1,-1 0 1,0 1-1,-1 0 0,-1 2 1,0 0-1,-26-16 1,28 21 5,0 1 0,-1 1 0,1 0 0,-1 1 0,-1 1 0,1 1 0,-1 0 0,0 1 1,0 1-1,-21-1 0,27 3 2,0 1 1,0 0 0,0 0-1,1 1 1,-1 0 0,0 1-1,1 1 1,-1 0 0,1 0-1,0 0 1,-13 9-1,11-4 63,-1 0-1,1 1 0,1 1 0,-1-1 1,2 2-1,0-1 0,-13 20 0,8-7 155,1 1-1,2 0 1,0 1-1,2 0 1,0 1-1,2 0 0,1 1 1,-5 42-1,10-55-94,1 0-1,0-1 1,1 1-1,1 0 1,5 25-1,-5-33-101,1-1-1,0 1 1,0-1-1,1 1 0,0-1 1,0 0-1,1 0 1,-1 0-1,1-1 1,1 1-1,-1-1 1,1 0-1,0 0 1,8 6-1,-2-4-12,1 0 0,-1-1-1,1 0 1,0-1 0,0 0-1,1-1 1,-1-1 0,1 0-1,0-1 1,16 1 0,9 0-45,0-2 0,58-7-1,-51 1-468,0-3 0,83-24-1,88-59-4955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52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57 2161,'0'0'6859,"-6"-14"-6459,5 12-395,0-3-2,0 1 0,-1 0 0,0 0-1,0 0 1,0 0 0,0 0 0,0 1-1,-5-6 1,7 10-4,-1-1-1,1 0 0,0 0 1,-1 1-1,1-1 0,0 0 1,-1 0-1,1 1 0,0-1 1,-1 1-1,1-1 0,0 0 1,-1 1-1,1-1 0,0 1 1,0-1-1,0 0 0,-1 1 1,1-1-1,0 1 0,0-1 1,0 1-1,0-1 0,0 1 1,0-1-1,0 1 0,0-1 1,0 1-1,0 0 0,-2 47-55,0 290 87,5 376 73,0-672-51,-2-33 122,0-29 118,0-202 276,0 205-569,1 0 1,1 0-1,0 0 0,2 0 0,0 0 0,0 1 0,1 0 1,1 0-1,1 1 0,1 0 0,0 0 0,17-21 0,-16 24-26,0 0 0,1 1 0,1 0-1,-1 1 1,2 0 0,0 1 0,0 0-1,0 1 1,1 0 0,0 1 0,1 1-1,-1 0 1,30-6 0,-31 9 8,1 1 1,0 1-1,-1 0 1,1 0-1,0 2 1,0-1-1,-1 2 1,18 3-1,-22-2 8,-1-1 0,0 1 0,0 1 1,0-1-1,-1 1 0,1 1 0,-1-1 0,0 1 0,0 1 0,0-1 0,-1 1 0,0 0 0,10 13 0,-6-4 8,0 0 0,-1 1 0,-1 0 0,-1 0-1,0 1 1,-1 0 0,-1 0 0,0 0 0,-1 1 0,-1-1 0,-1 1 0,0 35 0,-2-39 20,-1 1 1,-1 0-1,0-1 1,-1 1-1,0-1 0,-1 0 1,-1 0-1,0 0 1,-1-1-1,-1 0 0,0 0 1,0 0-1,-1-1 1,-1 0-1,0 0 1,-13 11-1,-1-4 21,0 0-1,-2-2 1,0-1 0,-1-1 0,-1-1 0,0-1-1,-1-1 1,0-2 0,-1 0 0,0-2-1,0-2 1,-40 5 0,66-11-59,-1 1 1,1-1-1,-1 1 0,1-1 1,-1 0-1,1-1 0,-1 1 1,1 0-1,-1-1 0,1 0 1,-1 0-1,-3-1 0,6 0-55,-1 1 0,1-1 0,-1 0 1,1 1-1,-1-1 0,1 0 0,0 0 0,0 0 0,0 0 0,0 0 0,0 0 0,1 0 0,-1 0 0,1-1 0,-1 1 0,1 0 0,0 0 0,0 0 0,0-5 0,-2-65-3387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52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432 130 2705,'0'0'5579,"-5"34"-5283,-17 112-168,20-134-123,1-1-1,0 1 1,1-1 0,0 1-1,0-1 1,2 1-1,-1-1 1,1 0 0,1 1-1,0-1 1,1 0 0,0-1-1,0 1 1,7 10 0,-6-15-4,-1 0 1,1 0 0,1 0-1,-1-1 1,1 0 0,0 0-1,0-1 1,1 1 0,-1-1-1,1 0 1,0-1 0,0 0-1,0 0 1,1-1 0,-1 1-1,1-2 1,-1 1 0,14 0-1,-8 0 21,1 0-1,-1-1 0,0-1 0,1 0 0,-1-1 0,1 0 1,-1-1-1,0 0 0,0-1 0,0-1 0,0 0 0,-1-1 1,1 0-1,-1-1 0,14-9 0,-10 5 66,-1-1 0,0 0 0,-1-1 0,0-1 0,-1 0 0,0 0-1,-1-2 1,-1 1 0,0-2 0,-1 1 0,-1-1 0,0-1 0,-1 0 0,-1 0 0,0 0 0,-2-1-1,0 0 1,-1 0 0,0-1 0,0-21 0,-2-71 226,-2 41 30,0 77-372,1-1-1,-1 0 0,1 0 1,1 0-1,-1 0 0,3 5 1,6 23-54,55 264 51,-13 3-1,20 449 1,-72-197 38,-2-512-5,-3 0 1,-1 1 0,-2-2-1,-1 1 1,-3-1 0,-1-1-1,-23 48 1,27-70 1,0-1-1,-1 0 0,0 0 1,-1-1-1,-1-1 0,-1 0 1,0-1-1,0 0 1,-2 0-1,1-2 0,-1 0 1,-1-1-1,0 0 1,-1-1-1,0-1 0,0-1 1,0 0-1,-25 5 1,9-4 21,-1-3 1,1 0 0,-1-2 0,0-1 0,0-2 0,-46-6-1,54 2-5,1-1 0,-1-1 0,1-1 0,0-1 0,0-1 0,1-1 0,0-1 0,-39-27 0,41 23 7,1-2 0,0 0 0,2-1 0,0-1 1,1-1-1,1-1 0,1-1 0,0 0 0,-20-41 0,22 32 20,1-1 0,1 0 0,2-1 0,1-1 0,2 0 0,1 0 0,-1-41 0,5 41-54,1 1-1,2-1 0,2 1 1,1 0-1,1-1 1,2 2-1,2-1 0,0 1 1,2 0-1,2 1 0,1 1 1,18-30-1,-8 21-66,1 1-1,2 2 1,2 1-1,1 1 1,2 1 0,1 2-1,2 1 1,59-39-1,-59 47 52,1 1 0,0 2 0,2 2 0,0 1 0,1 2-1,0 1 1,1 3 0,1 1 0,65-6 0,-95 14 15,52 0-37,-60 1 45,-1 0 0,1 1 0,-1-1-1,1 1 1,-1-1 0,0 1-1,1 0 1,-1 0 0,0 0 0,0 0-1,1 0 1,-1 0 0,0 1-1,0-1 1,0 1 0,-1 0 0,1-1-1,0 1 1,2 4 0,-2-3-1,-1 0 0,0 1 1,0-1-1,0 0 0,-1 1 1,1-1-1,-1 1 0,0-1 1,0 1-1,0-1 0,0 1 1,-2 4-1,1 1 0,-1-1 1,0 1-1,-1-1 1,-5 12-1,2-9-172,0-1 1,0 0-1,-1-1 0,0 1 0,-1-1 0,0-1 0,0 1 0,-1-1 0,-14 10 0,-20 1-5767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53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54 332 4770,'-6'-27'1622,"3"10"-1389,-11-46 492,-4-70 1,16 115-699,-5-51 2023,6 64-1490,0 10-165,0 42-463,22 250 64,-9-178 93,9 96 0,10 120-21,-30-284-694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53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407 1 3954,'0'0'5570,"-175"53"-5378,121 39-80,4 21-112,-1 15-160,10-6-3089,5-4-2049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53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0 193 4962,'0'0'2994,"161"-21"-2962,-16-20 32,40-10 80,8 10-48,-6 17-96,-18 9-320,-38 15-1457,-39 0-704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55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2753,'0'0'3493,"23"-5"-3288,29-5-164,1 2 0,71-1 0,-68 8-11,143-2 335,234 27 0,-257 4-215,-2 7 0,-1 9 0,-2 6 0,234 104 0,-256-90-86,688 294 125,-348-136-187,-24 44 15,97 144 461,-95-64 189,-319-246-485,202 100 1,-117-93 143,5-9 1,441 116-1,-545-183-295,1-6 1,1-6-1,263 2 0,-338-21-22,397-16 4,264-93-71,-300 39 70,452-35-12,-443 63-27,-7-37 25,-309 53 1,131-13 1,120 8 31,-23 2-2,-143 6-23,723-68-42,-524 42 36,-338 36 0,-2-3 1,0-2 0,-1-3-1,83-41 1,235-163-82,-19 10-70,-240 153 102,-2-6-1,-4-4 1,147-124-1,-48 25 53,-181 151-12,2 1 1,-1 1-1,2 2 1,0 1 0,56-17-1,38 2 12,134-14-1,-218 38 4,88-12-36,153-27 20,-277 43 11,0 0 0,1-1 0,-1 1 0,0-1 0,0 0 1,9-7-1,-10 6-28,0 1 0,1 0 0,-1 0 0,1 0 0,0 1 0,6-3 0,7-3-247,-19 8 266,0 0 0,0 0 0,1 0 0,-1 0 0,0 0 0,0-1 0,0 1 0,0 0 0,0 0 0,0 0 0,0-1 0,0 1 0,0 0 0,0 0 0,1 0 0,-1 0 0,0-1 0,0 1 0,0 0 0,0 0 0,0 0 0,0-1 0,-1 1 0,1 0 0,0 0 0,0 0 0,0-1 0,0 1 0,0 0 0,0 0 0,0 0 0,0 0 0,0-1 0,0 1 0,-1 0 0,1 0 0,0 0 0,0 0 0,0 0 0,0-1 0,0 1 0,-1 0 0,1 0 0,-35-12-175,-20-1 184,-288-56 417,560 68-255,-63 1-1157,267-33 0,-389 27 993,-17 3 19,-1 0 1,1 1-1,0 1 1,-1 0-1,28 3 1,-41-2-17,-1 0 0,0 0 0,1 0 1,-1 0-1,0 0 0,1 1 0,-1-1 1,0 0-1,1 0 0,-1 0 0,0 0 1,0 1-1,1-1 0,-1 0 0,0 0 0,0 1 1,0-1-1,1 0 0,-1 0 0,0 1 1,0-1-1,0 0 0,0 1 0,1-1 1,-1 0-1,0 0 0,0 1 0,0-1 1,0 0-1,0 1 0,0-1 0,0 0 0,0 1 1,0-1-1,0 0 0,0 1 0,1 14 95,0 1-1,-1-1 0,-1 0 1,0 0-1,-1 1 0,-1-1 1,0-1-1,-1 1 0,-1 0 1,0-1-1,-1 0 0,0 0 1,-1 0-1,-15 21 0,10-19-81,-1 0-1,0-1 0,-1 0 0,-1-1 0,0-1 0,-1 0 1,0-1-1,-1-1 0,0 0 0,-36 15 0,31-17-372,-1-1 0,0-1 0,0-1 0,-42 6 0,8-10-3177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57.0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1869 200 2721,'0'0'5109,"3"-6"-4490,0 0-507,-1 5-82,-1-1-1,0 0 0,0 0 1,0 0-1,0 0 0,0 0 1,0 0-1,0 0 0,-1 0 1,1 0-1,-1-1 0,1-3 1,-1 5-20,-1 1-1,1-1 1,-1 0 0,1 0 0,-1 0-1,1 0 1,-1 0 0,0 1 0,1-1-1,-1 0 1,0 1 0,0-1 0,1 0-1,-1 1 1,0-1 0,0 1 0,0-1-1,0 1 1,0 0 0,0-1 0,0 1-1,0 0 1,0 0 0,0-1 0,0 1-1,0 0 1,0 0 0,-1 0 0,-39-2-21,30 2 40,-190-11 42,-352-27 56,359 16-213,-501-29 2050,666 51-1936,0-2 0,0-1 0,-45-10 0,69 13-9,4 0 34,4 0-57,-1 0 1,1 1-1,0-1 0,0 1 1,0 0-1,0-1 0,-1 1 1,1 0-1,0 1 0,-1-1 1,1 0-1,-1 1 0,1 0 0,-1-1 1,0 1-1,4 4 0,-1 1-1,0 0 0,0 1 0,0 0-1,4 11 1,-8-17 6,25 59 1,-2 0 1,30 127-1,1 140 7,-27 102 35,-28 4-11,-1-203-17,1-228-15,3 23 49,-2-25-48,-1 0 0,1-1-1,0 1 1,-1 0 0,1-1 0,0 1 0,0 0 0,-1-1-1,1 1 1,0-1 0,0 1 0,0-1 0,0 0-1,0 1 1,-1-1 0,1 0 0,0 1 0,0-1-1,0 0 1,0 0 0,0 0 0,0 0 0,0 0 0,2 0-1,6-1-2,0-1 0,0 1 0,0-1 0,0-1 0,0 0 0,8-3 0,20-7-5,102-23-129,2 7 1,162-14-1,291 18-264,-116 25 100,-461 1 304,0-2 0,0 0 0,0-1 0,-1-1 0,21-5-1,-36 4 38,0 1 0,0-1 0,0 1 0,-1-1 0,1 1 0,-1-1 0,0 1 0,0-1 0,0 0-1,-2-5 1,2-2 15,-2-20 106,-10-59 0,-3-17-73,13-151-67,4 148-26,-5 0 0,-21-140 0,16 185-15,2-1 1,4-96 0,3 85-94,5-62-244,-7 139 355,1-1 0,-1 1-1,0-1 1,1 1 0,-1-1 0,1 1 0,-1 0-1,0 0 1,1-1 0,-1 1 0,0 0 0,1 0-1,-1 0 1,0-1 0,0 1 0,1 0 0,-1 0-1,0 0 1,1 0 0,-1 1 0,0-1 0,1 0-1,-2 0 1,-4 1-6,-234-3-2408,96-5-1084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5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444 169 2241,'0'0'2684,"1"-15"-2436,1 0-85,3-73 1691,-5 87-1823,-1-1 0,1 1 0,0 0 0,-1-1 0,0 1 0,1 0 0,-1-1 0,0 1 0,1 0 0,-1 0 0,0 0 0,0 0 0,0 0 0,0 0 0,0 0 0,0 0 0,0 0 0,-1 0 0,1 0 0,0 1 0,0-1 0,-1 1 0,1-1 0,0 1 0,-1-1 0,1 1 0,-1-1 0,1 1 0,-1 0 0,-1 0 0,-9-2-45,1 1 1,-21 0-1,26 2 62,-10-2-46,3 1 6,0 0 1,1 0-1,-1 1 1,0 0-1,1 1 1,-1 1-1,1 0 0,-14 5 1,11-2 3,0 2 1,0-1-1,1 2 0,0 0 1,1 0-1,0 2 1,0-1-1,1 1 0,-13 17 1,17-18-3,1 0 1,0 1 0,0-1-1,1 1 1,1 1-1,0-1 1,0 1-1,2 0 1,-1 0 0,1 0-1,1 0 1,-1 19-1,3-15 4,0 1 0,0-1 0,2 0 0,4 20-1,-4-28-5,1 1-1,0-1 0,0 1 0,1-1 1,1 0-1,-1 0 0,1-1 0,1 0 0,7 10 1,0-4 2,1 1 0,1-1 0,0-1 0,1-1 0,0 0 0,1-1 0,0 0 0,0-2 0,1 0 0,1 0 0,-1-2 1,1 0-1,0-1 0,1-1 0,-1-1 0,1 0 0,24-1 0,-8-1 14,41-3-1,-63 0-17,-1 0-1,1 0 1,-1-1-1,0-1 1,0 0-1,14-7 0,-14 5 3,-1 0-1,1-1 0,-2-1 0,1 0 0,-1 0 0,0-1 0,-1-1 0,0 1 1,-1-2-1,0 1 0,-1-1 0,0 0 0,7-13 0,-8 9-2,0-1 0,-2 0 0,1 0-1,-2 0 1,0 0 0,-1-1-1,-1 1 1,-1-1 0,0 0 0,-3-18-1,1 22-7,-1 1 0,0-1 0,-1 1 0,-1 0 0,0 0-1,0 0 1,-2 0 0,1 1 0,-2-1 0,-13-17-1,10 15 5,-1 1-1,-1 0 1,0 1-1,-1 1 0,-1 0 1,0 0-1,-24-14 0,30 22-14,0-1-1,0 1 1,0 0-1,0 0 1,0 1-1,-1 0 1,1 0-1,-1 1 0,1 0 1,-16 1-1,23 0-60,-1 0-1,1 0 0,-1 0 0,1 0 1,-1 0-1,1 0 0,0 1 0,-1-1 0,1 1 1,-1-1-1,1 1 0,0-1 0,-1 1 1,1 0-1,0 0 0,0-1 0,-1 1 1,1 0-1,0 0 0,0 0 0,0 0 0,0 1 1,0-1-1,1 0 0,-1 0 0,0 0 1,0 1-1,1-1 0,-1 2 0,-6 16-2050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6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332 104 3842,'0'0'3930,"-17"-17"-3514,-58-50-323,73 65-93,0 0 0,0 0 0,-1 1 1,1-1-1,0 1 0,-1 0 0,0-1 0,1 1 0,-1 0 0,0 0 0,0 1 1,1-1-1,-1 1 0,0-1 0,0 1 0,0 0 0,0 0 0,0 0 0,0 0 1,1 0-1,-1 1 0,0-1 0,0 1 0,0 0 0,0 0 0,1 0 0,-1 0 1,1 0-1,-4 2 0,4-2-1,-6 4-4,-1 0 1,1 0 0,0 1-1,1 0 1,0 1 0,0-1-1,0 1 1,1 1-1,0-1 1,-8 13 0,4-4 5,1 1 1,1-1 0,0 2-1,-8 27 1,11-19 28,0-1 0,2 1 0,1 0 1,1 0-1,5 48 0,-3-66-26,0 0 1,1 0-1,1 0 0,-1 0 0,1 0 0,1-1 1,-1 1-1,1-1 0,1 0 0,-1 0 1,1 0-1,1-1 0,-1 1 0,1-1 0,0 0 1,1-1-1,0 0 0,8 6 0,-3-4 3,1 0 0,-1 0 0,2-1-1,-1-1 1,1 0 0,0 0 0,0-2 0,0 0-1,0 0 1,17 0 0,-6-1 11,0-1 1,0-1-1,0-1 1,0-1-1,32-8 1,-46 8-12,0-2 1,0 1-1,-1-1 0,1-1 0,-1 0 1,0 0-1,-1-1 0,1 0 1,-1-1-1,0 0 0,-1 0 1,0-1-1,13-14 0,-12 10 4,-1-1-1,0 0 0,-1 0 1,0 0-1,-2-1 1,1 0-1,-2 0 0,6-24 1,-7 18-3,-1 0 1,0 0-1,-1-1 1,-2 1-1,-4-35 0,3 45-4,-1 0 0,0 1-1,0 0 1,-1-1 0,0 1 0,0 0-1,-1 1 1,-1-1 0,1 1-1,-1 0 1,-1 0 0,0 1-1,0 0 1,0 0 0,-1 0-1,0 1 1,-15-9 0,12 9-15,-1 0 0,0 0 0,0 1 0,0 1 0,-1 0 0,0 0 0,0 2 0,0-1 0,0 1 0,0 1-1,0 0 1,0 1 0,-20 2 0,29-1-124,0 0 0,-1 0 0,1 0 0,0 0 0,0 0-1,0 1 1,0 0 0,0 0 0,0 0 0,1 0-1,-1 1 1,1-1 0,-1 1 0,-4 5 0,-11 10-4686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384 121 1729,'0'0'2692,"-2"-14"-2071,-8-44-207,9 56-369,1 0 1,0 0-1,-1 0 0,0 0 1,1 0-1,-1 1 0,0-1 1,0 0-1,0 0 1,0 0-1,0 1 0,-1-1 1,1 0-1,0 1 1,-1-1-1,1 1 0,-1 0 1,0-1-1,0 1 0,1 0 1,-4-2-1,1 2 12,0 0 0,-1 0 0,1 1 0,0-1 0,0 1 0,0 0 0,-8 1-1,0-1-36,-3 0 18,0 0 0,-1 1 1,-17 4-1,26-3-30,0 0 0,-1 0 0,1 1 1,0 0-1,1 0 0,-1 1 0,0-1 0,-8 8 0,2-1 24,1 0-1,1 0 0,0 1 0,1 1 1,0 0-1,0 0 0,2 0 1,-1 1-1,2 1 0,0-1 1,1 1-1,0 0 0,1 1 1,-6 25-1,9-26-19,1 0 1,0 0 0,0 0-1,2 0 1,0 0 0,0 0-1,2 0 1,0 0 0,0-1-1,1 1 1,1-1-1,1 0 1,0 0 0,0 0-1,1-1 1,1 0 0,0 0-1,16 16 1,-7-10 0,2 0 1,0-1-1,1-1 1,1-1-1,0-1 1,1-1-1,1 0 1,0-2-1,0 0 1,1-2-1,1 0 1,0-2-1,0-1 1,1 0-1,-1-2 0,1-1 1,0 0-1,0-2 1,32-3-1,-48 2-6,1-1-1,-1 0 0,0-1 0,1 0 0,-1-1 0,0 0 0,-1 0 0,1-1 1,-1 0-1,1-1 0,-1 0 0,-1 0 0,1-1 0,-1 0 0,0 0 0,0-1 1,-1 0-1,0 0 0,0-1 0,-1 0 0,0 0 0,0 0 0,-1-1 0,0 0 1,-1 0-1,4-11 0,-2 3 5,-1 0 0,-1 0-1,-1 0 1,0 0 0,-1 0 0,-1-1 0,-1 1 0,-1 0 0,0-1 0,-1 1 0,-7-25 0,0 19-12,-2 1 0,0-1 0,-1 2 0,-2-1 1,0 2-1,-1 0 0,-1 0 0,-1 2 0,-33-29 1,39 37-7,-1 0 1,0 1 0,-1 1 0,0 0 0,0 0 0,0 1 0,-1 1 0,0 0 0,-1 1 0,1 0 0,-1 1 0,0 1 0,0 0 0,-27-2 0,41 5-7,0 0 1,-1 0-1,1 0 1,0 1-1,0-1 1,-1 0-1,1 0 1,0 1-1,0-1 1,0 0-1,-1 1 1,1-1-1,0 1 1,0 0-1,0-1 1,0 1-1,0 0 1,0 0-1,0-1 1,0 1-1,0 0 1,1 0-1,-1 0 0,0 0 1,1 0-1,-1 0 1,0 0-1,1 0 1,-1 2-1,0-1-114,1 1-1,-1 0 1,1-1-1,0 1 1,0-1-1,0 1 1,0 0-1,1-1 1,-1 1-1,1-1 0,-1 1 1,1-1-1,2 5 1,0-2-419,0 0 0,1 0 0,-1 0 0,8 7 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45 166 3858,'0'0'2977,"-34"-144"-1760,29 125-209,0 16 257,5 28-1265,0 37-112,0 29 112,0 18 16,0 9 16,10-2-16,18-10 0,6-12-16,8-27-1201,-9-38-4593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8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478 146 2721,'0'0'2145,"-11"-23"-1211,-3-7-519,-21-33 0,34 61-392,-1 0 1,0 0-1,1 0 1,-1 0-1,0 0 0,0 0 1,0 0-1,0 1 1,0-1-1,-1 1 1,1-1-1,0 1 1,-1 0-1,1 0 1,-1 0-1,1 0 1,-1 0-1,0 1 1,1-1-1,-1 1 0,0-1 1,1 1-1,-1 0 1,0 0-1,0 0 1,1 1-1,-1-1 1,-2 1-1,-9 0 28,6 0-41,-1 1 1,0-1 0,1 1 0,0 1-1,-1 0 1,1 0 0,0 0 0,0 1-1,1 0 1,-1 1 0,1-1-1,0 1 1,0 1 0,-9 8 0,-4 6-1,1 0 1,1 1-1,-19 30 0,21-27 26,2 0 0,0 0 1,2 1-1,1 1 0,1 0 0,1 0 0,2 1 0,1 0 0,1 0 0,1 1 0,0 38 0,4-53-21,0-1 0,1 1 0,0-1 0,1 1-1,1-1 1,0 0 0,7 18 0,-6-22-7,0 0 0,1 0 0,0-1 1,0 0-1,0 0 0,1 0 0,0 0 0,1-1 0,0 0 0,0 0 0,9 5 0,-5-4 3,0 0 1,1-1-1,-1-1 0,1 0 1,1 0-1,-1-1 0,24 4 1,-13-4 8,1-2 0,0 0 0,33-3 0,-41 0-12,0-1 1,0 0-1,-1-1 1,1-1-1,-1 0 1,0-1 0,0-1-1,-1 0 1,1-1-1,-1 0 1,-1-1-1,0-1 1,0 0 0,0-1-1,-2 0 1,1 0-1,-1-1 1,-1-1-1,0 0 1,-1 0 0,0-1-1,-1 0 1,0 0-1,-1-1 1,-1 0-1,0 0 1,6-27 0,-8 24-3,-1 0 0,0-1 0,-2 0 0,0 1 0,-1-1 0,-1 0 0,-1 1 0,-1-1 0,0 1 1,-1-1-1,-1 1 0,-1 0 0,-15-31 0,10 29-16,-2 0 0,0 0 0,-2 1 0,0 1 0,0 0 0,-28-22 0,33 31 2,-1 0 1,1 1-1,-2 0 1,1 0-1,-1 1 1,0 1-1,-1 0 1,1 0-1,-1 1 1,0 1-1,0 0 0,-24-2 1,35 5 3,-1-1 0,0 1 0,1 0-1,-1 0 1,0 0 0,0 1 0,1-1 0,-1 0 0,0 1 0,1 0 0,-1 0-1,1-1 1,-1 2 0,1-1 0,0 0 0,-1 0 0,1 1 0,0-1 0,0 1-1,0-1 1,0 1 0,-2 2 0,1 0-43,1 0 0,0 1 0,0-1 0,1 0 0,-1 1 1,1 0-1,0-1 0,0 1 0,1-1 0,-1 10 0,1-6-284,0 0 0,0-1 1,1 1-1,2 12 0,0-11-400,0 0-1,1-1 1,7 13 0,-11-20 630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65 205 3474,'0'0'1366,"0"7"-884,0 21-193,0-21 876,0-12 287,-1-4-1367,1-1 1,0 1-1,1-1 0,0 1 1,1-1-1,0 1 0,0 0 1,1 0-1,1 0 0,-1 0 1,1 0-1,1 1 1,0-1-1,0 1 0,1 0 1,8-9-1,-5 9-92,0 0 0,0 1 0,1-1 0,0 2 0,1 0-1,-1 0 1,1 1 0,0 0 0,1 0 0,-1 2 0,1-1 0,0 1 0,0 1 0,0 0-1,0 0 1,0 2 0,13-1 0,-22 1 4,1 0-1,0 0 1,-1 1-1,1-1 1,-1 1 0,1 0-1,-1 0 1,1 0-1,-1 0 1,0 0 0,1 1-1,-1-1 1,0 1-1,0 0 1,0 0-1,0 0 1,-1 0 0,1 1-1,-1-1 1,1 1-1,-1-1 1,0 1 0,0 0-1,0 0 1,0 0-1,-1 0 1,1 0 0,1 6-1,1 5-12,0 0 0,-2 1 0,0-1 0,0 1 0,-2 23 0,0-21 17,-1-1-1,-1 0 0,-1 0 1,0 0-1,-1-1 0,-1 1 1,-1-1-1,0 0 0,-1 0 1,-1 0-1,0-1 1,-1 0-1,0-1 0,-18 20 1,7-12 17,-1 0 0,0-1 1,-1-1-1,-1-1 1,-1-1-1,-1-2 0,-1 0 1,0-1-1,-41 16 1,61-28 45,1 0 0,-1 0 0,0 0 0,1-1 0,-1 0 0,0 0 0,-9 0 0,163-12 201,-72 3-253,487-8 39,-505 16-51,-26 0-7,-21-1-5,0 1-1,1 0 1,-1 0-1,0 1 1,0 0-1,1 1 1,20 7-1,-31-9-8,0 1 0,1 0 0,-1-1 0,0 1 0,1 0 0,-1 0 0,0 0 0,0 0 0,0 0 0,0 0 0,0 0 0,0 0-1,1 2 1,-2-2-6,0-1 0,0 1 0,1 0-1,-1-1 1,0 1 0,0-1 0,0 1-1,0 0 1,0-1 0,0 1 0,0-1-1,0 1 1,0 0 0,0-1-1,0 1 1,-1-1 0,1 1 0,0 0-1,0-1 1,-1 1 0,1-1 0,0 1-1,-1-1 1,1 1 0,0-1 0,-1 1-1,1-1 1,-1 1 0,1-1 0,-1 0-1,1 1 1,-1-1 0,0 1-1,-5 2-244,0-1-1,0 1 0,-1-1 0,1 0 0,0-1 0,-9 2 0,-70 6-2328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 49 3169,'0'0'2151,"-30"-11"-1383,10 2-691,-1 2 1,-1 0-1,-41-8 1,59 15-74,1 0 0,-1 0 1,1 0-1,0 1 1,-1-1-1,1 1 1,-1 0-1,1-1 1,0 1-1,0 1 1,-1-1-1,1 0 0,0 1 1,0 0-1,0-1 1,1 1-1,-1 0 1,0 1-1,1-1 1,-1 0-1,1 1 0,0-1 1,-3 5-1,-10 13 31,1 0 0,0 0-1,2 1 1,1 1 0,0 0-1,2 1 1,1 0 0,-8 33-1,9-20 55,1 1 0,2-1-1,1 1 1,6 72-1,-1-96-76,0 1-1,0 0 1,2-1-1,-1 0 1,2 0-1,0 0 1,1 0 0,0-1-1,1 1 1,16 20-1,-17-25-3,1 0 0,1 0 0,-1-1 0,1 0 0,1-1 0,-1 0 0,1 0-1,0-1 1,1 1 0,-1-2 0,1 0 0,0 0 0,0 0 0,0-1 0,17 2 0,-12-2 6,1-2 1,-1 0-1,1 0 1,0-1 0,0-1-1,23-4 1,-28 2-6,-1 1 1,1-2-1,-1 1 1,1-1-1,-1-1 1,0 0 0,-1 0-1,1-1 1,16-13-1,-11 6 2,-1-1 1,0-1-1,-1 0 0,-1-1 0,0 0 0,-1-1 0,-1 0 0,-1 0 1,-1-1-1,10-30 0,-11 25-1,-1-1 0,-1 1 0,-2-1 0,0 0 0,-2 0 0,0-1 0,-2 1 1,-5-30-1,4 43-12,-1 1 0,0-1 0,-1 1 0,0 0 0,0 0 0,-1 0 0,-1 0 0,0 1 0,0 0 0,-1 0 0,0 1 0,-1-1 0,0 1 0,0 1 0,-1 0 0,-9-7 0,8 7-2,-1 1 1,1 0-1,-1 0 0,0 1 0,-1 1 0,1 0 1,-1 0-1,0 1 0,0 0 0,0 1 0,-1 0 0,1 1 1,0 1-1,-20 0 0,28 1-16,0-1 1,0 0-1,0 1 1,0 0-1,0 0 1,0 0-1,0 0 0,1 0 1,-1 1-1,1 0 1,-1-1-1,1 1 1,-1 1-1,1-1 0,0 0 1,0 1-1,0-1 1,1 1-1,-1 0 1,1 0-1,-1 0 1,1 0-1,0 1 0,0-1 1,0 0-1,1 1 1,-1-1-1,1 1 1,0 0-1,0-1 0,0 1 1,1 0-1,-1 0 1,1-1-1,0 1 1,0 0-1,1 0 0,0 5 1,10 30-2281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0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109 209 3570,'0'0'1803,"-16"11"-1565,-48 31-126,39-28 538,25-14-615,-1 0 1,1 0-1,0-1 0,0 1 0,0 0 0,-1 0 0,1 0 0,0-1 0,0 1 0,0 0 0,0 0 0,-1 0 0,1-1 0,0 1 1,0 0-1,0 0 0,0 0 0,0-1 0,0 1 0,0 0 0,0 0 0,0-1 0,0 1 0,0 0 0,0 0 0,0-1 0,0 1 0,0 0 1,0 0-1,0-1 0,0 1 0,0 0 0,0 0 0,0 0 0,0-1 0,1 1 0,-1 0 0,0-1 0,1-8 142,0-2-142,0 1 0,1-1 0,0 0-1,1 0 1,1 1 0,-1-1 0,2 1-1,-1 0 1,1 0 0,1 1 0,0 0 0,1-1-1,0 2 1,0-1 0,1 1 0,0 0-1,0 1 1,14-10 0,-12 9-48,1 0-1,1 1 1,-1 1-1,1 0 1,0 0-1,0 1 1,1 0-1,0 1 1,0 1 0,0 0-1,0 1 1,0 0-1,1 0 1,-1 2-1,26 1 1,-35-1 9,0 1 0,1 0-1,-1 0 1,0 1 0,0-1 0,0 1 0,-1 0 0,1 0-1,0 0 1,-1 0 0,1 1 0,-1-1 0,0 1 0,0 0 0,0 0-1,0 0 1,0 0 0,-1 1 0,0-1 0,1 1 0,-1-1 0,-1 1-1,1 0 1,2 6 0,0 5-16,0 0 0,-1 0 0,-1 1 0,0-1 0,-1 19 0,0-10 15,-6 46 1,3-61 8,1 0 1,-2-1-1,1 1 0,-2 0 0,1-1 0,-1 0 1,0 0-1,-6 8 0,5-7 17,-1-1 0,0 0-1,-1 0 1,1-1 0,-2 1 0,1-1-1,-1-1 1,-12 9 0,20-15 0,-1 1 0,1-1-1,0 0 1,-1 0 0,1 1 0,0-1 0,-1 0 0,1 0 0,0 0-1,-1 1 1,1-1 0,-1 0 0,1 0 0,0 0 0,-1 0 0,1 0-1,-1 0 1,1 0 0,0 0 0,-1 0 0,1 0 0,-1 0 0,1 0-1,0 0 1,-1 0 0,1 0 0,-1 0 0,1-1 0,-1 1-1,0-11 502,11-14-237,-4 18-279,1-1-1,-1 2 0,1-1 0,0 1 1,1 0-1,0 0 0,10-5 0,-3 2-14,0 1 0,1 1 0,21-7 0,-26 10-3,1 1 0,-1 0-1,1 0 1,17-1 0,-26 4 6,0 0-1,1 0 0,-1 0 1,0 0-1,0 1 0,0-1 1,0 1-1,0-1 0,0 1 1,0 0-1,0 0 0,0 1 1,0-1-1,0 1 1,0-1-1,-1 1 0,1 0 1,-1 0-1,1 0 0,-1 0 1,0 0-1,3 4 0,1 3-3,-1 1-1,-1 0 1,1 0 0,-2 0-1,1 0 1,-1 0-1,-1 0 1,2 20-1,-2-6-3,-1 1 0,-5 46 0,0-49 18,-1-1 0,-1 0 0,0-1 0,-2 1 0,-1-1 0,0-1 0,-2 1 0,0-2 0,-1 1 0,-1-1-1,-1-1 1,0-1 0,-1 0 0,-1 0 0,-1-2 0,-29 21 0,37-28 2,-1-1 0,1 0 1,-1-1-1,0 0 0,0-1 0,-1 0 0,1 0 0,-1-1 1,0 0-1,0-1 0,0 0 0,0-1 0,-1 0 0,1-1 1,-13 0-1,22-1 1,0 1 0,-1 0-1,1-1 1,0 1 0,0-1 0,0 1 0,-1-1 0,1 0 0,0 0 0,0 0 0,0 0 0,0-1 0,1 1-1,-1 0 1,0-1 0,0 1 0,1-1 0,-1 1 0,-1-4 0,1 2 9,0-1 1,0 0-1,1 1 1,-1-1-1,1 0 1,0 0-1,0 0 1,0 1-1,1-1 1,-1-6-1,1 1 0,1 0-1,0 0 0,0 0 0,0 1 1,1-1-1,1 0 0,0 0 0,0 1 1,7-14-1,-4 14-20,0-1-1,1 1 1,0 1 0,0-1-1,1 1 1,0 0 0,0 1 0,0 0-1,1 0 1,15-7 0,-16 9-3,0 0 0,1 0 1,-1 1-1,1 0 1,0 1-1,0 0 0,0 1 1,0-1-1,0 1 0,0 1 1,1 0-1,13 1 1,-20 0 3,0-1 1,-1 1-1,1-1 0,0 1 1,-1 0-1,1 0 1,-1 0-1,1 0 1,-1 1-1,0-1 1,1 1-1,-1-1 1,0 1-1,0 0 1,0-1-1,0 1 1,-1 0-1,1 0 1,0 1-1,-1-1 1,0 0-1,1 0 1,-1 1-1,1 3 1,1 3-15,-1 0 0,-1 0 0,0 0 0,0 0 1,-1 14-1,0-18-102,0 0 0,0 0 0,0 1 0,-1-1 0,0 0 0,0 0 0,0 0 0,0 0 0,-1 0 0,0 0 1,0 0-1,-1-1 0,1 1 0,-1-1 0,0 1 0,-1-1 0,1 0 0,-1 0 0,1 0 0,-1-1 0,-6 5 0,-54 33-4154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437 38 4578,'0'0'779,"-23"-6"206,-78-21-508,93 26-421,0-1 0,0 1 0,0 1 0,0-1 0,-1 1 0,1 1 0,0-1 0,0 2 0,0-1 0,0 1 0,0 0 0,1 0 0,-1 1 0,1 0 0,-1 0 0,1 1 0,0-1 0,0 2 0,1-1 0,-1 1 0,1 0 0,0 0 0,0 1 1,-6 7-1,-2 5 38,1 0 1,1 1-1,0 1 1,2 0-1,0 0 1,-10 33-1,12-28-45,2 1 0,0 0 0,2 0 0,0 0 0,2 42 0,2-55-24,0 0 0,1 0-1,1 0 1,5 22 0,-5-28-17,1-1-1,0 1 1,1 0 0,-1-1-1,1 0 1,0 0-1,1 0 1,-1-1 0,1 1-1,7 5 1,-3-4 1,0 1 0,1-1 0,0 0 0,0-1 1,1-1-1,0 1 0,0-1 0,0-1 0,23 6 0,-13-5 8,1-2-1,0 0 1,0-2-1,37-1 0,-43-1 1,1 0-1,-1-2 1,0 0-1,0 0 1,-1-2-1,1 0 1,-1 0-1,0-1 1,-1-1-1,1-1 1,-1 0-1,19-14 1,-22 13-10,-1 1 0,0-2 0,0 0 0,-1 0 0,0 0 0,-1-1 0,-1 0 0,1-1 0,-2 1 0,0-1 0,0-1 0,-1 1 0,-1-1 0,5-23 1,-6 19 5,-1-1 0,0 1 0,-2-1 0,0 1 0,-3-20 0,1 27-11,0 1-1,0-1 1,-1 1-1,0 0 1,-1-1 0,0 2-1,-1-1 1,0 0-1,0 1 1,-10-12 0,2 5-4,-1 0 0,-1 2 0,-1-1 1,0 2-1,-22-14 0,26 19-2,1 1-1,-1 0 1,1 1-1,-1 0 0,-1 1 1,1 0-1,-1 1 1,0 0-1,-19-1 1,29 4-4,0-1 1,0 1 0,0 0-1,0 1 1,0-1 0,0 0-1,0 1 1,0-1 0,0 1-1,0 0 1,0 0 0,1 0-1,-1 1 1,-3 1 0,5-2-30,0 0 1,0 0 0,0 0-1,0 0 1,1 0 0,-1 1-1,0-1 1,1 0 0,-1 1-1,0-1 1,1 0 0,0 1-1,-1-1 1,1 1 0,0-1-1,0 0 1,0 1 0,0-1 0,0 1-1,0-1 1,0 1 0,1-1-1,-1 0 1,0 1 0,1-1-1,-1 0 1,1 1 0,1 1-1,-1 0-182,1-1 0,-1 1-1,1-1 1,0 1 0,-1-1-1,1 0 1,0 0 0,0 0-1,1 0 1,-1 0 0,0 0-1,1 0 1,3 1 0,9 4-2086,33 12-1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3570,'0'0'4172,"1"8"-4052,1 17-119,1 0 1,2 0-1,1 0 0,17 45 0,-17-55 8,0-1-1,1-1 1,0 1 0,1-1-1,1 0 1,0-1 0,1 1 0,0-2-1,1 0 1,12 11 0,-15-17-3,0-1 0,-1 0 0,1 0 0,1 0 1,-1-1-1,1 0 0,-1 0 0,1-1 0,0-1 1,14 2-1,-2-1 25,-1-2 1,1 0 0,31-5-1,-36 3-17,0-2-1,0 0 0,0-1 0,0 0 0,-1-2 1,0 1-1,0-2 0,-1 0 0,20-14 0,-25 16 2,-1-1 0,1 0-1,-1 0 1,0-1 0,-1 0-1,0 0 1,0-1 0,-1 1-1,0-2 1,-1 1 0,0 0 0,-1-1-1,0 0 1,6-20 0,-7 12 114,-1-1 1,0 1-1,-2-24 1,0 37-16,0-1 1,-1 1-1,0 0 0,0-1 1,0 1-1,-1 0 0,0 0 1,0 0-1,0 0 0,0 0 1,-1 0-1,0 1 0,0-1 1,0 1-1,-7-6 0,10 9-103,0 1-1,0-1 1,-1 1 0,1 0-1,0-1 1,-1 1-1,1 0 1,0-1-1,-1 1 1,1 0 0,0-1-1,-1 1 1,1 0-1,-1 0 1,1-1-1,-1 1 1,1 0 0,-1 0-1,1 0 1,-1 0-1,1 0 1,-1 0-1,1 0 1,-1 0 0,1 0-1,-1 0 1,1 0-1,-1 0 1,1 0-1,-1 0 1,1 0 0,-1 0-1,1 0 1,0 1-1,-1-1 1,1 0-1,-1 0 1,1 1 0,-1-1-1,1 0 1,0 1-1,-1-1 1,1 0-1,0 1 1,-1-1 0,1 0-1,0 1 1,0-1-1,-1 1 1,1 0-1,-7 28-77,6-22 102,-9 73 62,3 140-1,8-179-46,-2-17-31,2 0 0,2 0 0,0 0 0,1-1 1,13 39-1,42 90-1711,-39-108-4193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 75 3137,'0'0'2911,"-22"-16"-2057,11 6-721,3 4-63,1-1 0,-2 1 0,1 1 0,-1-1 0,-18-7-1,24 12-53,0 0 0,0 0 0,0 0 0,0 1 0,0-1 0,0 1 0,0-1 0,0 1 0,0 0-1,0 0 1,0 1 0,0-1 0,0 1 0,0-1 0,0 1 0,0 0 0,0 0 0,0 0 0,1 0 0,-1 1-1,0-1 1,1 1 0,-1-1 0,1 1 0,-1 0 0,1 0 0,0 0 0,-3 4 0,-8 8 49,1 2 0,1-1 0,0 1 0,2 1 0,-1-1 0,2 2 1,-11 32-1,12-23 3,0 0 0,3 1 0,0 0 0,0 46 0,4-58-45,1 0 0,0-1-1,1 1 1,0-1 0,1 0-1,1 1 1,1-1 0,0-1-1,1 1 1,1-1 0,0 0-1,1 0 1,1-1 0,0 0 0,1 0-1,0-1 1,13 11 0,-10-11-14,0-1 0,1 0 1,1-1-1,-1-1 0,2 0 1,-1-1-1,1 0 0,1-1 1,-1-1-1,1-1 0,0 0 1,1-1-1,-1-1 0,1 0 1,-1-1-1,1-1 0,0-1 1,0 0-1,28-4 0,-37 2-1,0 0-1,0 0 0,0-1 1,-1 0-1,1-1 0,-1 1 1,0-2-1,0 1 1,0-1-1,-1 0 0,0 0 1,0-1-1,0 0 0,-1 0 1,0-1-1,0 1 0,0-1 1,-1-1-1,0 1 1,-1-1-1,0 1 0,6-16 1,-2-2 5,0 0 0,-2 0 0,-1 0 0,-2-1 0,0 0 1,-1-37-1,-2 47-11,0 1 0,-2-1 0,1 1 0,-2-1 0,0 1 0,-1 0 0,-1 0 0,0 0 0,-1 1 0,-1-1 0,0 1 0,-1 1 0,0-1 0,-1 1 0,-1 1 0,-18-19 0,18 21-6,-1 0-1,0 1 1,-1 0-1,0 1 1,0 0-1,-1 1 1,0 0-1,0 1 1,-1 0-1,0 1 1,0 1-1,0 0 0,0 1 1,-1 0-1,0 1 1,1 0-1,-1 2 1,0-1-1,-23 4 1,36-3-14,1 0 1,-1 0 0,0 0-1,1 0 1,-1 1 0,0-1 0,1 0-1,-1 1 1,1 0 0,-1-1-1,1 1 1,-1 0 0,1 0-1,0-1 1,-1 1 0,1 0-1,0 0 1,0 1 0,0-1 0,0 0-1,0 0 1,0 0 0,0 1-1,0-1 1,0 0 0,1 1-1,-1-1 1,0 1 0,1-1-1,-1 1 1,1-1 0,0 1-1,0-1 1,-1 1 0,1-1 0,0 1-1,0 0 1,1-1 0,-1 1-1,0-1 1,0 1 0,1 1-1,10 26-2684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 4066,'0'0'4882,"267"-40"-4818,-117 38-64,-15 2-304,-28 0-2529,-45 0-241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0 1953,'0'0'4314,"-7"14"-4237,1-3-63,1 0 0,0 0 0,1 1 0,0 0 0,1 0-1,0 0 1,1 0 0,1 1 0,-1 17 0,3 349 984,-1-379-997,0-26 166,6-47 0,-5 64-163,1 0 0,1 0 0,0 0 0,0 0 0,0 1 0,2 0 1,-1 0-1,1 0 0,7-10 0,-5 10-7,0 1 0,0-1 0,0 2 0,1-1-1,0 1 1,1 0 0,0 1 0,-1 0 0,2 0 0,-1 1 0,14-5 0,-6 4-12,0 1 0,0 0 0,0 2 0,1 0 0,-1 0 0,20 2 1,-28 0 6,-1 1 0,1-1 1,-1 2-1,1-1 0,-1 1 1,0 0-1,0 1 1,1 0-1,-2 0 0,1 0 1,13 9-1,-13-6 0,-1 0 0,1 0 0,-2 1-1,1 0 1,-1 0 0,0 0 0,0 1 0,-1 0-1,0 0 1,6 15 0,-3-4-8,-2 0-1,0 0 1,-2 1 0,0 0 0,2 30-1,-5-20 8,-1 0-1,-1 0 1,-6 33-1,4-49 15,-1 0 0,-1 0 0,0 0 0,-1-1 0,0 0 0,-1 0 0,-1 0 0,0-1 0,-1 0 0,0 0 0,-1-1 0,-1 0 0,0-1 0,0 0 0,-17 11-1,16-13 33,1 0 0,-1-1-1,-1 0 1,1-1-1,-1-1 1,0 0 0,0 0-1,-1-1 1,1-1-1,-1 0 1,0-1 0,0 0-1,0-1 1,0 0 0,0-2-1,-26-2 1,36 2-17,1 0 0,-1 0 1,1 0-1,-1-1 0,1 0 1,0 1-1,-1-1 0,1 0 0,0 0 1,0-1-1,1 1 0,-1-1 1,0 1-1,1-1 0,-1 0 1,1 0-1,0 0 0,0 0 1,0 0-1,1 0 0,-1-1 0,1 1 1,0 0-1,0-1 0,0 1 1,-1-8-1,1 4 7,0 0 0,1 0 0,0 0 1,0 0-1,1 0 0,0 0 0,0 0 0,0 0 0,1 1 1,0-1-1,1 0 0,-1 1 0,6-9 0,-3 8-28,1 0 0,1 0-1,0 1 1,0-1 0,0 1 0,0 1 0,1-1-1,0 1 1,0 1 0,1-1 0,-1 2-1,1-1 1,0 1 0,0 0 0,0 0 0,1 1-1,-1 1 1,1-1 0,-1 1 0,1 1-1,-1 0 1,1 0 0,13 2 0,-19 0 0,0-1 0,0 1-1,0-1 1,0 1 0,-1 0 0,1 1 0,-1-1 0,0 0 0,1 1-1,-1 0 1,0 0 0,-1 0 0,1 0 0,0 0 0,-1 0 0,0 1-1,0-1 1,0 1 0,3 6 0,-3-3-199,1-1-1,-1 0 1,-1 1-1,1 0 1,-1-1-1,-1 1 1,1 0-1,-1 0 1,0-1 0,-2 11-1,-6 1-4345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554 23 704,'0'0'2132,"-30"-4"-859,-99-13-356,115 16-787,1 0 0,0 1 1,0 0-1,0 1 0,-1 1 0,1 0 0,0 0 0,0 1 0,1 1 0,-1 0 0,1 1 0,0 0 0,0 0 1,0 1-1,1 1 0,0 0 0,1 0 0,-1 1 0,1 1 0,-13 14 0,9-7-33,1 1 0,0 0 0,2 1 0,0 1 0,1-1 0,1 2 0,1-1 0,1 1 0,1 0 0,-7 39 0,8-29-18,2 1 0,0-1 1,3 1-1,0 0 0,6 35 0,-3-51-62,0 0 0,1 0 0,1 0 0,0-1 0,1 1 0,0-1 0,2-1 0,-1 1 0,2-1 0,0-1 1,0 1-1,15 13 0,-13-16-9,0 0 1,0-1-1,1 0 0,1-1 1,0 0-1,0 0 1,0-1-1,28 9 0,-23-11 5,1 0-1,-1-1 1,1-1-1,0-1 1,1-1-1,29-1 0,-35 0-4,0-2-1,0 1 0,0-2 0,0 0 1,0 0-1,0-1 0,-1-1 0,0 0 1,0-1-1,0 0 0,-1-1 0,0 0 1,0-1-1,-1 0 0,0-1 0,-1 0 1,0-1-1,0 0 0,-1 0 0,10-16 1,-8 10-3,-2 0 0,0 0 0,-1-1 0,-1-1 0,-1 1 0,0-1 1,-1 0-1,-1 0 0,-1 0 0,-1 0 0,0-1 0,-2 1 0,-2-26 1,1 31-2,0 0 0,-2 0 0,1 0 0,-2 0 1,0 1-1,0 0 0,-2-1 0,1 1 0,-2 1 1,1-1-1,-18-20 0,14 19-7,-2 1-1,0 1 1,0 0-1,-1 0 1,-1 1-1,0 1 1,0 0-1,-1 0 1,-20-7 0,19 10-5,1 1 0,-1 0 0,-1 1 0,1 1 0,0 1 0,-1 0 0,-21 0 0,36 2 6,-7 0-4,1 0 0,0 0 0,-16 3 0,22-2 4,0-1 0,0 1 0,0 0 0,0-1 1,0 1-1,0 0 0,1 0 0,-1 0 0,0 0 0,1 0 1,-1 1-1,1-1 0,-1 0 0,1 1 0,-1-1 1,1 1-1,0-1 0,0 1 0,0-1 0,-2 5 0,2-2-104,0 0-1,0 1 0,0-1 0,0 1 0,1 0 0,0-1 0,0 1 1,0-1-1,0 1 0,1-1 0,0 1 0,0-1 0,0 1 1,1-1-1,0 1 0,-1-1 0,1 0 0,5 6 0,-1-4-491,1-1 0,-1 1 0,2-2 0,-1 1 0,14 6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616 84 5362,'0'0'1236,"-33"-14"-735,-110-42 70,132 53-455,0 0-1,0 1 1,0 0-1,-1 0 1,1 1-1,-20 1 1,17 0-48,0 1 0,0 0 1,0 1-1,0 1 1,1 0-1,-1 1 1,1 0-1,0 1 0,0 0 1,0 1-1,1 0 1,0 1-1,0 0 0,1 1 1,0 1-1,-15 14 1,15-12-34,0 1 1,0 1-1,2 0 0,0 0 1,0 1-1,1 0 0,1 1 1,0-1-1,1 1 1,-7 31-1,11-36-18,0 1 0,0-1 1,1 1-1,1-1 0,0 1 0,0-1 0,1 1 1,1-1-1,0 1 0,0-1 0,1 0 0,0 0 1,1 0-1,0 0 0,1-1 0,0 1 1,12 15-1,-6-12-4,1 1 1,1-2-1,0 0 1,1-1-1,0 0 1,1 0-1,20 9 1,-11-8-3,0-1 0,1-1 0,1-1 0,34 8-1,-8-7-3,0-2-1,1-2 1,0-3-1,78-4 0,-121 1-2,-1-1-1,1 1 0,-1-2 0,1 0 0,-1 0 0,18-6 0,-24 6-1,0 1 0,0-1 0,0 0 0,0 0 0,0 0 1,0 0-1,0-1 0,-1 1 0,0-1 0,1 1 0,-1-1 0,0 0 0,0 0 0,0 0 0,-1 0 0,1 0 0,-1 0 0,0-1 0,0 1 0,0 0 0,1-4 0,-2 2 1,1 1-1,0-1 0,-1 0 1,0 1-1,0-1 1,-1 1-1,1-1 0,-1 1 1,0-1-1,0 1 1,-1-1-1,1 1 0,-1 0 1,0-1-1,-3-4 1,1 3-4,-1 1 0,1 0 0,-1 0 1,0 0-1,0 1 0,-1-1 0,1 1 1,-1 0-1,-10-5 0,-1 2-6,0 0-1,0 0 1,-1 2-1,0 0 0,0 1 1,0 1-1,-21-2 1,12 3 7,1 0 0,-1 2 0,0 1 1,1 1-1,-36 7 0,53-6 2,0-1 0,0 1 0,0 0 0,0 1 0,1 0 1,0 0-1,0 1 0,-8 6 0,11-7-1,0 0-1,1 0 1,0 1 0,0-1-1,0 1 1,0 0 0,1 0-1,0 1 1,0-1 0,0 1-1,1-1 1,0 1 0,-2 6-1,3-9-32,1 0 1,-1 0-1,0-1 0,1 1 0,0 0 0,0 0 1,0 0-1,0 0 0,1 0 0,-1 0 0,1 0 0,1 6 1,0-6-156,0 0 1,0 0-1,1-1 1,-1 1-1,1 0 1,-1-1-1,1 0 1,0 1-1,3 1 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4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 46 3570,'0'0'909,"-23"-8"-215,2 0-480,8 3-63,-1-1 0,0 2 0,0 0 0,0 1 0,0 0 0,-1 1 0,1 0 0,-1 1 0,-15 1-1,16 2-20,0 0-1,0 1 0,0 1 0,0 0 0,1 0 0,0 2 0,0-1 0,0 2 0,0-1 0,1 2 0,0 0 0,1 0 0,-15 14 0,6-3-32,1 0 0,0 1 1,2 1-1,1 0 0,1 1 0,-14 27 0,20-32-23,1 1 0,1 1 0,0-1 0,1 1 0,2 0 0,0 1 0,1-1 0,1 0 0,1 1 0,0 0 0,5 36 0,-2-48-68,0 1 0,0-1 0,1 0 0,0 1 0,0-1 0,1-1 0,0 1 0,0 0 0,1-1 0,0 0 0,1 0 0,6 7 0,-3-5 3,1-1 0,0 0 0,1 0 0,0-1 0,0 0-1,1-1 1,18 7 0,0-3 7,-1-1 0,2-1-1,-1-2 1,1-1 0,-1-1-1,43 0 1,-47-3-12,-1-2 1,1 0-1,0-1 0,-1-2 1,43-11-1,-57 12-3,1-2 0,-1 1 0,0-1 0,0-1 0,0 0 0,-1 0 0,0-1 0,0-1 0,-1 1 0,0-1 0,-1-1 0,1 1 0,12-20 0,-13 16-1,-2 0 0,0 0 0,0 0-1,-1-1 1,0 0 0,-2 0 0,1 0 0,-2 0 0,0-1-1,0 1 1,-2-1 0,1 1 0,-2-1 0,-3-19 0,2 16-1,-2 1 1,0 0 0,-1 0 0,-1 0-1,0 1 1,-2-1 0,1 1 0,-2 1 0,0 0-1,-1 0 1,-15-16 0,14 18-5,-1 0 1,0 1 0,-1 1-1,-1-1 1,1 2-1,-2 0 1,1 1-1,-1 0 1,0 1-1,-1 1 1,0 0-1,0 1 1,0 0 0,-1 1-1,0 1 1,0 1-1,-30-1 1,44 3 1,-6 0 0,0 0 1,1 1-1,-15 2 1,21-3-6,0 1 0,0-1 0,-1 1 1,2 0-1,-1 0 0,0 0 0,0 0 1,0 0-1,0 0 0,1 0 0,-1 1 1,0-1-1,1 0 0,-1 1 0,1-1 1,0 1-1,-1 0 0,1-1 0,-1 4 1,0-1-101,1-1 0,1 0 0,-1 1 1,0-1-1,1 1 0,0-1 0,-1 1 0,1-1 1,1 6-1,6 25-3112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344 31 2833,'0'0'1862,"-23"-6"-1088,-8-3-396,-41-6-1,68 15-334,0-1 1,0 1-1,-1 0 0,1 0 0,0 1 0,0-1 0,-1 1 1,1-1-1,0 1 0,0 1 0,0-1 0,0 0 1,0 1-1,0 0 0,-4 3 0,1 0 27,1 0 0,0 0 0,1 1 0,-1-1 0,-6 11 0,7-10-23,-7 11 76,0-1-1,2 1 1,0 1 0,1 0-1,0 0 1,2 1-1,-6 23 1,6-15 21,2 1 1,1 0-1,2 0 0,1 44 0,1-59-125,1 1 0,1-1 0,0 0 0,0 1 0,1-1 0,1 0 0,1-1 0,0 1 0,0-1-1,1 0 1,1 0 0,0 0 0,1-1 0,0 0 0,1 0 0,0-1 0,1 0 0,0-1 0,1 0 0,20 13 0,-15-12-13,1-1 1,0-1-1,0-1 1,1 0 0,0-1-1,0-1 1,1 0-1,-1-2 1,1 0 0,0-1-1,0 0 1,33-3-1,-36 1-10,-1-2 0,1 0-1,0-1 1,-1-1 0,1 0-1,-1 0 1,0-2 0,-1 0-1,1 0 1,-1-2-1,-1 1 1,1-2 0,-1 0-1,-1 0 1,16-15 0,-17 11-17,0 0-1,0-1 1,-2 0 0,1-1 0,-2 0 0,0 0-1,-1 0 1,-1-1 0,0 0 0,-2-1 0,1 1 0,-2-1-1,-1 1 1,0-1 0,-1-20 0,0 26 22,-1 0 1,0-1-1,-1 1 1,-1 0-1,0-1 1,0 1-1,-1 0 1,-1 0-1,0 0 0,0 1 1,-1 0-1,-1-1 1,0 1-1,0 1 1,-1-1-1,0 1 1,-1 0-1,0 1 1,0 0-1,-1 0 0,-18-12 1,12 10-1,-1 0 0,-1 1 0,1 1 0,-2 0 0,1 2 0,-1-1 0,0 2 0,0 1 0,-1 0 0,1 1 0,-1 0 0,0 2 0,0 0 0,0 1 0,-32 4 0,47-3-20,1 0 0,0 0 1,-1 0-1,1 0 0,0 0 0,0 1 1,0-1-1,0 1 0,0 0 0,0 0 1,0 0-1,1 0 0,-1 0 0,1 1 1,0-1-1,-1 1 0,1-1 0,0 1 1,1 0-1,-1 0 0,0 0 0,1 0 1,0 0-1,-1 0 0,1 0 0,1 0 1,-1 0-1,0 1 0,1-1 1,0 0-1,0 1 0,0-1 0,0 0 1,0 0-1,1 1 0,-1-1 0,3 5 1,-1-4-409,0 0 0,0 0 0,1 0 0,0-1 0,0 1 0,5 4 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555 94 2865,'0'0'2204,"-29"-17"-1193,-96-48 14,120 63-974,0 0 1,0 0-1,0 1 1,0 0-1,0 0 1,-1 0-1,1 0 1,0 1-1,-1-1 1,1 2-1,0-1 1,0 0-1,-1 1 1,1 0-1,-6 2 1,3 0 4,0 0 1,1 1-1,-1 0 1,1 1 0,0 0-1,-9 7 1,6-4-10,-12 10 23,1 0-1,1 2 1,1 0 0,1 1 0,1 1 0,0 0-1,2 1 1,1 1 0,1 1 0,1-1 0,2 2 0,0-1-1,2 1 1,1 1 0,1-1 0,1 1 0,-1 32-1,6-47-50,-1 0-1,2 1 1,0-1-1,0 0 1,1 0-1,1 1 0,0-1 1,9 21-1,-8-24-13,1-1 1,0 0-1,0-1 0,1 1 0,0-1 0,0 0 0,1 0 0,0-1 0,0 0 0,1 0 0,0 0 0,13 6 1,-5-3 3,1-2 0,1 0 0,-1 0 0,1-2 0,0 0 0,24 3 0,-15-4 6,1-2 1,1-1-1,41-2 1,-56 0-7,-1-1-1,1 0 1,0 0 0,-1-2 0,0 1-1,0-2 1,0 0 0,0 0 0,-1-1-1,17-10 1,-21 10-6,0 0 1,0-1-1,-1 0 1,0 0-1,-1 0 0,1-1 1,-1 0-1,-1 0 0,0 0 1,0-1-1,0 1 1,-1-1-1,-1 0 0,5-18 1,-4 10 3,0 0 0,-2-1 0,0 0 0,-1 1 0,-1-1 0,0 0 0,-7-32 0,5 39-5,-1-1-1,-1 1 1,0 0 0,-1 0-1,0 0 1,-1 0-1,0 1 1,0 0 0,-1 0-1,-1 1 1,0 0-1,-14-13 1,8 10-5,-1 0 1,-1 1-1,0 1 0,-1 0 1,0 1-1,0 1 0,-1 1 1,0 0-1,0 1 0,0 1 1,-1 1-1,0 0 0,0 1 1,0 1-1,-20 1 0,36 0 2,1 1 0,-1 0 0,0 0-1,1 0 1,-1 1 0,0-1 0,1 1-1,-1-1 1,1 1 0,-1 0 0,-3 1-1,5-1-6,0 0-1,0 1 0,0-1 1,0 0-1,1 0 1,-1 1-1,0-1 0,1 0 1,-1 1-1,0-1 1,1 1-1,0-1 0,-1 1 1,1-1-1,0 1 0,0-1 1,0 1-1,0 1 1,0-1-78,-1 1 0,1-1 0,0 0 1,0 1-1,1-1 0,-1 0 0,0 0 1,1 1-1,-1-1 0,1 0 1,0 0-1,0 0 0,0 1 0,2 2 1,2 0-560,0 0 0,1-1 0,0 1 1,-1-1-1,14 6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 55 2785,'0'0'942,"-30"0"125,-146 0 1220,235-5-503,685-44-1650,-720 49-116,-20 0 28,-11 4 29,-17 12 60,0 0 0,0 2 1,2 1-1,1 0 1,0 1-1,1 2 1,2 0-1,-18 27 1,22-24-31,1 1 0,1 1 0,2-1-1,1 2 1,1-1 0,1 1 0,2 0 0,1 1 0,1-1 0,2 1 0,3 38 0,-1-56-148,0 0-1,2 0 1,-1 0-1,1 0 1,1-1 0,0 0-1,0 1 1,1-1-1,1-1 1,9 14-1,11 17-3061,-17-19-3727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5026,'0'0'288,"151"-59"-208,-29 52-32,15 4 49,1 3-97,-16 0-225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6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71 375 496,'0'0'4338,"-6"-21"-3596,-20-77-139,24 91-559,1-1-1,1 1 1,-1-1 0,1 0-1,1 1 1,-1-1 0,2 0-1,-1 1 1,1-1 0,0 1 0,0 0-1,1-1 1,0 1 0,1 0-1,-1 1 1,1-1 0,1 1-1,-1-1 1,1 1 0,1 0 0,-1 1-1,1-1 1,9-6 0,-1 2-5,-1 1 0,1 0 0,1 1 0,0 1 1,0 0-1,0 1 0,1 0 0,0 2 0,26-6 0,-26 8-35,0 0-1,1 0 1,0 2-1,-1 0 1,1 1-1,26 4 0,-39-4-5,-1 0-1,0 0 1,1 0-1,-1 1 1,0-1-1,0 1 1,0 0-1,0 0 1,0 0-1,0 0 1,-1 0-1,1 1 1,-1-1-1,0 1 1,3 3-1,-2-2 2,0 1 0,-1 0 0,1 0 0,-1 1 0,0-1 0,-1 0 0,0 0 0,2 10 0,-2-3 9,-1 0-1,0 0 1,-1-1-1,0 1 1,-1 0 0,0-1-1,-1 1 1,-5 14-1,0-11 27,0 1-1,0-2 0,-2 1 1,0-1-1,-1 0 1,0-1-1,-1 0 1,-15 12-1,-118 86 709,136-105-680,-16 12 53,-2 0 77,0 1 1,-45 44 0,65-56-170,0 1 0,1 0 0,0 1 0,0 0 0,1 0 0,0 0 0,1 0 0,0 0 1,0 1-1,1 0 0,0 0 0,1 0 0,-1 13 0,2-16-20,0 0 0,1 0 0,0-1 0,0 1 0,1 0 1,-1 0-1,2-1 0,-1 1 0,1-1 0,0 1 0,0-1 0,1 1 0,0-1 0,0 0 0,1 0 0,-1-1 0,1 1 0,1-1 0,-1 1 0,1-1 0,0 0 1,0-1-1,1 1 0,-1-1 0,1 0 0,9 4 0,-2-1 0,0-1 1,1-1-1,0-1 0,0 1 1,0-2-1,27 4 1,88-2-28,-116-4 23,0-2 0,0 0 0,0 0 0,-1-1 0,23-6 0,-30 6 1,1 0 0,-1 0 0,0-1 0,0 0 0,0 0 0,0 0 0,-1 0 0,1-1 0,-1 1 0,0-1 0,0 0 0,0-1 0,-1 1 0,0 0 0,4-7 1,-1-1 3,-1-1 1,0 0 0,-1 0 0,-1 0 0,0-1-1,-1 1 1,0-1 0,-1 1 0,-1-1 0,0 0-1,-1 0 1,0 1 0,-1-1 0,-1 1 0,0-1-1,-1 1 1,-1 0 0,0 1 0,-7-14 0,-1 8-4,0-1 1,-1 2 0,-1 0 0,0 0 0,-2 2-1,0 0 1,0 0 0,-2 2 0,-20-13 0,-6 1-64,-1 2 0,-95-34-1,138 57-69,1-1-1,0 0 0,0 0 0,-1 0 0,1 0 0,0-1 0,0 1 1,0 0-1,-2-3 0,-5-15-4037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6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454 122 4386,'0'0'750,"27"-2"-174,88-5 40,-110 7-587,-1 0 0,0 0-1,0 0 1,0 1 0,0-1-1,0 1 1,0 0 0,0 0 0,0 0-1,0 1 1,0 0 0,0-1-1,-1 1 1,1 0 0,-1 1 0,1-1-1,-1 0 1,0 1 0,0 0-1,0 0 1,-1 0 0,1 0 0,3 6-1,-2-1 6,0 1-1,-1 0 1,0 0 0,0 1-1,-1-1 1,-1 1-1,1 11 1,0-6-4,-1 1 1,-1-1-1,-1 1 1,0-1-1,-6 25 1,5-30-20,-1-1 0,-1 1 1,1-1-1,-2 0 0,1 0 1,-1 0-1,-1-1 0,0 0 1,-12 15-1,8-14 24,0 0-1,-1 0 0,0-1 1,0 0-1,0-1 1,-1 0-1,-1-1 1,1-1-1,-1 1 0,-19 4 1,13-5 91,0-1 0,0-1 0,0-1 1,0 0-1,-1-2 0,-37-2 0,45 0-99,1-1-1,0 0 1,0 0 0,0-1 0,0 0-1,0 0 1,1-2 0,0 1-1,0-1 1,0 0 0,1-1 0,0 0-1,0-1 1,1 1 0,0-2-1,1 1 1,0-1 0,0 0-1,1 0 1,-10-19 0,11 19-5,1 0 1,0 0-1,1 0 0,0-1 1,0 1-1,1-1 1,0 0-1,1 0 0,0 1 1,1-1-1,0 0 1,1 0-1,0 0 0,0 0 1,1 1-1,1-1 0,-1 1 1,2-1-1,-1 1 1,1 0-1,1 0 0,0 0 1,0 1-1,7-10 1,1 6-22,-1-1 1,1 2 0,1 0 0,0 0-1,1 1 1,0 1 0,1 0 0,30-12-1,-15 8-3,2 2 0,-1 2 1,62-11-1,-62 15 2,0 1 0,1 2 0,51 2 0,-73 1 0,0 0 0,0 1 0,-1 0 0,1 0 0,0 1 0,-1 0 0,0 1 0,0 0 0,0 1 0,-1 0 0,1 0 0,-1 1 0,0 0 0,9 9 0,-8-4 3,0 1 0,-1-1 0,0 2 0,-1-1 0,-1 1 1,0 0-1,-1 1 0,0-1 0,-1 1 0,-1 0 0,0 1 0,-1-1 1,1 25-1,-2-18 48,-1-1 0,-2 0 0,0 0 0,-1 0 0,-1 0 0,-1 0 0,-1-1 0,-1 1 0,-13 31 0,7-31 53,0 0-1,0 0 1,-2-1-1,-1 0 1,-21 20-1,2-7 112,-68 51 1,57-52-325,0-1 0,-2-3 1,-1-2-1,-1-1 1,-1-3-1,-73 21 0,-120 4-3954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100 313 3634,'0'0'2257,"-12"13"-1996,-40 41-39,49-51-205,0 1 0,0 0 0,1 0 0,0 0 0,-1 0 0,1 0 0,-1 5 0,2-7 48,1 1 0,-1-1 0,0 0 0,0 0 0,0 0 0,0 0 1,-1 0-1,1-1 0,-3 4 504,4-11 199,-1-17-634,1 1-1,1-1 0,2 0 1,0 1-1,1 0 1,2-1-1,12-32 0,-9 35-136,1 1-1,1 0 1,1 0-1,19-21 1,-26 34-1,0 0 1,1 0-1,0 0 0,0 1 1,1 0-1,-1 0 1,1 1-1,0 0 1,0 0-1,1 0 0,0 1 1,-1 0-1,1 0 1,0 1-1,8-1 1,-13 2-1,0 1 1,0 0 0,0 0 0,-1 0 0,1 0-1,0 0 1,0 0 0,-1 1 0,1-1 0,0 1-1,-1 0 1,1 0 0,0 0 0,-1 0 0,1 0-1,-1 1 1,0-1 0,1 1 0,-1-1 0,0 1-1,0 0 1,0 0 0,0 0 0,0 0 0,-1 0-1,1 0 1,-1 0 0,1 1 0,-1-1 0,0 0-1,1 4 1,3 8-2,-1 0 1,0-1-1,-2 2 0,3 23 0,-5-31 6,7 331 31,-7-328-29,-1 0 0,1 0-1,-2-1 1,1 1 0,-5 13-1,-1-14 14,2-14 6,-2-18 23,3-27-38,5-94-1,0 128-43,1 1 0,0 0 0,2 0 0,0 0-1,1 1 1,0-1 0,1 1 0,1 0 0,0 0-1,1 1 1,10-14 0,-12 19 4,0 1-1,1-1 1,0 1 0,0 1-1,1-1 1,0 1-1,0 0 1,0 0 0,1 1-1,-1 1 1,1-1 0,1 1-1,-1 0 1,1 1-1,-1 0 1,1 1 0,0 0-1,15-1 1,-20 2 9,-1 1-1,0 0 1,0 0 0,0 0 0,0 1 0,0-1-1,0 1 1,1 0 0,-1 0 0,-1 0-1,1 1 1,0-1 0,0 1 0,5 4 0,-5-3 20,-1 0 1,0 0 0,0 1 0,0-1-1,0 1 1,0 0 0,-1 0 0,0 0-1,0 0 1,0 0 0,0 0 0,1 9-1,3 17 11,-1 1-1,-2 0 0,-1 0 1,-3 38-1,1-27 18,-1 7 64,-12 86 0,9-80-10,4-55-77,0 1 0,0-1-1,0 1 1,0 0 0,0-1 0,0 1 0,1-1 0,-1 1 0,0-1-1,0 1 1,1-1 0,-1 1 0,0-1 0,1 1 0,-1-1 0,1 1 0,-1-1-1,0 0 1,1 1 0,-1-1 0,1 1 0,-1-1 0,1 0 0,-1 0 0,1 1-1,0-1 1,-1 0 0,1 0 0,-1 0 0,1 1 0,-1-1 0,1 0 0,0 0-1,-1 0 1,1 0 0,0 0 0,27-3 63,-22 3-51,2-2-5,1 0 0,0 0 0,-1-1 0,1 0 0,-1-1 0,0 1 0,0-2 0,10-5 0,6-7-22,25-24 0,-38 32 0,13-12-105,-2 0 0,0-1 0,-1-2 0,-2 0 0,0-1 0,15-27 1,-26 37 58,0 0 0,-1-1 0,-1 0 0,-1-1 0,0 1 0,-1-1 0,-1 0 0,0 0 0,-2 0 0,0 0 0,-1 0 0,-2-20 0,1 31 63,-1 0-1,1 0 0,-1 0 1,0 0-1,-1 1 1,1-1-1,-1 1 0,0 0 1,-1-1-1,1 1 1,-1 0-1,0 1 1,-1-1-1,1 1 0,-1 0 1,0 0-1,0 0 1,0 1-1,0-1 1,-1 1-1,1 0 0,-1 1 1,-6-3-1,6 3 27,1 1-1,0-1 0,-1 1 0,0 0 0,1 0 1,-1 1-1,0-1 0,0 1 0,1 0 1,-1 1-1,0-1 0,1 1 0,-1 0 1,1 1-1,-1-1 0,1 1 0,-1 0 1,1 0-1,0 1 0,0 0 0,0-1 1,0 2-1,1-1 0,-1 0 0,-7 8 0,2 1 88,1 1 0,0 0-1,1 0 1,1 0 0,0 1-1,1 0 1,0 0 0,1 1-1,-5 26 1,2-1 258,3 0 0,-1 60 0,6-87-283,0 1 0,1-1 0,1 1 1,4 18-1,-4-25-65,0-1 0,1 1 0,0-1 1,0 0-1,1 0 0,-1 0 0,1-1 1,1 1-1,-1-1 0,9 8 0,-2-4-13,0-1 0,1 0 0,-1 0 0,2-1 0,-1-1 0,1 0 0,0-1 0,0 0 0,23 5 0,-3-3-319,1-1-1,63 2 1,18-9-2981,-18-11-1966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22 207 1329,'0'0'3396,"-3"20"-2801,-11 62-291,10-62 974,4-37-932,1 11-71,-1 3-228,-1-13 32,1 1 0,0 0 0,2-1 0,0 1 0,0 0-1,2 0 1,9-25 0,-7 26-80,1 0 0,0 0 0,2 1 0,-1 1 0,21-23 1,-25 30-8,1 0 0,1 0 1,-1 1-1,1 0 0,0 0 1,0 0-1,0 1 0,0 0 1,0 0-1,1 0 0,0 0 1,0 1-1,-1 1 0,1-1 1,10 0-1,-15 1 4,1 1-1,-1 0 1,1 0-1,-1 1 1,0-1-1,1 0 1,-1 1-1,0 0 1,1-1-1,-1 1 1,0 0-1,0 0 1,1 0-1,-1 0 1,0 0-1,0 1 1,-1-1-1,1 1 1,0-1 0,0 1-1,-1 0 1,1-1-1,-1 1 1,1 0-1,-1 0 1,0 0-1,0 0 1,0 0-1,0 0 1,0 0-1,1 5 1,1 6-4,0 0 0,-1 0 1,-1 1-1,1 18 0,-2-24 11,1 37 10,-7 69 0,4-94 3,-2 0 0,0-1 0,-2 0 0,0 1 1,-1-2-1,-11 20 0,6-15 41,-23 30 0,30-46-34,0-1 0,-1 0 0,1 0 1,-1 0-1,0-1 0,-1 1 0,1-2 1,-13 8-1,19-12-8,0 0-12,0 0 0,0 0-1,0-1 1,0 1 0,0 0-1,0 0 1,0 0 0,0 0 0,0-1-1,0 1 1,0 0 0,0 0-1,0 0 1,0 0 0,0-1 0,0 1-1,0 0 1,0 0 0,0 0-1,0 0 1,0-1 0,0 1 0,0 0-1,-1 0 1,1 0 0,0 0-1,0 0 1,0-1 0,0 1 0,0 0-1,-1 0 1,1 0 0,0 0-1,0 0 1,0 0 0,0 0 0,0 0-1,-1 0 1,1-1 0,0 1-1,0 0 1,0 0 0,-1 0 0,1 0-1,0 0 1,0 0 0,0 0 0,-1 0-1,1 0 1,0 0 0,0 0-1,0 0 1,0 1 0,-1-1 0,1 0-1,0 0 1,0 0 0,0 0-1,0 0 1,-1 0 0,1 0 0,0 0-1,0 0 1,0 1 0,0-1-1,0 0 1,0 0 0,-1 0 0,1 1-1,2-8 19,1 0-1,-1 0 0,1 1 0,1 0 1,-1 0-1,1-1 0,7-6 0,39-42 90,-23 27-91,90-105-48,-90 99 18,-1-1 1,22-42-1,-42 67 16,-1-1 1,0 0-1,-1 0 1,0 0 0,-1-1-1,0 0 1,-1 1-1,0-1 1,-1 0-1,-1-12 1,0 23-6,0 1-1,0 0 1,0 0 0,0-1 0,0 1-1,0 0 1,0 0 0,-1 0-1,1-1 1,0 1 0,0 0 0,0 0-1,0 0 1,0-1 0,-1 1-1,1 0 1,0 0 0,0 0 0,0 0-1,-1 0 1,1-1 0,0 1-1,0 0 1,-1 0 0,1 0-1,0 0 1,0 0 0,0 0 0,-1 0-1,1 0 1,0 0 0,0 0-1,-1 0 1,1 0 0,0 0 0,0 0-1,-1 0 1,1 0 0,0 0-1,0 0 1,-1 0 0,1 0-1,0 0 1,0 1 0,0-1 0,-1 0-1,1 0 1,0 0 0,0 0-1,0 0 1,-1 1 0,1-1 0,0 0-1,0 0 1,0 0 0,0 1-1,0-1 1,-1 0 0,1 0 0,0 0-1,0 1 1,0-1 0,0 1-1,-4 5 0,0 0 0,1 0 0,0 1-1,0-1 1,0 1 0,1 0-1,0 0 1,0 0 0,0 13 0,0-12 8,-7 64 255,3 1 1,6 83-1,0-136-203,1 1-1,1-1 1,1 0-1,1 0 1,1 0-1,11 28 0,-13-40-118,0-1-1,1 0 1,0-1-1,0 1 0,0-1 1,1 1-1,0-1 1,0 0-1,1-1 0,-1 1 1,1-1-1,1 0 0,-1-1 1,1 1-1,0-1 1,0 0-1,0-1 0,0 0 1,15 5-1,-11-6-854,-1-1-1,1 0 1,21 0-1,-31-1 888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0 3233,'0'0'2252,"-1"31"-1355,0-20-802,-5 228 1216,5-85-507,3 183-48,-1-329-740,-1 0 0,1 0 0,1 0-1,-1 0 1,2 0 0,5 14 0,-7-19-11,1 0 0,0 0 0,0 0 0,0-1 0,0 1 0,0-1 1,1 1-1,-1-1 0,1 0 0,-1 0 0,1 0 0,0 0 0,0 0 1,0-1-1,0 1 0,1-1 0,-1 0 0,7 2 0,-1-1 7,0 0-1,0-1 1,0 0-1,0 0 1,1-1-1,-1 0 1,0-1-1,0 0 1,1 0-1,-1-1 1,0 0-1,0 0 1,-1-1-1,12-5 1,-10 3-294,0 0 1,-1-1 0,1 0-1,-2-1 1,1 0 0,-1 0-1,0-1 1,0 0-1,-1 0 1,0 0 0,7-14-1,17-38-3749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 4498,'0'0'1985,"270"-2"-1873,-78 2-96,-8-5-16,-28-3-928,-53 4-1954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5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143 258 3842,'0'0'1595,"-20"19"-1189,-65 62-89,81-78-267,0 0 1,0 1-1,1 0 1,0 0-1,-1 0 0,1 0 1,1 0-1,-4 7 0,2-2 735,4-13-129,0-20-576,2 0-1,1 1 1,1 0 0,1-1-1,1 2 1,1-1-1,1 1 1,2 0-1,0 0 1,16-25-1,-18 35-80,0 0-1,1 0 0,0 1 0,0 0 0,23-19 0,-27 26-9,1-1 0,0 1 1,0 1-1,0-1 0,1 1 0,-1 0 0,1 1 1,0-1-1,0 1 0,0 0 0,0 1 0,0 0 1,0 0-1,9 0 0,-13 1 9,-1 0 1,1 1-1,-1-1 0,0 0 1,0 1-1,1 0 0,-1 0 1,0-1-1,0 1 0,0 1 1,0-1-1,0 0 0,0 0 1,0 1-1,0-1 0,0 1 1,-1-1-1,1 1 1,-1 0-1,1 0 0,-1-1 1,1 1-1,-1 0 0,0 0 1,0 0-1,0 1 0,-1-1 1,1 0-1,0 4 0,3 8-1,-2 0 0,0 0 0,0 25 0,-1-30 4,0 13 8,-1 166 46,-1-164-47,-2 0 0,-1-1 0,-1 1 0,-1 0 0,-16 38 0,21-60 40,1-6-25,0 0-4,1-22-4,2-1-1,0 1 0,2 0 1,1 0-1,12-30 0,-1 10-34,3 1-1,26-44 0,-45 88 18,10-18-66,22-30 0,-30 46 42,-1 0 0,1-1-1,0 1 1,0 0 0,0 1-1,0-1 1,0 0 0,1 1-1,-1 0 1,1 0 0,0 0-1,0 0 1,0 0 0,0 1-1,0 0 1,5-2 0,-8 3 22,0 0-1,0 0 1,0 0 0,0 1 0,-1-1 0,1 0 0,0 0-1,0 1 1,0-1 0,0 0 0,-1 1 0,1-1-1,0 1 1,0-1 0,-1 1 0,1-1 0,0 1-1,-1-1 1,1 1 0,0 0 0,-1-1 0,1 1 0,-1 0-1,1 0 1,-1-1 0,0 1 0,1 0 0,-1 0-1,0 0 1,0-1 0,1 1 0,-1 0 0,0 0-1,0 1 1,1 37 14,-1-29-12,-5 322 216,5-321-223,-1-7-142,1-1 1,0 0-1,-1 0 0,1 1 0,1-1 0,-1 0 1,1 0-1,-1 1 0,1-1 0,0 0 0,0 0 1,0 0-1,1 0 0,-1 0 0,1 0 0,3 5 1,-3-7-254,1 0 0,-1 1 0,1-1 0,-1 0 0,1 0 0,-1 0 0,1 0 0,4 0 0,-7-1 320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42 109 2385,'0'0'2799,"-1"-15"-2004,-1 1-677,-2-23 23,4 37-140,0 0 0,0 0 0,0 0-1,0 0 1,0 1 0,-1-1 0,1 0 0,0 0 0,0 0 0,0 0 0,0 0 0,0 0-1,0 0 1,0 0 0,0 0 0,0 0 0,-1 0 0,1 0 0,0 0 0,0 0 0,0 0-1,0 0 1,0 0 0,0 0 0,0 0 0,-1 0 0,1 0 0,0 0 0,0 0 0,0 0-1,0 0 1,0 0 0,0 0 0,0 0 0,0 0 0,-1 0 0,1 0 0,0 0 0,0 0-1,0 0 1,0 0 0,0 0 0,0 0 0,0 0 0,0 0 0,0 0 0,-1-1 0,1 1-1,0 0 1,0 0 0,0 0 0,0 0 0,0 0 0,0 0 0,0 0 0,0 0 0,0-1-1,0 1 1,0 0 0,0 0 0,0 0 0,0 0 0,0 0 0,0 0 0,0 0 0,0 0-1,0-1 1,0 1 0,0 0 0,-7 23 105,-2 24 132,2 0 0,3 0 0,2 49 0,2-87-216,0-1-1,0 1 1,1-1 0,1 0-1,-1 1 1,1-1 0,1 0-1,4 11 1,-5-16-18,0 0 1,0 1 0,0-1-1,1 0 1,-1 0-1,1-1 1,0 1 0,0 0-1,0-1 1,0 1-1,0-1 1,0 0 0,1 0-1,-1-1 1,1 1 0,0-1-1,-1 1 1,1-1-1,0 0 1,0 0 0,6 0-1,0 1 4,0-1 0,0-1 0,1 1 0,-1-2 0,0 1 0,1-1 0,14-4 0,-20 4-6,0-1-1,0 0 1,0 0 0,0 0-1,0-1 1,0 1 0,0-1-1,-1 0 1,1-1 0,-1 1-1,0-1 1,0 0 0,-1 0 0,1 0-1,4-6 1,-1-2-1,-1 0 0,0 0 0,-1 0 0,0-1 0,-1 0 0,-1 0 0,0 0 0,1-20 0,-1-12 20,-3-50 0,-1 71-8,1 17-7,0 0 0,0 0 0,-1 0 0,0 1 0,0-1 0,0 0 0,-1 0 0,-1 1 0,1-1 1,-5-7-1,7 14-6,0 0 0,0 1 1,1-1-1,-1 0 0,0 0 1,0 0-1,0 0 0,0 0 1,0 0-1,0 0 0,0 1 1,0-1-1,0 0 0,0 0 1,0 0-1,0 0 0,0 0 1,-1 0-1,1 0 0,0 1 1,0-1-1,0 0 1,0 0-1,0 0 0,0 0 1,0 0-1,0 0 0,0 0 1,0 0-1,0 0 0,0 1 1,-1-1-1,1 0 0,0 0 1,0 0-1,0 0 0,0 0 1,0 0-1,0 0 0,0 0 1,-1 0-1,1 0 0,0 0 1,0 0-1,0 0 0,0 0 1,0 0-1,0 0 0,-1 0 1,1 0-1,0 0 1,0 0-1,0 0 0,0 0 1,0 0-1,0 0 0,0 0 1,-1 0-1,1 0 0,0 0 1,0-1-1,-2 30 63,2 55 0,1-29 75,-1-26-196,1 0-1,1 0 1,2 0-1,0-1 1,3 0 0,0 0-1,2 0 1,17 36-1,-3-26-2390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0 235 3554,'0'0'245,"6"-24"-117,22-75-50,-27 94-30,0 1 1,1 0 0,-1 0 0,1 1 0,0-1-1,0 0 1,1 0 0,-1 1 0,1-1 0,0 1 0,6-5-1,-7 6-15,-1 1-1,1 0 1,0 0-1,0 0 1,0 0 0,0 0-1,0 1 1,0-1-1,0 1 1,0-1-1,0 1 1,0 0-1,0-1 1,1 1-1,-1 0 1,0 0-1,3 1 1,-1 0-16,0 0 0,0 1 0,0-1 0,0 1 0,0 0 0,0 0 0,-1 0 0,1 0 0,-1 0 0,0 1 0,0 0 0,0 0 0,0-1 0,0 2 0,0-1 0,-1 0 0,4 5 1,2 10 50,1-1 1,-2 1 0,-1 1 0,0-1 0,-2 1 0,4 27 0,-1 116 333,-7-161-401,-2 9 464,0-28 111,0-10-471,2 0 0,1-1 1,1 1-1,9-38 1,-9 58-109,0 0 1,1-1 0,0 1 0,0 0 0,1 1 0,0-1 0,0 0 0,1 1 0,0 0 0,1 0 0,-1 1 0,2-1 0,-1 1 0,0 0 0,1 1 0,0 0-1,1 0 1,-1 0 0,11-4 0,-12 6-3,1 1-1,0-1 1,0 1-1,0 1 0,0 0 1,1-1-1,-1 2 1,8-1-1,-12 1 3,0 0-1,-1 0 0,1 0 0,0 1 1,0-1-1,-1 1 0,1-1 1,0 1-1,-1 0 0,1 0 1,-1 0-1,1 0 0,-1 1 1,1-1-1,-1 1 0,0-1 0,0 1 1,0 0-1,0 0 0,0-1 1,0 2-1,0-1 0,1 3 1,3 7 2,-1 1 1,-1-1-1,0 1 1,-1 0 0,0 0-1,1 24 1,-4 86 20,-1-64-11,1-40 29,-1-24 94,-1-33 24,3 2-140,0 0 0,3 1 0,9-44 1,-10 65-24,1 0 0,1-1 0,0 2 0,1-1 0,1 1 0,0 0 0,1 0 1,0 0-1,1 1 0,19-20 0,-25 30 0,0-1-1,1 1 0,-1-1 1,0 1-1,1 0 1,-1 0-1,1 0 1,0 1-1,5-3 1,-8 4 4,0 0 1,0 0-1,0-1 1,0 1-1,1 0 1,-1 0-1,0 0 1,0 0-1,0 0 1,0 0-1,0 1 1,1-1-1,-1 0 1,0 0-1,0 1 1,0-1-1,0 1 0,0-1 1,0 1-1,0-1 1,0 1-1,0 0 1,0-1-1,-1 1 1,1 0-1,0 0 1,0 0-1,-1-1 1,1 1-1,0 0 1,-1 0-1,1 0 1,-1 0-1,1 0 1,-1 0-1,0 0 1,1 0-1,-1 2 1,4 18 2,0-1 1,-2 0-1,-1 1 1,-2 31-1,0-12 64,1 191 457,0-229-565,0-1 1,0 1-1,0 0 1,0-1-1,0 1 1,0-1-1,1 1 1,-1-1-1,0 1 0,1-1 1,0 1-1,0 1 1,0-3-108,0 1-1,0-1 1,-1 1-1,1-1 1,0 0 0,0 1-1,0-1 1,0 0-1,0 0 1,0 0 0,0 1-1,0-1 1,0 0-1,0 0 1,2-1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42 132 3089,'0'0'393,"0"-21"332,0-49-166,0 29 2385,-28 746-1781,25-652-1155,0 0 14,-3-89 178,5-125-115,1 151-82,0 0 0,1 0 0,0 1 0,0-1 0,1 0 0,1 1 1,0-1-1,4-8 0,-4 12-4,0 1 0,0 0 0,1 0 1,0 0-1,-1 1 0,2-1 0,-1 1 1,1 0-1,-1 0 0,1 0 0,0 1 0,0 0 1,1 0-1,9-4 0,-6 3-2,0 1-1,0 0 1,1 1-1,-1 0 1,1 0-1,18 0 1,-25 2 1,1 0 0,-1 0 1,0 0-1,1 0 0,-1 0 1,1 1-1,-1-1 0,0 1 0,0 0 1,1 0-1,-1 0 0,0 1 0,0-1 1,0 1-1,0-1 0,0 1 1,0 0-1,-1 0 0,1 0 0,-1 1 1,1-1-1,3 5 0,-3-1-2,0 1 0,-1-1 1,0 1-1,0 0 0,0-1 0,-1 1 0,1 11 0,-1 53 15,-2-37 12,1-23 15,0-1 1,-1 1-1,-1-1 1,0 1-1,0-1 0,-1 0 1,0 0-1,-1 0 1,-7 15-1,6-17 3,0-1 0,-1 1 0,0-1 1,0-1-1,0 1 0,-1-1 0,0 0 0,-1 0 0,1 0 0,-1-1 0,-13 6 1,12-6-98,0-1 1,0 0 0,-1 0-1,1-1 1,-1 0 0,0-1-1,0 0 1,0 0 0,0-1 0,-17 0-1,27-1-17,-1 0 0,1 0 0,-1 0 0,1 0 0,0 0 0,-1 0 0,1 0 0,0 0 0,-1 0 0,1 0 0,0 0 0,-1 0 0,1 0 0,0-1 0,-1 1 0,1 0 0,0 0 0,-1 0-1,1-1 1,0 1 0,-1 0 0,1 0 0,0 0 0,0-1 0,0 1 0,-1 0 0,1-1 0,0 1 0,0 0 0,0-1 0,-1 1 0,1 0 0,0 0 0,0-1 0,0 1 0,0-1 0,-1-26-4796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1 218 304,'0'0'3970,"24"4"-3951,75 14 23,-88-15 5,0-2 0,0 1 0,1-2 0,-1 1 0,13-2 0,-7 0-22,-15 0-13,1 1 0,0 0 0,0-1 0,0 0 0,0 0 0,-1 0 0,1 0 0,0 0 0,-1 0 0,1 0 0,-1-1 0,1 0 0,-1 1 0,0-1 0,0 0 0,0 0 0,0 0 0,0 0 0,0 0 0,0-1 0,-1 1 0,1 0 0,-1-1 0,0 1 0,0-1 0,0 1 0,0-1 0,1-3 0,1-7 129,-1 0 0,0 0 0,0 0 1,-2-21-1,1 30-105,-2 1 0,1 0 0,0-1 0,-1 1 0,0 0 0,1-1 0,-1 1 0,-1 0 0,1 0 0,0 0 0,-1 0 0,0 0 0,0 0 0,0 0 0,0 0 0,0 1 0,-5-5 0,3 4 20,-1-1 0,0 1 0,0 1 0,0-1 0,0 1 0,0 0 0,0 0 0,0 0 0,-1 0 1,-9 0-1,4 0 15,0 0 0,0 1 0,0 1 1,0 0-1,-21 2 0,28-1-62,0 0 0,-1 0 0,1 0 0,0 0-1,0 1 1,-1-1 0,1 1 0,0 0 0,1 0 0,-1 1 0,0-1-1,1 1 1,-1 0 0,1 0 0,0 0 0,0 0 0,-3 4-1,1 2 10,0 0-1,0 0 0,1 1 0,1-1 1,-1 1-1,2 0 0,-1 0 0,1 0 0,1 0 1,0 0-1,1 1 0,1 17 0,0-15 2,0-1-1,2 1 0,-1-1 0,2 0 0,0 1 0,0-1 0,1-1 1,1 1-1,13 20 0,-9-18-12,0-1 1,2 0-1,0-1 0,0 0 0,1 0 1,26 16-1,-32-23-3,1 0 1,0-1-1,0-1 1,1 1-1,-1-1 0,1 0 1,-1-1-1,1 0 1,0 0-1,0-1 1,0 0-1,0 0 0,0-1 1,0-1-1,9 0 1,-14 0-4,0-1 0,0 1 1,0-1-1,0 1 0,0-1 1,-1 0-1,1-1 0,-1 1 1,1 0-1,-1-1 0,0 0 0,0 0 1,0 0-1,-1 0 0,1 0 1,-1 0-1,0-1 0,0 1 1,0-1-1,0 0 0,2-6 1,3-9 12,-1-1 1,7-37-1,-12 53-10,7-49 48,-2-1 0,-3-88 0,-3 113-17,-13 366 105,15-372-24,-4-42 0,0 41-20,1 0 0,6-36 0,-5 67-103,1 0-1,0 0 1,1 0 0,-1 1 0,1-1 0,0 1-1,0-1 1,0 1 0,1-1 0,0 1 0,0 0 0,0 0-1,7-6 1,-5 6-20,1-1 0,0 1 0,0 0-1,0 1 1,1-1 0,0 1 0,-1 0 0,13-3 0,5 1-49,1 0 0,0 2 0,-1 1 0,42 1 0,-65 5 29,-3 10 67,0-1 0,0 1 0,-2-1 0,0 1 0,-8 20 0,-10 33 342,18-49-200,0-1 0,2 1 0,0 23 0,1-35-135,2 0 1,-1-1-1,1 1 1,0 0-1,0 0 1,1-1-1,0 1 1,0 0-1,0-1 0,1 0 1,-1 1-1,1-1 1,1 0-1,3 5 1,0-4-16,-1-1 0,1 1-1,0-1 1,0 0 0,1-1 0,-1 1 0,1-1 0,0-1 0,0 0 0,1 0 0,-1 0 0,14 2 0,-1-2-392,1 0 0,0-1 0,42-1 0,28-8-5254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576 65 1056,'0'0'897,"-28"0"-179,-186 0 1024,-120 0 2420,420 0-3410,371-27-472,-224 8-315,515 1-4356,-710 18 1723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33 3057,'0'0'4458,"-15"-8"-3865,5 2-523,7 3-53,-1 1 0,0 0-1,0 0 1,0 0 0,0 0-1,0 0 1,0 1 0,-6-2-1,9 3-14,1 0 0,-1 0-1,0 0 1,1 0-1,-1 1 1,0-1 0,0 0-1,1 0 1,-1 0 0,0 0-1,1 1 1,-1-1 0,0 0-1,1 1 1,-1-1-1,0 0 1,1 1 0,-1-1-1,1 1 1,-1-1 0,1 1-1,-1-1 1,0 2-1,0 0 2,0 0-1,0 0 0,0 0 0,1 0 0,-1 1 0,1-1 0,-1 0 1,1 1-1,0-1 0,0 0 0,0 3 0,-8 668 780,8-659-839,-1-11-177,1 1 0,0 0 0,0-1 0,0 1 0,1-1 0,-1 1-1,1-1 1,2 7 0,3-5-2567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2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3057,'0'0'2876,"0"9"-2788,0 19-51,-9 183 212,-3-126-84,-2 3-23,-1 109-1,15-195-117,0-11 4,-1-1 0,1 1 0,1-1 0,0 1-1,0-1 1,5-17 0,24-52-32,-20 56 13,8-19-9,37-63 0,-46 90 0,1 0 0,0 1-1,1 1 1,1-1 0,0 2-1,1 0 1,19-15 0,-25 23-5,-1 0 1,0 1-1,1 0 1,0 0-1,0 0 1,0 1-1,8-2 1,-13 3 1,-1 1 1,0-1-1,1 1 1,-1 0 0,1 0-1,-1-1 1,1 1 0,-1 0-1,1 0 1,-1 1-1,1-1 1,-1 0 0,0 0-1,1 1 1,-1-1 0,1 0-1,-1 1 1,0-1-1,1 1 1,-1 0 0,0 0-1,0-1 1,1 1 0,-1 0-1,0 0 1,0 0-1,0 0 1,0 0 0,0 0-1,0 0 1,-1 0 0,1 1-1,0-1 1,0 0-1,-1 0 1,1 1 0,-1-1-1,1 0 1,-1 1 0,1 2-1,1 25 11,-2 0-1,0 1 1,-2-1 0,-1 0-1,-2 0 1,-1 0 0,-12 33-1,17-56-3,-29 102 151,27-93-125,0 0 0,2 1 0,0-1 0,0 1 0,3 16 0,-2-30-28,0-1-1,1 1 0,-1 0 1,1-1-1,-1 1 0,1 0 1,-1-1-1,1 1 0,0-1 1,0 1-1,0-1 0,0 1 1,0-1-1,0 0 0,0 0 1,1 1-1,-1-1 0,0 0 0,1 0 1,-1 0-1,1 0 0,-1-1 1,1 1-1,0 0 0,-1 0 1,4 0-1,3 1 4,0-1 0,0 0 0,0-1 0,15 0 0,-13 0-4,6 0 1,0-1-1,0 0 1,-1-1 0,1-1 0,-1-1 0,0 0 0,1 0-1,-2-2 1,1 0 0,-1 0 0,0-1 0,0-1 0,-1 0-1,0-1 1,20-17 0,-16 11-21,-1 0 0,0-1-1,-1-1 1,-1-1 0,-1 1-1,-1-2 1,0 0 0,9-22 0,-13 25 9,-2-1 1,0-1 0,-1 1 0,0-1 0,-2 0-1,0 0 1,-1 0 0,-1 0 0,-1 0-1,-3-21 1,3 35 8,-1 0-1,0 1 1,1-1-1,-2 0 1,1 1-1,0-1 1,-1 1-1,1-1 1,-1 1-1,0 0 1,-1 0-1,1-1 1,0 1-1,-1 1 1,-5-6-1,4 5 1,-1 0-1,0 0 0,1 1 0,-1-1 0,0 1 1,-1 0-1,1 1 0,0-1 0,-1 1 0,1 0 1,-7-1-1,-1 1 16,0 0 0,0 0 0,0 1 0,-16 2 0,23-1 5,0 0 0,0 0 0,1 1 0,-1 0 0,1 0 0,-1 0 0,1 0 0,0 1 0,0 0 0,0 0 0,0 0 0,-5 5 0,3-1 40,0 1-1,0-1 1,1 1 0,0 1-1,1-1 1,0 1-1,0 0 1,0 0-1,-3 11 1,3-2 128,0 0 0,1 1 0,1-1 0,-1 22 0,3-30-101,1 1 1,0 0-1,1 0 0,0-1 0,6 20 1,-5-23-58,0 0 1,1-1 0,0 0-1,1 1 1,-1-1-1,1 0 1,1-1-1,-1 1 1,1-1 0,7 8-1,-1-5-2,-1 0 0,1 0 0,1-1 0,-1-1 0,1 1 0,0-2 0,18 6 0,-3-2 3,2-2 1,43 7-1,102 0-396,10-12-1554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15 225 2609,'0'0'782,"0"-20"-233,-5-153 1306,6 167-1568,-1 4-160,0 0 1,0 0-1,0 1 1,0-1-1,0 0 1,0 0-1,0 0 1,-1 1-1,1-1 1,-1 0-1,1 0 1,-2-1 0,1 3-116,1 1 1,-1 0-1,1 0 1,-1 0 0,0 0-1,1-1 1,0 1-1,-1 0 1,1 0 0,0 0-1,-1 0 1,1 0-1,0 0 1,0 0 0,0 0-1,0 0 1,0 0-1,0 0 1,0 0 0,0 0-1,1 0 1,-1 1-1,0 4 13,-1 84 44,4 118 132,-3-201-466,2 1-1,-1-1 1,1 1 0,4 8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 3378,'0'0'1024,"-67"133"-464,67-93 177,13-3-113,28-18-336,11-9-208,0-10 32,-3 0-32,-13-19-32,-15-11 16,-13-2 16,-8 5-80,0 4-32,-3 9-1168,-7 9-785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5 485 3810,'0'0'2195,"-5"1"-1454,5-1-719,36-27 294,-1 0 0,32-33-1,-39 34-266,0 1-41,-2-2 1,37-46 0,-55 63-4,-1 0-1,-1-1 1,1 0 0,-2 0 0,0 0 0,0-1 0,-1 1 0,-1-1 0,0 0 0,0-1 0,0-14 0,-3 24-3,0 1 1,0-1-1,0 1 0,0-1 1,-1 1-1,1 0 0,-1-1 1,0 1-1,1 0 0,-1-1 1,-1 1-1,1 0 0,0 0 1,0 0-1,-1 0 0,1 0 1,-4-4-1,1 4 8,1-1 0,0 1 0,-1 0 0,1 0 0,-1 0 0,0 1 0,0-1 0,1 1 0,-1 0 0,-6-2 0,-2 2 32,0-1 1,-1 1 0,1 1 0,0 0-1,-1 1 1,-21 4 0,32-5-36,0 0 0,0 1 0,0-1 0,0 1 1,0 0-1,0-1 0,1 1 0,-1 0 0,0 0 1,0 0-1,0 0 0,1 0 0,-1 1 0,1-1 0,-1 0 1,1 1-1,-1-1 0,1 1 0,0 0 0,0-1 0,0 1 1,0 0-1,0-1 0,0 1 0,1 0 0,-1 0 0,0 0 1,1 0-1,-1 3 0,1-2-5,0 1 1,1-1-1,-1 0 1,1 0-1,-1 0 1,1 0-1,0 0 1,1 0-1,-1-1 0,0 1 1,1 0-1,-1 0 1,1-1-1,0 1 1,0-1-1,0 1 1,1-1-1,-1 0 0,5 3 1,22 15 46,2-1-1,59 26 1,4 3-35,-59-29-11,-2 1 1,57 46-1,-80-56-2,0-1-1,0 1 1,-1 0-1,0 1 1,-1 0-1,0 0 1,-1 1-1,0 0 1,-1 0-1,-1 0 1,7 21-1,-9-22 1,-1-1 0,0 2 0,-1-1 0,0 0 0,0 0 0,-2 0 1,-1 13-1,2-19 1,-2 0 1,1 0-1,-1 0 1,1 0-1,-1 0 1,-1-1-1,1 1 1,-1 0-1,0-1 0,0 0 1,0 0-1,-1 0 1,1 0-1,-1 0 1,0-1-1,0 0 1,-6 4-1,-5 2 39,-1-1 0,0 0 0,0-1-1,-1-1 1,1-1 0,-1 0-1,-1-1 1,1 0 0,-1-2 0,1 0-1,-1-1 1,0 0 0,0-2 0,-29-3-1,45 3-13,0 1 0,0-1-1,0 0 1,0 0 0,0 0-1,1 0 1,-1 0 0,0 0-1,1 0 1,-1 0 0,0-1-1,1 1 1,0-1 0,-1 1-1,1-1 1,0 1-1,0-1 1,0 0 0,0 0-1,0 1 1,0-1 0,1 0-1,-1 0 1,1 0 0,-1 0-1,1 0 1,-1-2 0,1-1-4,0 1 1,-1 0 0,2-1-1,-1 1 1,0 0-1,1-1 1,0 1 0,0 0-1,0 0 1,1 0-1,3-8 1,0 5-23,1 1-1,-1 0 0,1 0 1,0 0-1,1 0 1,-1 1-1,1 0 1,0 1-1,1 0 0,-1 0 1,1 0-1,0 0 1,0 1-1,0 1 1,15-4-1,-7 2-3,1 1-1,-1 1 0,1 0 1,0 1-1,0 0 1,-1 2-1,25 2 1,-39-3-7,0 1 0,0-1-1,1 1 1,-1 0 0,0 0 0,0 0 0,0 0 0,0 0 0,0 0 0,0 0-1,0 1 1,0-1 0,-1 0 0,1 1 0,0 0 0,-1-1 0,0 1 0,1 0-1,-1 0 1,0 0 0,0 0 0,0 0 0,0 0 0,0 0 0,0 0 0,-1 0-1,1 0 1,-1 0 0,0 0 0,1 1 0,-1-1 0,0 0 0,-1 4 0,0 5-1695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109 406 352,'0'0'2201,"0"-24"-1248,0-154 898,2 115-332,-1 25-196,-4-60 0,0 93-964,0 11-262,-3 18-97,-20 151 283,-23 161 752,27 6-651,22-307-432,0-33-24,1 8-169,-1-10 203,0 0 0,0 0 0,0 0-1,0 1 1,0-1 0,0 0 0,0 0 0,0 0-1,0 0 1,0 0 0,0 0 0,0 0-1,1 0 1,-1 0 0,0 0 0,0 1-1,0-1 1,0 0 0,0 0 0,0 0 0,0 0-1,0 0 1,1 0 0,-1 0 0,0 0-1,0 0 1,0 0 0,0 0 0,0 0-1,0 0 1,0 0 0,1 0 0,-1 0 0,0 0-1,0 0 1,0 0 0,0 0 0,0 0-1,0 0 1,0 0 0,1 0 0,-1 0-1,0 0 1,0 0 0,0 0 0,0-1-1,0 1 1,0 0 0,0 0 0,0 0 0,0 0-1,0 0 1,1 0 0,-1 0 0,0 0-1,0 0 1,7-9-3595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351 1 1489,'0'0'6307,"-169"153"-5859,115-92-320,2-4-128,13-5 0,10-20-1953,22-15-3185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 3794,'0'0'3473,"223"-32"-3393,-83 22-80,3 10 0,-19 0-16,-25 0-576,-42 0-897,-41 0-1056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6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561 178 480,'0'0'4087,"6"-22"-3220,16-69-256,-21 89-585,-1 0 0,1 0-1,-1 1 1,0-1-1,0 0 1,1 0 0,-2 0-1,1 0 1,0 0-1,0 0 1,-1 0-1,1 0 1,-1 0 0,1 0-1,-1 0 1,0 0-1,0 0 1,-2-2-1,2 3 0,-1 0 0,1-1 0,-1 1-1,0 0 1,1 1 0,-1-1 0,0 0-1,0 0 1,1 1 0,-1-1 0,0 1-1,-2-1 1,-5-1 77,-12-2 79,0 0 0,0 2 0,0 0 0,-1 1 0,-33 4 0,40-3-93,1 1-21,1 0-1,0 1 1,0 0-1,0 1 1,0 0 0,0 1-1,0 1 1,1 0-1,0 0 1,-17 11-1,15-6 56,0-1-1,1 2 0,1 0 0,-1 0 0,2 1 0,0 1 0,-14 20 0,10-9 39,1 1 0,2 0 0,0 0-1,2 1 1,1 0 0,1 1 0,1 0 0,2 0 0,-3 40 0,6-37-38,1 1 0,2 0 0,7 45-1,-5-60-89,1 0 0,1 0 0,0 0 0,1-1 0,1 0-1,1 0 1,0 0 0,12 15 0,-4-9-18,2-1 0,0 0 1,1-1-1,1-2 0,1 1 1,1-2-1,0-1 0,1-1 0,1 0 1,0-2-1,1 0 0,1-2 1,-1-1-1,2-1 0,-1 0 0,49 5 1,-44-8-8,1-3 1,0 0-1,0-2 1,60-7-1,-78 5-4,-1 0 0,0-2 0,0 1 0,0-2 0,0 1 0,-1-2 0,1 0 0,-1 0 0,-1-1 1,1 0-1,-2-1 0,1 0 0,16-17 0,-18 16 0,-1-1 1,0-1-1,-1 0 0,0 0 1,0 0-1,-1-1 1,-1 1-1,0-1 0,3-17 1,-3 6 0,-1 0 1,-1 0-1,-1-1 0,-2-28 1,-2 25-4,-1 0 0,-2 0 0,-1 0 0,-1 0 1,-1 1-1,-1 0 0,-2 1 0,-1 0 0,0 0 0,-21-27 0,11 20 2,-2 1-1,-1 1 1,-1 2-1,-1 0 0,-2 2 1,-59-43-1,69 57-4,0 0-1,-1 2 1,0-1-1,-31-9 1,38 16-11,0 0 1,0 1-1,-1 0 0,0 1 1,1 1-1,-1 0 1,0 1-1,-18 1 1,29-1-83,-1 0 0,1 1 0,0-1 0,-1 1 0,1 0 0,-1 0 0,1 0 0,0 0 0,0 0 1,0 1-1,0-1 0,0 1 0,0 0 0,0 0 0,0 0 0,1 0 0,-1 0 0,1 1 0,-1-1 0,1 1 0,0-1 1,0 1-1,1 0 0,-1 0 0,-1 3 0,-6 29-5185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30 701 4978,'0'0'2583,"2"-17"-2452,4-53 174,-3 1 0,-8-93 0,5 159-300,-36-377 523,53 960-559,57 1 11,-62-519-825,-5-22-2117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0 4290,'0'0'2655,"-30"15"-2149,-5 2-205,-59 38-1,86-48-256,1 0 0,0 0-1,1 0 1,-1 1 0,1-1 0,1 2 0,0-1 0,0 0 0,0 1 0,1 0 0,0 0 0,1 1 0,0-1 0,1 1 0,0-1 0,-2 16 0,3-19-34,-3 28 61,0 0-1,4 68 0,0-94-65,1 1-1,0 0 1,1-1-1,0 0 1,0 1-1,1-1 1,0 0 0,0 0-1,1 0 1,0 0-1,0-1 1,1 0-1,0 1 1,0-2 0,1 1-1,0-1 1,0 0-1,1 0 1,-1 0-1,1-1 1,0 0-1,1 0 1,-1-1 0,1 0-1,0-1 1,0 1-1,0-2 1,0 1-1,1-1 1,10 2 0,-6-2 2,1 0 1,-1-1-1,1-1 1,-1 0-1,1-1 1,-1 0 0,15-3-1,-22 2-4,1 0 0,-1 0 0,0 0 0,-1-1 0,1 1-1,0-1 1,-1-1 0,1 1 0,-1-1 0,0 0 0,0 0 0,-1 0-1,1-1 1,-1 0 0,0 0 0,6-10 0,-3 3 3,-1-1 0,-1-1 0,0 1 1,-1-1-1,0 0 0,-1 0 0,-1 0 0,0 0 1,-1-1-1,0 1 0,-1 0 0,-1-1 0,0 1 1,-1 0-1,-1 0 0,0 0 0,-1 0 0,0 0 1,-1 0-1,-1 1 0,0 0 0,0 0 0,-2 1 1,1 0-1,-2 0 0,1 1 0,-14-13 0,19 21-6,-40-38-190,40 39 110,-1 0 0,1-1 0,0 1 0,-1 1 0,1-1 0,-1 0 0,0 1 0,1-1 0,-1 1 0,0 0 0,0 1 0,-6-2 0,1 4-2673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57 185 4066,'0'0'3583,"-8"0"-3276,6 0-305,0 0 0,0 1 0,0-1 0,0 0 0,1 0 0,-1 1 1,0-1-1,0 1 0,0 0 0,1-1 0,-1 1 0,0 0 0,1 0 1,-1 0-1,1 0 0,-1 1 0,1-1 0,-3 3 0,2-1 0,0 0 1,1 1-1,-1 0 0,1-1 0,0 1 0,0 0 0,0-1 1,1 1-1,-1 0 0,1 0 0,0 4 0,-2 30 25,2 0-1,2 0 1,8 49-1,-7-70-17,1 0-1,1 0 0,0-1 1,1 0-1,1 0 0,1 0 1,0-1-1,1 0 0,18 23 1,-24-34-7,1 1 1,0-1 0,0-1-1,0 1 1,0-1 0,1 1 0,0-1-1,-1 0 1,1-1 0,0 1-1,8 2 1,-4-3 4,1 0-1,-1 0 1,1-1 0,0 0-1,19-1 1,-23-1-6,0 0 1,0 1 0,0-2-1,0 1 1,-1-1-1,1 0 1,0 0-1,0 0 1,-1-1 0,0 0-1,8-5 1,-4 1-8,0 0 1,-1-1-1,0 0 1,0 0-1,12-18 1,-9 9-14,-1 0 1,-1-1 0,0 1 0,-2-2-1,0 1 1,-1-1 0,4-21 0,-3 2 16,-3-1 1,-1 1-1,-2-1 0,-6-59 1,-2 69 73,6 28-64,1 0 0,-1 0-1,1 0 1,-1 0-1,1 1 1,-1-1-1,1 0 1,-1 0 0,0 0-1,1 1 1,-1-1-1,0 0 1,0 1-1,0-1 1,1 1-1,-1-1 1,0 1 0,0-1-1,0 1 1,0 0-1,0-1 1,0 1-1,0 0 1,0 0 0,-1 0-1,1 0-7,1 0 1,-1 0-1,1 0 0,-1 0 1,1 0-1,-1 0 0,1 1 1,-1-1-1,1 0 0,-1 0 1,1 0-1,-1 1 0,1-1 0,0 0 1,-1 1-1,1-1 0,-1 1 1,1-1-1,0 0 0,0 1 1,-1-1-1,1 1 0,0-1 1,0 1-1,-1-1 0,1 1 0,0-1 1,0 1-1,0 0 0,-3 19-17,3-15 15,0 179-17,0-175 22,1 0 1,1 0-1,0 0 1,0 0 0,0 0-1,1-1 1,1 0-1,-1 1 1,1-1-1,1 0 1,8 12 0,-9-15 0,0-1 1,0 1 0,0-1 0,1 0-1,-1 0 1,1 0 0,0-1 0,0 1-1,0-1 1,1 0 0,-1-1 0,1 1 0,-1-1-1,1 0 1,0-1 0,0 0 0,0 1-1,9-1 1,-8 0 21,0-1 1,0 0-1,0-1 0,-1 1 0,1-1 1,0-1-1,-1 1 0,1-1 0,-1 0 1,1-1-1,-1 0 0,0 0 0,0 0 1,0 0-1,0-1 0,-1 0 0,1 0 0,-1-1 1,0 0-1,-1 1 0,1-2 0,-1 1 1,0 0-1,0-1 0,0 0 0,-1 0 1,0 0-1,0 0 0,2-8 0,0-1 28,-1 0 0,0 0-1,-1 0 1,1-31 0,-3-66 129,-2 62-200,-7-76-2741,8 107-177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2993,'0'0'2175,"26"15"-1668,89 44-278,-106-55-219,1-1 1,-1 0-1,1-1 1,-1 0-1,1 0 1,0-1-1,0 0 1,0-1-1,-1 0 1,11-2-1,10 1 3,-29 1-13,19 1 8,0-2 1,0 0-1,0-1 0,0-1 0,20-5 1,-36 6-7,1 1-1,-1-1 1,0 1 0,0-1 0,0 0 0,0-1 0,0 1 0,0-1 0,-1 0-1,1 1 1,-1-2 0,0 1 0,0 0 0,0-1 0,0 1 0,0-1 0,-1 0-1,0 0 1,0 0 0,0 0 0,0 0 0,0 0 0,-1-1 0,0 1 0,0-1 0,0 1-1,-1-1 1,1-6 0,-1 6 4,0 0 1,-1 0-1,1 0 0,-1 0 0,0 0 1,-1 0-1,1 0 0,-1 0 0,0 1 1,0-1-1,0 1 0,-1-1 1,0 1-1,0 0 0,0 0 0,0 0 1,-1 0-1,1 0 0,-1 1 0,0 0 1,0 0-1,0 0 0,0 0 0,-6-2 1,-10-5 113,-1 0 1,0 2 0,-1 0 0,-24-4-1,15 5 185,-1 3-1,1 0 0,-62 2 0,90 2-290,-1 0-1,0 1 1,0-1-1,0 1 1,1 0-1,-1 0 1,0 0-1,1 1 1,-1-1 0,1 1-1,-1 0 1,1 0-1,0 0 1,0 0-1,0 1 1,0-1-1,0 1 1,1 0 0,-1-1-1,1 1 1,0 1-1,-1-1 1,1 0-1,1 0 1,-4 7-1,-1 6-2,1-1 0,1 1-1,0 0 1,-3 29 0,2-11 4,2 0 0,3 67 1,1-89-14,0-1 0,1 1 0,0-1 0,1 1 1,0-1-1,1 0 0,0 0 0,1 0 0,0-1 1,1 0-1,0 1 0,9 10 0,-5-10-225,1 0 0,0-1 0,1 0 0,0 0 0,0-1 0,1-1 0,1 0-1,-1-1 1,1 0 0,0-1 0,0-1 0,1 0 0,0-1 0,0 0 0,27 2 0,48-3-3632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22 3874,'0'0'2433,"-14"28"-1929,-43 91-90,53-110-379,1 1 1,0-1-1,1 1 1,0 0 0,1 0-1,0-1 1,0 1-1,1 0 1,1 13 0,0 4 16,1 30-45,-1 5 751,-2-59-545,-1-8-21,-4-37 62,2 11-242,1-1-1,2 0 0,1 1 0,5-43 1,-4 69-39,1-1 1,0 1 0,0-1 0,1 1 0,-1 0 0,1 0 0,0 0 0,1 0 0,-1 0 0,1 1 0,0 0 0,0-1-1,0 1 1,1 1 0,-1-1 0,1 1 0,0 0 0,0 0 0,0 0 0,1 1 0,9-4 0,12-3-261,-1 1 0,2 1 1,33-4-1,-55 10 231,220-46-542,-215 46 924,-9 6 34,-14 16 137,4-9-541,-12 20 230,-47 87 651,60-104-693,1 0 0,0 0 0,2 1 0,-1 0 0,2-1 0,-2 26 0,4-36-120,1 0 1,0 0 0,0 1-1,0-1 1,1 0 0,-1 0-1,2 0 1,-1 0 0,0 0 0,1 0-1,0 0 1,0-1 0,0 1-1,1-1 1,-1 1 0,1-1-1,0 0 1,5 6 0,-2-5-25,1-1 1,-1 1 0,1-1 0,-1 0-1,1 0 1,0-1 0,1 0-1,-1 0 1,1-1 0,-1 0-1,12 2 1,7 0-381,48-1 0,28-2-3067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532 503 4338,'0'0'2799,"4"-9"-2319,2-8-430,-1 0-1,-1 0 1,0-1 0,-1 1 0,1-32 0,-4 18 100,1-3 1,-1-1 1,-2 1-1,-2-1 0,-8-39 1,4 48-24,-18-56 483,23 75-518,1 8-78,1 11-64,1-9 48,0 80-56,7 652 98,-7-727-42,3 32 21,-3-38-23,0-1 0,0 1-1,0 0 1,1-1 0,-1 1 0,1-1-1,-1 1 1,1 0 0,0-1 0,-1 0 0,1 1-1,0-1 1,0 1 0,0-1 0,0 0-1,0 0 1,1 1 0,0 0 0,-1-2-4,-1 0 1,1 0-1,-1 0 1,0 0-1,1 1 1,-1-1-1,1 0 0,-1 0 1,1 0-1,-1-1 1,0 1-1,1 0 1,-1 0-1,1 0 1,-1 0-1,1 0 1,-1 0-1,0-1 1,1 1-1,-1 0 1,1 0-1,-1-1 1,0 1-1,1 0 1,-1 0-1,0-1 0,0 1 1,1 0-1,-1-1 1,0 1-1,0-1 1,1 1-1,-1 0 1,0-1-1,0 1 1,0-1-1,0 1 1,1 0-1,-1-1 1,0 1-1,0-1 1,0 1-1,0-1 0,0 1 1,0-1-1,0 1 1,2-30-472,0 1-1,-4-49 1,0 47 256,1 16 128,-1-1 0,0 1 0,-1-1 0,-1 1 0,0 0 0,-1 0-1,-1 1 1,0-1 0,-1 1 0,-13-19 0,14 23 73,-2 0 0,1 1 0,-1 0-1,0 0 1,-1 1 0,0 0 0,-1 1 0,1 0 0,-1 0-1,-1 1 1,1 0 0,-1 1 0,0 0 0,-15-4 0,13 6 38,0 0 0,0 0 0,0 2 0,0-1 0,0 2 0,0 0 0,0 0 1,-1 1-1,-15 3 0,21-2 18,0 1 0,0 0 0,0 0 1,0 0-1,0 1 0,0 0 0,1 0 0,0 1 0,0 0 1,0 0-1,1 1 0,-1 0 0,1 0 0,-9 13 1,7-6 51,0 0 0,0 1 0,1 0 1,1 0-1,1 0 0,0 1 0,1 0 1,0 0-1,-2 23 0,4-25-24,1 0 0,1 0 0,0 0 0,0 1 0,2-1 0,-1 0-1,2 0 1,0 0 0,0-1 0,1 1 0,9 18 0,-6-19-42,1-1 0,0 0 1,0 0-1,1 0 0,1-2 0,0 1 0,0-1 1,1 0-1,0-1 0,22 13 0,-7-8-22,0 0 0,1-2-1,0-1 1,36 8 0,-12-7-785,0-3 0,0-2 1,78-2-1,-1-4-3365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4562,'0'0'3650,"0"-54"-3618,0 108-32,0 11 256,0-2-160,0-1-16,0-11-32,0-7-48,0-11-320,0-9-1345,3-16-512,12-8-944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1 2961,'0'0'4194,"-98"33"-4098,119-33 80,11 0-176,7 0-1584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906 111 1217,'0'0'4882,"-12"-18"-4159,4 4-593,4 7-73,-1-1 1,1 0 0,-2 1 0,-11-13-1,14 17-24,0 1 0,0-1 0,-1 0 0,1 1-1,-1 0 1,1 0 0,-1 0 0,0 0 0,0 1-1,0-1 1,0 1 0,0 0 0,-1 0 0,1 1 0,0-1-1,-5 1 1,0 0-2,1 0-1,0 0 1,-1 1 0,1 0-1,0 0 1,-1 1 0,1 0-1,0 1 1,0 0-1,1 0 1,-1 0 0,1 1-1,-1 0 1,1 1-1,0 0 1,1 0 0,-1 0-1,-9 10 1,5 0-28,0 0 0,1 0 0,1 0 0,1 1 1,0 1-1,0 0 0,2 0 0,0 0 0,1 0 0,1 1 0,1 0 1,0 0-1,1 0 0,1 0 0,1 0 0,4 36 0,-3-48-3,0-1 0,0 0 0,0 0 1,1 0-1,0 0 0,0 0 0,0 0 0,0-1 0,1 1 0,0 0 0,0-1 0,0 0 0,0 0 1,1 0-1,0 0 0,-1-1 0,1 1 0,1-1 0,-1 0 0,0 0 0,1 0 0,0-1 0,-1 0 0,1 0 1,5 2-1,4 0 0,0-1 1,0 0-1,0-1 1,0-1 0,1 0-1,-1-1 1,0 0 0,18-3-1,-25 2 3,-1 0 0,0-1-1,0 1 1,0-1 0,0 0-1,0-1 1,0 1 0,-1-1 0,1-1-1,-1 1 1,0-1 0,0 1-1,0-2 1,0 1 0,-1 0-1,1-1 1,-1 0 0,-1 0 0,1 0-1,-1 0 1,1-1 0,-1 1-1,-1-1 1,1 0 0,2-11-1,0-1 14,-2-1-1,0 0 0,0 1 0,-2-1 1,-1 0-1,0 0 0,-4-30 0,2 38 7,0 0 0,0 1 0,-1-1 0,0 1-1,-1-1 1,0 1 0,-1 0 0,0 0 0,0 1 0,-7-10-1,12 19-20,-1 1-1,1-1 1,0 0-1,0 0 0,0 0 1,0 0-1,0 1 1,0-1-1,0 0 0,0 0 1,0 0-1,0 0 1,0 1-1,0-1 1,-1 0-1,1 0 0,0 0 1,0 0-1,0 0 1,0 0-1,0 1 0,-1-1 1,1 0-1,0 0 1,0 0-1,0 0 0,0 0 1,-1 0-1,1 0 1,0 0-1,0 0 1,0 0-1,-1 0 0,1 0 1,0 0-1,0 0 1,0 0-1,-1 0 0,1 0 1,0 0-1,0 0 1,0 0-1,0 0 0,-1 0 1,1 0-1,0 0 1,0 0-1,0-1 0,0 1 1,0 0-1,-1 0 1,1 0-1,0 0 1,0 0-1,0-1 0,0 1 1,0 0-1,0 0 1,-1 0-1,1 0 0,0 0 1,0-1-1,0 1 1,0 0-1,-1 13-24,1 1 0,1 0 0,0 0 1,0-1-1,6 21 0,-2-1 15,20 131 5,4 175 0,-28-306 4,-5 326-26,1-316 23,-3-2 0,-1 1 0,-2-1 0,-2 0-1,-2-1 1,-25 57 0,28-78 4,0 0 0,-1-1 0,-1 0-1,-1-1 1,-1 0 0,-24 24 0,26-31 1,-1 1 0,0-2-1,0 0 1,0-1 0,-1 0 0,-1-1 0,1 0-1,-1-2 1,-24 7 0,15-6 4,-2-1 0,1-2 0,-1 0 0,1-2-1,-1 0 1,1-2 0,-1-1 0,1-1 0,-1-1 0,-29-10 0,42 10 12,-1 0 1,1-1-1,0-1 0,1 0 1,-1-1-1,1 0 0,1-1 1,-1-1-1,1 0 1,1 0-1,0-1 0,0 0 1,1-1-1,0 0 1,0 0-1,2-1 0,-1 0 1,2 0-1,-1-1 0,-4-16 1,4 7-1,2 0 0,0 0 0,2-1 0,0 0 1,2 1-1,0-1 0,2 0 0,0 0 0,2 0 0,0 1 0,2-1 0,0 1 1,1 0-1,2 1 0,18-41 0,-13 38-22,0 0 1,1 1-1,2 1 1,0 0-1,1 1 1,1 1-1,1 0 0,1 2 1,1 0-1,0 1 1,1 1-1,1 1 1,26-12-1,-34 20-2,0 1 0,0 0 0,1 2 0,0-1 0,0 2 0,0 0 0,33-1 0,-46 4 2,1-1 1,-1 1-1,0 0 1,0 1-1,1-1 1,-1 1-1,0-1 0,0 1 1,0 0-1,0 0 1,0 0-1,0 1 1,0-1-1,0 1 0,0-1 1,3 3-1,-4-1 1,0 0-1,0 0 1,0 0 0,0 0-1,0 0 1,-1 0-1,1 1 1,-1-1-1,0 1 1,0-1 0,0 1-1,0-1 1,-1 1-1,1 3 1,1 56-1451,3-49-1697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6 3762,'0'0'3825,"1"-6"-3282,-3 14-560,-16 326 728,17-192-4285,1-172 1798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227 1 624,'0'0'4354,"-191"41"-3970,162 7 241,23-4 143,6 4-336,47-19-224,25-14 161,5-15-225,-12 0-80,-20-9 96,-21-26 256,-24-4 96,0 0-416,-6 4-96,-15 8-560,12 12-1073,9 6-1840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0 4242,'0'0'4442,"-2"17"-4298,-9 283 1179,6-74-816,-7 119 80,12-342-583,0 0 0,0 0 0,0-1 0,0 1 0,0 0 0,1 0 0,-1 0 0,1 0 0,0-1 0,0 1 0,0 0 0,0-1 0,0 1-1,1-1 1,-1 1 0,1-1 0,0 0 0,3 4 0,-1-3 3,-1-1-1,1 0 0,0 0 1,0-1-1,0 1 0,0-1 1,0 0-1,0 0 0,1 0 1,-1-1-1,0 1 0,6-1 1,4 1-29,0 0 0,-1-1 0,1 0 0,0-1 1,0-1-1,0 0 0,-1-1 0,1-1 0,-1 0 1,0 0-1,21-11 0,-16 5-606,0-1 0,-1-1 1,-1 0-1,0-1 0,23-24 0,-28 23-672,-1 0 0,9-16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6195,'0'0'432,"160"-9"-336,3 6 160,16 3-176,-10 0-80,-29 0-480,-54-9-1105,-62-2-3009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80 196 3666,'0'0'515,"-4"-26"-361,-3-8 27,0 4 314,-4-59 1,11 73 273,0 31-165,-21 730-3,16-657-587,5-52 0,-3-1 0,0 0-1,-13 51 1,13-138 365,3 23-347,1 0 1,2 0-1,0 0 1,14-48-1,-13 63-27,1 1-1,0 1 0,0-1 0,2 1 0,-1 0 0,2 0 0,0 1 0,0 0 1,1 1-1,0-1 0,0 2 0,14-11 0,-13 12-7,1 1 0,0 0 0,0 0 0,1 1 0,0 1 0,0 0 0,0 1 0,0 0 1,1 1-1,0 0 0,0 1 0,-1 0 0,1 1 0,0 1 0,0 0 0,0 0 0,0 2 0,13 2 0,-21-3 3,0 1 0,-1 0 0,1 0-1,-1 0 1,1 1 0,-1-1 0,0 1 0,0 0 0,-1 0-1,1 1 1,0-1 0,-1 1 0,0 0 0,0 0 0,0 0 0,0 0-1,-1 0 1,0 0 0,0 1 0,0-1 0,0 1 0,1 7-1,1 4 31,-1 1 0,0-1 0,-2 1 0,0-1 0,-1 25 0,-1-33 12,0 0-1,0 0 0,0 0 1,-1-1-1,0 1 1,0 0-1,-1-1 1,0 0-1,-1 1 1,1-1-1,-1 0 0,-7 8 1,2-4 31,-1-1 1,0 1 0,-1-2-1,0 0 1,0 0-1,-14 7 1,-4 3 43,-1-2 0,-39 16 0,57-28-462,0-1-1,-1 0 1,1 0-1,-1-2 0,0 1 1,0-2-1,0 0 1,-23 0-1,14-6-3013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1 302 4402,'34'0'760,"110"-2"-608,-114 2-135,-1 1 0,1 1-1,44 10 1,-5 0 23,-49-9-32,0-2-1,0 0 1,0-1-1,32-5 1,-50 4-6,1 0 0,-1 0 0,1 0 0,-1 0 0,0 0 0,0-1 0,1 1 0,-1-1 0,0 0 0,-1 1 0,1-1 1,0 0-1,0 0 0,-1 0 0,1 0 0,-1-1 0,0 1 0,1 0 0,-1-1 0,0 1 0,-1 0 0,1-1 0,0 0 1,-1 1-1,1-1 0,-1 1 0,0-1 0,0 1 0,0-6 0,0 1 8,0 0-1,0 0 1,-1 0 0,0 0-1,-1 1 1,1-1 0,-1 0 0,0 1-1,-1-1 1,0 1 0,-3-7-1,-4-1 43,-1 0 0,0 1 0,-1 0 0,-1 1-1,0 0 1,0 1 0,-1 0 0,-1 1 0,1 1 0,-2 0-1,1 1 1,-1 1 0,0 1 0,-1 0 0,1 1 0,-1 0-1,0 1 1,-1 2 0,1-1 0,-32 1 0,43 3 3,0 0 1,-1 0 0,1 0-1,0 1 1,0 0-1,0 0 1,1 1 0,-1 0-1,0 0 1,1 0-1,0 0 1,-1 1 0,1 0-1,1 0 1,-1 0-1,1 1 1,-1 0 0,2-1-1,-1 2 1,0-1-1,1 0 1,0 1 0,0-1-1,0 1 1,1 0 0,-2 7-1,0 0 41,0 0 0,1 0 0,0 1 0,2 0-1,-1-1 1,2 1 0,-1 0 0,2 0 0,0-1 0,1 1 0,5 21 0,-2-22-58,1 0 1,0 0 0,0 0 0,2-1 0,-1 0 0,2-1-1,-1 1 1,2-2 0,-1 1 0,1-1 0,1-1 0,0 0 0,14 9-1,3 1-88,2-1-1,0-1 1,1-2-1,44 16 0,-41-20-1162,1-2-1,0-1 0,70 7 0,-11-13-3407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229 311 3394,'0'0'3316,"7"-5"-2817,25-16-230,-30 20-260,-1 1 0,0 0 0,0-1 0,0 1 0,1 0 0,-1 0 0,0-1 0,0 1 0,1 0 0,-1 0 0,0 0 0,0 1 0,1-1 1,-1 0-1,0 0 0,0 1 0,0-1 0,1 1 0,-1-1 0,0 1 0,2 1 0,7 2 27,-4-3-31,0 0 0,-1 0 1,1 0-1,0-1 0,0 0 1,-1 0-1,1 0 0,0-1 0,-1 1 1,1-2-1,0 1 0,-1 0 1,1-1-1,6-4 0,-8 4-2,-1 0-1,0-1 0,0 0 1,0 0-1,0 0 0,0 0 1,-1 0-1,0 0 0,1-1 1,-1 1-1,0-1 0,-1 0 1,1 0-1,-1 1 0,1-1 1,-1 0-1,0 0 0,-1 0 1,1 0-1,-1 0 0,1-5 1,-1 1-3,-1 1 0,1-1 1,-1 1-1,0-1 1,-1 1-1,0 0 1,0 0-1,-1 0 1,0 0-1,0 0 0,0 0 1,-1 1-1,0-1 1,0 1-1,-1 0 1,1 0-1,-2 1 1,1 0-1,0-1 0,-1 2 1,0-1-1,0 1 1,-11-6-1,6 3 4,-1 1-1,0 0 0,0 1 0,0 0 1,-1 1-1,1 1 0,-1 0 1,0 0-1,0 1 0,0 1 0,-1 0 1,-25 3-1,32-1 17,0 1 0,0-1 0,0 2 0,0-1 0,0 1 0,1 0 0,-1 0 0,1 1 0,0 0 0,0 0 0,0 1 0,0-1 0,1 1 0,0 0 0,0 1 0,0-1 0,0 1 0,1 0 0,0 0 0,1 1 0,-1-1 0,-4 14 0,2-4 49,1 0 1,1 0-1,0 0 1,1 1 0,1-1-1,1 1 1,0 0-1,1-1 1,2 19-1,-1-26-59,0 0 1,1-1-1,0 1 0,1-1 0,0 0 0,0 0 1,1 0-1,0 0 0,0-1 0,1 1 0,9 11 1,-6-10-12,1 0 1,0-1 0,0 0 0,1 0-1,0-1 1,0-1 0,19 10 0,-5-6-426,1-1 1,0-1 0,0-1 0,1-1-1,0-1 1,0-2 0,33 1 0,40-3-2289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 1969,'0'0'1425,"-27"9"-593,8-4-619,4-1-26,0 1 1,0 0-1,-23 13 0,31-15-88,0 2 0,1-1 1,0 1-1,0 0 0,0 0 0,1 0 0,0 1 1,0 0-1,0 0 0,0 0 0,1 0 0,-6 12 1,1 7 131,0-1 1,2 1-1,1 1 0,0-1 1,2 1-1,1 0 1,1 51-1,2-69-215,0-1-1,0 1 1,1-1-1,0 0 1,1 0 0,0 0-1,0 1 1,0-2-1,1 1 1,0 0-1,7 11 1,-7-13-11,1-1 0,-1 1-1,1-1 1,0-1 0,1 1 0,-1 0 0,1-1 0,0 0-1,0 0 1,0 0 0,0-1 0,0 0 0,0 0 0,1 0-1,8 1 1,-4 0 2,1-1-1,-1-1 1,1 0-1,-1 0 0,1-1 1,-1 0-1,1-1 1,-1 0-1,1-1 0,-1 0 1,0-1-1,0 0 1,0 0-1,16-9 0,-19 8-2,0 0-1,0-1 0,-1 0 1,0-1-1,0 1 0,0-1 1,0 0-1,-1 0 0,0-1 1,-1 0-1,1 0 0,-1 0 1,-1 0-1,1-1 0,-1 1 1,-1-1-1,1 0 0,-1 0 1,1-11-1,0 6 4,-1-1 0,-1 1 0,0-1-1,-1 0 1,0 1 0,-1-1 0,-1 1 0,0-1 0,-1 1-1,0 0 1,-1 0 0,-1 0 0,0 0 0,0 1 0,-8-13-1,-1 5 37,-1 1 0,-27-30 0,36 43-197,0 0 0,0 0-1,0 1 1,-1 0 0,1 1-1,-1-1 1,0 1-1,0 1 1,-1-1 0,1 1-1,-14-3 1,6 5-2506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65 335 3874,'0'0'3004,"-11"10"-2255,9-7-671,-33 24 337,34-27-407,1 1 0,-1-1 0,1 0 0,-1 1 1,1-1-1,-1 0 0,1 0 0,-1 1 0,1-1 0,-1 0 0,1 0 0,-1 0 0,0 0 0,1 0 0,-1 0 0,1 0 0,-1 0 0,0 0 0,1 0 0,-1 0 0,1 0 1,-1 0-1,0-1 0,0 1 1,1-1 1,0 0 0,-1 0-1,1 0 1,0 0-1,0 0 1,0 0 0,0 0-1,0 0 1,0 0 0,0 0-1,0 0 1,0 0-1,0 0 1,1 0 0,-1 0-1,0 0 1,1 0 0,-1 0-1,1-1 1,22-56 88,3 1 0,40-65-1,-55 102-73,24-30-1,-32 46-17,0 0-1,1 0 0,-1 0 0,1 1 0,0 0 1,0-1-1,0 1 0,0 1 0,0-1 1,1 0-1,-1 1 0,1 0 0,7-2 0,-10 4-6,-1 0 0,0 0 0,0 0 0,0 0 0,1 0 0,-1 0 0,0 1 0,0-1 0,0 0-1,0 1 1,0-1 0,0 1 0,0-1 0,0 1 0,0 0 0,0-1 0,0 1 0,0 0 0,0 0 0,0 0-1,0-1 1,0 1 0,-1 0 0,1 0 0,-1 0 0,1 0 0,0 0 0,-1 1 0,1-1 0,-1 0-1,0 0 1,1 0 0,-1 2 0,8 45-38,-8-43 38,6 316 86,-8-196-58,3-186 67,13-100 0,-11 139-74,2 0 0,0 0 0,1 0 0,1 1 0,1 0 0,1 0 0,1 1 0,16-24 0,-24 39-42,2 0 0,-1 0-1,0 1 1,1-1 0,0 1 0,0 0-1,0 0 1,1 0 0,-1 1 0,1-1-1,0 1 1,0 0 0,0 0-1,0 1 1,1 0 0,-1 0 0,1 0-1,-1 1 1,1-1 0,0 1 0,-1 0-1,11 1 1,-13 0-10,0 0 0,0 0 0,0 1 0,0-1 0,0 1 0,0 0 0,0 0 0,0 0 0,0 0 0,0 1 1,-1-1-1,1 1 0,-1-1 0,1 1 0,-1 0 0,3 2 0,0 1 5,-1 0 1,0 0 0,0 1 0,-1-1-1,0 1 1,1 0 0,1 7-1,3 10 9,-1-1 0,-1 1-1,3 30 1,-1 18 75,-3 107-1,-5-162 23,0-50-35,-2 14-81,2 0 0,0 1 0,2-1 1,0 1-1,1 0 0,0 0 0,10-27 0,-3 24-138,1 1 0,2 0 0,0 0 0,0 1 0,2 1 0,1 0 0,0 2 0,1-1 0,35-25 0,-44 37 3,1 1 0,0 0-1,0 0 1,0 1 0,1 0 0,17-4-1,-25 7 162,1 1 0,-1-1 0,1 0 0,-1 1 0,1 0 0,-1-1 0,1 1 0,-1 0 0,1 0 0,-1 1 0,1-1 0,-1 1 0,1-1 0,-1 1 0,1 0 0,-1-1 0,1 1 0,-1 1 0,0-1 0,0 0 0,0 0 0,0 1 0,0-1 0,0 1 0,0 0 0,0 0 0,0 0 0,-1-1 0,1 1 0,-1 1 0,1-1 0,0 3 0,1 6 72,0 0 0,-1 0 0,0 1-1,0-1 1,-2 1 0,0 22-1,0-15 110,-1 24 480,-1-1 0,-3 0-1,-10 49 1,12-79-564,-9 45 244,12-52-367,-1 0 0,1-1 0,0 1 0,0 0-1,0 0 1,1 0 0,-1 0 0,1-1 0,2 7 0,-2-10-57,-1-1 0,1 1-1,-1 0 1,0-1 0,1 1 0,0 0-1,-1-1 1,1 1 0,-1-1 0,1 1-1,0-1 1,-1 1 0,1-1 0,0 0-1,-1 1 1,1-1 0,0 0-1,0 1 1,-1-1 0,1 0 0,0 0-1,0 0 1,1 0 0,32 2-4121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6 360 5362,'0'0'1292,"31"-5"-1170,107-14-98,-105 15-132,-1-2-1,1-1 0,-1-2 0,42-16 0,-68 23 103,1-1 1,-1 0-1,1 0 0,-1-1 1,0 0-1,0 0 0,-1 0 0,1 0 1,-1-1-1,0 0 0,0 0 1,8-12-1,-10 12 37,-1 1-1,0-1 1,1 0 0,-1-1-1,-1 1 1,1 0-1,-1 0 1,0-1 0,0 1-1,-1-1 1,0 1 0,0-1-1,0 1 1,0-1 0,-1 1-1,0-1 1,-2-7 0,1 8 0,0-1 0,-1 1 0,1 0 1,-1-1-1,0 1 0,0 1 0,-1-1 1,0 0-1,1 1 0,-2 0 0,1 0 1,0 0-1,-1 0 0,1 1 0,-1-1 1,0 1-1,0 0 0,-1 1 0,1 0 1,-10-4-1,-4 0 123,-1 1-1,0 1 1,0 1 0,-35-2-1,46 5-104,0-1 0,1 2-1,-1-1 1,0 1 0,0 0-1,1 1 1,-1 0 0,1 0-1,0 1 1,-1 0-1,1 1 1,0-1 0,1 2-1,-1-1 1,1 1 0,0 0-1,0 0 1,0 1 0,1 0-1,0 1 1,0-1-1,0 1 1,1 0 0,0 0-1,-4 9 1,1-3 1,1 1 0,1 0-1,1 0 1,0 0 0,0 1 0,-4 29-1,5-12-24,2 0-1,1 37 1,1-64-24,1 0 1,-1 1-1,1-1 1,0 0-1,0 0 1,0 0-1,1 0 1,0 0 0,0 0-1,0 0 1,0 0-1,1-1 1,0 1-1,0-1 1,0 0-1,1 1 1,5 4 0,-3-4-2,0-1 0,0 0 0,1 0 0,-1-1 0,1 0 0,-1 0 0,1-1 0,0 0 0,0 0 1,0 0-1,0-1 0,12 1 0,0-1-20,-1 0 1,0-1-1,0-1 1,1 0-1,-1-2 0,0 0 1,0-1-1,-1-1 1,1 0-1,-1-2 1,0 0-1,-1 0 1,0-2-1,17-11 0,-8 3-76,0-1 0,-1-1 0,-2-1 0,0-1 0,29-35 0,-42 44 102,0 0 1,-1-1-1,-1 0 1,0 0-1,-1 0 1,0-1-1,-1 0 1,0 0-1,-2-1 1,1 1-1,-2-1 1,0 0-1,0-17 1,-2 21 37,-1-28 154,1 38-186,0 0 0,-1 0 0,1 0-1,0 0 1,0 0 0,0 0-1,-1 0 1,1 0 0,-1 0 0,1 0-1,-1 0 1,1 0 0,-1 0 0,1 0-1,-1 0 1,0 1 0,0-1-1,1 0 1,-1 0 0,0 1 0,0-1-1,0 1 1,0-1 0,1 1 0,-1-1-1,0 1 1,-2-1 0,3 1-11,-1 0 0,1 0 0,0 0 0,0 0 0,-1 0 0,1 0 0,0 0 0,-1 0 0,1 0 0,0 0 0,0 0 0,-1 0 0,1 0 0,0 0 0,0 0 0,-1 1 0,1-1 0,0 0 0,0 0 0,-1 0 0,1 0 0,0 1 1,0-1-1,0 0 0,0 0 0,-1 0 0,1 1 0,0-1 0,0 0 0,0 0 0,0 1 0,0-1 0,-1 0 0,1 0 0,0 1 0,0-1 0,0 0 0,0 1 0,0-1 0,0 0 0,0 0 0,0 1 0,0-1 0,0 0 0,0 0 0,0 1 0,0-1 0,1 0 0,-1 1 0,0-1 0,0 0 0,0 1 0,5 12-26,6 2 23,1-1 0,0 0-1,25 21 1,-18-18 3,-2 0 4,9 7-3,0 1 0,43 58 1,-62-74-4,-1 1 0,0 1 0,-1-1 0,0 1 1,-1 0-1,0 0 0,-1 0 0,0 0 0,0 1 0,-2 0 1,1-1-1,-1 1 0,-1 15 0,-1-21 11,0 1 1,-1-1-1,1 0 0,-1 1 0,0-1 1,-1 0-1,0 0 0,0 0 0,0-1 1,0 1-1,-1-1 0,0 0 0,0 0 0,-1 0 1,1 0-1,-1-1 0,0 0 0,0 0 1,0 0-1,-1-1 0,0 1 0,1-1 1,-11 3-1,5-1 157,0-1 0,0 0-1,0-1 1,-1 0 0,0-1 0,1 0 0,-1-1-1,0 0 1,0-1 0,0-1 0,1 0 0,-21-3 0,30 3-122,-1 0 0,1-1 0,-1 1 0,1 0 0,0-1 0,0 1 0,0-1 0,-1 0 0,2 0 0,-1 0 0,0 0 0,0 0 0,0 0 0,1 0 0,0-1 0,-1 1 0,1-1 0,0 1 0,0-1 0,0 1 0,0-1 0,1 1 0,-1-4 0,0 2-34,0 0-1,0 0 1,1 0-1,0 0 1,0 0-1,0 0 1,0 0-1,1 0 1,0 0-1,-1 0 1,1 0-1,1 0 1,-1 0-1,0 1 1,1-1-1,2-3 1,1 1-33,0 0-1,1 1 1,0-1 0,-1 1 0,2 0-1,11-6 1,49-26-1152,-25 16-1055,13-12-3715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2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255 108 2049,'0'0'1555,"-29"-3"-480,-156-10 1316,178 12-2103,6 2-207,-1-1 0,0 0 0,0 0 0,0 0 1,1-1-1,-1 1 0,0 0 0,1-1 0,-1 1 0,0-1 1,1 1-1,-1-1 0,0 0 0,1 0 0,-1 0 1,1 0-1,-1 0 0,-1-2 0,3 3-73,0 0-1,0 0 1,0 0-1,0-1 1,0 1 0,-1 0-1,1 0 1,0-1-1,0 1 1,0 0 0,0 0-1,0 0 1,0-1-1,0 1 1,0 0-1,1 0 1,-1 0 0,0-1-1,0 1 1,0 0-1,0 0 1,0-1 0,0 1-1,0 0 1,0 0-1,0 0 1,1 0-1,-1-1 1,0 1 0,0 0-1,0 0 1,0 0-1,1 0 1,-1 0 0,0-1-1,0 1 1,0 0-1,1 0 1,-1 0-1,0 0 1,0 0 0,0 0-1,1 0 1,-1 0-1,0 0 1,0 0 0,1 0-1,-1 0 1,0 0-1,0 0 1,13-3 21,0 1 1,0 1 0,0 0-1,15 1 1,21-1-23,177-13-2,223-20-184,-417 31 180,-26 4 2,0-1 0,1-1 0,-1 1 0,0-1 1,1 0-1,-1-1 0,0 0 0,0 0 0,6-2 0,-11 3 27,-5 2-12,-2 1-15,-1 0-1,1 1 1,0 0-1,0 0 1,1 1-1,-1 0 0,1 0 1,0 0-1,0 0 1,0 1-1,0 0 1,-5 8-1,-11 14 9,-20 36 0,25-38 10,-81 114 240,-116 129 1,207-262-196,5-5-33,0 0-1,-1 1 0,1-1 0,0 1 0,0-1 1,0 1-1,0-1 0,0 1 0,0 0 0,0-1 1,1 1-1,-1 0 0,1 0 0,-1-1 0,0 4 0,9-3 190,13-2-119,6 0 0,1-1-1,27-4 1,87-27 1,-49 10-198,132-37-3686,-137 26-1449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12 432 4386,'0'0'2607,"27"0"-2578,187 0 94,-165 1-94,-21 0-260,1 0 0,-1-2 0,1-2 1,-1 0-1,55-14 0,-79 15 186,0 1 0,0-1 0,0 0-1,0 0 1,-1 0 0,1-1 0,-1 1-1,1-1 1,-1 0 0,0 0-1,0 0 1,0-1 0,0 1 0,-1-1-1,1 1 1,-1-1 0,0 0 0,0 0-1,2-6 1,-3 5 47,1-1 1,-1 0-1,0 0 0,-1 0 0,0 1 0,0-1 0,0 0 1,0 0-1,-1 0 0,0 0 0,0 0 0,-1 1 1,1-1-1,-4-7 0,-1 2 89,0 0 1,0 1-1,-1-1 0,0 1 1,-1 0-1,0 1 0,0 0 1,-1 0-1,0 1 0,-1 0 1,0 1-1,-14-9 0,10 8 70,0 0 1,-1 2-1,0-1 0,0 2 0,0 0 0,0 1 0,-1 0 0,0 2 0,-18-2 1,17 3-23,1 1 0,-1 0 1,1 1-1,-18 4 0,27-3-98,0 0 0,0 0 0,0 0 0,1 1 0,0 0 0,-1 1 0,1-1 0,0 1 0,0 0 0,1 1 0,0-1 0,-6 6 0,0 3 23,1 0 0,0 0 0,1 1 0,0 0-1,1 0 1,1 1 0,0 0 0,-8 30 0,8-17 0,1 1 0,1 0 1,1 0-1,1 34 1,3-48-53,0 0 0,1 0 0,0 0 0,1 0 0,1 0-1,9 26 1,-8-33-9,-1 1-1,2-1 0,-1 0 0,1 0 0,1-1 1,-1 1-1,1-1 0,1 0 0,-1-1 0,1 0 1,0 0-1,11 8 0,-3-6-3,0 1 1,0-2-1,1 0 1,0-1-1,0 0 1,0-1-1,31 4 1,-2-3-220,80-1 1,-99-5-4,0-1 0,-1-2 0,1 0 0,0-2 0,-1 0 0,0-2-1,0-1 1,-1-1 0,0-1 0,-1-1 0,0-1 0,32-23 0,-32 20 140,-1-2 0,0-1 0,-2 0 1,0-2-1,24-30 0,-35 38 161,0-1 0,0-1 0,-2 1 1,0-1-1,0-1 0,-1 1 0,-1-1 0,0 0 1,-2-1-1,5-29 0,-8 45-75,3-34 506,-2-46 0,0 74-431,-2-1 0,1 1 0,-1 0 0,0-1 0,0 1 0,-1 0-1,0 0 1,0 0 0,0 0 0,-1 0 0,0 1 0,0-1 0,0 1 0,-7-9 0,9 13-47,0 0-1,0 0 1,1 1-1,-1-1 0,0 0 1,0 1-1,0-1 1,0 1-1,0-1 1,0 1-1,0-1 1,-1 1-1,1 0 1,0-1-1,-1 1 0,1 0-19,0 0 1,1 0-1,-1 0 0,1 0 0,-1 1 0,1-1 0,-1 0 0,1 0 0,-1 1 0,1-1 0,-1 0 0,1 1 0,0-1 0,-1 0 0,1 1 0,-1-1 0,1 0 0,0 1 0,-1-1 0,1 1 0,0-1 0,-1 1 0,0 3 6,0-1 0,0 0 0,0 1 1,0-1-1,0 1 0,1 0 0,0 5 0,3 426 1021,-3-430-836,0-11-78,0-29-41,-4-50-89,-6-4 32,-9-131-44,19 218 15,0 1 1,1-1 0,-1 1 0,0-1 0,0 0 0,1 1 0,-1-1-1,1 1 1,-1-1 0,1 1 0,0 0 0,0-1 0,-1 1 0,1-1-1,0 1 1,0 0 0,0 0 0,0 0 0,1 0 0,-1 0 0,0 0 0,0 0-1,1 0 1,-1 0 0,3-1 0,2-1-11,1 1 0,0 0 0,0 0 0,11-1 1,-5 1-4,194-27-308,-110 18 35,139-35 0,-205 33 440,-28 10-14,-21 9-4,4 0-65,1 1-1,0 0 1,0 1-1,1 0 1,0 1-1,0 0 1,1 1-1,0 1 1,1-1 0,-16 22-1,16-18 58,0 1 1,1 0-1,0 0 0,1 1 0,1 0 1,0 0-1,2 0 0,-1 1 1,-2 21-1,6-28-96,1 1 0,0 0 0,1-1 0,0 1 1,1-1-1,0 1 0,4 18 0,-3-23-27,0 0-1,1 0 1,0-1 0,-1 1-1,2-1 1,-1 1 0,1-1-1,0 0 1,0 0-1,0-1 1,0 1 0,1-1-1,10 7 1,-2-2-117,1-1 0,0-1 0,0 0 0,1-1-1,0 0 1,31 7 0,-12-7-1074,0-1 0,41 0 0,34-3-3210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 99 4802,'0'0'4840,"-20"6"-4413,11-3-365,0 0 1,0 1 0,0-1-1,0 2 1,1-1 0,-1 1-1,-13 12 1,17-11-13,0 0 0,1 0 0,-1 1-1,1 0 1,1 0 0,0 0 0,0 0 0,0 0 0,0 1-1,1-1 1,-1 11 0,-2 16 134,-1 42 0,5-71-173,0 12 28,1 0 1,1 0 0,0 1 0,1-1 0,0 0 0,9 27 0,-8-36-32,0 1 1,1-1 0,0-1 0,0 1 0,1 0-1,0-1 1,0 0 0,0 0 0,1-1 0,0 1-1,1-1 1,-1 0 0,1-1 0,12 8-1,-9-8-6,1 1 0,0-1-1,1-1 1,-1 0 0,0-1-1,1 0 1,0 0 0,0-2-1,0 1 1,0-1 0,0-1-1,17-2 1,-21 2-1,0-1-1,0 0 1,-1-1 0,1 0 0,0 0 0,-1-1-1,0 0 1,1 0 0,-1-1 0,-1 0 0,1 0-1,0-1 1,-1 1 0,0-1 0,0-1 0,0 1-1,-1-1 1,0 0 0,6-8 0,-4-1 8,0 1 1,-1-1-1,-1 0 1,-1 0-1,0 0 1,0-1-1,-2 0 1,0 1-1,-1-1 1,0 0-1,-1 0 1,-1 0-1,-1 0 1,0 1-1,-1-1 1,0 1 0,-2-1-1,1 1 1,-2 0-1,0 1 1,-1-1-1,-17-25 1,12 25 47,0 0 1,-1 1-1,-1 1 0,0 0 1,0 1-1,-2 1 1,1 0-1,-30-15 1,22 16-74,1 0 0,-1 2 0,0 1 0,-1 1 0,0 1 0,-35-3 0,-33-1-1558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1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229 476 5026,'0'0'1436,"3"-4"-953,-1 0-379,0 0 0,0-1 0,0 1 0,-1-1 0,1 0 0,-1 1 0,0-1 0,0 0 1,0-7-1,-1-54 367,0 40-265,0-183 1021,-8 829-819,7-553-216,1-67 0,0-14 19,-1-145-112,3-186 66,0 319-210,1 0-1,10-36 1,-7 38 1,-1 0 0,-1-1 0,1-29 0,-5 10-12,0 42 40,-2 7-24,-15 26-26,-2-1 0,-42 55 1,21-31 64,8-10-225,-33 48 732,58-81-968,1 1-1,1 0 1,0-1 0,0 2 0,1-1 0,-4 19-1,7-19-3418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2.0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 6051,'0'0'1889,"231"-27"-1857,-97 15-32,-9 1-32,-21 5-353,-30 3-495,-38 3-401,-63 0-2832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33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13 547 4050,'0'0'2065,"-2"-26"-1884,-8-364 1543,10 260-102,0 277-1774,22 604 282,-15-676-259,32 232-1505,-42-332-2213,-14-28 109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33.6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209 123 4962,'0'0'2161,"-191"53"-1408,174-47 367,43-6-1056,61 0-16,37-27-48,34 1 16,14-10-16,0 3-528,-14 6-1089,-36 10-976,-39 2-1377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33.9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0 247 5747,'0'0'2257,"306"-116"-2385,-125 72 80,1 11-1281,-22 6-944,-32 1-1665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34.3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54 6147,'0'0'2614,"-4"-14"-2518,3 10-101,0-1 0,0 1-1,-1 0 1,1 0-1,-1 0 1,0 0-1,-5-6 1,3 23-86,2 34-17,22 266 182,-6-166-2,24 415 187,-36-542-247,0 15 13,10 46-1,-12-78-22,1-1 0,0 1 0,0 0 1,-1-1-1,1 1 0,1-1 0,-1 1 0,0-1 0,1 0 0,-1 1 0,1-1 0,-1 0 0,1 0 0,0 0 0,0 0 0,3 1 0,-4-2-1,1 0 0,0 0 0,0 0 0,0-1 0,0 1 1,0-1-1,0 1 0,0-1 0,0 0 0,0 0 0,0 0 1,0 0-1,0 0 0,0 0 0,0 0 0,4-2 0,0 0-11,1-1 0,-1 0 0,1 0 0,-1-1 0,0 0 0,0 0 0,-1 0 0,1 0 0,-1-1 0,7-8 0,2-4-493,0-1 0,-1 0-1,-1 0 1,-1-1 0,12-30-1,1-26-3420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34.5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0 196 9284,'0'0'0,"238"-32"-1568,-69-10 1648,15-3-64,-8 10-16,-43 11-1329,-55 6-1856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34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51 140 432,'0'0'9252,"-51"-140"-9252,51 185-96,0 26 16,9 24 80,6 3 48,-9 0-48,3-6 16,-9-15-16,0-17-80,3-19-1232,-3-29-1377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35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 1 5955,'0'0'272,"-137"217"-176,134-143 96,3-20 96,48-25-48,23-23 80,6-6-48,0-18 17,-17-23 255,-22-4-352,-23 4-64,-15 5-16,0 6-112,-15 10-352,3 5-2850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35.6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41 494 4882,'0'0'1982,"-8"21"-1955,-22 62 64,30-83-88,-1 0 0,1 0 0,0 1 0,0-1 0,-1 0 0,1 1 0,0-1 0,0 0 1,0 1-1,0-1 0,0 0 0,0 1 0,-1-1 0,1 1 0,0-1 0,0 0 0,0 1 0,0-1 0,0 0 0,0 1 0,0-1 1,1 0-1,-1 1 0,0-1 0,0 1 0,0-1 0,0 0 0,0 1 0,0-1 0,1 0 0,-1 1 0,0-1 0,0 0 0,1 0 1,-1 1-1,13-10 163,21-28 61,-2 0 0,-1-3 0,27-43-1,-40 53-147,-1 0 1,-1-1-1,-2-1 0,-1 0 0,12-45 0,-21 61 7,-1 0-1,-1-1 0,0 1 1,-1-1-1,0 0 1,-4-32-1,2 48-77,1 0 1,0 0-1,0 0 0,-1 0 1,1 0-1,0 0 1,-1 0-1,1 0 0,-1 0 1,0 0-1,1 0 1,-1 0-1,0 0 0,1 0 1,-1 0-1,0 1 1,0-1-1,0 0 0,0 1 1,0-1-1,0 1 1,0-1-1,0 1 0,0-1 1,-2 0-1,-28-1-18,22 2 5,8 0 0,0 0 1,0 1-1,0-1 0,-1 0 1,1 0-1,0 0 1,0 1-1,0-1 1,0 0-1,0 1 1,0-1-1,0 1 1,0 0-1,0-1 0,0 1 1,0 0-1,0-1 1,0 1-1,1 0 1,-1 0-1,0 0 1,1 0-1,-1 0 1,0 0-1,1 0 0,-1 0 1,1 0-1,-1 0 1,1 0-1,0 0 1,-1 0-1,1 0 1,0 0-1,0 0 1,0 1-1,0-1 0,0 0 1,0 0-1,0 0 1,0 0-1,0 0 1,1 0-1,-1 1 1,1 1-1,0 1-12,1 1 0,-1-1 0,1 0 0,-1 0 0,1 0-1,1 0 1,-1 0 0,0 0 0,1 0 0,0 0 0,0-1 0,5 5 0,18 10-35,1-1-1,2-1 1,-1-2 0,36 13 0,40 21-183,-78-35 138,0 2 0,-1 1 1,-1 1-1,0 2 1,31 30-1,-45-38 84,0 1 0,-1 0 0,0 0 0,-1 0 0,0 1-1,-1 1 1,0-1 0,-2 1 0,1 0 0,-2 1 0,1-1 0,3 28 0,-6-21 13,0 1 0,-1 0 0,-1-1 0,-1 1 0,-1 0 0,0-1 0,-8 28 0,6-39 4,1 0-1,-1 0 1,0 0-1,-1 0 0,0-1 1,-1 1-1,0-1 1,-1-1-1,1 1 1,-2-1-1,1 0 0,-1-1 1,0 1-1,-1-2 1,1 1-1,-14 6 1,12-8 11,0 0 0,-1-1 0,0-1 0,0 1 0,0-2 0,0 0 0,0 0 0,0-1 0,-1 0 0,-13-1 0,21 0-2,0 1 1,-1-2-1,1 1 0,0 0 0,0-1 1,0 0-1,0 0 0,0 0 1,0 0-1,1-1 0,-1 1 1,0-1-1,0 0 0,1 0 0,0 0 1,-5-4-1,5 2-3,0 0 0,0 0 1,1 0-1,-1 0 0,1 0 0,0-1 0,1 1 1,-1 0-1,1-1 0,0 1 0,0-1 0,0 0 0,1 1 1,-1-6-1,1 4-15,-1 0 1,1 0 0,0 1-1,0-1 1,1 0 0,0 0-1,0 1 1,0-1 0,1 1-1,0-1 1,0 1 0,0 0-1,1-1 1,0 1 0,-1 0-1,2 1 1,4-7 0,-3 6-11,0 0 1,1 1 0,-1 0 0,1 0 0,0 1 0,0 0-1,0 0 1,0 0 0,0 0 0,1 1 0,-1 0 0,1 1-1,0-1 1,9 1 0,-10 0 0,-1 0 0,0 1 0,1-1 1,-1 1-1,1 1 0,-1-1 0,0 1 0,1 0 0,-1 0 0,0 0 1,0 1-1,0 0 0,0 0 0,0 0 0,7 5 0,-9-4 9,1 1 1,-1-1-1,0 1 0,1 0 0,-2 0 0,1 0 0,0 1 0,-1-1 1,0 1-1,0-1 0,0 1 0,-1 0 0,1-1 0,-1 1 1,0 0-1,0 9 0,1-5-159,-1 0 1,-1 1-1,0-1 1,0 0-1,0 0 1,-3 14-1,2-22-66,1 0 0,-1-1 0,1 1-1,0 0 1,-1-1 0,1 1-1,-1 0 1,0-1 0,1 1 0,-1-1-1,1 1 1,-1-1 0,0 1-1,1-1 1,-1 0 0,0 1 0,0-1-1,-1 1 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36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533 224 5715,'0'0'765,"-4"-29"-525,-22-147 166,22 158 790,6 50-954,23 158-315,-2-27 127,9 405 88,-23-328-121,-1-127 62,-8-112-27,0-6 26,11-157-572,-11 156 472,-1-128-629,-1 115 445,0 0 1,-2 0-1,0 0 0,-12-36 1,7 35 35,0 1 0,-1 0 0,0 0 0,-19-23 0,23 34 129,-1 0 0,0 1 0,0 0 0,0 0-1,-1 0 1,0 1 0,0 1 0,-1-1 0,1 1 0,-1 0 0,-13-4 0,12 6 40,0 0 1,0 0 0,0 1 0,0 1 0,0 0 0,0 0 0,-1 1 0,1 0 0,0 1 0,0 0 0,0 1 0,0 0 0,0 0 0,-11 5 0,9-2 21,0 1 1,1 0-1,0 1 0,0 0 1,1 1-1,-1 0 1,2 0-1,-1 1 1,1 1-1,-12 17 0,6-9 47,2 2 0,0 0 0,1 0 0,2 1 1,0 0-1,1 1 0,1 0 0,1 1 0,0 0 0,2 0 0,1 0 0,1 1 0,1-1 0,2 45 0,1-61-57,-1 0 0,2 0 0,-1 0 1,0 0-1,1-1 0,1 1 0,-1-1 1,1 1-1,0-1 0,0 0 0,1 0 0,0 0 1,0-1-1,0 1 0,1-1 0,5 6 1,-2-5-8,1-1 0,-1 1 0,1-1 0,0-1 0,0 1 0,0-2 0,1 1 0,0-1 0,-1-1 0,17 3 0,12 0-378,1-1 0,-1-2 1,1-2-1,-1-1 0,1-2 1,-1-2-1,0-1 0,66-20 1,45-32-2805,-148 58 3154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36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281 1 4914,'0'0'499,"-26"0"-96,10 0-352,3-1-26,0 1 0,0 0 0,0 1 0,-16 4 0,24-4-22,-1 0-1,1 1 1,-1 0 0,1 0 0,-1 1 0,1-1 0,0 1 0,0 0-1,1 1 1,-1-1 0,0 1 0,1 0 0,0 0 0,0 0 0,-4 7-1,-2 5 6,0 0-1,2 0 0,0 1 1,1 0-1,1 0 0,0 1 1,2 0-1,-4 23 0,3-3 140,1 1 0,4 72 0,1-100-121,0-1 1,0 1-1,1-1 0,0 0 0,1 1 0,0-1 0,0-1 0,6 11 0,-6-15-15,0 0-1,0 0 0,1 0 1,0 0-1,-1-1 0,1 0 1,1 0-1,-1 0 0,1 0 1,-1-1-1,1 1 0,0-1 1,1-1-1,-1 1 0,9 3 1,-6-4 35,1 1 1,0-1-1,-1 0 1,1-1-1,0 0 1,0-1 0,0 0-1,0 0 1,0 0-1,-1-1 1,17-4 0,-18 3 4,-1 0 1,0-1-1,0 1 1,0-1-1,-1 0 1,1-1-1,-1 1 1,0-1-1,1 0 1,-2 0 0,1-1-1,0 1 1,-1-1-1,0 0 1,0 0-1,6-12 1,-4 4 13,0-1 0,-1-1 0,-1 1 0,0-1 0,-1 0 0,0 0 0,-2 0 0,1 0 0,-2 0 0,0 0 0,-4-29 0,1 23-257,-2 0 0,0 1 1,-1-1-1,0 1 1,-2 1-1,-1-1 1,-21-35-1,-14-9-2633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37.4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51 700 448,'0'0'3551,"-7"16"-2065,-24 49 107,24-51-917,5-19-104,-1-37-283,2 0 0,2 0 0,11-74-1,-10 102-313,1-1 0,1 0 1,1 1-1,0 0 0,0 0 0,1 0 0,1 1 0,1 0 0,0 0 1,0 1-1,1 0 0,1 0 0,0 1 0,15-13 0,-19 19-22,1 0 0,0 1-1,0-1 1,0 2 0,1-1 0,0 1-1,-1 0 1,1 1 0,10-3 0,-15 5 24,1-1 0,-1 1 0,1-1 0,0 1 0,-1 0 0,1 0 0,0 1 0,-1-1 0,1 1 0,0 0 0,-1 0 0,1 0 0,-1 0 0,1 0 0,-1 1 0,0 0 0,0 0 0,0 0 0,0 0 0,0 0 0,0 0 0,0 1 0,2 2 0,3 7-16,0-1 0,-1 1 0,-1 0 0,0 1 0,-1-1 0,8 27 1,-3 1-34,5 46 0,-9-25 90,-3 86 0,-3-103-6,-4-27 34,-1-16 57,-2-13 116,3-9-153,0-1 1,1 0-1,1 0 0,1 0 1,3-37-1,-1 7-112,-1 30 32,2 0 0,0 0 0,1 0 0,1 1 0,1 0 0,12-30 0,-12 36-59,2 1 0,0 0 1,0 0-1,2 1 1,-1 0-1,2 1 0,-1 0 1,2 0-1,23-20 0,-29 28-25,0 0 0,0 1-1,1-1 1,-1 1 0,1 0-1,0 0 1,0 1 0,0 0-1,1 0 1,-1 0 0,0 1-1,1 0 1,-1 0-1,13 0 1,-16 1 85,0 1-1,0-1 1,0 0-1,0 1 0,0 0 1,0-1-1,-1 1 1,1 0-1,0 1 1,0-1-1,-1 0 1,1 1-1,-1 0 1,1-1-1,-1 1 1,0 0-1,0 0 1,0 0-1,0 1 1,0-1-1,0 0 0,0 1 1,-1-1-1,1 1 1,-1 0-1,2 5 1,2 6 9,-1 0 0,-1 0 1,0 0-1,1 19 0,5 279 295,-10-205-91,0-103-190,1 0 1,0 0-1,0 0 0,1 0 1,-1 0-1,1 0 1,0-1-1,0 1 0,0 0 1,2 5-1,-1-8-7,-1 1 0,1-1 0,-1 0-1,1 1 1,0-1 0,0 0 0,-1 0 0,1 0 0,0 0-1,0-1 1,0 1 0,0-1 0,0 1 0,0-1-1,0 1 1,0-1 0,0 0 0,0 0 0,0 0-1,4-1 1,8 1 1,0 0 1,0-2-1,0 1 0,-1-2 0,1 0 0,-1 0 1,0-1-1,0-1 0,0-1 0,0 1 0,-1-2 1,0 0-1,13-9 0,22-20-73,-1-1 0,-2-2 0,-1-3 0,-3-1 0,-1-2 0,-3-1 0,57-95 0,-80 119 93,-1-2 0,-1 1 0,14-48 0,-21 58 6,-1 0 0,-1-1 0,0 1 1,-1 0-1,0-1 0,-1 0 0,-1 1 1,-4-27-1,4 36-1,1 1 1,-2 0-1,1-1 1,0 1-1,-1 0 0,1-1 1,-1 1-1,0 0 1,0 0-1,0 0 0,-1 1 1,1-1-1,-1 0 1,1 1-1,-1 0 0,-5-4 1,3 4 13,0-1 0,0 1 0,0-1-1,-1 2 1,1-1 0,0 0 0,-1 1 0,0 0 0,-10 0 0,7 1-6,1 0 0,-1 0 0,1 1 0,-1 0 0,1 1 0,-1 0 0,1 0-1,0 1 1,0 0 0,0 0 0,1 1 0,-1 0 0,1 1 0,-7 4 0,2 2 26,1 1 0,1 0-1,0 1 1,0 0 0,2 0-1,-1 1 1,2 0-1,0 1 1,0-1 0,2 2-1,-6 22 1,2-3 247,3 1 1,1 0-1,-1 72 0,6-93-221,1-1 0,0 0-1,0 0 1,1 0 0,1 0 0,5 15-1,-4-21-59,-1 0 0,1 0-1,1 0 1,-1 0 0,2-1-1,-1 0 1,1 0 0,0 0-1,0 0 1,12 8 0,-4-5 1,1 0 1,0 0 0,0-2 0,1 0 0,1 0 0,-1-2 0,1 0 0,0-1 0,1-1-1,25 4 1,-9-5-88,0 0 0,-1-3-1,1-1 1,55-8 0,-30-2-743,62-22-1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38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66 292 4914,'0'0'1417,"-9"-31"-969,-27-102 54,31 118-159,1-1 0,0 0 0,1 0 1,1 0-1,0-33 0,22 353-640,1-2 381,-21 161 273,0-498-300,-1-18-10,3 0 0,14-98-1,-12 135-64,0 0 0,0 0 0,2 1-1,0-1 1,0 1 0,2 0 0,0 1-1,0 0 1,2 0 0,-1 1-1,2 0 1,0 0 0,21-18 0,-24 25-6,0 0 0,0 1 1,0 0-1,1 0 0,0 1 0,-1 0 1,2 1-1,-1 0 0,0 0 1,16-2-1,-19 4 13,0 1 0,1-1 0,-1 1-1,0 0 1,0 1 0,0-1 0,0 1 0,0 1 0,0-1-1,0 1 1,0 0 0,0 0 0,0 1 0,-1 0 0,1 0-1,-1 0 1,9 8 0,-4-1 11,-1 0-1,0 1 1,0 0-1,-1 1 1,-1 0-1,0 0 1,-1 0-1,0 1 0,-1 0 1,0 0-1,-1 1 1,-1-1-1,3 21 1,-3-17 21,-1 0-1,-1 0 1,-1 0-1,0 0 1,-2 0 0,1 0-1,-2 0 1,-1-1-1,0 1 1,-1-1 0,-7 18-1,3-17 19,-1 1 1,0-2-1,-1 1 0,-1-2 1,-1 1-1,0-2 0,-1 1 0,-1-2 1,-27 21-1,28-25-135,0 0 0,0 0 0,0-2 0,-1 1 0,-1-2-1,1 0 1,-1-1 0,0-1 0,0 0 0,0-1 0,-32 2 0,46-5-49,0 0-1,0 0 1,-1 1 0,1-2 0,0 1-1,0 0 1,0 0 0,0-1 0,0 1-1,0-1 1,0 1 0,0-1 0,0 0-1,0 0 1,0 0 0,1 0 0,-3-1-1,2-2-311,0 0 0,0 0-1,1 0 1,-1 0-1,1 0 1,0 0 0,0 0-1,-1-9 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38.7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189 242 3490,'0'0'1747,"20"34"-1155,62 115 195,-76-135-681,0 1-1,-1 0 1,0 0-1,2 19 1,-6-30-90,-1 1 0,1-1 0,0 0 0,0 1 1,0-1-1,1 0 0,0 0 0,-1 0 1,2 0-1,-1 0 0,0-1 0,1 1 0,-1-1 1,1 1-1,0-1 0,0 0 0,7 5 0,-5-4 2,0-1 0,0 0 1,1-1-1,-1 1 0,1-1 0,0 0 0,-1 0 0,1-1 0,0 0 0,0 0 0,0 0 0,0-1 0,0 1 0,0-2 0,0 1 0,0-1 0,10-1 0,-5-1 24,0 0-1,0 0 0,0-1 0,-1 0 1,1-1-1,-1-1 0,0 1 0,13-11 1,2-4 111,0-1 1,-1-2 0,-1 0 0,-1-2-1,-1-1 1,-1 0 0,27-48 0,-35 49 95,0 0 0,-1-1 0,-2 0 0,-1-1 0,-1 1 1,-1-2-1,-1 1 0,-1 0 0,-1-41 0,-3 47 53,0 54-403,34 623-503,-1-97-809,-34-51 1124,0-468 296,-2 0 0,-1 0 0,-2 0 0,-2-1 0,-22 67 0,24-91-2,-1-1-1,0 1 1,0-1-1,-1-1 1,-1 1-1,-1-1 1,1-1-1,-2 0 1,0 0-1,0-1 1,-1 0-1,-1-1 1,0-1-1,0 0 1,-1 0-1,1-1 1,-18 6-1,9-6 12,0 0 0,-1-2 0,0 0 0,0-2-1,0-1 1,0 0 0,-1-2 0,1-1 0,0 0 0,-1-2-1,1-1 1,0 0 0,-42-14 0,47 12-1,1-2-1,0 0 1,0-1-1,1 0 1,0-1-1,1-1 1,0-1 0,0 0-1,1-1 1,0-1-1,1 0 1,1-1 0,0 0-1,1 0 1,1-2-1,0 1 1,1-1-1,-8-19 1,8 13 23,1-1 0,1 0-1,2 0 1,0 0 0,1-1 0,1 0-1,2 1 1,0-1 0,1 0 0,6-36-1,-1 30-26,2 0 1,1 0-1,2 1 0,0 0 0,2 0 0,2 1 0,28-46 0,-6 23-28,2 2-1,2 1 0,3 2 1,1 1-1,2 3 0,2 2 1,92-60-1,-42 42-4,2 3 0,2 5 0,144-48 0,-236 94 22,40-14 0,1 2 0,53-10 0,-89 23-6,-15 2-7,-26 2-76,13 0-9,-83 7-865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2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423 7 4786,'0'0'2652,"4"-2"-2374,9-3-227,-10 8-11,-23 20 101,-6 1 239,-1-1 1,-60 39-1,-70 28 576,82-48-442,62-37-434,10-4-52,0 0 0,0 1-1,1-1 1,-1 0 0,0 1 0,0 0-1,1-1 1,-1 1 0,1 0 0,-1 0-1,1 1 1,-3 2 0,5-4 46,8-1 44,48 1-11,-1 2 1,1 3-1,98 23 1,-113-17-105,0 1 1,-1 2-1,-1 1 1,0 3-1,59 37 1,-92-52-134,-5-3-57,0 0 0,1 0 1,-1 0-1,0 0 1,1 0-1,-1 0 0,1-1 1,-1 1-1,1-1 1,0 1-1,-1-1 0,4 1 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3.5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484 10 3185,'0'0'5339,"0"-4"-5030,0 4-307,0-1-1,0 1 0,0 0 0,0 0 0,0 0 0,0 0 1,0-1-1,0 1 0,0 0 0,0 0 0,0 0 0,0-1 1,-1 1-1,1 0 0,0 0 0,0 0 0,0 0 0,0 0 1,0-1-1,0 1 0,0 0 0,-1 0 0,1 0 0,0 0 1,0 0-1,0 0 0,0-1 0,-1 1 0,1 0 0,0 0 1,0 0-1,0 0 0,0 0 0,-1 0 0,1 0 0,0 0 1,0 0-1,0 0 0,-1 0 0,1 0 0,0 0 0,0 0 1,0 0-1,-1 0 0,1 0 0,0 0 0,0 0 0,-17 8 49,-31 26 52,2-2 43,-177 73 1319,103-53-405,118-51-1040,1-1-1,-1 1 0,1 0 0,-1-1 1,1 1-1,-1 0 0,1 0 0,0 0 1,-1 0-1,1 0 0,0 1 0,0-1 1,0 0-1,-1 1 0,0 1 0,2-2-15,0 0 0,0-1 0,0 1 0,0-1-1,0 1 1,0-1 0,0 1 0,1 0 0,-1-1-1,0 1 1,0-1 0,0 1 0,1-1 0,-1 1-1,0-1 1,1 1 0,-1-1 0,0 1 0,1-1-1,-1 0 1,1 1 0,-1-1 0,1 0 0,-1 1-1,1-1 1,-1 0 0,1 1 0,0-1 0,7 4-1,1-1 1,0 0 0,-1-1-1,12 3 1,92 16 74,84 19-50,-151-29-30,0 3 1,55 24-1,-89-33-360,0 1-1,0 1 0,0 0 1,-1 0-1,0 1 1,15 15-1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4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394 0 4306,'0'0'4808,"-3"3"-4502,-55 46-199,-97 75 342,138-112-228,-2 0 0,1-2 0,-2 0 0,1-1 0,-1-1 0,-1-1 0,-22 5 0,164-9 649,-64-3-822,99 15 1,-130-11-204,-1 2 1,0 0-1,0 2 1,-1 1-1,0 0 1,28 17-1,-26-7-1854,-22-8-1704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4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468 30 4050,'0'0'4727,"2"-5"-4222,6-17-353,-8 22-152,0 0 1,0 0 0,0 0-1,0 0 1,0 1 0,0-1 0,0 0-1,-1 0 1,1 0 0,0 0-1,0 0 1,0 0 0,0 0-1,0 0 1,0 0 0,0 0 0,0 0-1,0 0 1,-1 0 0,1 0-1,0 0 1,0 0 0,0 0-1,0 0 1,0 0 0,0 0-1,0 0 1,0 0 0,0 0 0,-1 0-1,1 0 1,0 0 0,0 0-1,0 0 1,0 0 0,0 0-1,0 0 1,0 0 0,0-1 0,0 1-1,0 0 1,-1 0 0,1 0-1,0 0 1,0 0 0,0 0-1,0 0 1,0 0 0,0 0 0,0 0-1,0-1 1,0 1 0,0 0-1,0 0 1,0 0 0,0 0-1,0 0 1,0 0 0,0 0-1,0 0 1,0 0 0,0-1 0,0 1-1,0 0 1,0 0 0,-10 6-1,10-6 2,-86 59 36,-87 52 153,120-83 621,-99 37 1,177-63-706,189 22-59,-167-15-49,0 1 0,72 27 0,-54-8-171,-61-26-66,1-1 0,-1 1-1,0 0 1,0 1 0,0-1-1,0 1 1,0-1 0,-1 1-1,1 0 1,4 9 0,-4 9-3223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5.0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402 31 3890,'0'0'3847,"2"-8"-3607,3-14-214,-14 33-15,-23 29 67,8-18 158,-1-1 0,0-1 0,-2-1 1,0-1-1,-2-2 0,1 0 0,-2-2 1,0-1-1,-1-2 0,-61 15 0,171-23 359,-44-3-566,1 3-1,-1 0 1,0 3-1,56 15 1,-67-13-304,-1 0 0,0 1 0,-1 2 0,0 0 0,0 1 0,-1 1 0,29 25 0,-35-24-3174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5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379 9 3426,'0'0'4468,"-1"-4"-3913,1 4-551,0 0 0,0 0 0,0-1-1,0 1 1,0 0 0,-1 0 0,1-1 0,0 1-1,0 0 1,0 0 0,0 0 0,0-1 0,-1 1-1,1 0 1,0 0 0,0 0 0,0 0 0,-1-1-1,1 1 1,0 0 0,0 0 0,0 0 0,-1 0 0,1 0-1,0 0 1,0 0 0,-1 0 0,1 0 0,0-1-1,0 1 1,-1 0 0,1 0 0,0 0 0,0 0-1,-1 0 1,1 1 0,0-1 0,0 0 0,-1 0-1,1 0 1,0 0 0,-1 0 0,-14 11 71,-25 32-27,20-20 23,-4 1 214,0 0 0,-2-2 0,0-1 0,-2 0 1,0-3-1,-1 0 0,-1-2 0,-48 20 0,139-35 796,-11-2-1081,0 3 1,0 1 0,83 17-1,45 27-3385,-150-38-1508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6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19 244 2833,'0'0'5616,"-3"-15"-4767,-9-44-369,9 44-131,21 21-151,5 17-185,0 1 0,-2 1-1,-1 0 1,0 2 0,16 32 0,-18-30 14,-2 1 1,-2 0-1,16 47 0,-29-77-13,-1 0-1,0-1 1,0 1-1,0 0 1,0 0-1,0 0 1,0 0-1,0-1 1,1 1-1,-1 0 1,0 0-1,0 0 1,0 0-1,0 0 1,0-1-1,1 1 1,-1 0-1,0 0 1,0 0-1,0 0 1,1 0-1,-1 0 1,0 0-1,0 0 0,0 0 1,1 0-1,-1 0 1,0 0-1,0 0 1,0 0-1,1 0 1,-1 0-1,0 0 1,0 0-1,0 0 1,0 0-1,1 0 1,-1 0-1,0 0 1,0 1-1,0-1 1,0 0-1,1 0 1,-1 0-1,0 0 1,0 0-1,0 0 0,0 1 1,0-1-1,1 0 1,-1 0-1,0 0 1,0 0-1,0 1 1,0-1-1,0 0 1,0 0-1,0 0 1,0 1-1,8-24 581,-8 23-588,20-68 380,3-16-759,4 1-1,48-101 1,-50 142-2012,-6 15-1214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6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42 3970,'0'0'5424,"-9"-6"-4747,-3-1-509,7 4-60,-1 0-1,1 0 1,0-1 0,1 1-1,-9-10 623,23 14-669,9 4-58,-1 1 0,0 1 0,0 0 0,0 2-1,17 10 1,9 4 1,65 36 1,16 7 57,-125-66-61,1 0 0,-1 0 0,0 0 0,1 0 0,-1 0 0,0 0 0,1 0 0,-1 0 0,1 0 0,-1 0 0,0 0 0,1 1 0,-1-1 0,0 0-1,1 0 1,-1 0 0,0 1 0,0-1 0,1 0 0,-1 0 0,0 1 0,0-1 0,1 0 0,-1 0 0,0 1 0,0-1 0,0 0 0,1 1 0,-1-1 0,0 0 0,0 1 0,0-1 0,0 0 0,0 1 0,0-1 0,0 0 0,0 1 0,0-1 0,0 1 0,0-1 0,0 0 0,0 1-1,0-1 1,0 0 0,0 1 0,0-1 0,0 0 0,-1 1 0,-18 10 29,18-11-32,-378 174-937,364-169-1150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7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 21 3650,'0'0'5237,"-16"-3"-4338,-49-11-262,48 11-268,41 5-341,0 1 0,0 1 1,-1 1-1,0 1 0,36 15 1,-31-11-13,43 17 7,91 51 1,-23-10-1,-138-67-23,-1-1 1,0 0-1,1 0 1,-1 0-1,1 0 1,-1 0 0,0 1-1,1-1 1,-1 0-1,0 0 1,1 1-1,-1-1 1,0 0-1,0 1 1,1-1-1,-1 0 1,0 1-1,0-1 1,1 0 0,-1 1-1,0-1 1,0 1-1,0-1 1,0 0-1,1 1 1,-1-1-1,0 1 1,0-1-1,0 1 1,0-1 0,0 0-1,0 1 1,0-1-1,0 1 1,0-1-1,-1 1 1,1-1-1,0 0 1,0 1-1,0-1 1,0 1-1,-1-1 1,1 0 0,0 1-1,0-1 1,-1 0-1,1 1 1,0-1-1,0 0 1,-1 0-1,0 1 1,-22 17 32,-34 14-3,-88 35-1,74-37-56,5 0-996,-121 35 0,61-38-3286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48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110 435 2753,'0'0'777,"-3"-26"-193,-1-5-425,2 9-8,0 0 0,-2 0 0,-1 0 0,-1 0 0,-9-21-1,-1 0 396,4 17-12,2-1 1,2 0-1,0-1 0,-6-46 1,15 228-746,-1-2 246,38 449 212,-19-334-406,-18-233-1378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48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 4482,'0'0'2177,"225"-14"-1937,-79-4-192,0 12-48,-22 3-560,-23 3-897,-26 0-224,-43 0-1072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48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0 158 3826,'0'0'3249,"238"-62"-3201,-93 29-48,1 3-608,-6 13-1249,-28 2-480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48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1 184 5571,'0'0'864,"205"-41"-752,-60-1-112,13 1-96,-4 8-897,-14 6-1472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49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108 376 4178,'0'0'1107,"-16"27"-1080,-45 83 7,45-72 1508,15-38-1462,0-1 0,0 0 0,0 0 0,0 0 0,1 0 0,-1 0 0,0 0 0,1 0-1,-1 0 1,0 0 0,1 0 0,-1 0 0,1 0 0,0 0 0,-1 0 0,1 0-1,0-1 1,0 1 0,0 0 0,0 0 0,0 0 0,0-2 0,-3-36 153,3 35-169,0-21-44,0 0-1,7-50 1,-5 64-12,1 0 1,0 0-1,1 0 0,0 0 0,1 0 1,0 1-1,0 0 0,14-18 0,-7 13-8,0 0-1,1 1 0,0 1 1,1 0-1,25-17 0,-34 26-9,0 1-1,1-1 0,0 1 0,0 1 0,-1-1 0,2 1 0,-1 0 0,0 0 1,0 1-1,1 0 0,-1 0 0,0 0 0,1 1 0,-1 0 0,1 0 0,-1 1 1,1-1-1,-1 2 0,0-1 0,8 3 0,-8-1-6,-1-1 0,0 1 1,-1 1-1,1-1 0,0 1 0,-1 0 0,0 0 0,0 0 0,0 0 1,-1 1-1,1 0 0,-1-1 0,0 1 0,0 0 0,3 8 0,3 9-11,-1 1 0,7 30-1,-5 3 46,-2 0 0,-3 1-1,-2 97 1,-3-122-1,-9-49 155,3-10-165,1-1 1,1 0-1,2 0 1,1 0-1,1-1 1,1 1-1,2 0 1,9-45-1,-3 43-123,1 1 0,1 1 0,1-1 0,2 2 0,1 0 0,1 1 0,25-32 0,-34 49 10,0 1 0,1 0 0,0 1 0,0 0 0,1 0 0,0 1 0,18-11 0,-24 16 93,0-1 1,0 1-1,0-1 0,0 1 1,0 0-1,0 0 1,0 1-1,0-1 0,1 1 1,-1-1-1,0 1 1,0 0-1,0 0 0,1 1 1,-1-1-1,0 0 1,0 1-1,0 0 0,1 0 1,-1 0-1,0 0 1,0 0-1,-1 1 0,1 0 1,0-1-1,0 1 1,-1 0-1,1 0 0,-1 0 1,0 0-1,4 4 1,1 5 8,-1-1 1,0 1-1,-1 0 0,0 1 1,0-1-1,-1 1 1,-1 0-1,3 15 0,1 10 35,2 59 0,-7 224 507,-3-317-541,1-1 0,1 1 1,-1-1-1,0 1 0,0 0 1,1-1-1,0 0 0,-1 1 1,1-1-1,0 1 0,0-1 1,2 4-1,-1-5-39,-1 0-1,1 1 0,0-1 1,-1 0-1,1 0 1,0 0-1,0 0 1,-1 0-1,1-1 1,0 1-1,0 0 0,0-1 1,0 1-1,0-1 1,3 0-1,43 2-2194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0.0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477 90 2961,'0'0'2063,"-27"-14"-1847,-92-44 272,113 55-442,-1 1 1,1-1-1,0 1 0,-1 0 0,1 1 1,-1-1-1,0 1 0,0 0 1,1 1-1,-1 0 0,0 0 1,0 1-1,1-1 0,-1 1 0,0 1 1,-8 2-1,5 0-5,0 0 1,1 0-1,-1 1 1,1 0-1,0 1 0,0 0 1,1 0-1,0 1 1,0 0-1,0 1 1,-6 8-1,2-2 10,1 0 1,1 1-1,1 0 1,0 1-1,-12 30 1,14-25-22,2 0 1,0 0-1,2 0 1,0 1-1,1-1 1,1 1-1,2 0 1,2 28-1,-1-42-18,-1 0-1,1 0 1,0 0-1,1 0 1,0 0-1,0 0 1,1-1-1,0 1 1,0-1-1,1 0 1,-1 0-1,2-1 1,-1 1-1,1-1 1,0 0-1,10 7 0,-7-6-1,1-1-1,-1 0 0,1 0 0,1-1 0,-1-1 0,1 0 0,-1 0 0,1-1 0,1 0 0,-1-1 1,19 2-1,-18-3 8,-1-1 0,1 0 0,0 0 0,-1-1 0,22-5 1,-27 4-4,-1 0 0,0 0 0,0-1 1,0 0-1,0 1 0,0-2 1,0 1-1,-1 0 0,0-1 1,1 0-1,-1 0 0,-1 0 0,1-1 1,3-5-1,2-4 17,-2 0-1,1-1 1,-2 1-1,0-2 0,-1 1 1,0 0-1,-1-1 1,3-30-1,-2-10-35,-3-65 0,-2 81-13,0 72-5,1-1 0,2 1 0,12 51 1,-11-68 50,0 0 1,1 0-1,1-1 1,1 1-1,0-1 1,0 0 0,2-1-1,0 0 1,16 18-1,-19-25-126,-1-1-1,2 0 1,-1-1-1,0 0 0,1 0 1,0 0-1,0-1 1,0 0-1,0 0 1,0-1-1,1 1 0,-1-2 1,1 1-1,-1-1 1,1 0-1,0-1 0,-1 0 1,1 0-1,14-3 1,32-6-2762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0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63 162 3217,'0'0'2063,"-8"-26"-1372,-27-79 66,24 78 80,11 27-829,0 0 1,0 0 0,0-1-1,0 1 1,0 0 0,0 0 0,0 0-1,0 0 1,0 0 0,0-1-1,0 1 1,-1 0 0,1 0-1,0 0 1,0 0 0,0 0 0,0 0-1,0-1 1,0 1 0,0 0-1,0 0 1,-1 0 0,1 0 0,0 0-1,0 0 1,0 0 0,0 0-1,0 0 1,0 0 0,-1-1 0,1 1-1,0 0 1,0 0 0,0 0-1,0 0 1,0 0 0,-1 0-1,1 0 1,0 0 0,0 0 0,0 0-1,0 0 1,0 0 0,-1 1-1,1-1 1,0 0 0,0 0 0,0 0-1,0 0 1,0 0 0,-1 0-1,1 0 1,-2 22 175,2-20-201,0 29 9,-1 69 41,21 162 1,10-67 27,61 323-5,-79-455-53,-12-63-1,0 0 1,0 0-1,0 0 1,0 0-1,0 0 0,0 0 1,0 0-1,1 0 1,-1-1-1,0 1 1,0 0-1,0 0 0,0 0 1,0 0-1,0 0 1,0 0-1,1 0 1,-1 0-1,0 0 0,0 0 1,0 0-1,0 0 1,0 0-1,0 0 1,0 0-1,1 0 0,-1 0 1,0 0-1,0 0 1,0 0-1,0 0 1,0 0-1,0 0 0,1 0 1,-1 0-1,0 0 1,0 0-1,0 0 1,0 0-1,0 0 0,0 0 1,0 0-1,1 1 1,-1-1-1,0 0 1,0 0-1,0 0 0,0 0 1,0 0-1,0 0 1,0 0-1,0 0 1,0 1-1,0-1 0,0 0 1,1-309 165,-1 301-172,0 1 1,1 0-1,0 0 1,0 0-1,1-1 1,0 1-1,0 1 0,1-1 1,0 0-1,0 1 1,0-1-1,1 1 1,0 0-1,0 0 0,0 0 1,9-8-1,-6 9 0,0-1 0,0 1-1,0 1 1,0 0 0,1 0-1,0 0 1,-1 1 0,1 0-1,1 0 1,-1 1 0,0 0 0,1 1-1,-1 0 1,10 0 0,-8 1-2,-1 0 1,1 1-1,-1 1 0,1-1 1,-1 2-1,1-1 1,-1 1-1,0 0 1,0 1-1,-1 0 1,1 1-1,-1 0 1,0 0-1,0 1 1,0 0-1,-1 0 1,10 11-1,-3-2-6,-1 1 0,0 0 0,-2 1 1,0 0-1,-1 1 0,0 0 0,9 28 0,-13-32 13,-2 1 0,0-1 0,-1 1 1,3 28-1,-6-36 1,0 1 1,0-1 0,0 0-1,-1 0 1,0 0 0,-1 0-1,1 0 1,-1 0-1,-1 0 1,1 0 0,-1 0-1,-6 8 1,3-6 15,-2 0 0,1-1 0,-1 0 0,-1 0 1,1-1-1,-1 0 0,-1 0 0,1-1 0,-1-1 0,0 1 0,0-2 1,-19 7-1,5-4 19,0 0 0,0-2 0,-1 0 0,-43 1 0,63-5-36,-1-1-1,0 0 1,0 0-1,0 0 1,1-1-1,-1 0 1,0 0-1,1-1 1,-1 1-1,1-1 1,-1 0-1,-5-4 1,8 4-100,0 0 1,1-1 0,-1 0 0,1 1 0,0-1 0,-1 0 0,1 0 0,1 0 0,-1 0 0,0-1 0,1 1-1,-1 0 1,1-1 0,0 1 0,0-1 0,1 1 0,-1-1 0,1 1 0,0-7 0,-2-45-3434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1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1275 4162,'0'0'1176,"25"8"-1112,80 26 51,-98-32-84,1 0-1,0 0 1,-1 0 0,1-1-1,0-1 1,0 1 0,10-2-1,-1 0 59,-13 2-57,-1-2 1,1 1-1,0 0 0,-1-1 1,1 0-1,0 1 1,-1-2-1,1 1 0,-1 0 1,1-1-1,-1 1 1,0-1-1,0 0 1,0 0-1,0 0 0,4-4 1,-3 2 8,0-1 0,-1 1 0,0-1 0,0 0 0,0 0 1,0 0-1,-1 0 0,0 0 0,3-11 0,-1-8 62,0 0 1,-2 0-1,0 0 0,-3-28 1,1 28-33,-1-51 66,-19-143 1,-19-89-80,24 163 394,-40-171 1,51 303-410,2 14-187,1 25-183,1-21 325,6 194 2,37 238 0,-42-431 1,8 57 32,26 97 1,-30-145-30,0 0 0,1 0 0,1 0 1,0-1-1,1 1 0,1-2 0,0 1 0,1-2 0,1 1 0,0-1 0,15 13 0,-19-20-179,1-1-1,1 0 1,-1 0-1,1 0 1,0-1-1,0 0 1,0-1-1,0 0 1,1-1-1,-1 0 1,1 0-1,0-1 1,16 0-1,43 0-4540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1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55 137 4738,'0'0'1678,"-9"-23"-1187,-27-72-83,26 76-206,11 32-244,-1-10 48,1 99 7,4 1 0,24 140 1,-22-202-13,-5-28-3,0 0-1,0 1 1,2-1-1,-1-1 1,8 16-1,-11-28-53,0 1-1,0-1 1,0 1 0,0-1-1,1 1 1,-1-1-1,0 1 1,0-1-1,0 1 1,1-1-1,-1 1 1,0-1-1,1 0 1,-1 1-1,1-1 1,-1 1-1,0-1 1,1 0-1,-1 0 1,1 1 0,-1-1-1,1 0 1,-1 0-1,1 1 1,-1-1-1,1 0 1,-1 0-1,1 0 1,-1 0-1,1 0 1,-1 0-1,1 0 1,-1 0-1,1 0 1,0 0 0,3-7-2378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1.5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1 4050,'0'0'912,"-62"175"-560,62-157 193,8-12 15,10-6-32,-3 0 545,6-24-497,-3-9-576,-3 4-1841,2 11-2961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2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0 612 2609,'0'-1'5429,"1"-24"-4949,1-1 0,1 1-1,11-45 1,-10 54-493,1 1-1,1-1 1,0 1-1,1 0 1,0 1 0,18-26-1,-22 36 10,0 1 1,0 0-1,0 0 0,0 1 1,1-1-1,-1 0 0,1 1 0,-1 0 1,1 0-1,0 0 0,0 0 0,0 1 1,6-2-1,-7 2-7,-1 1 1,1-1-1,0 1 1,0 0-1,0 0 0,-1 0 1,1 0-1,0 1 1,0-1-1,-1 1 0,1 0 1,0-1-1,-1 1 1,1 0-1,-1 1 0,1-1 1,-1 0-1,1 1 1,-1-1-1,0 1 0,4 3 1,1 3-7,-1 0 1,0 0-1,0 1 0,-1 0 1,0 0-1,-1 0 0,7 18 1,-2 1 33,9 48 0,-10-7 9,-2 0 0,-4 82 1,-3-103-23,2-47 0,-1 0 1,0 0-1,0 0 0,0 0 1,0 0-1,0 0 1,0 0-1,0 0 1,0 0-1,-1-1 0,1 1 1,0 0-1,0 0 1,-1 0-1,1 0 1,-1 0-1,1 0 0,-1-1 1,1 1-1,-1 0 1,1 0-1,-1-1 1,-1 2-1,1-2 7,0-1-1,0 1 1,0-1 0,1 0-1,-1 1 1,0-1 0,0 0 0,1 0-1,-1 1 1,0-1 0,1 0-1,-1 0 1,0 0 0,1 0-1,-1 0 1,1 0 0,0 0-1,-1 0 1,1 0 0,0 0-1,-1 0 1,1 0 0,0 0 0,0-1-1,-6-27-3,2 0 0,1 0 0,1 0-1,3-37 1,-1 33-46,0 8-67,2 1 1,0 0-1,2-1 1,1 1-1,0 1 1,11-28-1,-11 38 41,0 1 0,1-1-1,0 1 1,1 0 0,1 1 0,0 0-1,0 0 1,1 0 0,0 1-1,1 1 1,0 0 0,18-13-1,-26 20 61,1 0-1,0 0 1,0 1-1,0-1 1,0 1-1,0 0 0,0 0 1,0 0-1,1 0 1,-1 0-1,0 1 0,0-1 1,5 1-1,-6 0-5,-1 1 0,1-1 0,0 1 0,0 0 0,-1 0 0,1 0 0,0 0 0,-1 0 0,1 0 0,-1 0 0,1 0-1,-1 0 1,1 1 0,-1-1 0,0 1 0,0-1 0,0 1 0,0-1 0,0 1 0,0 0 0,0 0 0,0-1 0,-1 1 0,1 2 0,11 34 38,-2 1 1,-2 0 0,-2 1 0,3 60-1,-6-54 17,2 0 0,22 91-1,-25-128-43,1 0 1,1-1-1,0 1 0,0-1 0,0 0 1,1 0-1,10 12 0,-11-16-9,0 0 1,0 0-1,0-1 0,1 1 1,0-1-1,-1 0 0,1 0 0,0 0 1,0-1-1,1 0 0,-1 0 0,0 0 1,9 1-1,2-1-186,-1-1 1,1 0-1,0-1 0,-1-1 1,1 0-1,-1-1 0,1-1 1,-1 0-1,0-1 0,0-1 0,0 0 1,-1-1-1,1-1 0,-1 0 1,-1-1-1,18-13 0,1-3-46,-1-2-1,-1-1 0,-1-2 1,-1 0-1,28-42 1,-40 51 287,-2-1-1,0-1 1,-2-1 0,0 0 0,-1 0 0,-2-1 0,0 0 0,-2-1 0,0 0 0,-2 0 0,-1 0 0,2-43 0,-5 44 112,-1 1-1,-1-1 0,-1 0 1,-8-32-1,9 50-84,-1-1-1,0 1 1,-1 0 0,1 0-1,-1 0 1,-1 0 0,1 0-1,-1 1 1,0-1 0,0 1 0,-1 0-1,1 0 1,-1 0 0,0 1-1,0 0 1,-1 0 0,1 0-1,-1 1 1,0 0 0,-10-5-1,5 5-18,0-1-1,1 2 0,-2-1 1,1 2-1,0-1 0,0 2 1,-1-1-1,1 2 0,0-1 1,-1 1-1,1 1 1,0 0-1,0 1 0,0 0 1,1 1-1,-1 0 0,1 0 1,-1 1-1,1 1 0,1-1 1,-1 2-1,1-1 0,0 1 1,1 1-1,0 0 1,-12 13-1,5-1-50,0 0 0,0 1 0,2 1 0,1 0 0,1 1-1,1 1 1,1-1 0,-9 35 0,11-28-8,1 1-1,2 0 0,1 0 1,1 0-1,2 0 0,5 46 1,-4-69-1,0 0 1,1 0 0,0 0 0,0 0 0,1 0 0,0 0-1,0 0 1,1-1 0,0 0 0,0 1 0,1-2 0,0 1 0,0 0-1,0-1 1,1 0 0,0 0 0,0-1 0,1 0 0,0 0-1,-1 0 1,11 5 0,-2-4-4,1 0 0,-1 0 0,1-2 0,0 0 0,1 0 1,-1-2-1,1 0 0,-1-1 0,29-1 0,-33-1 55,-1 0 0,0-1 0,0 0 0,0-1 0,0 0 0,0 0 0,0-2 0,-1 1 0,0-1 0,0 0 0,0-1 1,-1-1-1,1 1 0,-1-1 0,-1-1 0,0 0 0,0 0 0,0 0 0,-1-1 0,0 0 0,-1-1 0,0 0 0,-1 1 0,0-2 0,0 1 0,-1-1 1,0 1-1,-1-1 0,3-20 0,-2 7 142,-2 0 0,-1-1 1,-1 1-1,-1 0 0,-1 0 0,-1-1 1,-1 1-1,-1 1 0,-1-1 1,-1 1-1,-1 0 0,-1 0 0,-17-29 1,22 80-595,10 75 354,32 177 1,-5-68 74,24 785-543,-57-913 470,-4 0 0,-15 94 0,14-151 49,0-1-1,-2 0 1,-1-1-1,-1 0 1,-1 0-1,-1 0 1,-1-2 0,-1 1-1,-2-2 1,-28 36-1,34-48 7,-1 0 0,0-1-1,-1 0 1,0-1 0,-1 0-1,1-1 1,-2 0 0,1-1 0,-1 0-1,1-1 1,-2-1 0,1 0-1,0 0 1,-22 2 0,18-5 8,1 0 1,-1-1-1,0 0 1,0-2-1,1 0 1,-1-1-1,1 0 1,0-1-1,0-1 1,0-1-1,-25-13 1,14 4 2,1-1 1,1-2 0,0 0 0,1-2-1,2-1 1,0 0 0,1-2 0,1-1 0,-18-26-1,17 18 20,2 0-1,1-1 0,1-1 1,2-1-1,2 0 1,1-1-1,-9-42 0,11 26-35,2-1-1,3 0 1,1 0-1,3 0 0,2 0 1,10-58-1,-6 78-12,2 0-1,1 1 1,2-1-1,0 2 1,3-1 0,1 2-1,1 0 1,1 1-1,2 0 1,38-48-1,-22 41 22,2 1 0,1 2 0,1 2 0,2 1 0,0 3 0,2 0 0,63-27 0,-13 13 35,1 5-1,153-39 1,-135 49-83,-150 28-77,-42 14-526,-32 7-2228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3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66 581 3714,'0'0'717,"-2"-28"-519,1-3-131,-14-145 645,2 61 219,-21-116 795,35 237-1658,0-1 0,-1 1 0,0 0 0,0-1 0,-1 8 0,-1 16-113,23 355 45,12 357 165,-33-730-161,-1-8-2,1 0 0,0 0 1,0 0-1,0 1 1,1-1-1,-1 0 1,1 0-1,0 0 0,1 3 1,-1-5-1,0 0 0,0 0 1,0 0-1,0 0 0,0 0 1,0 0-1,0 0 0,0 0 0,1-1 1,-1 1-1,0 0 0,0-1 1,1 1-1,-1-1 0,1 0 1,-1 1-1,0-1 0,1 0 0,-1 0 1,1 0-1,-1 0 0,1 0 1,1 0-1,5-1 12,0 0 0,0 0 0,0 0 0,0-1 0,0 0-1,0-1 1,0 0 0,-1 0 0,1 0 0,8-7 0,8-6 3,36-30 0,-49 37-36,17-14-481,-1-2 0,0 0-1,39-52 1,-15-5-1973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3.9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1 117 5282,'0'0'2434,"178"-21"-1922,-6-6-352,9 3-160,-17 3-1281,-33-2-1760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4.3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3378,'0'0'1704,"-1"28"-1632,1 58 35,14 104 0,-7-139-15,86 782 1312,-91-791-1406,3 45 225,-4-79-15,-1-9 96,0-43 668,-3-35-659,2-129-119,3 184-237,1 0 0,1 0 1,1 0-1,1 1 1,1-1-1,14-31 0,-9 31-134,0 0 0,2 1 0,0 0-1,23-26 1,-31 42 137,0 0 0,0 0 0,1 1 0,0 0-1,1 0 1,-1 1 0,1-1 0,0 2 0,0-1 0,1 1-1,-1 1 1,1-1 0,0 1 0,0 1 0,15-3 0,-21 5 34,1 0 0,-1 0 1,0 0-1,0 1 0,0-1 1,0 1-1,1-1 0,-1 1 1,0 0-1,0 1 0,0-1 1,-1 0-1,1 1 0,0 0 1,0-1-1,-1 1 0,1 0 1,-1 0-1,0 1 0,0-1 1,0 0-1,0 1 0,0 0 1,0-1-1,0 1 0,-1 0 1,1 0-1,1 5 0,2 7 8,1 1-1,-2 0 0,-1 0 1,3 23-1,1 39 249,-6 135 0,1 24 312,-2-235-591,0-1 0,0 0 0,0 1 1,0-1-1,0 0 0,0 0 0,1 1 0,-1-1 0,0 0 0,1 1 0,-1-1 0,1 0 1,0 0-1,-1 0 0,1 0 0,0 0 0,0 0 0,-1 0 0,1 0 0,2 2 1,-1-2-201,1-1 0,-1 1 0,1 0 0,-1-1 0,1 0 1,-1 1-1,1-1 0,0 0 0,2 0 0,38 0-3476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4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0 467 4066,'0'0'2860,"33"-7"-2793,2-1-66,180-31 14,-127 29-8,-40 5-241,1-1 1,85-24-1,-129 28 213,-1 1 0,1-1 0,-1 0-1,1 0 1,-1 0 0,0 0 0,0-1 0,0 0 0,0 0 0,0 0 0,-1 0 0,1-1 0,5-6-1,-7 5 33,1 0 0,-1 0-1,0-1 1,0 1-1,-1 0 1,0-1 0,0 1-1,0-1 1,-1 1 0,1-1-1,-2-6 1,0 4 25,0-1 0,-1 1 0,0 0-1,0 0 1,-1 1 0,0-1 0,0 0 0,-1 1 0,0 0 0,0 0 0,-1 0 0,0 0 0,0 1-1,-1 0 1,1 0 0,-2 0 0,-8-6 0,-2-2 20,-1 1 0,0 1 0,0 1 0,-2 0 0,-32-13 0,35 18 50,0 1 0,-1 0 1,1 1-1,-1 1 0,-20-1 1,31 3-46,0 1 0,0 0 1,0 0-1,0 1 0,0 0 1,0 0-1,1 1 0,-1 0 1,0 0-1,1 0 0,0 1 1,-1 0-1,1 0 0,0 1 1,0-1-1,-9 9 0,0 6-10,1 0-1,1 1 0,1 0 1,0 1-1,2 0 1,0 1-1,-9 28 0,5-11 180,1 1-1,2 1 1,2 0-1,2 0 0,1 1 1,3 0-1,2 76 1,1-109-181,1 1 0,0 0 0,0 0 1,1-1-1,1 1 0,-1-1 0,1 1 1,1-1-1,-1 0 0,9 12 0,-7-14-34,0 0-1,1 0 1,0-1-1,0 1 1,0-1-1,1 0 1,-1-1-1,1 0 0,0 0 1,1 0-1,12 3 1,3 1-9,0-1 0,1-1 0,0-1 0,44 2 0,-24-5-11,83-8 1,-83 1-288,-1-3 1,73-21-1,82-53-4070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5.9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111 525 3105,'0'0'1190,"-7"-26"-958,-37-162 1140,-14-12 1989,57 221-3105,22 392-357,-19-397 103,8 63 7,3-1 0,31 104 0,-35-156-9,2 0 0,0-1 0,1-1 1,19 28-1,-21-37 0,1 0-1,1-2 1,0 1-1,1-1 1,0-1-1,1 0 1,21 12 0,-23-16-9,1-1 0,0-1 1,0 0-1,0-1 0,1 0 1,0-1-1,0-1 0,0 0 1,29 1-1,-31-3 7,-1-1-1,1-1 1,0 0 0,0-1-1,0 0 1,-1 0-1,1-1 1,-1-1 0,0 0-1,0-1 1,0 0 0,16-11-1,-5 0 25,-2-1 0,1-1-1,-2-1 1,-1-1 0,0-1 0,-1 0-1,22-39 1,-19 25-6,-1-1 0,-2 0 0,-2-1 0,17-62 0,-23 52 1,-2 0 0,-1 0 0,-3-1 0,-3-55 0,-1 79 2,0-1-1,-2 1 1,-1 0-1,-1 0 1,0 1-1,-2-1 1,-1 1-1,-1 0 1,-1 1-1,-1 0 1,0 1-1,-2 0 1,-1 1-1,0 0 1,-31-31-1,39 44-26,-1 0 0,1 1-1,-1-1 1,0 2 0,-1-1-1,0 1 1,1 0 0,-14-5 0,20 10-20,0-1 1,0 1 0,0 0-1,0 0 1,0 0 0,0 0 0,0 0-1,0 0 1,0 0 0,0 0-1,0 0 1,0 0 0,0 1 0,0-1-1,0 0 1,0 1 0,0-1 0,0 1-1,0-1 1,0 1 0,0-1-1,0 1 1,0 0 0,0-1 0,1 1-1,-1 0 1,0 0 0,1 0 0,-1-1-1,0 1 1,1 0 0,-1 0-1,1 0 1,-1 0 0,1 0 0,0 0-1,0 0 1,-1 0 0,1 0-1,0 0 1,0 2 0,-2 6-618,1 1 0,0 0 1,0 15-1,1-16-22,0 66-3497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6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13 104 4242,'0'0'4597,"-2"-23"-3984,-6-44-525,6 54-138,5 53-57,18 129 115,13 178 112,-31-165-78,-3-73-35,21 159 0,-20-265-35,-1 3-83,1-1 1,-1 0-1,1 1 1,1-1-1,-1 0 1,1 0-1,0 0 1,0 0-1,0 0 1,1 0-1,0 0 1,3 4-1,11-5-2853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6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18 347 4450,'2'-35'243,"2"-12"-163,11-58 0,-13 97-62,0 0 1,1 1 0,-1-1-1,2 0 1,-1 1-1,1 0 1,0 0 0,0 0-1,1 0 1,0 1-1,0-1 1,1 1 0,0 0-1,0 1 1,0 0-1,9-6 1,-5 5 13,1 1 0,0 0 0,1 0 1,-1 1-1,1 0 0,0 1 0,0 1 0,24-3 1,-27 5-23,0-1 1,0 1 0,0 1 0,0 0 0,-1 0 0,1 1 0,0 0-1,-1 0 1,1 1 0,-1 0 0,0 0 0,14 8 0,-12-4-10,-1 0 0,1 0 0,-2 1 0,1 0 0,-1 1 0,0-1 0,-1 2 0,0-1 0,8 15 1,-7-9 7,0 1 1,-1 0 0,-1 1 0,-1-1 0,0 1-1,-1 0 1,-1 0 0,1 22 0,-3-28 19,0 0 0,-1 0 1,0 1-1,-1-1 0,-1 0 1,0 0-1,0 0 0,-1 0 1,0 0-1,-1-1 0,0 0 1,-1 1-1,-10 16 0,6-17 76,0 0-1,0 0 0,-1-1 0,0 0 1,-1-1-1,0 0 0,0-1 0,-1 0 0,1-1 1,-1 0-1,-1-1 0,1 0 0,-22 4 0,10-3-14,-1-2-1,0 0 0,0-2 0,-1-1 1,1-1-1,-32-3 0,51 2-79,1 1-1,-1-1 1,1 0-1,-1-1 1,1 1 0,0-1-1,0 0 1,0-1-1,0 1 1,0-1-1,-8-5 1,11 5-99,0 1 0,0 0-1,0-1 1,0 1 0,0-1 0,0 0 0,1 0-1,-1 0 1,1 1 0,0-1 0,0-1 0,0 1 0,0 0-1,1 0 1,-1 0 0,1 0 0,0 0 0,-1-1-1,2 1 1,0-6 0,6-35-2920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6.7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0 4610,'0'0'3794,"-42"107"-3794,42 24 64,21 15 48,0 8-48,-6 0-32,0-11 16,-3-15-48,-4-9 32,1-21-32,0-21-32,-9-30-2001,0-29-2993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6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89 290 2705,'9'-30'456,"-4"7"-392,1 0-33,1 0 0,10-25 1,-13 39-15,1-1 1,0 1 0,1 0 0,-1 0 0,2 1 0,-1-1 0,1 1 0,0 1 0,12-10 0,-10 11 9,0 0-1,0 1 1,1 0 0,-1 0 0,1 1 0,1 0 0,-1 1 0,0 0 0,1 1 0,-1 0 0,1 1 0,0 0 0,-1 0 0,1 1 0,0 1 0,0 0-1,-1 0 1,1 1 0,-1 0 0,17 6 0,-18-3-18,-1 0 0,1 1 0,-1 0 0,0 0 0,0 1 0,-1 0 0,0 0 0,0 1 0,-1 0 0,0 0 0,0 0 0,-1 1 0,0 0 0,0 0 0,-1 0 1,0 0-1,2 12 0,0-1 21,-1 0 0,-1 1 1,-1 0-1,-1-1 1,0 1-1,-2 0 0,-3 34 1,1-41 14,-1-1 1,0 0-1,-1 0 1,-1 0 0,0-1-1,0 0 1,-1 0-1,-1 0 1,0 0 0,0-1-1,-1-1 1,-1 1-1,0-1 1,0 0-1,-1-1 1,-19 14 0,13-11 87,-2-1 1,0-1-1,0 0 1,-1-1-1,0-1 1,-1-1-1,1-1 1,-1 0-1,-1-2 1,-26 3-1,44-6-123,-15 1 80,1 0 0,-1-2 0,0 0 0,0 0 0,-21-5 0,35 4-95,0 1-1,0-2 1,1 1 0,-1 0-1,0-1 1,1 0-1,-1 0 1,1 0-1,-1 0 1,1 0-1,0-1 1,0 1 0,0-1-1,0 0 1,0 0-1,1 0 1,0 0-1,-1-1 1,1 1 0,0-1-1,1 1 1,-1-1-1,0 0 1,1 0-1,0 1 1,0-1-1,0 0 1,0-6 0,0 4-234,1-1 0,-1 1 0,1 0 0,1 0 1,-1 0-1,1 0 0,2-10 0,2 2-900,1 1 0,13-24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7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0 318 3522,'0'0'256,"28"5"-195,-1 0-59,16 3 8,0-2 0,58 2 0,-49-7 3,-2 1-5,91-8 0,-132 4-23,0 1 0,0-2 0,0 1 0,0-1 0,-1 0-1,1-1 1,-1 0 0,0-1 0,12-7 0,-18 10 16,0 0 1,1 0-1,-1 0 1,0 0-1,0-1 1,0 1-1,0-1 1,0 1-1,-1-1 1,1 1-1,-1-1 1,1 0 0,-1 0-1,0 0 1,0 0-1,-1 0 1,1 0-1,-1 0 1,1 0-1,-1 0 1,0 0-1,0 0 1,0 0-1,0 0 1,-1 0-1,1 0 1,-1 0-1,0 0 1,0 0-1,0 0 1,0 0 0,-3-3-1,1-1 23,-1 1 0,-1 0 0,1 0 0,-1 1 0,0-1 0,-1 1 0,-10-8 0,-50-31 117,38 26-68,1 0 115,-1 2 1,-50-23-1,65 34-51,0 1-1,0 0 1,-1 0 0,1 1-1,-1 1 1,0 1 0,1 0-1,-29 1 1,37 1-116,-1 1 0,1-1 0,-1 1 0,1 0-1,0 0 1,0 1 0,0 0 0,0 0 0,0 0 0,1 0 0,-1 0 0,1 1 0,0 0-1,0 0 1,0 0 0,1 1 0,-1-1 0,1 1 0,0 0 0,1 0 0,-5 8-1,-1 6-8,1 0-1,0 0 0,2 1 0,-7 37 0,7-26 46,1 0 0,2 1 0,1 0 1,2-1-1,1 1 0,7 38 0,-7-57-40,2 1 0,0-1 1,0 0-1,1 0 0,1-1 1,0 1-1,0-1 0,1-1 0,1 1 1,0-1-1,1-1 0,0 1 1,0-1-1,1-1 0,1 0 0,20 14 1,-14-14-97,1 0 0,0-1 0,0-1 0,0-1 0,1-1 0,0 0 0,1-1 0,-1-1 0,28 0 0,68-1-2322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7.7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57 200 5683,'0'0'941,"-9"8"-826,4-4-106,1 1 0,0-1 1,0 1-1,0 1 0,0-1 0,1 1 0,0-1 0,0 1 0,1 0 1,-1 0-1,1 0 0,0 0 0,1 0 0,0 1 0,0-1 0,0 0 1,1 1-1,0-1 0,0 1 0,1 6 0,4 81 161,30 154-1,-34-245-126,-1-8 154,-1-66 487,-12-82 1,8 114-783,2-1 1,2 1 0,5-61-1,-2 92 29,-1-1-1,1 1 0,1 0 1,-1-1-1,2 1 1,-1 0-1,1 1 1,0-1-1,0 1 0,1 0 1,0 0-1,1 0 1,-1 0-1,1 1 0,1 0 1,-1 0-1,1 1 1,0 0-1,0 0 1,0 1-1,1-1 0,9-2 1,17-7-338,0 1 1,1 2 0,69-12-1,-58 14 304,-6 3 132,-38 6 179,-4 5 371,-35 75 213,-3 12-319,30-62-255,1 1 0,2 0 0,1 0 0,1 0 0,2 1 0,1 0 0,4 48 0,-2-71-193,1-1 0,1 0 0,0 0-1,0 0 1,0 0 0,1 0-1,0 0 1,0 0 0,1-1-1,0 0 1,1 1 0,-1-2-1,1 1 1,1 0 0,-1-1 0,8 6-1,-4-5-27,1 0-1,-1-1 0,1 0 0,1-1 1,-1 0-1,1-1 0,0 0 0,0 0 1,0-1-1,23 3 0,1-3-480,56-1 0,36-4-2838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8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551 148 3810,'0'0'1745,"-2"-25"-1084,2-9-457,0 7 351,-5-35-1,22 167-601,10 79 200,-9 143 296,-1-14 182,-7-213-508,23 104 0,-32-203-122,0 7 5,0 0 1,1 0-1,1-1 1,-1 1-1,1-1 0,7 13 1,-10-19-7,0-1 1,0 0-1,1 0 1,-1 1-1,0-1 1,0 0-1,0 1 0,0-1 1,1 0-1,-1 0 1,0 0-1,0 1 1,0-1-1,1 0 1,-1 0-1,0 0 1,0 0-1,1 1 0,-1-1 1,0 0-1,1 0 1,-1 0-1,0 0 1,0 0-1,1 0 1,-1 0-1,0 0 1,1 0-1,-1 0 0,0 0 1,0 0-1,1 0 1,-1 0-1,0 0 1,1 0-1,-1 0 1,0 0-1,0 0 0,1-1 1,-1 1-1,1 0 1,4-15 113,-4-118 8,-2 116-177,-1-1 1,-1 1 0,0 0-1,-2 0 1,0 1 0,-7-17-1,0 6-114,-2 1 0,-1 0 0,-1 1 0,-1 1 0,-1 0-1,-31-30 1,37 41 70,-1 2-1,0 0 0,-1 0 0,0 1 0,-1 1 1,0 1-1,0 0 0,-1 1 0,0 0 1,0 1-1,0 1 0,-26-5 0,25 8 89,1 0 0,-1 1 0,1 1 1,-1 0-1,1 1 0,-19 4 0,28-3 17,-1 0 1,0 0-1,1 1 1,0 0-1,-1 0 1,1 1-1,1 0 1,-1 0-1,0 1 1,1 0 0,0 0-1,0 0 1,1 1-1,-8 8 1,4 0 22,0 0 1,0 0 0,1 1 0,1 0 0,1 0 0,0 1-1,1 0 1,1 0 0,0 0 0,1 0 0,1 1 0,0-1-1,2 33 1,0-35 0,2 0 0,-1 0-1,2 0 1,0-1 0,0 1 0,1-1-1,1 1 1,0-1 0,1-1 0,1 1-1,0-1 1,0 0 0,1 0 0,1-1-1,0 0 1,18 16 0,-11-14-21,1-1 1,1-1-1,0-1 0,0 0 1,1-2-1,0 0 1,0-1-1,1-1 1,0-1-1,28 4 1,3-2-34,1-3 0,102-5 0,-114-2-422,-1-2 1,1-1-1,-1-2 1,0-2-1,-1-1 0,-1-2 1,1-2-1,37-21 1,21-24-2922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8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1 4370,'0'0'2721,"-30"86"-2881,45 6 416,5 0-32,-2-3-128,-3-12-96,-3-9 80,-3-17-48,3-18-32,-12-16-1136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8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0 3282,'0'0'1968,"-92"182"-1199,92-150-529,33-23-80,8-9 176,-5 0 80,-9-15 81,-13-17 431,-14 2-256,0 12-560,0 9-112,12 9-4690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9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1179 140 3874,'0'0'1803,"-32"-22"-829,-110-66-203,132 83-713,0 0 0,0 1 0,0 1 0,0 0 0,-1 0 0,1 1 0,-1 0-1,0 1 1,1 0 0,-1 1 0,0 0 0,-17 2 0,9 0 24,10-2-56,1 1 0,0 0 0,0 1 1,0 0-1,0 0 0,0 0 0,1 1 0,-1 1 0,1-1 0,-1 1 0,1 0 1,0 1-1,1 0 0,-13 10 0,13-7-8,-1-1 1,1 1-1,1 1 1,-1-1-1,1 1 1,1 0-1,0 0 1,0 0-1,0 0 1,1 1-1,1 0 1,-2 10-1,0 3 12,1 0-1,1 0 0,1 0 1,2 0-1,0 0 1,1 1-1,8 35 0,-6-43-29,1-1-1,1 0 1,0 0-1,0 0 1,2-1 0,0 0-1,0-1 1,2 1-1,-1-2 1,2 1-1,18 17 1,-19-21 2,1-1 0,0 0 0,0 0 0,0-2 0,1 1 0,0-1 0,0-1 0,1 0 0,0-1-1,-1 0 1,1-1 0,0-1 0,1 0 0,-1 0 0,0-2 0,1 1 0,-1-2 0,22-2 0,-31 2 8,1 0-1,-1 0 0,0-1 1,1 1-1,-1-1 1,0 0-1,0 0 0,0-1 1,0 1-1,-1-1 1,1 1-1,0-1 0,-1 0 1,5-6-1,-3 3 5,-1-1-1,1 0 1,-1 0-1,-1 0 1,1 0 0,-1-1-1,3-12 1,0-5 125,-2 0 0,-1 0 0,0-1 0,-2-28 0,-1 31 3,1 5-6,-1-1 1,-1 1 0,0-1 0,-2 1-1,0-1 1,-10-33 0,11 51-112,1 7-56,0 17-83,14 317-56,0-74 145,-12-222 25,-7 637-40,-2-598 34,-4 1 0,-4-2 0,-34 107 0,39-158-6,-1 0-1,-1-1 1,-2 0 0,-1-1 0,-33 47-1,36-60 19,-1 0-1,0 0 0,-1-2 0,-1 0 1,0-1-1,-1 0 0,0-1 0,-1-1 0,-35 16 1,26-18 22,0 0 1,-1-2 0,0-1 0,0-1 0,0-1-1,-1-2 1,1 0 0,-1-3 0,-33-3 0,43 2 11,1 0 0,0-1 0,0-2 1,0 1-1,1-2 0,0 0 0,0-1 1,0-1-1,1-1 0,0 0 0,0-1 1,1-1-1,1 0 0,0-1 0,0 0 0,1-1 1,1-1-1,0 0 0,1-1 0,0 0 1,2 0-1,-1-1 0,2-1 0,-12-31 1,8 14-37,3 0 0,0-1 1,2 0-1,2 0 1,1-1-1,2 1 1,1-1-1,2 0 0,1 1 1,9-45-1,-1 33-62,1-1 0,3 1 0,1 1 0,3 1 0,2 0 0,49-81 0,-39 80-42,3 1 1,2 1-1,54-52 1,-60 68 86,2 1-1,2 1 1,0 2 0,1 2 0,41-20-1,-60 34 12,1 0 0,0 2-1,1 0 1,0 1 0,0 1-1,0 0 1,0 2 0,23-2-1,-38 4-4,0 0 0,0 0 0,-1 0 0,1 0 0,0 0 0,0 1 0,-1-1 0,1 1 0,0-1 0,-1 1 0,1-1 0,-1 1 0,1 0 0,0 0 0,-1 0 0,0 0 0,1 0 0,-1 0 0,0 0 0,3 3 0,-3-2-4,1 1-1,-1-1 0,0 1 1,1 0-1,-1 0 1,0 0-1,-1-1 0,1 1 1,0 0-1,-1 0 1,1 4-1,-1 6-14,-1 0 1,0-1 0,-1 1-1,-5 22 1,6-29-63,-1-1 1,1 1-1,-1-1 0,-1 1 1,-4 8-1,-5 0-2783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59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32 115 4226,'0'0'5949,"-4"-21"-5290,-13-61-467,13 71-178,2 23-28,-3 386-6,7-227 40,-2-46 94,0-88-6604,0-80 2128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00.1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200 1 288,'0'0'5875,"-164"65"-5619,138-8 80,17 5 304,9-17-159,35-13-177,19-17-64,2-15 176,-8 0-128,-12-6 32,-13-21 0,-17-2-15,-3 11-305,-3 0-32,0-3-2017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00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1 4002,'0'0'5186,"-8"20"-4951,-1 8-181,1 0 1,1 1-1,2-1 1,1 1-1,1 0 1,1 41-1,21 769 811,-18-809-845,1-1 1,7 38-1,-9-65-18,1 0 0,-1 0-1,1 0 1,-1 0 0,1 0-1,0 0 1,-1 0 0,1 0-1,0 0 1,0-1 0,1 1-1,-1 0 1,0-1 0,0 1-1,1 0 1,-1-1 0,1 0-1,0 1 1,2 1 0,0-2-8,0 0 0,0 0 0,0 0 1,0-1-1,0 1 0,1-1 0,-1 0 1,0 0-1,5-1 0,2 0 4,-1-1-1,0 0 1,0-1 0,0 0-1,0 0 1,0-1-1,0 0 1,12-8-1,10-8-92,29-25-1,-32 24-96,64-56-1358,-11-7-1214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00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1 167 5539,'0'0'1248,"237"-59"-1248,-17 11 144,15 10-144,-18 17-32,-51 21-2353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18.7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9 125 1313,'0'0'5802,"-1"-19"-4951,-2-5-577,-2-57 2267,5 83-2440,0 1-112,1 0 0,-1 0 0,1 1 0,-1-1-1,1 0 1,0 0 0,0 0 0,1 0 0,-1 0 0,1 0-1,2 4 1,5 9-12,19 40 43,219 423 66,40-18 29,-99-184 58,-85-120 75,171 200 1,-84-156-159,100 118 15,-245-263-14,1-2 0,4-2 0,1-2 0,3-3 0,1-2 0,106 65 0,-102-76-41,2-3 0,78 29-1,-99-46-34,2-2-1,0-2 1,0-1-1,73 5 1,351-9 16,-273-7-78,-115 0 27,-1-4 1,95-19-1,148-52-9,-161 27 14,-2-6 0,272-140-1,-165 30 5,-71 40-239,210-132 79,-280 174 87,33-25-11,-141 97 95,297-243-16,-128 118-1,-122 94 5,212-163-49,-192 142-213,100-86-149,-37 28 404,15-17-207,-155 135 192,-2-1 0,1 0 1,0 1-1,-1-1 0,0-1 0,0 1 0,0 0 1,-1-1-1,0 1 0,0-1 0,0 0 0,-1 1 1,0-1-1,0 0 0,0 0 0,-1 0 0,0-7 1,0 12-29,-5 1-146,-35 3 203,1 2-1,0 1 1,0 2 0,-40 15-1,-43 8 7,37-15 24,0-4 1,-144 3 0,316-18-68,123-19 1,86-33 28,-286 52 13,3 2 8,0-2-1,0 0 1,-1 0 0,1-1-1,-1-1 1,0 0 0,0 0 0,19-14-1,-15 11 259,-15 8-259,-1 0 0,1 0 1,-1 0-1,0 0 0,1 0 0,-1 0 1,0 0-1,1 1 0,-1-1 1,0 0-1,1 0 0,-1 0 1,0 0-1,1 1 0,-1-1 0,0 0 1,1 0-1,-1 1 0,0-1 1,0 0-1,1 0 0,-1 1 1,0-1-1,0 0 0,0 1 0,0-1 1,1 1-1,2 30 131,-3-27-151,0 43 162,1 11 191,-2 0 0,-14 87 0,14-143-336,-45 210 411,45-207-445,0-1 0,-1 1 1,1-1-1,-1 0 0,0 0 1,0 0-1,0 0 0,-3 4 1,3-7-77,0 0 1,1 1-1,-1-1 0,0 0 1,0 0-1,0 0 0,0 0 1,0-1-1,0 1 0,0 0 1,0-1-1,-5 1 0,7-1 106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5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444 169 2241,'0'0'2684,"1"-15"-2436,1 0-85,3-73 1691,-5 87-1823,-1-1 0,1 1 0,0 0 0,-1-1 0,0 1 0,1 0 0,-1-1 0,0 1 0,1 0 0,-1 0 0,0 0 0,0 0 0,0 0 0,0 0 0,0 0 0,0 0 0,0 0 0,-1 0 0,1 0 0,0 1 0,0-1 0,-1 1 0,1-1 0,0 1 0,-1-1 0,1 1 0,-1-1 0,1 1 0,-1 0 0,-1 0 0,-9-2-45,1 1 1,-21 0-1,26 2 62,-10-2-46,3 1 6,0 0 1,1 0-1,-1 1 1,0 0-1,1 1 1,-1 1-1,1 0 0,-14 5 1,11-2 3,0 2 1,0-1-1,1 2 0,0 0 1,1 0-1,0 2 1,0-1-1,1 1 0,-13 17 1,17-18-3,1 0 1,0 1 0,0-1-1,1 1 1,1 1-1,0-1 1,0 1-1,2 0 1,-1 0 0,1 0-1,1 0 1,-1 19-1,3-15 4,0 1 0,0-1 0,2 0 0,4 20-1,-4-28-5,1 1-1,0-1 0,0 1 0,1-1 1,1 0-1,-1 0 0,1-1 0,1 0 0,7 10 1,0-4 2,1 1 0,1-1 0,0-1 0,1-1 0,0 0 0,1-1 0,0 0 0,0-2 0,1 0 0,1 0 0,-1-2 1,1 0-1,0-1 0,1-1 0,-1-1 0,1 0 0,24-1 0,-8-1 14,41-3-1,-63 0-17,-1 0-1,1 0 1,-1-1-1,0-1 1,0 0-1,14-7 0,-14 5 3,-1 0-1,1-1 0,-2-1 0,1 0 0,-1 0 0,0-1 0,-1-1 0,0 1 1,-1-2-1,0 1 0,-1-1 0,0 0 0,7-13 0,-8 9-2,0-1 0,-2 0 0,1 0-1,-2 0 1,0 0 0,-1-1-1,-1 1 1,-1-1 0,0 0 0,-3-18-1,1 22-7,-1 1 0,0-1 0,-1 1 0,-1 0 0,0 0-1,0 0 1,-2 0 0,1 1 0,-2-1 0,-13-17-1,10 15 5,-1 1-1,-1 0 1,0 1-1,-1 1 0,-1 0 1,0 0-1,-24-14 0,30 22-14,0-1-1,0 1 1,0 0-1,0 0 1,0 1-1,-1 0 1,1 0-1,-1 1 0,1 0 1,-16 1-1,23 0-60,-1 0-1,1 0 0,-1 0 0,1 0 1,-1 0-1,1 0 0,0 1 0,-1-1 0,1 1 1,-1-1-1,1 1 0,0-1 0,-1 1 1,1 0-1,0 0 0,0-1 0,-1 1 1,1 0-1,0 0 0,0 0 0,0 0 0,0 1 1,0-1-1,1 0 0,-1 0 0,0 0 1,0 1-1,1-1 0,-1 2 0,-6 16-2050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6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332 104 3842,'0'0'3930,"-17"-17"-3514,-58-50-323,73 65-93,0 0 0,0 0 0,-1 1 1,1-1-1,0 1 0,-1 0 0,0-1 0,1 1 0,-1 0 0,0 0 0,0 1 1,1-1-1,-1 1 0,0-1 0,0 1 0,0 0 0,0 0 0,0 0 0,0 0 1,1 0-1,-1 1 0,0-1 0,0 1 0,0 0 0,0 0 0,1 0 0,-1 0 1,1 0-1,-4 2 0,4-2-1,-6 4-4,-1 0 1,1 0 0,0 1-1,1 0 1,0 1 0,0-1-1,0 1 1,1 1-1,0-1 1,-8 13 0,4-4 5,1 1 1,1-1 0,0 2-1,-8 27 1,11-19 28,0-1 0,2 1 0,1 0 1,1 0-1,5 48 0,-3-66-26,0 0 1,1 0-1,1 0 0,-1 0 0,1 0 0,1-1 1,-1 1-1,1-1 0,1 0 0,-1 0 1,1 0-1,1-1 0,-1 1 0,1-1 0,0 0 1,1-1-1,0 0 0,8 6 0,-3-4 3,1 0 0,-1 0 0,2-1-1,-1-1 1,1 0 0,0 0 0,0-2 0,0 0-1,0 0 1,17 0 0,-6-1 11,0-1 1,0-1-1,0-1 1,0-1-1,32-8 1,-46 8-12,0-2 1,0 1-1,-1-1 0,1-1 0,-1 0 1,0 0-1,-1-1 0,1 0 1,-1-1-1,0 0 0,-1 0 1,0-1-1,13-14 0,-12 10 4,-1-1-1,0 0 0,-1 0 1,0 0-1,-2-1 1,1 0-1,-2 0 0,6-24 1,-7 18-3,-1 0 1,0 0-1,-1-1 1,-2 1-1,-4-35 0,3 45-4,-1 0 0,0 1-1,0 0 1,-1-1 0,0 1 0,0 0-1,-1 1 1,-1-1 0,1 1-1,-1 0 1,-1 0 0,0 1-1,0 0 1,0 0 0,-1 0-1,0 1 1,-15-9 0,12 9-15,-1 0 0,0 0 0,0 1 0,0 1 0,-1 0 0,0 0 0,0 2 0,0-1 0,0 1 0,0 1-1,0 0 1,0 1 0,-20 2 0,29-1-124,0 0 0,-1 0 0,1 0 0,0 0 0,0 0-1,0 1 1,0 0 0,0 0 0,0 0 0,1 0-1,-1 1 1,1-1 0,-1 1 0,-4 5 0,-11 10-4686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384 121 1729,'0'0'2692,"-2"-14"-2071,-8-44-207,9 56-369,1 0 1,0 0-1,-1 0 0,0 0 1,1 0-1,-1 1 0,0-1 1,0 0-1,0 0 1,0 0-1,0 1 0,-1-1 1,1 0-1,0 1 1,-1-1-1,1 1 0,-1 0 1,0-1-1,0 1 0,1 0 1,-4-2-1,1 2 12,0 0 0,-1 0 0,1 1 0,0-1 0,0 1 0,0 0 0,-8 1-1,0-1-36,-3 0 18,0 0 0,-1 1 1,-17 4-1,26-3-30,0 0 0,-1 0 0,1 1 1,0 0-1,1 0 0,-1 1 0,0-1 0,-8 8 0,2-1 24,1 0-1,1 0 0,0 1 0,1 1 1,0 0-1,0 0 0,2 0 1,-1 1-1,2 1 0,0-1 1,1 1-1,0 0 0,1 1 1,-6 25-1,9-26-19,1 0 1,0 0 0,0 0-1,2 0 1,0 0 0,0 0-1,2 0 1,0 0 0,0-1-1,1 1 1,1-1-1,1 0 1,0 0 0,0 0-1,1-1 1,1 0 0,0 0-1,16 16 1,-7-10 0,2 0 1,0-1-1,1-1 1,1-1-1,0-1 1,1-1-1,1 0 1,0-2-1,0 0 1,1-2-1,1 0 1,0-2-1,0-1 1,1 0-1,-1-2 0,1-1 1,0 0-1,0-2 1,32-3-1,-48 2-6,1-1-1,-1 0 0,0-1 0,1 0 0,-1-1 0,0 0 0,-1 0 0,1-1 1,-1 0-1,1-1 0,-1 0 0,-1 0 0,1-1 0,-1 0 0,0 0 0,0-1 1,-1 0-1,0 0 0,0-1 0,-1 0 0,0 0 0,0 0 0,-1-1 0,0 0 1,-1 0-1,4-11 0,-2 3 5,-1 0 0,-1 0-1,-1 0 1,0 0 0,-1 0 0,-1-1 0,-1 1 0,-1 0 0,0-1 0,-1 1 0,-7-25 0,0 19-12,-2 1 0,0-1 0,-1 2 0,-2-1 1,0 2-1,-1 0 0,-1 0 0,-1 2 0,-33-29 1,39 37-7,-1 0 1,0 1 0,-1 1 0,0 0 0,0 0 0,0 1 0,-1 1 0,0 0 0,-1 1 0,1 0 0,-1 1 0,0 1 0,0 0 0,-27-2 0,41 5-7,0 0 1,-1 0-1,1 0 1,0 1-1,0-1 1,-1 0-1,1 0 1,0 1-1,0-1 1,0 0-1,-1 1 1,1-1-1,0 1 1,0 0-1,0-1 1,0 1-1,0 0 1,0 0-1,0-1 1,0 1-1,0 0 1,1 0-1,-1 0 0,0 0 1,1 0-1,-1 0 1,0 0-1,1 0 1,-1 2-1,0-1-114,1 1-1,-1 0 1,1-1-1,0 1 1,0-1-1,0 1 1,0 0-1,1-1 1,-1 1-1,1-1 0,-1 1 1,1-1-1,2 5 1,0-2-419,0 0 0,1 0 0,-1 0 0,8 7 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45 166 3858,'0'0'2977,"-34"-144"-1760,29 125-209,0 16 257,5 28-1265,0 37-112,0 29 112,0 18 16,0 9 16,10-2-16,18-10 0,6-12-16,8-27-1201,-9-38-4593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8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478 146 2721,'0'0'2145,"-11"-23"-1211,-3-7-519,-21-33 0,34 61-392,-1 0 1,0 0-1,1 0 1,-1 0-1,0 0 0,0 0 1,0 0-1,0 1 1,0-1-1,-1 1 1,1-1-1,0 1 1,-1 0-1,1 0 1,-1 0-1,1 0 1,-1 0-1,0 1 1,1-1-1,-1 1 0,0-1 1,1 1-1,-1 0 1,0 0-1,0 0 1,1 1-1,-1-1 1,-2 1-1,-9 0 28,6 0-41,-1 1 1,0-1 0,1 1 0,0 1-1,-1 0 1,1 0 0,0 0 0,0 1-1,1 0 1,-1 1 0,1-1-1,0 1 1,0 1 0,-9 8 0,-4 6-1,1 0 1,1 1-1,-19 30 0,21-27 26,2 0 0,0 0 1,2 1-1,1 1 0,1 0 0,1 0 0,2 1 0,1 0 0,1 0 0,1 1 0,0 38 0,4-53-21,0-1 0,1 1 0,0-1 0,1 1-1,1-1 1,0 0 0,7 18 0,-6-22-7,0 0 0,1 0 0,0-1 1,0 0-1,0 0 0,1 0 0,0 0 0,1-1 0,0 0 0,0 0 0,9 5 0,-5-4 3,0 0 1,1-1-1,-1-1 0,1 0 1,1 0-1,-1-1 0,24 4 1,-13-4 8,1-2 0,0 0 0,33-3 0,-41 0-12,0-1 1,0 0-1,-1-1 1,1-1-1,-1 0 1,0-1 0,0-1-1,-1 0 1,1-1-1,-1 0 1,-1-1-1,0-1 1,0 0 0,0-1-1,-2 0 1,1 0-1,-1-1 1,-1-1-1,0 0 1,-1 0 0,0-1-1,-1 0 1,0 0-1,-1-1 1,-1 0-1,0 0 1,6-27 0,-8 24-3,-1 0 0,0-1 0,-2 0 0,0 1 0,-1-1 0,-1 0 0,-1 1 0,-1-1 0,0 1 1,-1-1-1,-1 1 0,-1 0 0,-15-31 0,10 29-16,-2 0 0,0 0 0,-2 1 0,0 1 0,0 0 0,-28-22 0,33 31 2,-1 0 1,1 1-1,-2 0 1,1 0-1,-1 1 1,0 1-1,-1 0 1,1 0-1,-1 1 1,0 1-1,0 0 0,-24-2 1,35 5 3,-1-1 0,0 1 0,1 0-1,-1 0 1,0 0 0,0 1 0,1-1 0,-1 0 0,0 1 0,1 0 0,-1 0-1,1-1 1,-1 2 0,1-1 0,0 0 0,-1 0 0,1 1 0,0-1 0,0 1-1,0-1 1,0 1 0,-2 2 0,1 0-43,1 0 0,0 1 0,0-1 0,1 0 0,-1 1 1,1 0-1,0-1 0,0 1 0,1-1 0,-1 10 0,1-6-284,0 0 0,0-1 1,1 1-1,2 12 0,0-11-400,0 0-1,1-1 1,7 13 0,-11-20 630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65 205 3474,'0'0'1366,"0"7"-884,0 21-193,0-21 876,0-12 287,-1-4-1367,1-1 1,0 1-1,1-1 0,0 1 1,1-1-1,0 1 0,0 0 1,1 0-1,1 0 0,-1 0 1,1 0-1,1 1 1,0-1-1,0 1 0,1 0 1,8-9-1,-5 9-92,0 0 0,0 1 0,1-1 0,0 2 0,1 0-1,-1 0 1,1 1 0,0 0 0,1 0 0,-1 2 0,1-1 0,0 1 0,0 1 0,0 0-1,0 0 1,0 2 0,13-1 0,-22 1 4,1 0-1,0 0 1,-1 1-1,1-1 1,-1 1 0,1 0-1,-1 0 1,1 0-1,-1 0 1,0 0 0,1 1-1,-1-1 1,0 1-1,0 0 1,0 0-1,0 0 1,-1 0 0,1 1-1,-1-1 1,1 1-1,-1-1 1,0 1 0,0 0-1,0 0 1,0 0-1,-1 0 1,1 0 0,1 6-1,1 5-12,0 0 0,-2 1 0,0-1 0,0 1 0,-2 23 0,0-21 17,-1-1-1,-1 0 0,-1 0 1,0 0-1,-1-1 0,-1 1 1,-1-1-1,0 0 0,-1 0 1,-1 0-1,0-1 1,-1 0-1,0-1 0,-18 20 1,7-12 17,-1 0 0,0-1 1,-1-1-1,-1-1 1,-1-1-1,-1-2 0,-1 0 1,0-1-1,-41 16 1,61-28 45,1 0 0,-1 0 0,0 0 0,1-1 0,-1 0 0,0 0 0,-9 0 0,163-12 201,-72 3-253,487-8 39,-505 16-51,-26 0-7,-21-1-5,0 1-1,1 0 1,-1 0-1,0 1 1,0 0-1,1 1 1,20 7-1,-31-9-8,0 1 0,1 0 0,-1-1 0,0 1 0,1 0 0,-1 0 0,0 0 0,0 0 0,0 0 0,0 0 0,0 0 0,0 0-1,1 2 1,-2-2-6,0-1 0,0 1 0,1 0-1,-1-1 1,0 1 0,0-1 0,0 1-1,0 0 1,0-1 0,0 1 0,0-1-1,0 1 1,0 0 0,0-1-1,0 1 1,-1-1 0,1 1 0,0 0-1,0-1 1,-1 1 0,1-1 0,0 1-1,-1-1 1,1 1 0,0-1 0,-1 1-1,1-1 1,-1 1 0,1-1 0,-1 0-1,1 1 1,-1-1 0,0 1-1,-5 2-244,0-1-1,0 1 0,-1-1 0,1 0 0,0-1 0,-9 2 0,-70 6-2328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 49 3169,'0'0'2151,"-30"-11"-1383,10 2-691,-1 2 1,-1 0-1,-41-8 1,59 15-74,1 0 0,-1 0 1,1 0-1,0 1 1,-1-1-1,1 1 1,-1 0-1,1-1 1,0 1-1,0 1 1,-1-1-1,1 0 0,0 1 1,0 0-1,0-1 1,1 1-1,-1 0 1,0 1-1,1-1 1,-1 0-1,1 1 0,0-1 1,-3 5-1,-10 13 31,1 0 0,0 0-1,2 1 1,1 1 0,0 0-1,2 1 1,1 0 0,-8 33-1,9-20 55,1 1 0,2-1-1,1 1 1,6 72-1,-1-96-76,0 1-1,0 0 1,2-1-1,-1 0 1,2 0-1,0 0 1,1 0 0,0-1-1,1 1 1,16 20-1,-17-25-3,1 0 0,1 0 0,-1-1 0,1 0 0,1-1 0,-1 0 0,1 0-1,0-1 1,1 1 0,-1-2 0,1 0 0,0 0 0,0 0 0,0-1 0,17 2 0,-12-2 6,1-2 1,-1 0-1,1 0 1,0-1 0,0-1-1,23-4 1,-28 2-6,-1 1 1,1-2-1,-1 1 1,1-1-1,-1-1 1,0 0 0,-1 0-1,1-1 1,16-13-1,-11 6 2,-1-1 1,0-1-1,-1 0 0,-1-1 0,0 0 0,-1-1 0,-1 0 0,-1 0 1,-1-1-1,10-30 0,-11 25-1,-1-1 0,-1 1 0,-2-1 0,0 0 0,-2 0 0,0-1 0,-2 1 1,-5-30-1,4 43-12,-1 1 0,0-1 0,-1 1 0,0 0 0,0 0 0,-1 0 0,-1 0 0,0 1 0,0 0 0,-1 0 0,0 1 0,-1-1 0,0 1 0,0 1 0,-1 0 0,-9-7 0,8 7-2,-1 1 1,1 0-1,-1 0 0,0 1 0,-1 1 0,1 0 1,-1 0-1,0 1 0,0 0 0,0 1 0,-1 0 0,1 1 1,0 1-1,-20 0 0,28 1-16,0-1 1,0 0-1,0 1 1,0 0-1,0 0 1,0 0-1,0 0 0,1 0 1,-1 1-1,1 0 1,-1-1-1,1 1 1,-1 1-1,1-1 0,0 0 1,0 1-1,0-1 1,1 1-1,-1 0 1,1 0-1,-1 0 1,1 0-1,0 1 0,0-1 1,0 0-1,1 1 1,-1-1-1,1 1 1,0 0-1,0-1 0,0 1 1,1 0-1,-1 0 1,1-1-1,0 1 1,0 0-1,1 0 0,0 5 1,10 30-2281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0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109 209 3570,'0'0'1803,"-16"11"-1565,-48 31-126,39-28 538,25-14-615,-1 0 1,1 0-1,0-1 0,0 1 0,0 0 0,-1 0 0,1 0 0,0-1 0,0 1 0,0 0 0,0 0 0,-1 0 0,1-1 0,0 1 1,0 0-1,0 0 0,0 0 0,0-1 0,0 1 0,0 0 0,0 0 0,0-1 0,0 1 0,0 0 0,0 0 0,0-1 0,0 1 0,0 0 1,0 0-1,0-1 0,0 1 0,0 0 0,0 0 0,0 0 0,0-1 0,1 1 0,-1 0 0,0-1 0,1-8 142,0-2-142,0 1 0,1-1 0,0 0-1,1 0 1,1 1 0,-1-1 0,2 1-1,-1 0 1,1 0 0,1 1 0,0 0 0,1-1-1,0 2 1,0-1 0,1 1 0,0 0-1,0 1 1,14-10 0,-12 9-48,1 0-1,1 1 1,-1 1-1,1 0 1,0 0-1,0 1 1,1 0-1,0 1 1,0 1 0,0 0-1,0 1 1,0 0-1,1 0 1,-1 2-1,26 1 1,-35-1 9,0 1 0,1 0-1,-1 0 1,0 1 0,0-1 0,0 1 0,-1 0 0,1 0-1,0 0 1,-1 0 0,1 1 0,-1-1 0,0 1 0,0 0 0,0 0-1,0 0 1,0 0 0,-1 1 0,0-1 0,1 1 0,-1-1 0,-1 1-1,1 0 1,2 6 0,0 5-16,0 0 0,-1 0 0,-1 1 0,0-1 0,-1 19 0,0-10 15,-6 46 1,3-61 8,1 0 1,-2-1-1,1 1 0,-2 0 0,1-1 0,-1 0 1,0 0-1,-6 8 0,5-7 17,-1-1 0,0 0-1,-1 0 1,1-1 0,-2 1 0,1-1-1,-1-1 1,-12 9 0,20-15 0,-1 1 0,1-1-1,0 0 1,-1 0 0,1 1 0,0-1 0,-1 0 0,1 0 0,0 0-1,-1 1 1,1-1 0,-1 0 0,1 0 0,0 0 0,-1 0 0,1 0-1,-1 0 1,1 0 0,0 0 0,-1 0 0,1 0 0,-1 0 0,1 0-1,0 0 1,-1 0 0,1 0 0,-1 0 0,1-1 0,-1 1-1,0-11 502,11-14-237,-4 18-279,1-1-1,-1 2 0,1-1 0,0 1 1,1 0-1,0 0 0,10-5 0,-3 2-14,0 1 0,1 1 0,21-7 0,-26 10-3,1 1 0,-1 0-1,1 0 1,17-1 0,-26 4 6,0 0-1,1 0 0,-1 0 1,0 0-1,0 1 0,0-1 1,0 1-1,0-1 0,0 1 1,0 0-1,0 0 0,0 1 1,0-1-1,0 1 1,0-1-1,-1 1 0,1 0 1,-1 0-1,1 0 0,-1 0 1,0 0-1,3 4 0,1 3-3,-1 1-1,-1 0 1,1 0 0,-2 0-1,1 0 1,-1 0-1,-1 0 1,2 20-1,-2-6-3,-1 1 0,-5 46 0,0-49 18,-1-1 0,-1 0 0,0-1 0,-2 1 0,-1-1 0,0-1 0,-2 1 0,0-2 0,-1 1 0,-1-1-1,-1-1 1,0-1 0,-1 0 0,-1 0 0,-1-2 0,-29 21 0,37-28 2,-1-1 0,1 0 1,-1-1-1,0 0 0,0-1 0,-1 0 0,1 0 0,-1-1 1,0 0-1,0-1 0,0 0 0,0-1 0,-1 0 0,1-1 1,-13 0-1,22-1 1,0 1 0,-1 0-1,1-1 1,0 1 0,0-1 0,0 1 0,-1-1 0,1 0 0,0 0 0,0 0 0,0 0 0,0-1 0,1 1-1,-1 0 1,0-1 0,0 1 0,1-1 0,-1 1 0,-1-4 0,1 2 9,0-1 1,0 0-1,1 1 1,-1-1-1,1 0 1,0 0-1,0 0 1,0 1-1,1-1 1,-1-6-1,1 1 0,1 0-1,0 0 0,0 0 0,0 1 1,1-1-1,1 0 0,0 0 0,0 1 1,7-14-1,-4 14-20,0-1-1,1 1 1,0 1 0,0-1-1,1 1 1,0 0 0,0 1 0,0 0-1,1 0 1,15-7 0,-16 9-3,0 0 0,1 0 1,-1 1-1,1 0 1,0 1-1,0 0 0,0 1 1,0-1-1,0 1 0,0 1 1,1 0-1,13 1 1,-20 0 3,0-1 1,-1 1-1,1-1 0,0 1 1,-1 0-1,1 0 1,-1 0-1,1 0 1,-1 1-1,0-1 1,1 1-1,-1-1 1,0 1-1,0 0 1,0-1-1,0 1 1,-1 0-1,1 0 1,0 1-1,-1-1 1,0 0-1,1 0 1,-1 1-1,1 3 1,1 3-15,-1 0 0,-1 0 0,0 0 0,0 0 1,-1 14-1,0-18-102,0 0 0,0 0 0,0 1 0,-1-1 0,0 0 0,0 0 0,0 0 0,0 0 0,-1 0 0,0 0 1,0 0-1,-1-1 0,1 1 0,-1-1 0,0 1 0,-1-1 0,1 0 0,-1 0 0,1 0 0,-1-1 0,-6 5 0,-54 33-4154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437 38 4578,'0'0'779,"-23"-6"206,-78-21-508,93 26-421,0-1 0,0 1 0,0 1 0,0-1 0,-1 1 0,1 1 0,0-1 0,0 2 0,0-1 0,0 1 0,0 0 0,1 0 0,-1 1 0,1 0 0,-1 0 0,1 1 0,0-1 0,0 2 0,1-1 0,-1 1 0,1 0 0,0 0 0,0 1 1,-6 7-1,-2 5 38,1 0 1,1 1-1,0 1 1,2 0-1,0 0 1,-10 33-1,12-28-45,2 1 0,0 0 0,2 0 0,0 0 0,2 42 0,2-55-24,0 0 0,1 0-1,1 0 1,5 22 0,-5-28-17,1-1-1,0 1 1,1 0 0,-1-1-1,1 0 1,0 0-1,1 0 1,-1-1 0,1 1-1,7 5 1,-3-4 1,0 1 0,1-1 0,0 0 0,0-1 1,1-1-1,0 1 0,0-1 0,0-1 0,23 6 0,-13-5 8,1-2-1,0 0 1,0-2-1,37-1 0,-43-1 1,1 0-1,-1-2 1,0 0-1,0 0 1,-1-2-1,1 0 1,-1 0-1,0-1 1,-1-1-1,1-1 1,-1 0-1,19-14 1,-22 13-10,-1 1 0,0-2 0,0 0 0,-1 0 0,0 0 0,-1-1 0,-1 0 0,1-1 0,-2 1 0,0-1 0,0-1 0,-1 1 0,-1-1 0,5-23 1,-6 19 5,-1-1 0,0 1 0,-2-1 0,0 1 0,-3-20 0,1 27-11,0 1-1,0-1 1,-1 1-1,0 0 1,-1-1 0,0 2-1,-1-1 1,0 0-1,0 1 1,-10-12 0,2 5-4,-1 0 0,-1 2 0,-1-1 1,0 2-1,-22-14 0,26 19-2,1 1-1,-1 0 1,1 1-1,-1 0 0,-1 1 1,1 0-1,-1 1 1,0 0-1,-19-1 1,29 4-4,0-1 1,0 1 0,0 0-1,0 1 1,0-1 0,0 0-1,0 1 1,0-1 0,0 1-1,0 0 1,0 0 0,1 0-1,-1 1 1,-3 1 0,5-2-30,0 0 1,0 0 0,0 0-1,0 0 1,1 0 0,-1 1-1,0-1 1,1 0 0,-1 1-1,0-1 1,1 0 0,0 1-1,-1-1 1,1 1 0,0-1-1,0 0 1,0 1 0,0-1 0,0 1-1,0-1 1,0 1 0,1-1-1,-1 0 1,0 1 0,1-1-1,-1 0 1,1 1 0,1 1-1,-1 0-182,1-1 0,-1 1-1,1-1 1,0 1 0,-1-1-1,1 0 1,0 0 0,0 0-1,1 0 1,-1 0 0,0 0-1,1 0 1,3 1 0,9 4-2086,33 12-1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3570,'0'0'4172,"1"8"-4052,1 17-119,1 0 1,2 0-1,1 0 0,17 45 0,-17-55 8,0-1-1,1-1 1,0 1 0,1-1-1,1 0 1,0-1 0,1 1 0,0-2-1,1 0 1,12 11 0,-15-17-3,0-1 0,-1 0 0,1 0 0,1 0 1,-1-1-1,1 0 0,-1 0 0,1-1 0,0-1 1,14 2-1,-2-1 25,-1-2 1,1 0 0,31-5-1,-36 3-17,0-2-1,0 0 0,0-1 0,0 0 0,-1-2 1,0 1-1,0-2 0,-1 0 0,20-14 0,-25 16 2,-1-1 0,1 0-1,-1 0 1,0-1 0,-1 0-1,0 0 1,0-1 0,-1 1-1,0-2 1,-1 1 0,0 0 0,-1-1-1,0 0 1,6-20 0,-7 12 114,-1-1 1,0 1-1,-2-24 1,0 37-16,0-1 1,-1 1-1,0 0 0,0-1 1,0 1-1,-1 0 0,0 0 1,0 0-1,0 0 0,0 0 1,-1 0-1,0 1 0,0-1 1,0 1-1,-7-6 0,10 9-103,0 1-1,0-1 1,-1 1 0,1 0-1,0-1 1,-1 1-1,1 0 1,0-1-1,-1 1 1,1 0 0,0-1-1,-1 1 1,1 0-1,-1 0 1,1-1-1,-1 1 1,1 0 0,-1 0-1,1 0 1,-1 0-1,1 0 1,-1 0-1,1 0 1,-1 0 0,1 0-1,-1 0 1,1 0-1,-1 0 1,1 0-1,-1 0 1,1 0 0,-1 0-1,1 0 1,0 1-1,-1-1 1,1 0-1,-1 0 1,1 1 0,-1-1-1,1 0 1,0 1-1,-1-1 1,1 0-1,0 1 1,-1-1 0,1 0-1,0 1 1,0-1-1,-1 1 1,1 0-1,-7 28-77,6-22 102,-9 73 62,3 140-1,8-179-46,-2-17-31,2 0 0,2 0 0,0 0 0,1-1 1,13 39-1,42 90-1711,-39-108-4193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 75 3137,'0'0'2911,"-22"-16"-2057,11 6-721,3 4-63,1-1 0,-2 1 0,1 1 0,-1-1 0,-18-7-1,24 12-53,0 0 0,0 0 0,0 0 0,0 1 0,0-1 0,0 1 0,0-1 0,0 1 0,0 0-1,0 0 1,0 1 0,0-1 0,0 1 0,0-1 0,0 1 0,0 0 0,0 0 0,0 0 0,1 0 0,-1 1-1,0-1 1,1 1 0,-1-1 0,1 1 0,-1 0 0,1 0 0,0 0 0,-3 4 0,-8 8 49,1 2 0,1-1 0,0 1 0,2 1 0,-1-1 0,2 2 1,-11 32-1,12-23 3,0 0 0,3 1 0,0 0 0,0 46 0,4-58-45,1 0 0,0-1-1,1 1 1,0-1 0,1 0-1,1 1 1,1-1 0,0-1-1,1 1 1,1-1 0,0 0-1,1 0 1,1-1 0,0 0 0,1 0-1,0-1 1,13 11 0,-10-11-14,0-1 0,1 0 1,1-1-1,-1-1 0,2 0 1,-1-1-1,1 0 0,1-1 1,-1-1-1,1-1 0,0 0 1,1-1-1,-1-1 0,1 0 1,-1-1-1,1-1 0,0-1 1,0 0-1,28-4 0,-37 2-1,0 0-1,0 0 0,0-1 1,-1 0-1,1-1 0,-1 1 1,0-2-1,0 1 1,0-1-1,-1 0 0,0 0 1,0-1-1,0 0 0,-1 0 1,0-1-1,0 1 0,0-1 1,-1-1-1,0 1 1,-1-1-1,0 1 0,6-16 1,-2-2 5,0 0 0,-2 0 0,-1 0 0,-2-1 0,0 0 1,-1-37-1,-2 47-11,0 1 0,-2-1 0,1 1 0,-2-1 0,0 1 0,-1 0 0,-1 0 0,0 0 0,-1 1 0,-1-1 0,0 1 0,-1 1 0,0-1 0,-1 1 0,-1 1 0,-18-19 0,18 21-6,-1 0-1,0 1 1,-1 0-1,0 1 1,0 0-1,-1 1 1,0 0-1,0 1 1,-1 0-1,0 1 1,0 1-1,0 0 0,0 1 1,-1 0-1,0 1 1,1 0-1,-1 2 1,0-1-1,-23 4 1,36-3-14,1 0 1,-1 0 0,0 0-1,1 0 1,-1 1 0,0-1 0,1 0-1,-1 1 1,1 0 0,-1-1-1,1 1 1,-1 0 0,1 0-1,0-1 1,-1 1 0,1 0-1,0 0 1,0 1 0,0-1 0,0 0-1,0 0 1,0 0 0,0 1-1,0-1 1,0 0 0,1 1-1,-1-1 1,0 1 0,1-1-1,-1 1 1,1-1 0,0 1-1,0-1 1,-1 1 0,1-1 0,0 1-1,0 0 1,1-1 0,-1 1-1,0-1 1,0 1 0,1 1-1,10 26-2684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 4066,'0'0'4882,"267"-40"-4818,-117 38-64,-15 2-304,-28 0-2529,-45 0-241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0 1953,'0'0'4314,"-7"14"-4237,1-3-63,1 0 0,0 0 0,1 1 0,0 0 0,1 0-1,0 0 1,1 0 0,1 1 0,-1 17 0,3 349 984,-1-379-997,0-26 166,6-47 0,-5 64-163,1 0 0,1 0 0,0 0 0,0 0 0,0 1 0,2 0 1,-1 0-1,1 0 0,7-10 0,-5 10-7,0 1 0,0-1 0,0 2 0,1-1-1,0 1 1,1 0 0,0 1 0,-1 0 0,2 0 0,-1 1 0,14-5 0,-6 4-12,0 1 0,0 0 0,0 2 0,1 0 0,-1 0 0,20 2 1,-28 0 6,-1 1 0,1-1 1,-1 2-1,1-1 0,-1 1 1,0 0-1,0 1 1,1 0-1,-2 0 0,1 0 1,13 9-1,-13-6 0,-1 0 0,1 0 0,-2 1-1,1 0 1,-1 0 0,0 0 0,0 1 0,-1 0-1,0 0 1,6 15 0,-3-4-8,-2 0-1,0 0 1,-2 1 0,0 0 0,2 30-1,-5-20 8,-1 0-1,-1 0 1,-6 33-1,4-49 15,-1 0 0,-1 0 0,0 0 0,-1-1 0,0 0 0,-1 0 0,-1 0 0,0-1 0,-1 0 0,0 0 0,-1-1 0,-1 0 0,0-1 0,0 0 0,-17 11-1,16-13 33,1 0 0,-1-1-1,-1 0 1,1-1-1,-1-1 1,0 0 0,0 0-1,-1-1 1,1-1-1,-1 0 1,0-1 0,0 0-1,0-1 1,0 0 0,0-2-1,-26-2 1,36 2-17,1 0 0,-1 0 1,1 0-1,-1-1 0,1 0 1,0 1-1,-1-1 0,1 0 0,0 0 1,0-1-1,1 1 0,-1-1 1,0 1-1,1-1 0,-1 0 1,1 0-1,0 0 0,0 0 1,0 0-1,1 0 0,-1-1 0,1 1 1,0 0-1,0-1 0,0 1 1,-1-8-1,1 4 7,0 0 0,1 0 0,0 0 1,0 0-1,1 0 0,0 0 0,0 0 0,0 0 0,1 1 1,0-1-1,1 0 0,-1 1 0,6-9 0,-3 8-28,1 0 0,1 0-1,0 1 1,0-1 0,0 1 0,0 1 0,1-1-1,0 1 1,0 1 0,1-1 0,-1 2-1,1-1 1,0 1 0,0 0 0,0 0 0,1 1-1,-1 1 1,1-1 0,-1 1 0,1 1-1,-1 0 1,1 0 0,13 2 0,-19 0 0,0-1 0,0 1-1,0-1 1,0 1 0,-1 0 0,1 1 0,-1-1 0,0 0 0,1 1-1,-1 0 1,0 0 0,-1 0 0,1 0 0,0 0 0,-1 0 0,0 1-1,0-1 1,0 1 0,3 6 0,-3-3-199,1-1-1,-1 0 1,-1 1-1,1 0 1,-1-1-1,-1 1 1,1 0-1,-1 0 1,0-1 0,-2 11-1,-6 1-4345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554 23 704,'0'0'2132,"-30"-4"-859,-99-13-356,115 16-787,1 0 0,0 1 1,0 0-1,0 1 0,-1 1 0,1 0 0,0 0 0,0 1 0,1 1 0,-1 0 0,1 1 0,0 0 0,0 0 1,0 1-1,1 1 0,0 0 0,1 0 0,-1 1 0,1 1 0,-13 14 0,9-7-33,1 1 0,0 0 0,2 1 0,0 1 0,1-1 0,1 2 0,1-1 0,1 1 0,1 0 0,-7 39 0,8-29-18,2 1 0,0-1 1,3 1-1,0 0 0,6 35 0,-3-51-62,0 0 0,1 0 0,1 0 0,0-1 0,1 1 0,0-1 0,2-1 0,-1 1 0,2-1 0,0-1 1,0 1-1,15 13 0,-13-16-9,0 0 1,0-1-1,1 0 0,1-1 1,0 0-1,0 0 1,0-1-1,28 9 0,-23-11 5,1 0-1,-1-1 1,1-1-1,0-1 1,1-1-1,29-1 0,-35 0-4,0-2-1,0 1 0,0-2 0,0 0 1,0 0-1,0-1 0,-1-1 0,0 0 1,0-1-1,0 0 0,-1-1 0,0 0 1,0-1-1,-1 0 0,0-1 0,-1 0 1,0-1-1,0 0 0,-1 0 0,10-16 1,-8 10-3,-2 0 0,0 0 0,-1-1 0,-1-1 0,-1 1 0,0-1 1,-1 0-1,-1 0 0,-1 0 0,-1 0 0,0-1 0,-2 1 0,-2-26 1,1 31-2,0 0 0,-2 0 0,1 0 0,-2 0 1,0 1-1,0 0 0,-2-1 0,1 1 0,-2 1 1,1-1-1,-18-20 0,14 19-7,-2 1-1,0 1 1,0 0-1,-1 0 1,-1 1-1,0 1 1,0 0-1,-1 0 1,-20-7 0,19 10-5,1 1 0,-1 0 0,-1 1 0,1 1 0,0 1 0,-1 0 0,-21 0 0,36 2 6,-7 0-4,1 0 0,0 0 0,-16 3 0,22-2 4,0-1 0,0 1 0,0 0 0,0-1 1,0 1-1,0 0 0,1 0 0,-1 0 0,0 0 0,1 0 1,-1 1-1,1-1 0,-1 0 0,1 1 0,-1-1 1,1 1-1,0-1 0,0 1 0,0-1 0,-2 5 0,2-2-104,0 0-1,0 1 0,0-1 0,0 1 0,1 0 0,0-1 0,0 1 1,0-1-1,0 1 0,1-1 0,0 1 0,0-1 0,0 1 1,1-1-1,0 1 0,-1-1 0,1 0 0,5 6 0,-1-4-491,1-1 0,-1 1 0,2-2 0,-1 1 0,14 6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616 84 5362,'0'0'1236,"-33"-14"-735,-110-42 70,132 53-455,0 0-1,0 1 1,0 0-1,-1 0 1,1 1-1,-20 1 1,17 0-48,0 1 0,0 0 1,0 1-1,0 1 1,1 0-1,-1 1 1,1 0-1,0 1 0,0 0 1,0 1-1,1 0 1,0 1-1,0 0 0,1 1 1,0 1-1,-15 14 1,15-12-34,0 1 1,0 1-1,2 0 0,0 0 1,0 1-1,1 0 0,1 1 1,0-1-1,1 1 1,-7 31-1,11-36-18,0 1 0,0-1 1,1 1-1,1-1 0,0 1 0,0-1 0,1 1 1,1-1-1,0 1 0,0-1 0,1 0 0,0 0 1,1 0-1,0 0 0,1-1 0,0 1 1,12 15-1,-6-12-4,1 1 1,1-2-1,0 0 1,1-1-1,0 0 1,1 0-1,20 9 1,-11-8-3,0-1 0,1-1 0,1-1 0,34 8-1,-8-7-3,0-2-1,1-2 1,0-3-1,78-4 0,-121 1-2,-1-1-1,1 1 0,-1-2 0,1 0 0,-1 0 0,18-6 0,-24 6-1,0 1 0,0-1 0,0 0 0,0 0 0,0 0 1,0 0-1,0-1 0,-1 1 0,0-1 0,1 1 0,-1-1 0,0 0 0,0 0 0,0 0 0,-1 0 0,1 0 0,-1 0 0,0-1 0,0 1 0,0 0 0,1-4 0,-2 2 1,1 1-1,0-1 0,-1 0 1,0 1-1,0-1 1,-1 1-1,1-1 0,-1 1 1,0-1-1,0 1 1,-1-1-1,1 1 0,-1 0 1,0-1-1,-3-4 1,1 3-4,-1 1 0,1 0 0,-1 0 1,0 0-1,0 1 0,-1-1 0,1 1 1,-1 0-1,-10-5 0,-1 2-6,0 0-1,0 0 1,-1 2-1,0 0 0,0 1 1,0 1-1,-21-2 1,12 3 7,1 0 0,-1 2 0,0 1 1,1 1-1,-36 7 0,53-6 2,0-1 0,0 1 0,0 0 0,0 1 0,1 0 1,0 0-1,0 1 0,-8 6 0,11-7-1,0 0-1,1 0 1,0 1 0,0-1-1,0 1 1,0 0 0,1 0-1,0 1 1,0-1 0,0 1-1,1-1 1,0 1 0,-2 6-1,3-9-32,1 0 1,-1 0-1,0-1 0,1 1 0,0 0 0,0 0 1,0 0-1,0 0 0,1 0 0,-1 0 0,1 0 0,1 6 1,0-6-156,0 0 1,0 0-1,1-1 1,-1 1-1,1 0 1,-1-1-1,1 0 1,0 1-1,3 1 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4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 46 3570,'0'0'909,"-23"-8"-215,2 0-480,8 3-63,-1-1 0,0 2 0,0 0 0,0 1 0,0 0 0,-1 1 0,1 0 0,-1 1 0,-15 1-1,16 2-20,0 0-1,0 1 0,0 1 0,0 0 0,1 0 0,0 2 0,0-1 0,0 2 0,0-1 0,1 2 0,0 0 0,1 0 0,-15 14 0,6-3-32,1 0 0,0 1 1,2 1-1,1 0 0,1 1 0,-14 27 0,20-32-23,1 1 0,1 1 0,0-1 0,1 1 0,2 0 0,0 1 0,1-1 0,1 0 0,1 1 0,0 0 0,5 36 0,-2-48-68,0 1 0,0-1 0,1 0 0,0 1 0,0-1 0,1-1 0,0 1 0,0 0 0,1-1 0,0 0 0,1 0 0,6 7 0,-3-5 3,1-1 0,0 0 0,1 0 0,0-1 0,0 0-1,1-1 1,18 7 0,0-3 7,-1-1 0,2-1-1,-1-2 1,1-1 0,-1-1-1,43 0 1,-47-3-12,-1-2 1,1 0-1,0-1 0,-1-2 1,43-11-1,-57 12-3,1-2 0,-1 1 0,0-1 0,0-1 0,0 0 0,-1 0 0,0-1 0,0-1 0,-1 1 0,0-1 0,-1-1 0,1 1 0,12-20 0,-13 16-1,-2 0 0,0 0 0,0 0-1,-1-1 1,0 0 0,-2 0 0,1 0 0,-2 0 0,0-1-1,0 1 1,-2-1 0,1 1 0,-2-1 0,-3-19 0,2 16-1,-2 1 1,0 0 0,-1 0 0,-1 0-1,0 1 1,-2-1 0,1 1 0,-2 1 0,0 0-1,-1 0 1,-15-16 0,14 18-5,-1 0 1,0 1 0,-1 1-1,-1-1 1,1 2-1,-2 0 1,1 1-1,-1 0 1,0 1-1,-1 1 1,0 0-1,0 1 1,0 0 0,-1 1-1,0 1 1,0 1-1,-30-1 1,44 3 1,-6 0 0,0 0 1,1 1-1,-15 2 1,21-3-6,0 1 0,0-1 0,-1 1 1,2 0-1,-1 0 0,0 0 0,0 0 1,0 0-1,0 0 0,1 0 0,-1 1 1,0-1-1,1 0 0,-1 1 0,1-1 1,0 1-1,-1 0 0,1-1 0,-1 4 1,0-1-101,1-1 0,1 0 0,-1 1 1,0-1-1,1 1 0,0-1 0,-1 1 0,1-1 1,1 6-1,6 25-3112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344 31 2833,'0'0'1862,"-23"-6"-1088,-8-3-396,-41-6-1,68 15-334,0-1 1,0 1-1,-1 0 0,1 0 0,0 1 0,0-1 0,-1 1 1,1-1-1,0 1 0,0 1 0,0-1 0,0 0 1,0 1-1,0 0 0,-4 3 0,1 0 27,1 0 0,0 0 0,1 1 0,-1-1 0,-6 11 0,7-10-23,-7 11 76,0-1-1,2 1 1,0 1 0,1 0-1,0 0 1,2 1-1,-6 23 1,6-15 21,2 1 1,1 0-1,2 0 0,1 44 0,1-59-125,1 1 0,1-1 0,0 0 0,0 1 0,1-1 0,1 0 0,1-1 0,0 1 0,0-1-1,1 0 1,1 0 0,0 0 0,1-1 0,0 0 0,1 0 0,0-1 0,1 0 0,0-1 0,1 0 0,20 13 0,-15-12-13,1-1 1,0-1-1,0-1 1,1 0 0,0-1-1,0-1 1,1 0-1,-1-2 1,1 0 0,0-1-1,0 0 1,33-3-1,-36 1-10,-1-2 0,1 0-1,0-1 1,-1-1 0,1 0-1,-1 0 1,0-2 0,-1 0-1,1 0 1,-1-2-1,-1 1 1,1-2 0,-1 0-1,-1 0 1,16-15 0,-17 11-17,0 0-1,0-1 1,-2 0 0,1-1 0,-2 0 0,0 0-1,-1 0 1,-1-1 0,0 0 0,-2-1 0,1 1 0,-2-1-1,-1 1 1,0-1 0,-1-20 0,0 26 22,-1 0 1,0-1-1,-1 1 1,-1 0-1,0-1 1,0 1-1,-1 0 1,-1 0-1,0 0 0,0 1 1,-1 0-1,-1-1 1,0 1-1,0 1 1,-1-1-1,0 1 1,-1 0-1,0 1 1,0 0-1,-1 0 0,-18-12 1,12 10-1,-1 0 0,-1 1 0,1 1 0,-2 0 0,1 2 0,-1-1 0,0 2 0,0 1 0,-1 0 0,1 1 0,-1 0 0,0 2 0,0 0 0,0 1 0,-32 4 0,47-3-20,1 0 0,0 0 1,-1 0-1,1 0 0,0 0 0,0 1 1,0-1-1,0 1 0,0 0 0,0 0 1,0 0-1,1 0 0,-1 0 0,1 1 1,0-1-1,-1 1 0,1-1 0,0 1 1,1 0-1,-1 0 0,0 0 0,1 0 1,0 0-1,-1 0 0,1 0 0,1 0 1,-1 0-1,0 1 0,1-1 1,0 0-1,0 1 0,0-1 0,0 0 1,0 0-1,1 1 0,-1-1 0,3 5 1,-1-4-409,0 0 0,0 0 0,1 0 0,0-1 0,0 1 0,5 4 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555 94 2865,'0'0'2204,"-29"-17"-1193,-96-48 14,120 63-974,0 0 1,0 0-1,0 1 1,0 0-1,0 0 1,-1 0-1,1 0 1,0 1-1,-1-1 1,1 2-1,0-1 1,0 0-1,-1 1 1,1 0-1,-6 2 1,3 0 4,0 0 1,1 1-1,-1 0 1,1 1 0,0 0-1,-9 7 1,6-4-10,-12 10 23,1 0-1,1 2 1,1 0 0,1 1 0,1 1 0,0 0-1,2 1 1,1 1 0,1 1 0,1-1 0,2 2 0,0-1-1,2 1 1,1 1 0,1-1 0,1 1 0,-1 32-1,6-47-50,-1 0-1,2 1 1,0-1-1,0 0 1,1 0-1,1 1 0,0-1 1,9 21-1,-8-24-13,1-1 1,0 0-1,0-1 0,1 1 0,0-1 0,0 0 0,1 0 0,0-1 0,0 0 0,1 0 0,0 0 0,13 6 1,-5-3 3,1-2 0,1 0 0,-1 0 0,1-2 0,0 0 0,24 3 0,-15-4 6,1-2 1,1-1-1,41-2 1,-56 0-7,-1-1-1,1 0 1,0 0 0,-1-2 0,0 1-1,0-2 1,0 0 0,0 0 0,-1-1-1,17-10 1,-21 10-6,0 0 1,0-1-1,-1 0 1,0 0-1,-1 0 0,1-1 1,-1 0-1,-1 0 0,0 0 1,0-1-1,0 1 1,-1-1-1,-1 0 0,5-18 1,-4 10 3,0 0 0,-2-1 0,0 0 0,-1 1 0,-1-1 0,0 0 0,-7-32 0,5 39-5,-1-1-1,-1 1 1,0 0 0,-1 0-1,0 0 1,-1 0-1,0 1 1,0 0 0,-1 0-1,-1 1 1,0 0-1,-14-13 1,8 10-5,-1 0 1,-1 1-1,0 1 0,-1 0 1,0 1-1,0 1 0,-1 1 1,0 0-1,0 1 0,0 1 1,-1 1-1,0 0 0,0 1 1,0 1-1,-20 1 0,36 0 2,1 1 0,-1 0 0,0 0-1,1 0 1,-1 1 0,0-1 0,1 1-1,-1-1 1,1 1 0,-1 0 0,-3 1-1,5-1-6,0 0-1,0 1 0,0-1 1,0 0-1,1 0 1,-1 1-1,0-1 0,1 0 1,-1 1-1,0-1 1,1 1-1,0-1 0,-1 1 1,1-1-1,0 1 0,0-1 1,0 1-1,0 1 1,0-1-78,-1 1 0,1-1 0,0 0 1,0 1-1,1-1 0,-1 0 0,0 0 1,1 1-1,-1-1 0,1 0 1,0 0-1,0 0 0,0 1 0,2 2 1,2 0-560,0 0 0,1-1 0,0 1 1,-1-1-1,14 6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 55 2785,'0'0'942,"-30"0"125,-146 0 1220,235-5-503,685-44-1650,-720 49-116,-20 0 28,-11 4 29,-17 12 60,0 0 0,0 2 1,2 1-1,1 0 1,0 1-1,1 2 1,2 0-1,-18 27 1,22-24-31,1 1 0,1 1 0,2-1-1,1 2 1,1-1 0,1 1 0,2 0 0,1 1 0,1-1 0,2 1 0,3 38 0,-1-56-148,0 0-1,2 0 1,-1 0-1,1 0 1,1-1 0,0 0-1,0 1 1,1-1-1,1-1 1,9 14-1,11 17-3061,-17-19-3727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5026,'0'0'288,"151"-59"-208,-29 52-32,15 4 49,1 3-97,-16 0-225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6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71 375 496,'0'0'4338,"-6"-21"-3596,-20-77-139,24 91-559,1-1-1,1 1 1,-1-1 0,1 0-1,1 1 1,-1-1 0,2 0-1,-1 1 1,1-1 0,0 1 0,0 0-1,1-1 1,0 1 0,1 0-1,-1 1 1,1-1 0,1 1-1,-1-1 1,1 1 0,1 0 0,-1 1-1,1-1 1,9-6 0,-1 2-5,-1 1 0,1 0 0,1 1 0,0 1 1,0 0-1,0 1 0,1 0 0,0 2 0,26-6 0,-26 8-35,0 0-1,1 0 1,0 2-1,-1 0 1,1 1-1,26 4 0,-39-4-5,-1 0-1,0 0 1,1 0-1,-1 1 1,0-1-1,0 1 1,0 0-1,0 0 1,0 0-1,0 0 1,-1 0-1,1 1 1,-1-1-1,0 1 1,3 3-1,-2-2 2,0 1 0,-1 0 0,1 0 0,-1 1 0,0-1 0,-1 0 0,0 0 0,2 10 0,-2-3 9,-1 0-1,0 0 1,-1-1-1,0 1 1,-1 0 0,0-1-1,-1 1 1,-5 14-1,0-11 27,0 1-1,0-2 0,-2 1 1,0-1-1,-1 0 1,0-1-1,-1 0 1,-15 12-1,-118 86 709,136-105-680,-16 12 53,-2 0 77,0 1 1,-45 44 0,65-56-170,0 1 0,1 0 0,0 1 0,0 0 0,1 0 0,0 0 0,1 0 0,0 0 1,0 1-1,1 0 0,0 0 0,1 0 0,-1 13 0,2-16-20,0 0 0,1 0 0,0-1 0,0 1 0,1 0 1,-1 0-1,2-1 0,-1 1 0,1-1 0,0 1 0,0-1 0,1 1 0,0-1 0,0 0 0,1 0 0,-1-1 0,1 1 0,1-1 0,-1 1 0,1-1 0,0 0 1,0-1-1,1 1 0,-1-1 0,1 0 0,9 4 0,-2-1 0,0-1 1,1-1-1,0-1 0,0 1 1,0-2-1,27 4 1,88-2-28,-116-4 23,0-2 0,0 0 0,0 0 0,-1-1 0,23-6 0,-30 6 1,1 0 0,-1 0 0,0-1 0,0 0 0,0 0 0,0 0 0,-1 0 0,1-1 0,-1 1 0,0-1 0,0 0 0,0-1 0,-1 1 0,0 0 0,4-7 1,-1-1 3,-1-1 1,0 0 0,-1 0 0,-1 0 0,0-1-1,-1 1 1,0-1 0,-1 1 0,-1-1 0,0 0-1,-1 0 1,0 1 0,-1-1 0,-1 1 0,0-1-1,-1 1 1,-1 0 0,0 1 0,-7-14 0,-1 8-4,0-1 1,-1 2 0,-1 0 0,0 0 0,-2 2-1,0 0 1,0 0 0,-2 2 0,-20-13 0,-6 1-64,-1 2 0,-95-34-1,138 57-69,1-1-1,0 0 0,0 0 0,-1 0 0,1 0 0,0-1 0,0 1 1,0 0-1,-2-3 0,-5-15-4037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6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454 122 4386,'0'0'750,"27"-2"-174,88-5 40,-110 7-587,-1 0 0,0 0-1,0 0 1,0 1 0,0-1-1,0 1 1,0 0 0,0 0 0,0 0-1,0 1 1,0 0 0,0-1-1,-1 1 1,1 0 0,-1 1 0,1-1-1,-1 0 1,0 1 0,0 0-1,0 0 1,-1 0 0,1 0 0,3 6-1,-2-1 6,0 1-1,-1 0 1,0 0 0,0 1-1,-1-1 1,-1 1-1,1 11 1,0-6-4,-1 1 1,-1-1-1,-1 1 1,0-1-1,-6 25 1,5-30-20,-1-1 0,-1 1 1,1-1-1,-2 0 0,1 0 1,-1 0-1,-1-1 0,0 0 1,-12 15-1,8-14 24,0 0-1,-1 0 0,0-1 1,0 0-1,0-1 1,-1 0-1,-1-1 1,1-1-1,-1 1 0,-19 4 1,13-5 91,0-1 0,0-1 0,0-1 1,0 0-1,-1-2 0,-37-2 0,45 0-99,1-1-1,0 0 1,0 0 0,0-1 0,0 0-1,0 0 1,1-2 0,0 1-1,0-1 1,0 0 0,1-1 0,0 0-1,0-1 1,1 1 0,0-2-1,1 1 1,0-1 0,0 0-1,1 0 1,-10-19 0,11 19-5,1 0 1,0 0-1,1 0 0,0-1 1,0 1-1,1-1 1,0 0-1,1 0 0,0 1 1,1-1-1,0 0 1,1 0-1,0 0 0,0 0 1,1 1-1,1-1 0,-1 1 1,2-1-1,-1 1 1,1 0-1,1 0 0,0 0 1,0 1-1,7-10 1,1 6-22,-1-1 1,1 2 0,1 0 0,0 0-1,1 1 1,0 1 0,1 0 0,30-12-1,-15 8-3,2 2 0,-1 2 1,62-11-1,-62 15 2,0 1 0,1 2 0,51 2 0,-73 1 0,0 0 0,0 1 0,-1 0 0,1 0 0,0 1 0,-1 0 0,0 1 0,0 0 0,0 1 0,-1 0 0,1 0 0,-1 1 0,0 0 0,9 9 0,-8-4 3,0 1 0,-1-1 0,0 2 0,-1-1 0,-1 1 1,0 0-1,-1 1 0,0-1 0,-1 1 0,-1 0 0,0 1 0,-1-1 1,1 25-1,-2-18 48,-1-1 0,-2 0 0,0 0 0,-1 0 0,-1 0 0,-1 0 0,-1-1 0,-1 1 0,-13 31 0,7-31 53,0 0-1,0 0 1,-2-1-1,-1 0 1,-21 20-1,2-7 112,-68 51 1,57-52-325,0-1 0,-2-3 1,-1-2-1,-1-1 1,-1-3-1,-73 21 0,-120 4-3954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100 313 3634,'0'0'2257,"-12"13"-1996,-40 41-39,49-51-205,0 1 0,0 0 0,1 0 0,0 0 0,-1 0 0,1 0 0,-1 5 0,2-7 48,1 1 0,-1-1 0,0 0 0,0 0 0,0 0 0,0 0 1,-1 0-1,1-1 0,-3 4 504,4-11 199,-1-17-634,1 1-1,1-1 0,2 0 1,0 1-1,1 0 1,2-1-1,12-32 0,-9 35-136,1 1-1,1 0 1,1 0-1,19-21 1,-26 34-1,0 0 1,1 0-1,0 0 0,0 1 1,1 0-1,-1 0 1,1 1-1,0 0 1,0 0-1,1 0 0,0 1 1,-1 0-1,1 0 1,0 1-1,8-1 1,-13 2-1,0 1 1,0 0 0,0 0 0,-1 0 0,1 0-1,0 0 1,0 0 0,-1 1 0,1-1 0,0 1-1,-1 0 1,1 0 0,0 0 0,-1 0 0,1 0-1,-1 1 1,0-1 0,1 1 0,-1-1 0,0 1-1,0 0 1,0 0 0,0 0 0,0 0 0,-1 0-1,1 0 1,-1 0 0,1 1 0,-1-1 0,0 0-1,1 4 1,3 8-2,-1 0 1,0-1-1,-2 2 0,3 23 0,-5-31 6,7 331 31,-7-328-29,-1 0 0,1 0-1,-2-1 1,1 1 0,-5 13-1,-1-14 14,2-14 6,-2-18 23,3-27-38,5-94-1,0 128-43,1 1 0,0 0 0,2 0 0,0 0-1,1 1 1,0-1 0,1 1 0,1 0 0,0 0-1,1 1 1,10-14 0,-12 19 4,0 1-1,1-1 1,0 1 0,0 1-1,1-1 1,0 1-1,0 0 1,0 0 0,1 1-1,-1 1 1,1-1 0,1 1-1,-1 0 1,1 1-1,-1 0 1,1 1 0,0 0-1,15-1 1,-20 2 9,-1 1-1,0 0 1,0 0 0,0 0 0,0 1 0,0-1-1,0 1 1,1 0 0,-1 0 0,-1 0-1,1 1 1,0-1 0,0 1 0,5 4 0,-5-3 20,-1 0 1,0 0 0,0 1 0,0-1-1,0 1 1,0 0 0,-1 0 0,0 0-1,0 0 1,0 0 0,0 0 0,1 9-1,3 17 11,-1 1-1,-2 0 0,-1 0 1,-3 38-1,1-27 18,-1 7 64,-12 86 0,9-80-10,4-55-77,0 1 0,0-1-1,0 1 1,0 0 0,0-1 0,0 1 0,1-1 0,-1 1 0,0-1-1,0 1 1,1-1 0,-1 1 0,0-1 0,1 1 0,-1-1 0,1 1 0,-1-1-1,0 0 1,1 1 0,-1-1 0,1 1 0,-1-1 0,1 0 0,-1 0 0,1 1-1,0-1 1,-1 0 0,1 0 0,-1 0 0,1 1 0,-1-1 0,1 0 0,0 0-1,-1 0 1,1 0 0,0 0 0,27-3 63,-22 3-51,2-2-5,1 0 0,0 0 0,-1-1 0,1 0 0,-1-1 0,0 1 0,0-2 0,10-5 0,6-7-22,25-24 0,-38 32 0,13-12-105,-2 0 0,0-1 0,-1-2 0,-2 0 0,0-1 0,15-27 1,-26 37 58,0 0 0,-1-1 0,-1 0 0,-1-1 0,0 1 0,-1-1 0,-1 0 0,0 0 0,-2 0 0,0 0 0,-1 0 0,-2-20 0,1 31 63,-1 0-1,1 0 0,-1 0 1,0 0-1,-1 1 1,1-1-1,-1 1 0,0 0 1,-1-1-1,1 1 1,-1 0-1,0 1 1,-1-1-1,1 1 0,-1 0 1,0 0-1,0 0 1,0 1-1,0-1 1,-1 1-1,1 0 0,-1 1 1,-6-3-1,6 3 27,1 1-1,0-1 0,-1 1 0,0 0 0,1 0 1,-1 1-1,0-1 0,0 1 0,1 0 1,-1 1-1,0-1 0,1 1 0,-1 0 1,1 1-1,-1-1 0,1 1 0,-1 0 1,1 0-1,0 1 0,0 0 0,0-1 1,0 2-1,1-1 0,-1 0 0,-7 8 0,2 1 88,1 1 0,0 0-1,1 0 1,1 0 0,0 1-1,1 0 1,0 0 0,1 1-1,-5 26 1,2-1 258,3 0 0,-1 60 0,6-87-283,0 1 0,1-1 0,1 1 1,4 18-1,-4-25-65,0-1 0,1 1 0,0-1 1,0 0-1,1 0 0,-1 0 0,1-1 1,1 1-1,-1-1 0,9 8 0,-2-4-13,0-1 0,1 0 0,-1 0 0,2-1 0,-1-1 0,1 0 0,0-1 0,0 0 0,23 5 0,-3-3-319,1-1-1,63 2 1,18-9-2981,-18-11-1966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22 207 1329,'0'0'3396,"-3"20"-2801,-11 62-291,10-62 974,4-37-932,1 11-71,-1 3-228,-1-13 32,1 1 0,0 0 0,2-1 0,0 1 0,0 0-1,2 0 1,9-25 0,-7 26-80,1 0 0,0 0 0,2 1 0,-1 1 0,21-23 1,-25 30-8,1 0 0,1 0 1,-1 1-1,1 0 0,0 0 1,0 0-1,0 1 0,0 0 1,0 0-1,1 0 0,0 0 1,0 1-1,-1 1 0,1-1 1,10 0-1,-15 1 4,1 1-1,-1 0 1,1 0-1,-1 1 1,0-1-1,1 0 1,-1 1-1,0 0 1,1-1-1,-1 1 1,0 0-1,0 0 1,1 0-1,-1 0 1,0 0-1,0 1 1,-1-1-1,1 1 1,0-1 0,0 1-1,-1 0 1,1-1-1,-1 1 1,1 0-1,-1 0 1,0 0-1,0 0 1,0 0-1,0 0 1,0 0-1,1 5 1,1 6-4,0 0 0,-1 0 1,-1 1-1,1 18 0,-2-24 11,1 37 10,-7 69 0,4-94 3,-2 0 0,0-1 0,-2 0 0,0 1 1,-1-2-1,-11 20 0,6-15 41,-23 30 0,30-46-34,0-1 0,-1 0 0,1 0 1,-1 0-1,0-1 0,-1 1 0,1-2 1,-13 8-1,19-12-8,0 0-12,0 0 0,0 0-1,0-1 1,0 1 0,0 0-1,0 0 1,0 0 0,0 0 0,0-1-1,0 1 1,0 0 0,0 0-1,0 0 1,0 0 0,0-1 0,0 1-1,0 0 1,0 0 0,0 0-1,0 0 1,0-1 0,0 1 0,0 0-1,-1 0 1,1 0 0,0 0-1,0 0 1,0-1 0,0 1 0,0 0-1,-1 0 1,1 0 0,0 0-1,0 0 1,0 0 0,0 0 0,0 0-1,-1 0 1,1-1 0,0 1-1,0 0 1,0 0 0,-1 0 0,1 0-1,0 0 1,0 0 0,0 0 0,-1 0-1,1 0 1,0 0 0,0 0-1,0 0 1,0 1 0,-1-1 0,1 0-1,0 0 1,0 0 0,0 0-1,0 0 1,-1 0 0,1 0 0,0 0-1,0 0 1,0 1 0,0-1-1,0 0 1,0 0 0,-1 0 0,1 1-1,2-8 19,1 0-1,-1 0 0,1 1 0,1 0 1,-1 0-1,1-1 0,7-6 0,39-42 90,-23 27-91,90-105-48,-90 99 18,-1-1 1,22-42-1,-42 67 16,-1-1 1,0 0-1,-1 0 1,0 0 0,-1-1-1,0 0 1,-1 1-1,0-1 1,-1 0-1,-1-12 1,0 23-6,0 1-1,0 0 1,0 0 0,0-1 0,0 1-1,0 0 1,0 0 0,-1 0-1,1-1 1,0 1 0,0 0 0,0 0-1,0 0 1,0-1 0,-1 1-1,1 0 1,0 0 0,0 0 0,0 0-1,-1 0 1,1-1 0,0 1-1,0 0 1,-1 0 0,1 0-1,0 0 1,0 0 0,0 0 0,-1 0-1,1 0 1,0 0 0,0 0-1,-1 0 1,1 0 0,0 0 0,0 0-1,-1 0 1,1 0 0,0 0-1,0 0 1,-1 0 0,1 0-1,0 0 1,0 1 0,0-1 0,-1 0-1,1 0 1,0 0 0,0 0-1,0 0 1,-1 1 0,1-1 0,0 0-1,0 0 1,0 0 0,0 1-1,0-1 1,-1 0 0,1 0 0,0 0-1,0 1 1,0-1 0,0 1-1,-4 5 0,0 0 0,1 0 0,0 1-1,0-1 1,0 1 0,1 0-1,0 0 1,0 0 0,0 13 0,0-12 8,-7 64 255,3 1 1,6 83-1,0-136-203,1 1-1,1-1 1,1 0-1,1 0 1,1 0-1,11 28 0,-13-40-118,0-1-1,1 0 1,0-1-1,0 1 0,0-1 1,1 1-1,0-1 1,0 0-1,1-1 0,-1 1 1,1-1-1,1 0 0,-1-1 1,1 1-1,0-1 1,0 0-1,0-1 0,0 0 1,15 5-1,-11-6-854,-1-1-1,1 0 1,21 0-1,-31-1 888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0 3233,'0'0'2252,"-1"31"-1355,0-20-802,-5 228 1216,5-85-507,3 183-48,-1-329-740,-1 0 0,1 0 0,1 0-1,-1 0 1,2 0 0,5 14 0,-7-19-11,1 0 0,0 0 0,0 0 0,0-1 0,0 1 0,0-1 1,1 1-1,-1-1 0,1 0 0,-1 0 0,1 0 0,0 0 0,0 0 1,0-1-1,0 1 0,1-1 0,-1 0 0,7 2 0,-1-1 7,0 0-1,0-1 1,0 0-1,0 0 1,1-1-1,-1 0 1,0-1-1,0 0 1,1 0-1,-1-1 1,0 0-1,0 0 1,-1-1-1,12-5 1,-10 3-294,0 0 1,-1-1 0,1 0-1,-2-1 1,1 0 0,-1 0-1,0-1 1,0 0-1,-1 0 1,0 0 0,7-14-1,17-38-3749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 4498,'0'0'1985,"270"-2"-1873,-78 2-96,-8-5-16,-28-3-928,-53 4-1954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5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143 258 3842,'0'0'1595,"-20"19"-1189,-65 62-89,81-78-267,0 0 1,0 1-1,1 0 1,0 0-1,-1 0 0,1 0 1,1 0-1,-4 7 0,2-2 735,4-13-129,0-20-576,2 0-1,1 1 1,1 0 0,1-1-1,1 2 1,1-1-1,1 1 1,2 0-1,0 0 1,16-25-1,-18 35-80,0 0-1,1 0 0,0 1 0,0 0 0,23-19 0,-27 26-9,1-1 0,0 1 1,0 1-1,0-1 0,1 1 0,-1 0 0,1 1 1,0-1-1,0 1 0,0 0 0,0 1 0,0 0 1,0 0-1,9 0 0,-13 1 9,-1 0 1,1 1-1,-1-1 0,0 0 1,0 1-1,1 0 0,-1 0 1,0-1-1,0 1 0,0 1 1,0-1-1,0 0 0,0 0 1,0 1-1,0-1 0,0 1 1,-1-1-1,1 1 1,-1 0-1,1 0 0,-1-1 1,1 1-1,-1 0 0,0 0 1,0 0-1,0 1 0,-1-1 1,1 0-1,0 4 0,3 8-1,-2 0 0,0 0 0,0 25 0,-1-30 4,0 13 8,-1 166 46,-1-164-47,-2 0 0,-1-1 0,-1 1 0,-1 0 0,-16 38 0,21-60 40,1-6-25,0 0-4,1-22-4,2-1-1,0 1 0,2 0 1,1 0-1,12-30 0,-1 10-34,3 1-1,26-44 0,-45 88 18,10-18-66,22-30 0,-30 46 42,-1 0 0,1-1-1,0 1 1,0 0 0,0 1-1,0-1 1,0 0 0,1 1-1,-1 0 1,1 0 0,0 0-1,0 0 1,0 0 0,0 1-1,0 0 1,5-2 0,-8 3 22,0 0-1,0 0 1,0 0 0,0 1 0,-1-1 0,1 0 0,0 0-1,0 1 1,0-1 0,0 0 0,-1 1 0,1-1-1,0 1 1,0-1 0,-1 1 0,1-1 0,0 1-1,-1-1 1,1 1 0,0 0 0,-1-1 0,1 1 0,-1 0-1,1 0 1,-1-1 0,0 1 0,1 0 0,-1 0-1,0 0 1,0-1 0,1 1 0,-1 0 0,0 0-1,0 1 1,1 37 14,-1-29-12,-5 322 216,5-321-223,-1-7-142,1-1 1,0 0-1,-1 0 0,1 1 0,1-1 0,-1 0 1,1 0-1,-1 1 0,1-1 0,0 0 0,0 0 1,0 0-1,1 0 0,-1 0 0,1 0 0,3 5 1,-3-7-254,1 0 0,-1 1 0,1-1 0,-1 0 0,1 0 0,-1 0 0,1 0 0,4 0 0,-7-1 320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42 109 2385,'0'0'2799,"-1"-15"-2004,-1 1-677,-2-23 23,4 37-140,0 0 0,0 0 0,0 0-1,0 0 1,0 1 0,-1-1 0,1 0 0,0 0 0,0 0 0,0 0 0,0 0 0,0 0-1,0 0 1,0 0 0,0 0 0,0 0 0,-1 0 0,1 0 0,0 0 0,0 0 0,0 0-1,0 0 1,0 0 0,0 0 0,0 0 0,-1 0 0,1 0 0,0 0 0,0 0 0,0 0-1,0 0 1,0 0 0,0 0 0,0 0 0,0 0 0,-1 0 0,1 0 0,0 0 0,0 0-1,0 0 1,0 0 0,0 0 0,0 0 0,0 0 0,0 0 0,0 0 0,-1-1 0,1 1-1,0 0 1,0 0 0,0 0 0,0 0 0,0 0 0,0 0 0,0 0 0,0 0 0,0-1-1,0 1 1,0 0 0,0 0 0,0 0 0,0 0 0,0 0 0,0 0 0,0 0 0,0 0-1,0-1 1,0 1 0,0 0 0,-7 23 105,-2 24 132,2 0 0,3 0 0,2 49 0,2-87-216,0-1-1,0 1 1,1-1 0,1 0-1,-1 1 1,1-1 0,1 0-1,4 11 1,-5-16-18,0 0 1,0 1 0,0-1-1,1 0 1,-1 0-1,1-1 1,0 1 0,0 0-1,0-1 1,0 1-1,0-1 1,0 0 0,1 0-1,-1-1 1,1 1 0,0-1-1,-1 1 1,1-1-1,0 0 1,0 0 0,6 0-1,0 1 4,0-1 0,0-1 0,1 1 0,-1-2 0,0 1 0,1-1 0,14-4 0,-20 4-6,0-1-1,0 0 1,0 0 0,0 0-1,0-1 1,0 1 0,0-1-1,-1 0 1,1-1 0,-1 1-1,0-1 1,0 0 0,-1 0 0,1 0-1,4-6 1,-1-2-1,-1 0 0,0 0 0,-1 0 0,0-1 0,-1 0 0,-1 0 0,0 0 0,1-20 0,-1-12 20,-3-50 0,-1 71-8,1 17-7,0 0 0,0 0 0,-1 0 0,0 1 0,0-1 0,0 0 0,-1 0 0,-1 1 0,1-1 1,-5-7-1,7 14-6,0 0 0,0 1 1,1-1-1,-1 0 0,0 0 1,0 0-1,0 0 0,0 0 1,0 0-1,0 0 0,0 1 1,0-1-1,0 0 0,0 0 1,0 0-1,0 0 0,0 0 1,-1 0-1,1 0 0,0 1 1,0-1-1,0 0 1,0 0-1,0 0 0,0 0 1,0 0-1,0 0 0,0 0 1,0 0-1,0 0 0,0 1 1,-1-1-1,1 0 0,0 0 1,0 0-1,0 0 0,0 0 1,0 0-1,0 0 0,0 0 1,-1 0-1,1 0 0,0 0 1,0 0-1,0 0 0,0 0 1,0 0-1,0 0 0,-1 0 1,1 0-1,0 0 1,0 0-1,0 0 0,0 0 1,0 0-1,0 0 0,0 0 1,-1 0-1,1 0 0,0 0 1,0-1-1,-2 30 63,2 55 0,1-29 75,-1-26-196,1 0-1,1 0 1,2 0-1,0-1 1,3 0 0,0 0-1,2 0 1,17 36-1,-3-26-2390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0 235 3554,'0'0'245,"6"-24"-117,22-75-50,-27 94-30,0 1 1,1 0 0,-1 0 0,1 1 0,0-1-1,0 0 1,1 0 0,-1 1 0,1-1 0,0 1 0,6-5-1,-7 6-15,-1 1-1,1 0 1,0 0-1,0 0 1,0 0 0,0 0-1,0 1 1,0-1-1,0 1 1,0-1-1,0 1 1,0 0-1,0-1 1,1 1-1,-1 0 1,0 0-1,3 1 1,-1 0-16,0 0 0,0 1 0,0-1 0,0 1 0,0 0 0,0 0 0,-1 0 0,1 0 0,-1 0 0,0 1 0,0 0 0,0 0 0,0-1 0,0 2 0,0-1 0,-1 0 0,4 5 1,2 10 50,1-1 1,-2 1 0,-1 1 0,0-1 0,-2 1 0,4 27 0,-1 116 333,-7-161-401,-2 9 464,0-28 111,0-10-471,2 0 0,1-1 1,1 1-1,9-38 1,-9 58-109,0 0 1,1-1 0,0 1 0,0 0 0,1 1 0,0-1 0,0 0 0,1 1 0,0 0 0,1 0 0,-1 1 0,2-1 0,-1 1 0,0 0 0,1 1 0,0 0-1,1 0 1,-1 0 0,11-4 0,-12 6-3,1 1-1,0-1 1,0 1-1,0 1 0,0 0 1,1-1-1,-1 2 1,8-1-1,-12 1 3,0 0-1,-1 0 0,1 0 0,0 1 1,0-1-1,-1 1 0,1-1 1,0 1-1,-1 0 0,1 0 1,-1 0-1,1 0 0,-1 1 1,1-1-1,-1 1 0,0-1 0,0 1 1,0 0-1,0 0 0,0-1 1,0 2-1,0-1 0,1 3 1,3 7 2,-1 1 1,-1-1-1,0 1 1,-1 0 0,0 0-1,1 24 1,-4 86 20,-1-64-11,1-40 29,-1-24 94,-1-33 24,3 2-140,0 0 0,3 1 0,9-44 1,-10 65-24,1 0 0,1-1 0,0 2 0,1-1 0,1 1 0,0 0 0,1 0 1,0 0-1,1 1 0,19-20 0,-25 30 0,0-1-1,1 1 0,-1-1 1,0 1-1,1 0 1,-1 0-1,1 0 1,0 1-1,5-3 1,-8 4 4,0 0 1,0 0-1,0-1 1,0 1-1,1 0 1,-1 0-1,0 0 1,0 0-1,0 0 1,0 0-1,0 1 1,1-1-1,-1 0 1,0 0-1,0 1 1,0-1-1,0 1 0,0-1 1,0 1-1,0-1 1,0 1-1,0 0 1,0-1-1,-1 1 1,1 0-1,0 0 1,0 0-1,-1-1 1,1 1-1,0 0 1,-1 0-1,1 0 1,-1 0-1,1 0 1,-1 0-1,0 0 1,1 0-1,-1 2 1,4 18 2,0-1 1,-2 0-1,-1 1 1,-2 31-1,0-12 64,1 191 457,0-229-565,0-1 1,0 1-1,0 0 1,0-1-1,0 1 1,0-1-1,1 1 1,-1-1-1,0 1 0,1-1 1,0 1-1,0 1 1,0-3-108,0 1-1,0-1 1,-1 1-1,1-1 1,0 0 0,0 1-1,0-1 1,0 0-1,0 0 1,0 0 0,0 1-1,0-1 1,0 0-1,0 0 1,2-1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42 132 3089,'0'0'393,"0"-21"332,0-49-166,0 29 2385,-28 746-1781,25-652-1155,0 0 14,-3-89 178,5-125-115,1 151-82,0 0 0,1 0 0,0 1 0,0-1 0,1 0 0,1 1 1,0-1-1,4-8 0,-4 12-4,0 1 0,0 0 0,1 0 1,0 0-1,-1 1 0,2-1 0,-1 1 1,1 0-1,-1 0 0,1 0 0,0 1 0,0 0 1,1 0-1,9-4 0,-6 3-2,0 1-1,0 0 1,1 1-1,-1 0 1,1 0-1,18 0 1,-25 2 1,1 0 0,-1 0 1,0 0-1,1 0 0,-1 0 1,1 1-1,-1-1 0,0 1 0,0 0 1,1 0-1,-1 0 0,0 1 0,0-1 1,0 1-1,0-1 0,0 1 1,0 0-1,-1 0 0,1 0 0,-1 1 1,1-1-1,3 5 0,-3-1-2,0 1 0,-1-1 1,0 1-1,0 0 0,0-1 0,-1 1 0,1 11 0,-1 53 15,-2-37 12,1-23 15,0-1 1,-1 1-1,-1-1 1,0 1-1,0-1 0,-1 0 1,0 0-1,-1 0 1,-7 15-1,6-17 3,0-1 0,-1 1 0,0-1 1,0-1-1,0 1 0,-1-1 0,0 0 0,-1 0 0,1 0 0,-1-1 0,-13 6 1,12-6-98,0-1 1,0 0 0,-1 0-1,1-1 1,-1 0 0,0-1-1,0 0 1,0 0 0,0-1 0,-17 0-1,27-1-17,-1 0 0,1 0 0,-1 0 0,1 0 0,0 0 0,-1 0 0,1 0 0,0 0 0,-1 0 0,1 0 0,0 0 0,-1 0 0,1 0 0,0-1 0,-1 1 0,1 0 0,0 0 0,-1 0-1,1-1 1,0 1 0,-1 0 0,1 0 0,0 0 0,0-1 0,0 1 0,-1 0 0,1-1 0,0 1 0,0 0 0,0-1 0,-1 1 0,1 0 0,0 0 0,0-1 0,0 1 0,0-1 0,-1-26-4796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1 218 304,'0'0'3970,"24"4"-3951,75 14 23,-88-15 5,0-2 0,0 1 0,1-2 0,-1 1 0,13-2 0,-7 0-22,-15 0-13,1 1 0,0 0 0,0-1 0,0 0 0,0 0 0,-1 0 0,1 0 0,0 0 0,-1 0 0,1 0 0,-1-1 0,1 0 0,-1 1 0,0-1 0,0 0 0,0 0 0,0 0 0,0 0 0,0 0 0,0-1 0,-1 1 0,1 0 0,-1-1 0,0 1 0,0-1 0,0 1 0,0-1 0,1-3 0,1-7 129,-1 0 0,0 0 0,0 0 1,-2-21-1,1 30-105,-2 1 0,1 0 0,0-1 0,-1 1 0,0 0 0,1-1 0,-1 1 0,-1 0 0,1 0 0,0 0 0,-1 0 0,0 0 0,0 0 0,0 0 0,0 0 0,0 1 0,-5-5 0,3 4 20,-1-1 0,0 1 0,0 1 0,0-1 0,0 1 0,0 0 0,0 0 0,0 0 0,-1 0 1,-9 0-1,4 0 15,0 0 0,0 1 0,0 1 1,0 0-1,-21 2 0,28-1-62,0 0 0,-1 0 0,1 0 0,0 0-1,0 1 1,-1-1 0,1 1 0,0 0 0,1 0 0,-1 1 0,0-1-1,1 1 1,-1 0 0,1 0 0,0 0 0,0 0 0,-3 4-1,1 2 10,0 0-1,0 0 0,1 1 0,1-1 1,-1 1-1,2 0 0,-1 0 0,1 0 0,1 0 1,0 0-1,1 1 0,1 17 0,0-15 2,0-1-1,2 1 0,-1-1 0,2 0 0,0 1 0,0-1 0,1-1 1,1 1-1,13 20 0,-9-18-12,0-1 1,2 0-1,0-1 0,0 0 0,1 0 1,26 16-1,-32-23-3,1 0 1,0-1-1,0-1 1,1 1-1,-1-1 0,1 0 1,-1-1-1,1 0 1,0 0-1,0-1 1,0 0-1,0 0 0,0-1 1,0-1-1,9 0 1,-14 0-4,0-1 0,0 1 1,0-1-1,0 1 0,0-1 1,-1 0-1,1-1 0,-1 1 1,1 0-1,-1-1 0,0 0 0,0 0 1,0 0-1,-1 0 0,1 0 1,-1 0-1,0-1 0,0 1 1,0-1-1,0 0 0,2-6 1,3-9 12,-1-1 1,7-37-1,-12 53-10,7-49 48,-2-1 0,-3-88 0,-3 113-17,-13 366 105,15-372-24,-4-42 0,0 41-20,1 0 0,6-36 0,-5 67-103,1 0-1,0 0 1,1 0 0,-1 1 0,1-1 0,0 1-1,0-1 1,0 1 0,1-1 0,0 1 0,0 0 0,0 0-1,7-6 1,-5 6-20,1-1 0,0 1 0,0 0-1,0 1 1,1-1 0,0 1 0,-1 0 0,13-3 0,5 1-49,1 0 0,0 2 0,-1 1 0,42 1 0,-65 5 29,-3 10 67,0-1 0,0 1 0,-2-1 0,0 1 0,-8 20 0,-10 33 342,18-49-200,0-1 0,2 1 0,0 23 0,1-35-135,2 0 1,-1-1-1,1 1 1,0 0-1,0 0 1,1-1-1,0 1 1,0 0-1,0-1 0,1 0 1,-1 1-1,1-1 1,1 0-1,3 5 1,0-4-16,-1-1 0,1 1-1,0-1 1,0 0 0,1-1 0,-1 1 0,1-1 0,0-1 0,0 0 0,1 0 0,-1 0 0,14 2 0,-1-2-392,1 0 0,0-1 0,42-1 0,28-8-5254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576 65 1056,'0'0'897,"-28"0"-179,-186 0 1024,-120 0 2420,420 0-3410,371-27-472,-224 8-315,515 1-4356,-710 18 1723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33 3057,'0'0'4458,"-15"-8"-3865,5 2-523,7 3-53,-1 1 0,0 0-1,0 0 1,0 0 0,0 0-1,0 0 1,0 1 0,-6-2-1,9 3-14,1 0 0,-1 0-1,0 0 1,1 0-1,-1 1 1,0-1 0,0 0-1,1 0 1,-1 0 0,0 0-1,1 1 1,-1-1 0,0 0-1,1 1 1,-1-1-1,0 0 1,1 1 0,-1-1-1,1 1 1,-1-1 0,1 1-1,-1-1 1,0 2-1,0 0 2,0 0-1,0 0 0,0 0 0,1 0 0,-1 1 0,1-1 0,-1 0 1,1 1-1,0-1 0,0 0 0,0 3 0,-8 668 780,8-659-839,-1-11-177,1 1 0,0 0 0,0-1 0,0 1 0,1-1 0,-1 1-1,1-1 1,2 7 0,3-5-2567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2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3057,'0'0'2876,"0"9"-2788,0 19-51,-9 183 212,-3-126-84,-2 3-23,-1 109-1,15-195-117,0-11 4,-1-1 0,1 1 0,1-1 0,0 1-1,0-1 1,5-17 0,24-52-32,-20 56 13,8-19-9,37-63 0,-46 90 0,1 0 0,0 1-1,1 1 1,1-1 0,0 2-1,1 0 1,19-15 0,-25 23-5,-1 0 1,0 1-1,1 0 1,0 0-1,0 0 1,0 1-1,8-2 1,-13 3 1,-1 1 1,0-1-1,1 1 1,-1 0 0,1 0-1,-1-1 1,1 1 0,-1 0-1,1 0 1,-1 1-1,1-1 1,-1 0 0,0 0-1,1 1 1,-1-1 0,1 0-1,-1 1 1,0-1-1,1 1 1,-1 0 0,0 0-1,0-1 1,1 1 0,-1 0-1,0 0 1,0 0-1,0 0 1,0 0 0,0 0-1,0 0 1,-1 0 0,1 1-1,0-1 1,0 0-1,-1 0 1,1 1 0,-1-1-1,1 0 1,-1 1 0,1 2-1,1 25 11,-2 0-1,0 1 1,-2-1 0,-1 0-1,-2 0 1,-1 0 0,-12 33-1,17-56-3,-29 102 151,27-93-125,0 0 0,2 1 0,0-1 0,0 1 0,3 16 0,-2-30-28,0-1-1,1 1 0,-1 0 1,1-1-1,-1 1 0,1 0 1,-1-1-1,1 1 0,0-1 1,0 1-1,0-1 0,0 1 1,0-1-1,0 0 0,0 0 1,1 1-1,-1-1 0,0 0 0,1 0 1,-1 0-1,1 0 0,-1-1 1,1 1-1,0 0 0,-1 0 1,4 0-1,3 1 4,0-1 0,0 0 0,0-1 0,15 0 0,-13 0-4,6 0 1,0-1-1,0 0 1,-1-1 0,1-1 0,-1-1 0,0 0 0,1 0-1,-2-2 1,1 0 0,-1 0 0,0-1 0,0-1 0,-1 0-1,0-1 1,20-17 0,-16 11-21,-1 0 0,0-1-1,-1-1 1,-1-1 0,-1 1-1,-1-2 1,0 0 0,9-22 0,-13 25 9,-2-1 1,0-1 0,-1 1 0,0-1 0,-2 0-1,0 0 1,-1 0 0,-1 0 0,-1 0-1,-3-21 1,3 35 8,-1 0-1,0 1 1,1-1-1,-2 0 1,1 1-1,0-1 1,-1 1-1,1-1 1,-1 1-1,0 0 1,-1 0-1,1-1 1,0 1-1,-1 1 1,-5-6-1,4 5 1,-1 0-1,0 0 0,1 1 0,-1-1 0,0 1 1,-1 0-1,1 1 0,0-1 0,-1 1 0,1 0 1,-7-1-1,-1 1 16,0 0 0,0 0 0,0 1 0,-16 2 0,23-1 5,0 0 0,0 0 0,1 1 0,-1 0 0,1 0 0,-1 0 0,1 0 0,0 1 0,0 0 0,0 0 0,0 0 0,-5 5 0,3-1 40,0 1-1,0-1 1,1 1 0,0 1-1,1-1 1,0 1-1,0 0 1,0 0-1,-3 11 1,3-2 128,0 0 0,1 1 0,1-1 0,-1 22 0,3-30-101,1 1 1,0 0-1,1 0 0,0-1 0,6 20 1,-5-23-58,0 0 1,1-1 0,0 0-1,1 1 1,-1-1-1,1 0 1,1-1-1,-1 1 1,1-1 0,7 8-1,-1-5-2,-1 0 0,1 0 0,1-1 0,-1-1 0,1 1 0,0-2 0,18 6 0,-3-2 3,2-2 1,43 7-1,102 0-396,10-12-1554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15 225 2609,'0'0'782,"0"-20"-233,-5-153 1306,6 167-1568,-1 4-160,0 0 1,0 0-1,0 1 1,0-1-1,0 0 1,0 0-1,0 0 1,-1 1-1,1-1 1,-1 0-1,1 0 1,-2-1 0,1 3-116,1 1 1,-1 0-1,1 0 1,-1 0 0,0 0-1,1-1 1,0 1-1,-1 0 1,1 0 0,0 0-1,-1 0 1,1 0-1,0 0 1,0 0 0,0 0-1,0 0 1,0 0-1,0 0 1,0 0 0,0 0-1,1 0 1,-1 1-1,0 4 13,-1 84 44,4 118 132,-3-201-466,2 1-1,-1-1 1,1 1 0,4 8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 3378,'0'0'1024,"-67"133"-464,67-93 177,13-3-113,28-18-336,11-9-208,0-10 32,-3 0-32,-13-19-32,-15-11 16,-13-2 16,-8 5-80,0 4-32,-3 9-1168,-7 9-785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5 485 3810,'0'0'2195,"-5"1"-1454,5-1-719,36-27 294,-1 0 0,32-33-1,-39 34-266,0 1-41,-2-2 1,37-46 0,-55 63-4,-1 0-1,-1-1 1,1 0 0,-2 0 0,0 0 0,0-1 0,-1 1 0,-1-1 0,0 0 0,0-1 0,0-14 0,-3 24-3,0 1 1,0-1-1,0 1 0,0-1 1,-1 1-1,1 0 0,-1-1 1,0 1-1,1 0 0,-1-1 1,-1 1-1,1 0 0,0 0 1,0 0-1,-1 0 0,1 0 1,-4-4-1,1 4 8,1-1 0,0 1 0,-1 0 0,1 0 0,-1 0 0,0 1 0,0-1 0,1 1 0,-1 0 0,-6-2 0,-2 2 32,0-1 1,-1 1 0,1 1 0,0 0-1,-1 1 1,-21 4 0,32-5-36,0 0 0,0 1 0,0-1 0,0 1 1,0 0-1,0-1 0,1 1 0,-1 0 0,0 0 1,0 0-1,0 0 0,1 0 0,-1 1 0,1-1 0,-1 0 1,1 1-1,-1-1 0,1 1 0,0 0 0,0-1 0,0 1 1,0 0-1,0-1 0,0 1 0,1 0 0,-1 0 0,0 0 1,1 0-1,-1 3 0,1-2-5,0 1 1,1-1-1,-1 0 1,1 0-1,-1 0 1,1 0-1,0 0 1,1 0-1,-1-1 0,0 1 1,1 0-1,-1 0 1,1-1-1,0 1 1,0-1-1,0 1 1,1-1-1,-1 0 0,5 3 1,22 15 46,2-1-1,59 26 1,4 3-35,-59-29-11,-2 1 1,57 46-1,-80-56-2,0-1-1,0 1 1,-1 0-1,0 1 1,-1 0-1,0 0 1,-1 1-1,0 0 1,-1 0-1,-1 0 1,7 21-1,-9-22 1,-1-1 0,0 2 0,-1-1 0,0 0 0,0 0 0,-2 0 1,-1 13-1,2-19 1,-2 0 1,1 0-1,-1 0 1,1 0-1,-1 0 1,-1-1-1,1 1 1,-1 0-1,0-1 0,0 0 1,0 0-1,-1 0 1,1 0-1,-1 0 1,0-1-1,0 0 1,-6 4-1,-5 2 39,-1-1 0,0 0 0,0-1-1,-1-1 1,1-1 0,-1 0-1,-1-1 1,1 0 0,-1-2 0,1 0-1,-1-1 1,0 0 0,0-2 0,-29-3-1,45 3-13,0 1 0,0-1-1,0 0 1,0 0 0,0 0-1,1 0 1,-1 0 0,0 0-1,1 0 1,-1 0 0,0-1-1,1 1 1,0-1 0,-1 1-1,1-1 1,0 1-1,0-1 1,0 0 0,0 0-1,0 1 1,0-1 0,1 0-1,-1 0 1,1 0 0,-1 0-1,1 0 1,-1-2 0,1-1-4,0 1 1,-1 0 0,2-1-1,-1 1 1,0 0-1,1-1 1,0 1 0,0 0-1,0 0 1,1 0-1,3-8 1,0 5-23,1 1-1,-1 0 0,1 0 1,0 0-1,1 0 1,-1 1-1,1 0 1,0 1-1,1 0 0,-1 0 1,1 0-1,0 0 1,0 1-1,0 1 1,15-4-1,-7 2-3,1 1-1,-1 1 0,1 0 1,0 1-1,0 0 1,-1 2-1,25 2 1,-39-3-7,0 1 0,0-1-1,1 1 1,-1 0 0,0 0 0,0 0 0,0 0 0,0 0 0,0 0 0,0 0-1,0 1 1,0-1 0,-1 0 0,1 1 0,0 0 0,-1-1 0,0 1 0,1 0-1,-1 0 1,0 0 0,0 0 0,0 0 0,0 0 0,0 0 0,0 0 0,-1 0-1,1 0 1,-1 0 0,0 0 0,1 1 0,-1-1 0,0 0 0,-1 4 0,0 5-1695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109 406 352,'0'0'2201,"0"-24"-1248,0-154 898,2 115-332,-1 25-196,-4-60 0,0 93-964,0 11-262,-3 18-97,-20 151 283,-23 161 752,27 6-651,22-307-432,0-33-24,1 8-169,-1-10 203,0 0 0,0 0 0,0 0-1,0 1 1,0-1 0,0 0 0,0 0 0,0 0-1,0 0 1,0 0 0,0 0 0,0 0-1,1 0 1,-1 0 0,0 0 0,0 1-1,0-1 1,0 0 0,0 0 0,0 0 0,0 0-1,0 0 1,1 0 0,-1 0 0,0 0-1,0 0 1,0 0 0,0 0 0,0 0-1,0 0 1,0 0 0,1 0 0,-1 0 0,0 0-1,0 0 1,0 0 0,0 0 0,0 0-1,0 0 1,0 0 0,1 0 0,-1 0-1,0 0 1,0 0 0,0 0 0,0-1-1,0 1 1,0 0 0,0 0 0,0 0 0,0 0-1,0 0 1,1 0 0,-1 0 0,0 0-1,0 0 1,7-9-3595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351 1 1489,'0'0'6307,"-169"153"-5859,115-92-320,2-4-128,13-5 0,10-20-1953,22-15-3185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 3794,'0'0'3473,"223"-32"-3393,-83 22-80,3 10 0,-19 0-16,-25 0-576,-42 0-897,-41 0-1056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6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561 178 480,'0'0'4087,"6"-22"-3220,16-69-256,-21 89-585,-1 0 0,1 0-1,-1 1 1,0-1-1,0 0 1,1 0 0,-2 0-1,1 0 1,0 0-1,0 0 1,-1 0-1,1 0 1,-1 0 0,1 0-1,-1 0 1,0 0-1,0 0 1,-2-2-1,2 3 0,-1 0 0,1-1 0,-1 1-1,0 0 1,1 1 0,-1-1 0,0 0-1,0 0 1,1 1 0,-1-1 0,0 1-1,-2-1 1,-5-1 77,-12-2 79,0 0 0,0 2 0,0 0 0,-1 1 0,-33 4 0,40-3-93,1 1-21,1 0-1,0 1 1,0 0-1,0 1 1,0 0 0,0 1-1,0 1 1,1 0-1,0 0 1,-17 11-1,15-6 56,0-1-1,1 2 0,1 0 0,-1 0 0,2 1 0,0 1 0,-14 20 0,10-9 39,1 1 0,2 0 0,0 0-1,2 1 1,1 0 0,1 1 0,1 0 0,2 0 0,-3 40 0,6-37-38,1 1 0,2 0 0,7 45-1,-5-60-89,1 0 0,1 0 0,0 0 0,1-1 0,1 0-1,1 0 1,0 0 0,12 15 0,-4-9-18,2-1 0,0 0 1,1-1-1,1-2 0,1 1 1,1-2-1,0-1 0,1-1 0,1 0 1,0-2-1,1 0 0,1-2 1,-1-1-1,2-1 0,-1 0 0,49 5 1,-44-8-8,1-3 1,0 0-1,0-2 1,60-7-1,-78 5-4,-1 0 0,0-2 0,0 1 0,0-2 0,0 1 0,-1-2 0,1 0 0,-1 0 0,-1-1 1,1 0-1,-2-1 0,1 0 0,16-17 0,-18 16 0,-1-1 1,0-1-1,-1 0 0,0 0 1,0 0-1,-1-1 1,-1 1-1,0-1 0,3-17 1,-3 6 0,-1 0 1,-1 0-1,-1-1 0,-2-28 1,-2 25-4,-1 0 0,-2 0 0,-1 0 0,-1 0 1,-1 1-1,-1 0 0,-2 1 0,-1 0 0,0 0 0,-21-27 0,11 20 2,-2 1-1,-1 1 1,-1 2-1,-1 0 0,-2 2 1,-59-43-1,69 57-4,0 0-1,-1 2 1,0-1-1,-31-9 1,38 16-11,0 0 1,0 1-1,-1 0 0,0 1 1,1 1-1,-1 0 1,0 1-1,-18 1 1,29-1-83,-1 0 0,1 1 0,0-1 0,-1 1 0,1 0 0,-1 0 0,1 0 0,0 0 0,0 0 1,0 1-1,0-1 0,0 1 0,0 0 0,0 0 0,0 0 0,1 0 0,-1 0 0,1 1 0,-1-1 0,1 1 0,0-1 1,0 1-1,1 0 0,-1 0 0,-1 3 0,-6 29-5185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30 701 4978,'0'0'2583,"2"-17"-2452,4-53 174,-3 1 0,-8-93 0,5 159-300,-36-377 523,53 960-559,57 1 11,-62-519-825,-5-22-2117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0 4290,'0'0'2655,"-30"15"-2149,-5 2-205,-59 38-1,86-48-256,1 0 0,0 0-1,1 0 1,-1 1 0,1-1 0,1 2 0,0-1 0,0 0 0,0 1 0,1 0 0,0 0 0,1 1 0,0-1 0,1 1 0,0-1 0,-2 16 0,3-19-34,-3 28 61,0 0-1,4 68 0,0-94-65,1 1-1,0 0 1,1-1-1,0 0 1,0 1-1,1-1 1,0 0 0,0 0-1,1 0 1,0 0-1,0-1 1,1 0-1,0 1 1,0-2 0,1 1-1,0-1 1,0 0-1,1 0 1,-1 0-1,1-1 1,0 0-1,1 0 1,-1-1 0,1 0-1,0-1 1,0 1-1,0-2 1,0 1-1,1-1 1,10 2 0,-6-2 2,1 0 1,-1-1-1,1-1 1,-1 0-1,1-1 1,-1 0 0,15-3-1,-22 2-4,1 0 0,-1 0 0,0 0 0,-1-1 0,1 1-1,0-1 1,-1-1 0,1 1 0,-1-1 0,0 0 0,0 0 0,-1 0-1,1-1 1,-1 0 0,0 0 0,6-10 0,-3 3 3,-1-1 0,-1-1 0,0 1 1,-1-1-1,0 0 0,-1 0 0,-1 0 0,0 0 1,-1-1-1,0 1 0,-1 0 0,-1-1 0,0 1 1,-1 0-1,-1 0 0,0 0 0,-1 0 0,0 0 1,-1 0-1,-1 1 0,0 0 0,0 0 0,-2 1 1,1 0-1,-2 0 0,1 1 0,-14-13 0,19 21-6,-40-38-190,40 39 110,-1 0 0,1-1 0,0 1 0,-1 1 0,1-1 0,-1 0 0,0 1 0,1-1 0,-1 1 0,0 0 0,0 1 0,-6-2 0,1 4-2673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57 185 4066,'0'0'3583,"-8"0"-3276,6 0-305,0 0 0,0 1 0,0-1 0,0 0 0,1 0 0,-1 1 1,0-1-1,0 1 0,0 0 0,1-1 0,-1 1 0,0 0 0,1 0 1,-1 0-1,1 0 0,-1 1 0,1-1 0,-3 3 0,2-1 0,0 0 1,1 1-1,-1 0 0,1-1 0,0 1 0,0 0 0,0-1 1,1 1-1,-1 0 0,1 0 0,0 4 0,-2 30 25,2 0-1,2 0 1,8 49-1,-7-70-17,1 0-1,1 0 0,0-1 1,1 0-1,1 0 0,1 0 1,0-1-1,1 0 0,18 23 1,-24-34-7,1 1 1,0-1 0,0-1-1,0 1 1,0-1 0,1 1 0,0-1-1,-1 0 1,1-1 0,0 1-1,8 2 1,-4-3 4,1 0-1,-1 0 1,1-1 0,0 0-1,19-1 1,-23-1-6,0 0 1,0 1 0,0-2-1,0 1 1,-1-1-1,1 0 1,0 0-1,0 0 1,-1-1 0,0 0-1,8-5 1,-4 1-8,0 0 1,-1-1-1,0 0 1,0 0-1,12-18 1,-9 9-14,-1 0 1,-1-1 0,0 1 0,-2-2-1,0 1 1,-1-1 0,4-21 0,-3 2 16,-3-1 1,-1 1-1,-2-1 0,-6-59 1,-2 69 73,6 28-64,1 0 0,-1 0-1,1 0 1,-1 0-1,1 1 1,-1-1-1,1 0 1,-1 0 0,0 0-1,1 1 1,-1-1-1,0 0 1,0 1-1,0-1 1,1 1-1,-1-1 1,0 1 0,0-1-1,0 1 1,0 0-1,0-1 1,0 1-1,0 0 1,0 0 0,-1 0-1,1 0-7,1 0 1,-1 0-1,1 0 0,-1 0 1,1 0-1,-1 0 0,1 1 1,-1-1-1,1 0 0,-1 0 1,1 0-1,-1 1 0,1-1 0,0 0 1,-1 1-1,1-1 0,-1 1 1,1-1-1,0 0 0,0 1 1,-1-1-1,1 1 0,0-1 1,0 1-1,-1-1 0,1 1 0,0-1 1,0 1-1,0 0 0,-3 19-17,3-15 15,0 179-17,0-175 22,1 0 1,1 0-1,0 0 1,0 0 0,0 0-1,1-1 1,1 0-1,-1 1 1,1-1-1,1 0 1,8 12 0,-9-15 0,0-1 1,0 1 0,0-1 0,1 0-1,-1 0 1,1 0 0,0-1 0,0 1-1,0-1 1,1 0 0,-1-1 0,1 1 0,-1-1-1,1 0 1,0-1 0,0 0 0,0 1-1,9-1 1,-8 0 21,0-1 1,0 0-1,0-1 0,-1 1 0,1-1 1,0-1-1,-1 1 0,1-1 0,-1 0 1,1-1-1,-1 0 0,0 0 0,0 0 1,0 0-1,0-1 0,-1 0 0,1 0 0,-1-1 1,0 0-1,-1 1 0,1-2 0,-1 1 1,0 0-1,0-1 0,0 0 0,-1 0 1,0 0-1,0 0 0,2-8 0,0-1 28,-1 0 0,0 0-1,-1 0 1,1-31 0,-3-66 129,-2 62-200,-7-76-2741,8 107-177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2993,'0'0'2175,"26"15"-1668,89 44-278,-106-55-219,1-1 1,-1 0-1,1-1 1,-1 0-1,1 0 1,0-1-1,0 0 1,0-1-1,-1 0 1,11-2-1,10 1 3,-29 1-13,19 1 8,0-2 1,0 0-1,0-1 0,0-1 0,20-5 1,-36 6-7,1 1-1,-1-1 1,0 1 0,0-1 0,0 0 0,0-1 0,0 1 0,0-1 0,-1 0-1,1 1 1,-1-2 0,0 1 0,0 0 0,0-1 0,0 1 0,0-1 0,-1 0-1,0 0 1,0 0 0,0 0 0,0 0 0,0 0 0,-1-1 0,0 1 0,0-1 0,0 1-1,-1-1 1,1-6 0,-1 6 4,0 0 1,-1 0-1,1 0 0,-1 0 0,0 0 1,-1 0-1,1 0 0,-1 0 0,0 1 1,0-1-1,0 1 0,-1-1 1,0 1-1,0 0 0,0 0 0,0 0 1,-1 0-1,1 0 0,-1 1 0,0 0 1,0 0-1,0 0 0,0 0 0,-6-2 1,-10-5 113,-1 0 1,0 2 0,-1 0 0,-24-4-1,15 5 185,-1 3-1,1 0 0,-62 2 0,90 2-290,-1 0-1,0 1 1,0-1-1,0 1 1,1 0-1,-1 0 1,0 0-1,1 1 1,-1-1 0,1 1-1,-1 0 1,1 0-1,0 0 1,0 0-1,0 1 1,0-1-1,0 1 1,1 0 0,-1-1-1,1 1 1,0 1-1,-1-1 1,1 0-1,1 0 1,-4 7-1,-1 6-2,1-1 0,1 1-1,0 0 1,-3 29 0,2-11 4,2 0 0,3 67 1,1-89-14,0-1 0,1 1 0,0-1 0,1 1 1,0-1-1,1 0 0,0 0 0,1 0 0,0-1 1,1 0-1,0 1 0,9 10 0,-5-10-225,1 0 0,0-1 0,1 0 0,0 0 0,0-1 0,1-1 0,1 0-1,-1-1 1,1 0 0,0-1 0,0-1 0,1 0 0,0-1 0,0 0 0,27 2 0,48-3-3632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22 3874,'0'0'2433,"-14"28"-1929,-43 91-90,53-110-379,1 1 1,0-1-1,1 1 1,0 0 0,1 0-1,0-1 1,0 1-1,1 0 1,1 13 0,0 4 16,1 30-45,-1 5 751,-2-59-545,-1-8-21,-4-37 62,2 11-242,1-1-1,2 0 0,1 1 0,5-43 1,-4 69-39,1-1 1,0 1 0,0-1 0,1 1 0,-1 0 0,1 0 0,0 0 0,1 0 0,-1 0 0,1 1 0,0 0 0,0-1-1,0 1 1,1 1 0,-1-1 0,1 1 0,0 0 0,0 0 0,0 0 0,1 1 0,9-4 0,12-3-261,-1 1 0,2 1 1,33-4-1,-55 10 231,220-46-542,-215 46 924,-9 6 34,-14 16 137,4-9-541,-12 20 230,-47 87 651,60-104-693,1 0 0,0 0 0,2 1 0,-1 0 0,2-1 0,-2 26 0,4-36-120,1 0 1,0 0 0,0 1-1,0-1 1,1 0 0,-1 0-1,2 0 1,-1 0 0,0 0 0,1 0-1,0 0 1,0-1 0,0 1-1,1-1 1,-1 1 0,1-1-1,0 0 1,5 6 0,-2-5-25,1-1 1,-1 1 0,1-1 0,-1 0-1,1 0 1,0-1 0,1 0-1,-1 0 1,1-1 0,-1 0-1,12 2 1,7 0-381,48-1 0,28-2-3067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532 503 4338,'0'0'2799,"4"-9"-2319,2-8-430,-1 0-1,-1 0 1,0-1 0,-1 1 0,1-32 0,-4 18 100,1-3 1,-1-1 1,-2 1-1,-2-1 0,-8-39 1,4 48-24,-18-56 483,23 75-518,1 8-78,1 11-64,1-9 48,0 80-56,7 652 98,-7-727-42,3 32 21,-3-38-23,0-1 0,0 1-1,0 0 1,1-1 0,-1 1 0,1-1-1,-1 1 1,1 0 0,0-1 0,-1 0 0,1 1-1,0-1 1,0 1 0,0-1 0,0 0-1,0 0 1,1 1 0,0 0 0,-1-2-4,-1 0 1,1 0-1,-1 0 1,0 0-1,1 1 1,-1-1-1,1 0 0,-1 0 1,1 0-1,-1-1 1,0 1-1,1 0 1,-1 0-1,1 0 1,-1 0-1,1 0 1,-1 0-1,0-1 1,1 1-1,-1 0 1,1 0-1,-1-1 1,0 1-1,1 0 1,-1 0-1,0-1 0,0 1 1,1 0-1,-1-1 1,0 1-1,0-1 1,1 1-1,-1 0 1,0-1-1,0 1 1,0-1-1,0 1 1,1 0-1,-1-1 1,0 1-1,0-1 1,0 1-1,0-1 0,0 1 1,0-1-1,0 1 1,2-30-472,0 1-1,-4-49 1,0 47 256,1 16 128,-1-1 0,0 1 0,-1-1 0,-1 1 0,0 0 0,-1 0-1,-1 1 1,0-1 0,-1 1 0,-13-19 0,14 23 73,-2 0 0,1 1 0,-1 0-1,0 0 1,-1 1 0,0 0 0,-1 1 0,1 0 0,-1 0-1,-1 1 1,1 0 0,-1 1 0,0 0 0,-15-4 0,13 6 38,0 0 0,0 0 0,0 2 0,0-1 0,0 2 0,0 0 0,0 0 1,-1 1-1,-15 3 0,21-2 18,0 1 0,0 0 0,0 0 1,0 0-1,0 1 0,0 0 0,1 0 0,0 1 0,0 0 1,0 0-1,1 1 0,-1 0 0,1 0 0,-9 13 1,7-6 51,0 0 0,0 1 0,1 0 1,1 0-1,1 0 0,0 1 0,1 0 1,0 0-1,-2 23 0,4-25-24,1 0 0,1 0 0,0 0 0,0 1 0,2-1 0,-1 0-1,2 0 1,0 0 0,0-1 0,1 1 0,9 18 0,-6-19-42,1-1 0,0 0 1,0 0-1,1 0 0,1-2 0,0 1 0,0-1 1,1 0-1,0-1 0,22 13 0,-7-8-22,0 0 0,1-2-1,0-1 1,36 8 0,-12-7-785,0-3 0,0-2 1,78-2-1,-1-4-3365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4562,'0'0'3650,"0"-54"-3618,0 108-32,0 11 256,0-2-160,0-1-16,0-11-32,0-7-48,0-11-320,0-9-1345,3-16-512,12-8-944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1 2961,'0'0'4194,"-98"33"-4098,119-33 80,11 0-176,7 0-1584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906 111 1217,'0'0'4882,"-12"-18"-4159,4 4-593,4 7-73,-1-1 1,1 0 0,-2 1 0,-11-13-1,14 17-24,0 1 0,0-1 0,-1 0 0,1 1-1,-1 0 1,1 0 0,-1 0 0,0 0 0,0 1-1,0-1 1,0 1 0,0 0 0,-1 0 0,1 1 0,0-1-1,-5 1 1,0 0-2,1 0-1,0 0 1,-1 1 0,1 0-1,0 0 1,-1 1 0,1 0-1,0 1 1,0 0-1,1 0 1,-1 0 0,1 1-1,-1 0 1,1 1-1,0 0 1,1 0 0,-1 0-1,-9 10 1,5 0-28,0 0 0,1 0 0,1 0 0,1 1 1,0 1-1,0 0 0,2 0 0,0 0 0,1 0 0,1 1 0,1 0 1,0 0-1,1 0 0,1 0 0,1 0 0,4 36 0,-3-48-3,0-1 0,0 0 0,0 0 1,1 0-1,0 0 0,0 0 0,0 0 0,0-1 0,1 1 0,0 0 0,0-1 0,0 0 0,0 0 1,1 0-1,0 0 0,-1-1 0,1 1 0,1-1 0,-1 0 0,0 0 0,1 0 0,0-1 0,-1 0 0,1 0 1,5 2-1,4 0 0,0-1 1,0 0-1,0-1 1,0-1 0,1 0-1,-1-1 1,0 0 0,18-3-1,-25 2 3,-1 0 0,0-1-1,0 1 1,0-1 0,0 0-1,0-1 1,0 1 0,-1-1 0,1-1-1,-1 1 1,0-1 0,0 1-1,0-2 1,0 1 0,-1 0-1,1-1 1,-1 0 0,-1 0 0,1 0-1,-1 0 1,1-1 0,-1 1-1,-1-1 1,1 0 0,2-11-1,0-1 14,-2-1-1,0 0 0,0 1 0,-2-1 1,-1 0-1,0 0 0,-4-30 0,2 38 7,0 0 0,0 1 0,-1-1 0,0 1-1,-1-1 1,0 1 0,-1 0 0,0 0 0,0 1 0,-7-10-1,12 19-20,-1 1-1,1-1 1,0 0-1,0 0 0,0 0 1,0 0-1,0 1 1,0-1-1,0 0 0,0 0 1,0 0-1,0 0 1,0 1-1,0-1 1,-1 0-1,1 0 0,0 0 1,0 0-1,0 0 1,0 0-1,0 1 0,-1-1 1,1 0-1,0 0 1,0 0-1,0 0 0,0 0 1,-1 0-1,1 0 1,0 0-1,0 0 1,0 0-1,-1 0 0,1 0 1,0 0-1,0 0 1,0 0-1,-1 0 0,1 0 1,0 0-1,0 0 1,0 0-1,0 0 0,-1 0 1,1 0-1,0 0 1,0 0-1,0-1 0,0 1 1,0 0-1,-1 0 1,1 0-1,0 0 1,0 0-1,0-1 0,0 1 1,0 0-1,0 0 1,-1 0-1,1 0 0,0 0 1,0-1-1,0 1 1,0 0-1,-1 13-24,1 1 0,1 0 0,0 0 1,0-1-1,6 21 0,-2-1 15,20 131 5,4 175 0,-28-306 4,-5 326-26,1-316 23,-3-2 0,-1 1 0,-2-1 0,-2 0-1,-2-1 1,-25 57 0,28-78 4,0 0 0,-1-1 0,-1 0-1,-1-1 1,-1 0 0,-24 24 0,26-31 1,-1 1 0,0-2-1,0 0 1,0-1 0,-1 0 0,-1-1 0,1 0-1,-1-2 1,-24 7 0,15-6 4,-2-1 0,1-2 0,-1 0 0,1-2-1,-1 0 1,1-2 0,-1-1 0,1-1 0,-1-1 0,-29-10 0,42 10 12,-1 0 1,1-1-1,0-1 0,1 0 1,-1-1-1,1 0 0,1-1 1,-1-1-1,1 0 1,1 0-1,0-1 0,0 0 1,1-1-1,0 0 1,0 0-1,2-1 0,-1 0 1,2 0-1,-1-1 0,-4-16 1,4 7-1,2 0 0,0 0 0,2-1 0,0 0 1,2 1-1,0-1 0,2 0 0,0 0 0,2 0 0,0 1 0,2-1 0,0 1 1,1 0-1,2 1 0,18-41 0,-13 38-22,0 0 1,1 1-1,2 1 1,0 0-1,1 1 1,1 1-1,1 0 0,1 2 1,1 0-1,0 1 1,1 1-1,1 1 1,26-12-1,-34 20-2,0 1 0,0 0 0,1 2 0,0-1 0,0 2 0,0 0 0,33-1 0,-46 4 2,1-1 1,-1 1-1,0 0 1,0 1-1,1-1 1,-1 1-1,0-1 0,0 1 1,0 0-1,0 0 1,0 0-1,0 1 1,0-1-1,0 1 0,0-1 1,3 3-1,-4-1 1,0 0-1,0 0 1,0 0 0,0 0-1,0 0 1,-1 0-1,1 1 1,-1-1-1,0 1 1,0-1 0,0 1-1,0-1 1,-1 1-1,1 3 1,1 56-1451,3-49-1697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6 3762,'0'0'3825,"1"-6"-3282,-3 14-560,-16 326 728,17-192-4285,1-172 1798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227 1 624,'0'0'4354,"-191"41"-3970,162 7 241,23-4 143,6 4-336,47-19-224,25-14 161,5-15-225,-12 0-80,-20-9 96,-21-26 256,-24-4 96,0 0-416,-6 4-96,-15 8-560,12 12-1073,9 6-1840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0 4242,'0'0'4442,"-2"17"-4298,-9 283 1179,6-74-816,-7 119 80,12-342-583,0 0 0,0 0 0,0-1 0,0 1 0,0 0 0,1 0 0,-1 0 0,1 0 0,0-1 0,0 1 0,0 0 0,0-1 0,0 1-1,1-1 1,-1 1 0,1-1 0,0 0 0,3 4 0,-1-3 3,-1-1-1,1 0 0,0 0 1,0-1-1,0 1 0,0-1 1,0 0-1,0 0 0,1 0 1,-1-1-1,0 1 0,6-1 1,4 1-29,0 0 0,-1-1 0,1 0 0,0-1 1,0-1-1,0 0 0,-1-1 0,1-1 0,-1 0 1,0 0-1,21-11 0,-16 5-606,0-1 0,-1-1 1,-1 0-1,0-1 0,23-24 0,-28 23-672,-1 0 0,9-16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6195,'0'0'432,"160"-9"-336,3 6 160,16 3-176,-10 0-80,-29 0-480,-54-9-1105,-62-2-3009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80 196 3666,'0'0'515,"-4"-26"-361,-3-8 27,0 4 314,-4-59 1,11 73 273,0 31-165,-21 730-3,16-657-587,5-52 0,-3-1 0,0 0-1,-13 51 1,13-138 365,3 23-347,1 0 1,2 0-1,0 0 1,14-48-1,-13 63-27,1 1-1,0 1 0,0-1 0,2 1 0,-1 0 0,2 0 0,0 1 0,0 0 1,1 1-1,0-1 0,0 2 0,14-11 0,-13 12-7,1 1 0,0 0 0,0 0 0,1 1 0,0 1 0,0 0 0,0 1 0,0 0 1,1 1-1,0 0 0,0 1 0,-1 0 0,1 1 0,0 1 0,0 0 0,0 0 0,0 2 0,13 2 0,-21-3 3,0 1 0,-1 0 0,1 0-1,-1 0 1,1 1 0,-1-1 0,0 1 0,0 0 0,-1 0-1,1 1 1,0-1 0,-1 1 0,0 0 0,0 0 0,0 0 0,0 0-1,-1 0 1,0 0 0,0 1 0,0-1 0,0 1 0,1 7-1,1 4 31,-1 1 0,0-1 0,-2 1 0,0-1 0,-1 25 0,-1-33 12,0 0-1,0 0 0,0 0 1,-1-1-1,0 1 1,0 0-1,-1-1 1,0 0-1,-1 1 1,1-1-1,-1 0 0,-7 8 1,2-4 31,-1-1 1,0 1 0,-1-2-1,0 0 1,0 0-1,-14 7 1,-4 3 43,-1-2 0,-39 16 0,57-28-462,0-1-1,-1 0 1,1 0-1,-1-2 0,0 1 1,0-2-1,0 0 1,-23 0-1,14-6-3013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1 302 4402,'34'0'760,"110"-2"-608,-114 2-135,-1 1 0,1 1-1,44 10 1,-5 0 23,-49-9-32,0-2-1,0 0 1,0-1-1,32-5 1,-50 4-6,1 0 0,-1 0 0,1 0 0,-1 0 0,0 0 0,0-1 0,1 1 0,-1-1 0,0 0 0,-1 1 0,1-1 1,0 0-1,0 0 0,-1 0 0,1 0 0,-1-1 0,0 1 0,1 0 0,-1-1 0,0 1 0,-1 0 0,1-1 0,0 0 1,-1 1-1,1-1 0,-1 1 0,0-1 0,0 1 0,0-6 0,0 1 8,0 0-1,0 0 1,-1 0 0,0 0-1,-1 1 1,1-1 0,-1 0 0,0 1-1,-1-1 1,0 1 0,-3-7-1,-4-1 43,-1 0 0,0 1 0,-1 0 0,-1 1-1,0 0 1,0 1 0,-1 0 0,-1 1 0,1 1 0,-2 0-1,1 1 1,-1 1 0,0 1 0,-1 0 0,1 1 0,-1 0-1,0 1 1,-1 2 0,1-1 0,-32 1 0,43 3 3,0 0 1,-1 0 0,1 0-1,0 1 1,0 0-1,0 0 1,1 1 0,-1 0-1,0 0 1,1 0-1,0 0 1,-1 1 0,1 0-1,1 0 1,-1 0-1,1 1 1,-1 0 0,2-1-1,-1 2 1,0-1-1,1 0 1,0 1 0,0-1-1,0 1 1,1 0 0,-2 7-1,0 0 41,0 0 0,1 0 0,0 1 0,2 0-1,-1-1 1,2 1 0,-1 0 0,2 0 0,0-1 0,1 1 0,5 21 0,-2-22-58,1 0 1,0 0 0,0 0 0,2-1 0,-1 0 0,2-1-1,-1 1 1,2-2 0,-1 1 0,1-1 0,1-1 0,0 0 0,14 9-1,3 1-88,2-1-1,0-1 1,1-2-1,44 16 0,-41-20-1162,1-2-1,0-1 0,70 7 0,-11-13-3407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229 311 3394,'0'0'3316,"7"-5"-2817,25-16-230,-30 20-260,-1 1 0,0 0 0,0-1 0,0 1 0,1 0 0,-1 0 0,0-1 0,0 1 0,1 0 0,-1 0 0,0 0 0,0 1 0,1-1 1,-1 0-1,0 0 0,0 1 0,0-1 0,1 1 0,-1-1 0,0 1 0,2 1 0,7 2 27,-4-3-31,0 0 0,-1 0 1,1 0-1,0-1 0,0 0 1,-1 0-1,1 0 0,0-1 0,-1 1 1,1-2-1,0 1 0,-1 0 1,1-1-1,6-4 0,-8 4-2,-1 0-1,0-1 0,0 0 1,0 0-1,0 0 0,0 0 1,-1 0-1,0 0 0,1-1 1,-1 1-1,0-1 0,-1 0 1,1 0-1,-1 1 0,1-1 1,-1 0-1,0 0 0,-1 0 1,1 0-1,-1 0 0,1-5 1,-1 1-3,-1 1 0,1-1 1,-1 1-1,0-1 1,-1 1-1,0 0 1,0 0-1,-1 0 1,0 0-1,0 0 0,0 0 1,-1 1-1,0-1 1,0 1-1,-1 0 1,1 0-1,-2 1 1,1 0-1,0-1 0,-1 2 1,0-1-1,0 1 1,-11-6-1,6 3 4,-1 1-1,0 0 0,0 1 0,0 0 1,-1 1-1,1 1 0,-1 0 1,0 0-1,0 1 0,0 1 0,-1 0 1,-25 3-1,32-1 17,0 1 0,0-1 0,0 2 0,0-1 0,0 1 0,1 0 0,-1 0 0,1 1 0,0 0 0,0 0 0,0 1 0,0-1 0,1 1 0,0 0 0,0 1 0,0-1 0,0 1 0,1 0 0,0 0 0,1 1 0,-1-1 0,-4 14 0,2-4 49,1 0 1,1 0-1,0 0 1,1 1 0,1-1-1,1 1 1,0 0-1,1-1 1,2 19-1,-1-26-59,0 0 1,1-1-1,0 1 0,1-1 0,0 0 0,0 0 1,1 0-1,0 0 0,0-1 0,1 1 0,9 11 1,-6-10-12,1 0 1,0-1 0,0 0 0,1 0-1,0-1 1,0-1 0,19 10 0,-5-6-426,1-1 1,0-1 0,0-1 0,1-1-1,0-1 1,0-2 0,33 1 0,40-3-2289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 1969,'0'0'1425,"-27"9"-593,8-4-619,4-1-26,0 1 1,0 0-1,-23 13 0,31-15-88,0 2 0,1-1 1,0 1-1,0 0 0,0 0 0,1 0 0,0 1 1,0 0-1,0 0 0,0 0 0,1 0 0,-6 12 1,1 7 131,0-1 1,2 1-1,1 1 0,0-1 1,2 1-1,1 0 1,1 51-1,2-69-215,0-1-1,0 1 1,1-1-1,0 0 1,1 0 0,0 0-1,0 1 1,0-2-1,1 1 1,0 0-1,7 11 1,-7-13-11,1-1 0,-1 1-1,1-1 1,0-1 0,1 1 0,-1 0 0,1-1 0,0 0-1,0 0 1,0 0 0,0-1 0,0 0 0,0 0 0,1 0-1,8 1 1,-4 0 2,1-1-1,-1-1 1,1 0-1,-1 0 0,1-1 1,-1 0-1,1-1 1,-1 0-1,1-1 0,-1 0 1,0-1-1,0 0 1,0 0-1,16-9 0,-19 8-2,0 0-1,0-1 0,-1 0 1,0-1-1,0 1 0,0-1 1,0 0-1,-1 0 0,0-1 1,-1 0-1,1 0 0,-1 0 1,-1 0-1,1-1 0,-1 1 1,-1-1-1,1 0 0,-1 0 1,1-11-1,0 6 4,-1-1 0,-1 1 0,0-1-1,-1 0 1,0 1 0,-1-1 0,-1 1 0,0-1 0,-1 1-1,0 0 1,-1 0 0,-1 0 0,0 0 0,0 1 0,-8-13-1,-1 5 37,-1 1 0,-27-30 0,36 43-197,0 0 0,0 0-1,0 1 1,-1 0 0,1 1-1,-1-1 1,0 1-1,0 1 1,-1-1 0,1 1-1,-14-3 1,6 5-2506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65 335 3874,'0'0'3004,"-11"10"-2255,9-7-671,-33 24 337,34-27-407,1 1 0,-1-1 0,1 0 0,-1 1 1,1-1-1,-1 0 0,1 0 0,-1 1 0,1-1 0,-1 0 0,1 0 0,-1 0 0,0 0 0,1 0 0,-1 0 0,1 0 0,-1 0 0,0 0 0,1 0 0,-1 0 0,1 0 1,-1 0-1,0-1 0,0 1 1,1-1 1,0 0 0,-1 0-1,1 0 1,0 0-1,0 0 1,0 0 0,0 0-1,0 0 1,0 0 0,0 0-1,0 0 1,0 0-1,0 0 1,1 0 0,-1 0-1,0 0 1,1 0 0,-1 0-1,1-1 1,22-56 88,3 1 0,40-65-1,-55 102-73,24-30-1,-32 46-17,0 0-1,1 0 0,-1 0 0,1 1 0,0 0 1,0-1-1,0 1 0,0 1 0,0-1 1,1 0-1,-1 1 0,1 0 0,7-2 0,-10 4-6,-1 0 0,0 0 0,0 0 0,0 0 0,1 0 0,-1 0 0,0 1 0,0-1 0,0 0-1,0 1 1,0-1 0,0 1 0,0-1 0,0 1 0,0 0 0,0-1 0,0 1 0,0 0 0,0 0 0,0 0-1,0-1 1,0 1 0,-1 0 0,1 0 0,-1 0 0,1 0 0,0 0 0,-1 1 0,1-1 0,-1 0-1,0 0 1,1 0 0,-1 2 0,8 45-38,-8-43 38,6 316 86,-8-196-58,3-186 67,13-100 0,-11 139-74,2 0 0,0 0 0,1 0 0,1 1 0,1 0 0,1 0 0,1 1 0,16-24 0,-24 39-42,2 0 0,-1 0-1,0 1 1,1-1 0,0 1 0,0 0-1,0 0 1,1 0 0,-1 1 0,1-1-1,0 1 1,0 0 0,0 0-1,0 1 1,1 0 0,-1 0 0,1 0-1,-1 1 1,1-1 0,0 1 0,-1 0-1,11 1 1,-13 0-10,0 0 0,0 0 0,0 1 0,0-1 0,0 1 0,0 0 0,0 0 0,0 0 0,0 0 0,0 1 1,-1-1-1,1 1 0,-1-1 0,1 1 0,-1 0 0,3 2 0,0 1 5,-1 0 1,0 0 0,0 1 0,-1-1-1,0 1 1,1 0 0,1 7-1,3 10 9,-1-1 0,-1 1-1,3 30 1,-1 18 75,-3 107-1,-5-162 23,0-50-35,-2 14-81,2 0 0,0 1 0,2-1 1,0 1-1,1 0 0,0 0 0,10-27 0,-3 24-138,1 1 0,2 0 0,0 0 0,0 1 0,2 1 0,1 0 0,0 2 0,1-1 0,35-25 0,-44 37 3,1 1 0,0 0-1,0 0 1,0 1 0,1 0 0,17-4-1,-25 7 162,1 1 0,-1-1 0,1 0 0,-1 1 0,1 0 0,-1-1 0,1 1 0,-1 0 0,1 0 0,-1 1 0,1-1 0,-1 1 0,1-1 0,-1 1 0,1 0 0,-1-1 0,1 1 0,-1 1 0,0-1 0,0 0 0,0 0 0,0 1 0,0-1 0,0 1 0,0 0 0,0 0 0,0 0 0,-1-1 0,1 1 0,-1 1 0,1-1 0,0 3 0,1 6 72,0 0 0,-1 0 0,0 1-1,0-1 1,-2 1 0,0 22-1,0-15 110,-1 24 480,-1-1 0,-3 0-1,-10 49 1,12-79-564,-9 45 244,12-52-367,-1 0 0,1-1 0,0 1 0,0 0-1,0 0 1,1 0 0,-1 0 0,1-1 0,2 7 0,-2-10-57,-1-1 0,1 1-1,-1 0 1,0-1 0,1 1 0,0 0-1,-1-1 1,1 1 0,-1-1 0,1 1-1,0-1 1,-1 1 0,1-1 0,0 0-1,-1 1 1,1-1 0,0 0-1,0 1 1,-1-1 0,1 0 0,0 0-1,0 0 1,1 0 0,32 2-4121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6 360 5362,'0'0'1292,"31"-5"-1170,107-14-98,-105 15-132,-1-2-1,1-1 0,-1-2 0,42-16 0,-68 23 103,1-1 1,-1 0-1,1 0 0,-1-1 1,0 0-1,0 0 0,-1 0 0,1 0 1,-1-1-1,0 0 0,0 0 1,8-12-1,-10 12 37,-1 1-1,0-1 1,1 0 0,-1-1-1,-1 1 1,1 0-1,-1 0 1,0-1 0,0 1-1,-1-1 1,0 1 0,0-1-1,0 1 1,0-1 0,-1 1-1,0-1 1,-2-7 0,1 8 0,0-1 0,-1 1 0,1 0 1,-1-1-1,0 1 0,0 1 0,-1-1 1,0 0-1,1 1 0,-2 0 0,1 0 1,0 0-1,-1 0 0,1 1 0,-1-1 1,0 1-1,0 0 0,-1 1 0,1 0 1,-10-4-1,-4 0 123,-1 1-1,0 1 1,0 1 0,-35-2-1,46 5-104,0-1 0,1 2-1,-1-1 1,0 1 0,0 0-1,1 1 1,-1 0 0,1 0-1,0 1 1,-1 0-1,1 1 1,0-1 0,1 2-1,-1-1 1,1 1 0,0 0-1,0 0 1,0 1 0,1 0-1,0 1 1,0-1-1,0 1 1,1 0 0,0 0-1,-4 9 1,1-3 1,1 1 0,1 0-1,1 0 1,0 0 0,0 1 0,-4 29-1,5-12-24,2 0-1,1 37 1,1-64-24,1 0 1,-1 1-1,1-1 1,0 0-1,0 0 1,0 0-1,1 0 1,0 0 0,0 0-1,0 0 1,0 0-1,1-1 1,0 1-1,0-1 1,0 0-1,1 1 1,5 4 0,-3-4-2,0-1 0,0 0 0,1 0 0,-1-1 0,1 0 0,-1 0 0,1-1 0,0 0 0,0 0 1,0 0-1,0-1 0,12 1 0,0-1-20,-1 0 1,0-1-1,0-1 1,1 0-1,-1-2 0,0 0 1,0-1-1,-1-1 1,1 0-1,-1-2 1,0 0-1,-1 0 1,0-2-1,17-11 0,-8 3-76,0-1 0,-1-1 0,-2-1 0,0-1 0,29-35 0,-42 44 102,0 0 1,-1-1-1,-1 0 1,0 0-1,-1 0 1,0-1-1,-1 0 1,0 0-1,-2-1 1,1 1-1,-2-1 1,0 0-1,0-17 1,-2 21 37,-1-28 154,1 38-186,0 0 0,-1 0 0,1 0-1,0 0 1,0 0 0,0 0-1,-1 0 1,1 0 0,-1 0 0,1 0-1,-1 0 1,1 0 0,-1 0 0,1 0-1,-1 0 1,0 1 0,0-1-1,1 0 1,-1 0 0,0 1 0,0-1-1,0 1 1,0-1 0,1 1 0,-1-1-1,0 1 1,-2-1 0,3 1-11,-1 0 0,1 0 0,0 0 0,0 0 0,-1 0 0,1 0 0,0 0 0,-1 0 0,1 0 0,0 0 0,0 0 0,-1 0 0,1 0 0,0 0 0,0 0 0,-1 1 0,1-1 0,0 0 0,0 0 0,-1 0 0,1 0 0,0 1 1,0-1-1,0 0 0,0 0 0,-1 0 0,1 1 0,0-1 0,0 0 0,0 0 0,0 1 0,0-1 0,-1 0 0,1 0 0,0 1 0,0-1 0,0 0 0,0 1 0,0-1 0,0 0 0,0 0 0,0 1 0,0-1 0,0 0 0,0 0 0,0 1 0,0-1 0,1 0 0,-1 1 0,0-1 0,0 0 0,0 1 0,5 12-26,6 2 23,1-1 0,0 0-1,25 21 1,-18-18 3,-2 0 4,9 7-3,0 1 0,43 58 1,-62-74-4,-1 1 0,0 1 0,-1-1 0,0 1 1,-1 0-1,0 0 0,-1 0 0,0 0 0,0 1 0,-2 0 1,1-1-1,-1 1 0,-1 15 0,-1-21 11,0 1 1,-1-1-1,1 0 0,-1 1 0,0-1 1,-1 0-1,0 0 0,0 0 0,0-1 1,0 1-1,-1-1 0,0 0 0,0 0 0,-1 0 1,1 0-1,-1-1 0,0 0 0,0 0 1,0 0-1,-1-1 0,0 1 0,1-1 1,-11 3-1,5-1 157,0-1 0,0 0-1,0-1 1,-1 0 0,0-1 0,1 0 0,-1-1-1,0 0 1,0-1 0,0-1 0,1 0 0,-21-3 0,30 3-122,-1 0 0,1-1 0,-1 1 0,1 0 0,0-1 0,0 1 0,0-1 0,-1 0 0,2 0 0,-1 0 0,0 0 0,0 0 0,0 0 0,1 0 0,0-1 0,-1 1 0,1-1 0,0 1 0,0-1 0,0 1 0,0-1 0,1 1 0,-1-4 0,0 2-34,0 0-1,0 0 1,1 0-1,0 0 1,0 0-1,0 0 1,0 0-1,1 0 1,0 0-1,-1 0 1,1 0-1,1 0 1,-1 0-1,0 1 1,1-1-1,2-3 1,1 1-33,0 0-1,1 1 1,0-1 0,-1 1 0,2 0-1,11-6 1,49-26-1152,-25 16-1055,13-12-3715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2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255 108 2049,'0'0'1555,"-29"-3"-480,-156-10 1316,178 12-2103,6 2-207,-1-1 0,0 0 0,0 0 0,0 0 1,1-1-1,-1 1 0,0 0 0,1-1 0,-1 1 0,0-1 1,1 1-1,-1-1 0,0 0 0,1 0 0,-1 0 1,1 0-1,-1 0 0,-1-2 0,3 3-73,0 0-1,0 0 1,0 0-1,0-1 1,0 1 0,-1 0-1,1 0 1,0-1-1,0 1 1,0 0 0,0 0-1,0 0 1,0-1-1,0 1 1,0 0-1,1 0 1,-1 0 0,0-1-1,0 1 1,0 0-1,0 0 1,0-1 0,0 1-1,0 0 1,0 0-1,0 0 1,1 0-1,-1-1 1,0 1 0,0 0-1,0 0 1,0 0-1,1 0 1,-1 0 0,0-1-1,0 1 1,0 0-1,1 0 1,-1 0-1,0 0 1,0 0 0,0 0-1,1 0 1,-1 0-1,0 0 1,0 0 0,1 0-1,-1 0 1,0 0-1,0 0 1,13-3 21,0 1 1,0 1 0,0 0-1,15 1 1,21-1-23,177-13-2,223-20-184,-417 31 180,-26 4 2,0-1 0,1-1 0,-1 1 0,0-1 1,1 0-1,-1-1 0,0 0 0,0 0 0,6-2 0,-11 3 27,-5 2-12,-2 1-15,-1 0-1,1 1 1,0 0-1,0 0 1,1 1-1,-1 0 0,1 0 1,0 0-1,0 0 1,0 1-1,0 0 1,-5 8-1,-11 14 9,-20 36 0,25-38 10,-81 114 240,-116 129 1,207-262-196,5-5-33,0 0-1,-1 1 0,1-1 0,0 1 0,0-1 1,0 1-1,0-1 0,0 1 0,0 0 0,0-1 1,1 1-1,-1 0 0,1 0 0,-1-1 0,0 4 0,9-3 190,13-2-119,6 0 0,1-1-1,27-4 1,87-27 1,-49 10-198,132-37-3686,-137 26-1449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12 432 4386,'0'0'2607,"27"0"-2578,187 0 94,-165 1-94,-21 0-260,1 0 0,-1-2 0,1-2 1,-1 0-1,55-14 0,-79 15 186,0 1 0,0-1 0,0 0-1,0 0 1,-1 0 0,1-1 0,-1 1-1,1-1 1,-1 0 0,0 0-1,0 0 1,0-1 0,0 1 0,-1-1-1,1 1 1,-1-1 0,0 0 0,0 0-1,2-6 1,-3 5 47,1-1 1,-1 0-1,0 0 0,-1 0 0,0 1 0,0-1 0,0 0 1,0 0-1,-1 0 0,0 0 0,0 0 0,-1 1 1,1-1-1,-4-7 0,-1 2 89,0 0 1,0 1-1,-1-1 0,0 1 1,-1 0-1,0 1 0,0 0 1,-1 0-1,0 1 0,-1 0 1,0 1-1,-14-9 0,10 8 70,0 0 1,-1 2-1,0-1 0,0 2 0,0 0 0,0 1 0,-1 0 0,0 2 0,-18-2 1,17 3-23,1 1 0,-1 0 1,1 1-1,-18 4 0,27-3-98,0 0 0,0 0 0,0 0 0,1 1 0,0 0 0,-1 1 0,1-1 0,0 1 0,0 0 0,1 1 0,0-1 0,-6 6 0,0 3 23,1 0 0,0 0 0,1 1 0,0 0-1,1 0 1,1 1 0,0 0 0,-8 30 0,8-17 0,1 1 0,1 0 1,1 0-1,1 34 1,3-48-53,0 0 0,1 0 0,0 0 0,1 0 0,1 0-1,9 26 1,-8-33-9,-1 1-1,2-1 0,-1 0 0,1 0 0,1-1 1,-1 1-1,1-1 0,1 0 0,-1-1 0,1 0 1,0 0-1,11 8 0,-3-6-3,0 1 1,0-2-1,1 0 1,0-1-1,0 0 1,0-1-1,31 4 1,-2-3-220,80-1 1,-99-5-4,0-1 0,-1-2 0,1 0 0,0-2 0,-1 0 0,0-2-1,0-1 1,-1-1 0,0-1 0,-1-1 0,0-1 0,32-23 0,-32 20 140,-1-2 0,0-1 0,-2 0 1,0-2-1,24-30 0,-35 38 161,0-1 0,0-1 0,-2 1 1,0-1-1,0-1 0,-1 1 0,-1-1 0,0 0 1,-2-1-1,5-29 0,-8 45-75,3-34 506,-2-46 0,0 74-431,-2-1 0,1 1 0,-1 0 0,0-1 0,0 1 0,-1 0-1,0 0 1,0 0 0,0 0 0,-1 0 0,0 1 0,0-1 0,0 1 0,-7-9 0,9 13-47,0 0-1,0 0 1,1 1-1,-1-1 0,0 0 1,0 1-1,0-1 1,0 1-1,0-1 1,0 1-1,0-1 1,-1 1-1,1 0 1,0-1-1,-1 1 0,1 0-19,0 0 1,1 0-1,-1 0 0,1 0 0,-1 1 0,1-1 0,-1 0 0,1 0 0,-1 1 0,1-1 0,-1 0 0,1 1 0,0-1 0,-1 0 0,1 1 0,-1-1 0,1 0 0,0 1 0,-1-1 0,1 1 0,0-1 0,-1 1 0,0 3 6,0-1 0,0 0 0,0 1 1,0-1-1,0 1 0,1 0 0,0 5 0,3 426 1021,-3-430-836,0-11-78,0-29-41,-4-50-89,-6-4 32,-9-131-44,19 218 15,0 1 1,1-1 0,-1 1 0,0-1 0,0 0 0,1 1 0,-1-1-1,1 1 1,-1-1 0,1 1 0,0 0 0,0-1 0,-1 1 0,1-1-1,0 1 1,0 0 0,0 0 0,0 0 0,1 0 0,-1 0 0,0 0 0,0 0-1,1 0 1,-1 0 0,3-1 0,2-1-11,1 1 0,0 0 0,0 0 0,11-1 1,-5 1-4,194-27-308,-110 18 35,139-35 0,-205 33 440,-28 10-14,-21 9-4,4 0-65,1 1-1,0 0 1,0 1-1,1 0 1,0 1-1,0 0 1,1 1-1,0 1 1,1-1 0,-16 22-1,16-18 58,0 1 1,1 0-1,0 0 0,1 1 0,1 0 1,0 0-1,2 0 0,-1 1 1,-2 21-1,6-28-96,1 1 0,0 0 0,1-1 0,0 1 1,1-1-1,0 1 0,4 18 0,-3-23-27,0 0-1,1 0 1,0-1 0,-1 1-1,2-1 1,-1 1 0,1-1-1,0 0 1,0 0-1,0-1 1,0 1 0,1-1-1,10 7 1,-2-2-117,1-1 0,0-1 0,0 0 0,1-1-1,0 0 1,31 7 0,-12-7-1074,0-1 0,41 0 0,34-3-3210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 99 4802,'0'0'4840,"-20"6"-4413,11-3-365,0 0 1,0 1 0,0-1-1,0 2 1,1-1 0,-1 1-1,-13 12 1,17-11-13,0 0 0,1 0 0,-1 1-1,1 0 1,1 0 0,0 0 0,0 0 0,0 0 0,0 1-1,1-1 1,-1 11 0,-2 16 134,-1 42 0,5-71-173,0 12 28,1 0 1,1 0 0,0 1 0,1-1 0,0 0 0,9 27 0,-8-36-32,0 1 1,1-1 0,0-1 0,0 1 0,1 0-1,0-1 1,0 0 0,0 0 0,1-1 0,0 1-1,1-1 1,-1 0 0,1-1 0,12 8-1,-9-8-6,1 1 0,0-1-1,1-1 1,-1 0 0,0-1-1,1 0 1,0 0 0,0-2-1,0 1 1,0-1 0,0-1-1,17-2 1,-21 2-1,0-1-1,0 0 1,-1-1 0,1 0 0,0 0 0,-1-1-1,0 0 1,1 0 0,-1-1 0,-1 0 0,1 0-1,0-1 1,-1 1 0,0-1 0,0-1 0,0 1-1,-1-1 1,0 0 0,6-8 0,-4-1 8,0 1 1,-1-1-1,-1 0 1,-1 0-1,0 0 1,0-1-1,-2 0 1,0 1-1,-1-1 1,0 0-1,-1 0 1,-1 0-1,-1 0 1,0 1-1,-1-1 1,0 1 0,-2-1-1,1 1 1,-2 0-1,0 1 1,-1-1-1,-17-25 1,12 25 47,0 0 1,-1 1-1,-1 1 0,0 0 1,0 1-1,-2 1 1,1 0-1,-30-15 1,22 16-74,1 0 0,-1 2 0,0 1 0,-1 1 0,0 1 0,-35-3 0,-33-1-1558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1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229 476 5026,'0'0'1436,"3"-4"-953,-1 0-379,0 0 0,0-1 0,0 1 0,-1-1 0,1 0 0,-1 1 0,0-1 0,0 0 1,0-7-1,-1-54 367,0 40-265,0-183 1021,-8 829-819,7-553-216,1-67 0,0-14 19,-1-145-112,3-186 66,0 319-210,1 0-1,10-36 1,-7 38 1,-1 0 0,-1-1 0,1-29 0,-5 10-12,0 42 40,-2 7-24,-15 26-26,-2-1 0,-42 55 1,21-31 64,8-10-225,-33 48 732,58-81-968,1 1-1,1 0 1,0-1 0,0 2 0,1-1 0,-4 19-1,7-19-3418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2.0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 6051,'0'0'1889,"231"-27"-1857,-97 15-32,-9 1-32,-21 5-353,-30 3-495,-38 3-401,-63 0-2832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2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423 7 4786,'0'0'2652,"4"-2"-2374,9-3-227,-10 8-11,-23 20 101,-6 1 239,-1-1 1,-60 39-1,-70 28 576,82-48-442,62-37-434,10-4-52,0 0 0,0 1-1,1-1 1,-1 0 0,0 1 0,0 0-1,1-1 1,-1 1 0,1 0 0,-1 0-1,1 1 1,-3 2 0,5-4 46,8-1 44,48 1-11,-1 2 1,1 3-1,98 23 1,-113-17-105,0 1 1,-1 2-1,-1 1 1,0 3-1,59 37 1,-92-52-134,-5-3-57,0 0 0,1 0 1,-1 0-1,0 0 1,1 0-1,-1 0 0,1-1 1,-1 1-1,1-1 1,0 1-1,-1-1 0,4 1 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3.5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484 10 3185,'0'0'5339,"0"-4"-5030,0 4-307,0-1-1,0 1 0,0 0 0,0 0 0,0 0 0,0 0 1,0-1-1,0 1 0,0 0 0,0 0 0,0 0 0,0-1 1,-1 1-1,1 0 0,0 0 0,0 0 0,0 0 0,0 0 1,0-1-1,0 1 0,0 0 0,-1 0 0,1 0 0,0 0 1,0 0-1,0 0 0,0-1 0,-1 1 0,1 0 0,0 0 1,0 0-1,0 0 0,0 0 0,-1 0 0,1 0 0,0 0 1,0 0-1,0 0 0,-1 0 0,1 0 0,0 0 0,0 0 1,0 0-1,-1 0 0,1 0 0,0 0 0,0 0 0,-17 8 49,-31 26 52,2-2 43,-177 73 1319,103-53-405,118-51-1040,1-1-1,-1 1 0,1 0 0,-1-1 1,1 1-1,-1 0 0,1 0 0,0 0 1,-1 0-1,1 0 0,0 1 0,0-1 1,0 0-1,-1 1 0,0 1 0,2-2-15,0 0 0,0-1 0,0 1 0,0-1-1,0 1 1,0-1 0,0 1 0,1 0 0,-1-1-1,0 1 1,0-1 0,0 1 0,1-1 0,-1 1-1,0-1 1,1 1 0,-1-1 0,0 1 0,1-1-1,-1 0 1,1 1 0,-1-1 0,1 0 0,-1 1-1,1-1 1,-1 0 0,1 1 0,0-1 0,7 4-1,1-1 1,0 0 0,-1-1-1,12 3 1,92 16 74,84 19-50,-151-29-30,0 3 1,55 24-1,-89-33-360,0 1-1,0 1 0,0 0 1,-1 0-1,0 1 1,15 15-1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4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394 0 4306,'0'0'4808,"-3"3"-4502,-55 46-199,-97 75 342,138-112-228,-2 0 0,1-2 0,-2 0 0,1-1 0,-1-1 0,-1-1 0,-22 5 0,164-9 649,-64-3-822,99 15 1,-130-11-204,-1 2 1,0 0-1,0 2 1,-1 1-1,0 0 1,28 17-1,-26-7-1854,-22-8-1704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4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468 30 4050,'0'0'4727,"2"-5"-4222,6-17-353,-8 22-152,0 0 1,0 0 0,0 0-1,0 0 1,0 1 0,0-1 0,0 0-1,-1 0 1,1 0 0,0 0-1,0 0 1,0 0 0,0 0-1,0 0 1,0 0 0,0 0 0,0 0-1,0 0 1,-1 0 0,1 0-1,0 0 1,0 0 0,0 0-1,0 0 1,0 0 0,0 0-1,0 0 1,0 0 0,0 0 0,-1 0-1,1 0 1,0 0 0,0 0-1,0 0 1,0 0 0,0 0-1,0 0 1,0 0 0,0-1 0,0 1-1,0 0 1,-1 0 0,1 0-1,0 0 1,0 0 0,0 0-1,0 0 1,0 0 0,0 0 0,0 0-1,0-1 1,0 1 0,0 0-1,0 0 1,0 0 0,0 0-1,0 0 1,0 0 0,0 0-1,0 0 1,0 0 0,0-1 0,0 1-1,0 0 1,0 0 0,-10 6-1,10-6 2,-86 59 36,-87 52 153,120-83 621,-99 37 1,177-63-706,189 22-59,-167-15-49,0 1 0,72 27 0,-54-8-171,-61-26-66,1-1 0,-1 1-1,0 0 1,0 1 0,0-1-1,0 1 1,0-1 0,-1 1-1,1 0 1,4 9 0,-4 9-3223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5.0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402 31 3890,'0'0'3847,"2"-8"-3607,3-14-214,-14 33-15,-23 29 67,8-18 158,-1-1 0,0-1 0,-2-1 1,0-1-1,-2-2 0,1 0 0,-2-2 1,0-1-1,-1-2 0,-61 15 0,171-23 359,-44-3-566,1 3-1,-1 0 1,0 3-1,56 15 1,-67-13-304,-1 0 0,0 1 0,-1 2 0,0 0 0,0 1 0,-1 1 0,29 25 0,-35-24-3174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5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379 9 3426,'0'0'4468,"-1"-4"-3913,1 4-551,0 0 0,0 0 0,0-1-1,0 1 1,0 0 0,-1 0 0,1-1 0,0 1-1,0 0 1,0 0 0,0 0 0,0-1 0,-1 1-1,1 0 1,0 0 0,0 0 0,0 0 0,-1-1-1,1 1 1,0 0 0,0 0 0,0 0 0,-1 0 0,1 0-1,0 0 1,0 0 0,-1 0 0,1 0 0,0-1-1,0 1 1,-1 0 0,1 0 0,0 0 0,0 0-1,-1 0 1,1 1 0,0-1 0,0 0 0,-1 0-1,1 0 1,0 0 0,-1 0 0,-14 11 71,-25 32-27,20-20 23,-4 1 214,0 0 0,-2-2 0,0-1 0,-2 0 1,0-3-1,-1 0 0,-1-2 0,-48 20 0,139-35 796,-11-2-1081,0 3 1,0 1 0,83 17-1,45 27-3385,-150-38-1508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6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19 244 2833,'0'0'5616,"-3"-15"-4767,-9-44-369,9 44-131,21 21-151,5 17-185,0 1 0,-2 1-1,-1 0 1,0 2 0,16 32 0,-18-30 14,-2 1 1,-2 0-1,16 47 0,-29-77-13,-1 0-1,0-1 1,0 1-1,0 0 1,0 0-1,0 0 1,0 0-1,0-1 1,1 1-1,-1 0 1,0 0-1,0 0 1,0 0-1,0 0 1,0-1-1,1 1 1,-1 0-1,0 0 1,0 0-1,0 0 1,1 0-1,-1 0 1,0 0-1,0 0 0,0 0 1,1 0-1,-1 0 1,0 0-1,0 0 1,0 0-1,1 0 1,-1 0-1,0 0 1,0 0-1,0 0 1,0 0-1,1 0 1,-1 0-1,0 0 1,0 1-1,0-1 1,0 0-1,1 0 1,-1 0-1,0 0 1,0 0-1,0 0 0,0 1 1,0-1-1,1 0 1,-1 0-1,0 0 1,0 0-1,0 1 1,0-1-1,0 0 1,0 0-1,0 0 1,0 1-1,8-24 581,-8 23-588,20-68 380,3-16-759,4 1-1,48-101 1,-50 142-2012,-6 15-1214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6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42 3970,'0'0'5424,"-9"-6"-4747,-3-1-509,7 4-60,-1 0-1,1 0 1,0-1 0,1 1-1,-9-10 623,23 14-669,9 4-58,-1 1 0,0 1 0,0 0 0,0 2-1,17 10 1,9 4 1,65 36 1,16 7 57,-125-66-61,1 0 0,-1 0 0,0 0 0,1 0 0,-1 0 0,0 0 0,1 0 0,-1 0 0,1 0 0,-1 0 0,0 0 0,1 1 0,-1-1 0,0 0-1,1 0 1,-1 0 0,0 1 0,0-1 0,1 0 0,-1 0 0,0 1 0,0-1 0,1 0 0,-1 0 0,0 1 0,0-1 0,0 0 0,1 1 0,-1-1 0,0 0 0,0 1 0,0-1 0,0 0 0,0 1 0,0-1 0,0 0 0,0 1 0,0-1 0,0 1 0,0-1 0,0 0 0,0 1-1,0-1 1,0 0 0,0 1 0,0-1 0,0 0 0,-1 1 0,-18 10 29,18-11-32,-378 174-937,364-169-1150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7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 21 3650,'0'0'5237,"-16"-3"-4338,-49-11-262,48 11-268,41 5-341,0 1 0,0 1 1,-1 1-1,0 1 0,36 15 1,-31-11-13,43 17 7,91 51 1,-23-10-1,-138-67-23,-1-1 1,0 0-1,1 0 1,-1 0-1,1 0 1,-1 0 0,0 1-1,1-1 1,-1 0-1,0 0 1,1 1-1,-1-1 1,0 0-1,0 1 1,1-1-1,-1 0 1,0 1-1,0-1 1,1 0 0,-1 1-1,0-1 1,0 1-1,0-1 1,0 0-1,1 1 1,-1-1-1,0 1 1,0-1-1,0 1 1,0-1 0,0 0-1,0 1 1,0-1-1,0 1 1,0-1-1,-1 1 1,1-1-1,0 0 1,0 1-1,0-1 1,0 1-1,-1-1 1,1 0 0,0 1-1,0-1 1,-1 0-1,1 1 1,0-1-1,0 0 1,-1 0-1,0 1 1,-22 17 32,-34 14-3,-88 35-1,74-37-56,5 0-996,-121 35 0,61-38-3286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4.4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57 494 4418,'0'0'1873,"-3"-31"-1945,-20-198 819,-7-4 672,31 271-1440,-2-9-54,27 387-111,-8-204 228,9 341 71,-24-335-2659,-3-273 292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4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1 185 4882,'0'0'2161,"220"-69"-2145,-63 37 128,10 2-96,-10 6-48,-23 15-48,-27-2-1392,-27 2-497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4.8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1 203 3121,'0'0'3858,"220"-68"-3858,-72 26 0,12 6 0,1 16-96,-22 5-1329,-20 3-271,-33 3-1890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5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1 191 3602,'0'0'2481,"196"-48"-2145,-48 4-112,13 8-224,-10 6-560,-29-3-2193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5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21 400 1985,'0'0'1278,"-1"8"-334,1-2-1002,-4 17 1817,4-23-1740,0 0 0,0-1 0,0 1 0,0 0 0,0 0 0,0 0 0,0 0 1,0 0-1,0 0 0,0 0 0,0 0 0,0 0 0,0 0 0,0 0 0,0 0 0,0 0 0,0 0 0,0 0 1,0 0-1,0-1 0,0 1 0,0 0 0,-1 0 0,1 0 0,0 0 0,0 0 0,0 0 0,0 0 0,0 0 0,0 0 1,0 0-1,0 0 0,0 0 0,0 0 0,0 0 0,0 0 0,0 0 0,0 0 0,-1 0 0,1 0 0,0 0 0,0 0 1,0 0-1,0 0 0,0 0 0,0 0 0,0 0 0,0 0 0,0 1 0,0-1 0,0 0 0,0 0 0,0 0 0,0 0 1,0 0-1,0 0 0,-1 0 0,1 0 0,0 0 0,0 0 0,-4-19 753,-1-20-621,2 0 0,2 0 1,6-70-1,-4 104-153,0 0-1,1 0 1,-1 0-1,1 0 0,0 0 1,0 0-1,0 1 1,1-1-1,0 1 1,0 0-1,0-1 0,0 1 1,1 1-1,0-1 1,-1 0-1,1 1 1,1 0-1,-1 0 1,0 0-1,1 0 0,-1 1 1,9-4-1,-4 3-19,0 0 0,0 0 0,0 1 0,0 0 0,1 0 0,-1 1 0,1 0 0,-1 1 0,1 0 0,-1 1 0,16 2 0,-20-2 1,0 1 0,0 0 0,0 0-1,0 0 1,0 0 0,0 1 0,-1 0-1,1 0 1,-1 0 0,0 1 0,0-1-1,0 1 1,0 0 0,0 0 0,-1 1-1,4 5 1,2 6-9,0 1-1,-1 0 1,8 22 0,-9-18 7,-1 1 0,0 0 0,-2 0 0,3 33 0,-4 91-92,-3-105 126,0-39-7,-2 24-3,2-26 3,0 1-1,0 0 1,0-1-1,0 1 1,0-1-1,0 1 1,0-1-1,-1 1 1,1-1-1,0 1 1,0-1-1,0 0 1,-1 1-1,1-1 1,0 1-1,0-1 0,-1 1 1,1-1-1,0 0 1,-1 1-1,1-1 1,-1 0-1,1 1 1,0-1-1,-1 0 1,1 0-1,-1 1 1,1-1-1,-1 0 1,1 0-1,-1 0 1,1 1-1,-1-1 1,1 0-1,-1 0 1,1 0-1,-1 0 1,0 0-1,-5-10 307,2-15-70,1 0 1,2-1 0,2-42 0,0 13-305,-1 22-65,2-1 0,1 1 0,16-64 0,-16 84 51,1-1 0,1 1-1,0-1 1,1 1-1,0 1 1,1-1-1,0 1 1,1 0-1,1 1 1,0 0-1,18-18 1,-24 27 66,-1 0 1,1-1-1,0 1 1,-1 0-1,1 0 0,0 0 1,0 1-1,0-1 0,0 1 1,1 0-1,-1-1 1,0 1-1,1 1 0,-1-1 1,0 0-1,1 1 0,-1 0 1,1 0-1,-1 0 1,1 0-1,-1 1 0,1-1 1,-1 1-1,0 0 1,1 0-1,-1 0 0,0 0 1,0 0-1,0 1 0,0 0 1,0-1-1,0 1 1,0 0-1,0 0 0,-1 1 1,1-1-1,-1 1 0,0-1 1,1 1-1,-1 0 1,0 0-1,-1 0 0,1 0 1,1 3-1,7 16-3,0 1-1,-2-1 1,-1 2-1,7 33 1,7 100 58,-1-8 60,-19-142-97,1 0 0,-1-1 0,1 1-1,1-1 1,-1 1 0,1-1 0,5 8-1,-6-12-37,-1 1 0,1-1 0,1 0 0,-1 1-1,0-1 1,0 0 0,1-1 0,-1 1 0,1 0-1,0-1 1,0 1 0,-1-1 0,1 0 0,0 0-1,0 0 1,0 0 0,6 0 0,38 1-2396,8-2-1203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6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516 164 2849,'0'0'2455,"-22"-23"-1839,-74-75 64,91 94-633,0-1 0,-1 1 0,0 0 0,0 0 0,0 1 0,0 0 0,0 0 0,-1 1-1,1-1 1,-1 1 0,0 1 0,1-1 0,-1 1 0,0 0 0,0 1 0,0 0 0,0 0 0,-13 2-1,-7-1 61,18-1-99,0 1 0,0 0 0,0 0 1,1 1-1,-1 0 0,1 1 0,-1 0 0,1 0 0,0 0 0,0 1 0,0 1 0,0-1 0,1 1 1,0 1-1,0-1 0,0 1 0,1 0 0,0 1 0,0-1 0,0 1 0,1 0 0,0 1 1,-5 10-1,1 0-20,1 1 0,0-1 1,2 1-1,0 1 0,1-1 0,1 1 1,1 0-1,1 0 0,0 27 1,1-27 16,1 1 1,1-1 0,1 0 0,1 0 0,8 27 0,-10-42-4,1 1 0,0-1-1,1 0 1,-1 0 0,1-1 0,0 1 0,0-1-1,1 1 1,-1-1 0,1 0 0,0 0 0,0-1 0,0 1-1,0-1 1,1 0 0,0 0 0,-1 0 0,1 0-1,0-1 1,0 0 0,0 0 0,1-1 0,-1 1 0,0-1-1,10 1 1,-1 0-3,1 0-1,0-1 0,0 0 1,-1-2-1,1 1 0,0-2 1,0 0-1,-1-1 1,1 0-1,-1-1 0,0-1 1,0 0-1,-1-1 0,1 0 1,-1-1-1,-1-1 1,19-13-1,-19 11-5,-1 0 1,0-1 0,-1 0-1,0-1 1,-1 0-1,0 0 1,-1-1-1,0 0 1,-1 0 0,0-1-1,-1 0 1,-1 0-1,-1-1 1,0 1-1,0-1 1,2-27-1,-5 25-3,2-4 15,-2-1 1,0 1-1,-2-1 0,0 0 1,-8-38-1,9 60 18,0-1-12,0 1 0,0-1 0,0 1-1,0-1 1,0 1 0,0 0 0,0-1-1,0 1 1,-1-1 0,1 1 0,0-1 0,0 1-1,-1 0 1,1-1 0,0 1 0,0 0-1,-1-1 1,1 1 0,0 0 0,-1-1-1,1 1 1,0 0 0,-1-1 0,1 1-1,-1 0 1,1 0 0,-1 0 0,1-1-1,0 1 1,-1 0 0,1 0 0,-1 0-1,1 0 1,-1 0 0,0 9-14,2 19-10,2-1 1,1 1-1,1 0 0,2-1 0,0 0 0,2-1 0,1 0 1,1 0-1,1-1 0,27 42 0,-33-59 21,0 0 0,0 0 0,0 0 0,1-1 0,0 0 0,16 11 0,-18-14-190,1-1 0,-1 0 1,1 0-1,0-1 1,-1 0-1,1 0 0,0 0 1,0-1-1,1 0 1,-1 0-1,12 0 0,25-1-2854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6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0 2913,'0'0'2345,"-3"34"-2011,-6 81 69,11 217 0,74 151-217,-35-253-106,-39-222 390,-1-10-66,0-24 203,-4-45-220,1 27-384,1 0-1,7-58 1,-4 88-20,1 1 0,0-1 0,1 0 0,0 1 0,1 0-1,1 0 1,0 0 0,0 1 0,1 0 0,1 0 0,12-15-1,-15 21-25,1 0 0,0 0-1,0 0 1,0 1 0,1 0-1,0 0 1,0 1 0,0-1-1,0 2 1,1-1 0,-1 1-1,1 0 1,0 0 0,0 1-1,0 0 1,0 1-1,1 0 1,-1 0 0,14 1-1,-18 0 28,1 1 0,-1-1 0,0 1 0,1 0-1,-1 0 1,0 0 0,0 1 0,0 0 0,0 0-1,0 0 1,0 0 0,-1 0 0,1 1 0,-1-1 0,5 5-1,-2-1 2,-1 1-1,1 0 0,-1 0 1,0 0-1,-1 1 1,0-1-1,4 11 0,1 6 8,-2 0 0,0 0 0,-2 1 0,4 37 0,-5-14 80,-2 0 0,-6 60 0,3-96-12,-1-1 0,-1 0 1,1 0-1,-2 0 0,0-1 0,0 1 0,-1-1 0,0 0 0,0 0 0,-2-1 0,1 1 0,-1-1 0,0-1 0,-1 1 1,0-1-1,-9 7 0,6-6-51,0-1 1,-1 0 0,0-1-1,0 0 1,-1-1 0,0 0-1,0-1 1,-1-1 0,1 0-1,-1 0 1,0-2 0,-14 2 0,21-3-130,1-1 1,-1 0 0,1 0 0,0-1 0,-8 0 0,13 0 36,-1 1 0,0-1 0,0 0 0,0 0 0,0 1 0,0-1 1,1 0-1,-1-1 0,0 1 0,1 0 0,-1 0 0,1-1 1,0 1-1,-1-1 0,1 1 0,0-1 0,0 0 0,0 1 1,-2-4-1,0-4-477,0 0-1,1 0 1,-2-18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7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1143 1857,'0'0'1342,"26"25"-1289,84 77 6,-104-96-35,0-1 1,0 0 0,1 0-1,10 5 1,-15-9-1,-1-1 0,1 1 0,-1-1 0,1 1 0,-1-1 0,1 0 0,0 0 0,-1 0 0,1 0 0,-1 0 0,1 0 0,1 0 0,8-1 189,-7 1-166,0-1 0,1 0 1,-1 0-1,-1 0 0,1 0 0,0-1 0,0 0 0,0 1 0,-1-1 1,1-1-1,-1 1 0,0 0 0,1-1 0,-1 0 0,0 0 0,0 0 1,-1 0-1,1 0 0,-1 0 0,0-1 0,1 1 0,1-6 0,5-9-3,-1 0 0,0-1 0,6-26-1,-6 13 103,-1 0-1,-2 0 1,1-40 0,-5-102 505,-3 84-399,2-23 254,-6 0 0,-4 1 0,-6 0 0,-33-126 0,41 212-232,6 25-68,0 9-173,0 16-93,2-22 54,5 366-239,29 1 307,-32-354-59,46 233 20,-39-213-23,1 0 0,2-1 0,1-1 0,34 59 0,-43-85 0,1 1 1,0-1-1,1 0 0,0-1 0,0 1 0,0-1 0,1-1 0,0 1 0,0-1 0,0 0 0,1-1 0,-1 1 0,1-2 0,11 5 1,-8-5-3,1 0 1,-1-1-1,1 0 1,0-1-1,0 0 1,0-1-1,0 0 1,-1-1-1,25-5 1,-21 2-15,-1 0 0,1-2-1,-1 1 1,0-2 0,0 0 0,-1-1-1,1 0 1,-2-1 0,1-1 0,-2 0-1,13-12 1,6-9-43,-2-2-1,43-63 1,-47 58 58,-1-1 0,-1-2 0,21-56 0,-33 69 19,-1 0 0,-2-1-1,0 1 1,-2-2-1,-1 1 1,0-34 0,-4 58 10,0 0 1,0 0-1,0 0 1,-1-1-1,1 1 1,-1 0-1,0 0 1,-3-8 0,2 12-1,1-1 0,0 1 0,-1-1 0,0 1 0,1-1 0,-1 1 0,1 0 0,-1 0 0,0 0 0,0 0 1,0 0-1,0 0 0,0 1 0,0-1 0,0 1 0,0-1 0,0 1 0,0 0 0,0-1 0,0 1 0,0 0 0,0 1 1,-3-1-1,-1 1-16,-1-1 1,1 1-1,-1 1 1,1-1-1,0 1 1,0 0-1,0 1 1,0-1-1,0 1 1,1 0-1,-1 1 1,1-1-1,-1 1 1,1 0-1,1 1 1,-8 7-1,-7 9-17,2 1 0,-24 39 0,33-48 16,-11 18 46,1 1 0,2 1 0,1 0 0,2 1 0,1 1 0,1 0 0,3 0 1,0 1-1,-3 61 0,10-84-40,0 1 0,1-1 1,1 0-1,1 0 0,-1 1 1,2-1-1,0 0 0,0-1 1,2 1-1,9 21 0,-9-25-10,1-1 0,0 1 0,0-1 0,0-1 0,1 1 0,1-1 1,-1-1-1,1 1 0,0-1 0,0-1 0,1 1 0,0-1 0,0-1 0,16 6 0,-2-2-2,0-1 1,0-2-1,1 0 0,0-2 1,0 0-1,0-2 0,32-1 1,-22-3-266,-1-1 1,1-1 0,-1-2-1,54-18 1,68-45-3491,-154 70 3733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7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0 137 7235,'0'0'2417,"176"-26"-2417,-31-13-16,10 0-1536,-25 7-2354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7.3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0 125 4210,'0'0'2561,"259"-89"-2593,-129 54-1313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7.9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318 36 3826,'0'0'5026,"0"5"-4615,1 38-598,78 583 649,-58-469-446,-10-81 32,38 142 0,-46-209-46,-1-10-2,-1-9-6,-1 9 4,0-34-165,-1 1 0,-2-1-1,-10-48 1,-29-97-100,-27-258 0,62 362 303,-3 1-1,-21-79 1,29 140-35,-3-12 61,5 26-56,0-1-1,0 1 1,-1-1 0,1 1-1,0-1 1,0 1-1,-1 0 1,1-1-1,-1 1 1,1-1-1,0 1 1,-1 0 0,1-1-1,-1 1 1,1 0-1,-1 0 1,1-1-1,-1 1 1,1 0-1,-1 0 1,1 0 0,-1-1-1,1 1 1,-1 0-1,0 0 1,1 0-1,-1 0 1,1 0-1,-1 0 1,1 0 0,-1 0-1,1 1 1,-1-1-1,1 0 1,-1 0-1,0 0 1,1 1-1,-1-1 1,-3 2-11,0 1 0,0-1 0,0 1 0,0 0 0,1 0 0,-1 0 0,1 0 0,0 0 0,0 1 0,0-1 0,0 1 0,-3 7 0,-6 7-15,-39 58-266,-70 137 1,69-105-2012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8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0 206 4018,'0'0'0,"244"-81"-304,-90 40 64,13 11 240,-7 9 384,-3 6-384,-23-2-528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9.1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120 283 6275,'0'0'1123,"-11"-13"-816,4 5-280,4 5-26,1-1-1,-1 1 1,1 0-1,-1 1 1,0-1-1,0 1 1,0-1-1,0 1 1,-5-3-1,7 5-2,1 0 0,-1 0 1,1 0-1,-1 0 0,1 0 0,-1 0 0,0 0 0,1 0 1,-1 0-1,1 0 0,-1 0 0,1 0 0,-1 0 0,0 0 1,1 1-1,-1-1 0,1 0 0,-1 0 0,1 1 0,-1-1 1,1 0-1,-1 1 0,1-1 0,-1 0 0,1 1 0,0-1 1,-1 1-1,-1 2-7,0 0-1,1 0 1,0 0 0,-1-1 0,1 1 0,0 0 0,1 0 0,-2 6-1,-16 104 50,5 0 1,3 160-1,10-257-38,-1 1 1,2 0 0,0 0 1,4 21-1,-4-33-3,0-1 1,0 0 0,0 0-1,1 0 1,-1 0-1,1 0 1,0-1 0,0 1-1,1 0 1,-1-1-1,1 0 1,0 1 0,0-1-1,0 0 1,0-1-1,0 1 1,1 0 0,3 1-1,0 0 3,1-1 0,-1 0 0,1-1-1,0 0 1,0 0 0,0 0 0,0-1 0,0-1 0,0 1-1,0-1 1,0 0 0,0-1 0,0 0 0,12-3-1,-8 1 4,0 0-1,-1-1 1,1-1-1,-1 0 0,0 0 1,-1-1-1,1 0 1,17-15-1,-3-2-1,-2-1 0,-1-1 0,-1-1 0,-1-1 0,-1-1 0,-2 0 0,-1-1 0,-1-1 0,-1-1 0,-2 0 0,-1-1 0,-2 0 0,0 0 0,-3-1 0,-1 0 0,-1 0 0,-1-43 0,-2 64-2,-2-28 156,1 39-151,0 0 0,0 1-1,0-1 1,0 0 0,0 0 0,0 1-1,-1-1 1,1 0 0,0 0 0,-1 1 0,1-1-1,0 0 1,-1 1 0,1-1 0,-1 0-1,1 1 1,-1-1 0,1 1 0,-1-1-1,1 1 1,-1-1 0,0 1 0,1-1 0,-1 1-1,0-1 1,1 1 0,-1 0 0,0-1-1,1 1 1,-1 0 0,0 0 0,0 0 0,0 0-1,1 0 1,-1-1 0,0 1 0,0 0-1,0 1 1,0-1-9,1 0 0,-1 0 0,0 0-1,1 1 1,-1-1 0,1 0 0,-1 1 0,1-1 0,-1 0-1,1 1 1,0-1 0,-1 1 0,1-1 0,-1 0 0,1 1-1,0-1 1,-1 1 0,1-1 0,0 1 0,0-1 0,-1 1-1,1 0 1,0-1 0,0 1 0,0-1 0,0 2-1,-6 21-31,1 0-1,1 0 1,2 1-1,0-1 0,1 1 1,3 28-1,-1-2 29,-1-15 12,2 0 1,2-1-1,0 1 0,15 50 0,-11-62-3,0 0 0,1 0 0,1 0-1,2-2 1,0 1 0,1-1 0,19 23 0,-26-37-1,1 0 1,-1 0-1,1 0 0,0-1 1,1 0-1,0-1 1,0 0-1,0 0 1,0 0-1,16 5 0,-19-9 2,0 1-1,-1-1 0,1 0 0,0 0 1,0-1-1,0 0 0,0 1 0,0-2 1,0 1-1,-1 0 0,1-1 0,0 0 1,0 0-1,0-1 0,-1 1 0,1-1 1,-1 0-1,1 0 0,-1 0 0,0-1 1,0 0-1,7-5 0,-1-2 20,-1 0-1,0-1 1,-1 0 0,0 0-1,-1-1 1,0 0 0,-1 0 0,0-1-1,7-23 1,-3 2 20,-1 0 1,7-63 0,-11 60-29,-2-1 0,-2 1 0,-2 0 1,-1-1-1,-2 1 0,-1 0 1,-2 0-1,-1 1 0,-3 0 0,-24-60 1,11 47-865,-39-59 1,28 55-1844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9.5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1169,'0'0'4578,"0"9"-4378,2 50-89,18 105 0,26 65 87,-28-147-159,7 41 0,72 298 36,-91-403-32,-6-18-40,0 0-1,1 0 1,-1 1-1,0-1 0,0 0 1,0 0-1,0 0 0,0 0 1,0 0-1,0 0 0,0 0 1,0 0-1,0 0 0,0 0 1,1 0-1,-1 0 0,0 0 1,0 0-1,0 0 0,0 0 1,0 0-1,0 0 0,0 0 1,0 0-1,1 0 0,-1 0 1,0 0-1,0 0 0,0 0 1,0 0-1,0 0 0,0 0 1,0 0-1,0 0 0,0 0 1,0 0-1,1 0 0,-1 0 1,0 0-1,0-1 0,0 1 1,0 0-1,0 0 0,0 0 1,0 0-1,0 0 0,0 0 1,0 0-1,0 0 0,0 0 1,0 0-1,0-1 0,0 1 1,0 0-1,0 0 0,0 0 1,0 0-1,0 0 0,0 0 1,0 0-1,0 0 0,0 0 1,0-1-1,0 1 0,0 0 1,0 0-1,0 0 0,2-35 317,-4-75 71,-1 44-382,3 0 0,3 0-1,16-91 1,-15 138-26,1 1 0,1 1 0,0-1 0,1 1 0,1 0 0,14-21 0,-20 34 6,1-1 0,1 0 0,-1 1 0,1 0 0,-1 0 0,1 0 0,1 0 0,-1 0 0,0 1 0,1 0 0,0 0 0,0 0 0,0 0 0,0 1 0,0 0 0,0 0 0,0 0 0,1 1 0,-1 0 0,1 0 0,-1 0 0,1 1 0,0-1 1,-1 1-1,7 1 0,-8 0 4,0 0 0,0 0 1,0 1-1,0 0 1,0-1-1,0 1 0,0 0 1,-1 1-1,1-1 1,-1 1-1,1 0 0,-1 0 1,0 0-1,0 0 1,-1 0-1,1 0 0,0 1 1,-1 0-1,2 3 1,5 10-2,-2-1 1,0 1-1,5 21 1,-10-33 7,7 27 17,-2-1 1,-1 1-1,3 47 1,-6 97 305,-3-121-177,-2-6-282,-2 0-1,-10 50 0,13-84-2239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39.8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18 412 2097,'0'0'3418,"33"-13"-2679,109-40-820,-108 43-67,0 1 0,1 2 0,62-5-1,-71 10 110,0-1-1,0-2 0,0 0 0,36-13 0,-58 17 38,0-1-1,0 0 1,0-1-1,0 1 1,0-1 0,0 1-1,0-1 1,-1 0-1,0 0 1,1-1-1,-1 1 1,0-1 0,4-7-1,-5 8 7,-1 0-1,0 0 1,0 0-1,0 0 1,0-1-1,0 1 0,0 0 1,-1-1-1,0 1 1,0 0-1,0-1 1,0 1-1,0 0 1,0 0-1,-1-1 1,0 1-1,0 0 1,0 0-1,0-1 1,0 1-1,-3-5 1,-2 0 16,1 0 0,-1 1 0,-1 0 0,1 0 0,-1 0 0,0 1-1,-1 0 1,1 0 0,-1 1 0,-1 0 0,-8-4 0,-10-4 106,-1 1-1,-36-10 1,36 15-6,1 1-1,-1 1 1,0 1 0,0 2-1,-47 1 1,69 2-64,0-1-1,-1 1 1,1 1 0,0-1 0,0 1 0,0 0-1,0 0 1,0 0 0,0 1 0,0 0 0,1 1 0,0-1-1,-10 9 1,8-6 4,0 2 1,1-1-1,0 1 0,0 0 1,0 0-1,1 1 0,1-1 1,-5 13-1,0 3 74,2 0-1,1 1 1,0 0 0,2 0-1,1 0 1,0 26-1,3-39-104,0 1 0,1-1 0,0 1 0,1-1 0,0 0 0,1 1 0,1-1 0,0 0 0,0-1-1,1 1 1,11 17 0,-7-15-14,1-1 0,0 0 0,1-1 0,1-1-1,0 1 1,0-2 0,1 0 0,22 13 0,-13-11-239,2 0 1,0-2-1,0 0 1,0-2-1,1-1 1,1-1-1,-1-1 1,1-1-1,0-1 1,0-1-1,0-2 1,34-3-1,51-9-2446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40.3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27 520 3826,'0'0'3695,"-4"-6"-3677,-15-21 1879,18 23-1683,0 0 0,0 0 0,1 0-1,0 0 1,-1 0 0,1 0 0,1 0 0,0-6-1,1-11 54,-2 8-224,-1 1-36,0 0 0,1-1 0,1 1 0,0-1-1,1 1 1,0 0 0,1 0 0,0 0 0,1 0-1,1 0 1,7-14 0,-8 18-23,1 0 0,1 1 0,-1-1 0,1 1-1,1 1 1,-1-1 0,1 1 0,0 0 0,0 1 0,1-1 0,0 1 0,0 1-1,0 0 1,0 0 0,1 0 0,-1 1 0,1 0 0,0 1 0,0 0 0,0 1-1,0 0 1,15-1 0,-20 2 3,1 1 0,0-1 0,0 1 0,0 0 0,0 0 0,0 1 0,0-1 0,-1 1 0,1 0 0,-1 0 0,1 1 1,-1-1-1,0 1 0,0 0 0,5 5 0,-2-1-25,0 0 0,-1 1 1,0 0-1,0 0 1,-1 0-1,0 1 1,5 12-1,0 7-40,0 0 1,-2 0-1,-2 0 0,5 42 1,-6-18 87,-4 61 0,-1-67 10,0-45 100,0-7 229,-1-34 8,0 9-340,1-1 0,2 1-1,0-1 1,2 1-1,12-43 1,-5 41-96,2 0 0,2 1 0,0 1 0,21-29 0,-25 42-101,1 2 0,1-1 0,0 2-1,1 0 1,1 0 0,0 2-1,1 0 1,21-13 0,-30 21 118,1 1 1,0 0-1,0 1 0,0 0 1,0 1-1,1-1 1,-1 1-1,1 1 1,-1 0-1,1 0 1,0 1-1,-1 0 0,11 1 1,-15-1 53,0 1 0,-1 0-1,1 0 1,0 0 0,-1 1 0,1-1 0,-1 1-1,1 0 1,-1 0 0,0 0 0,1 1 0,-1-1-1,0 1 1,-1-1 0,1 1 0,0 0 0,-1 0-1,0 0 1,1 0 0,-1 1 0,-1-1 0,1 1-1,0-1 1,1 7 0,3 8 6,-2 0 0,0 1 0,2 35 0,-5-43 7,6 98 172,-6-67 155,1-1 1,17 79-1,-17-111-276,0 0 1,1-1 0,1 0-1,-1 1 1,1-1-1,0-1 1,1 1 0,0-1-1,0 1 1,1-1-1,0-1 1,0 1 0,13 9-1,-9-9-19,0-1 0,1 0 0,-1-1 0,1 0-1,0-1 1,1 0 0,-1-1 0,1 0 0,-1-1 0,16 1 0,0-1-186,1-1 0,0-2 1,0-1-1,-1 0 1,1-3-1,-1 0 0,0-1 1,0-2-1,45-20 1,103-64-7085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40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65 284 4482,'-7'-27'1067,"-3"-6"-675,-6-20 206,-9-55 0,23 99-350,0-1 1,1 0-1,0 0 1,1-12-1,0 22-240,0 0 0,0 0 0,0 0 0,0-1 0,0 1 0,0 0 0,0 0 0,0 0 0,0 0 0,0 0 0,0 0 0,0 0 0,0 0 0,1 0 0,-1 0 0,0 0 0,0 0 0,0 0 0,0 0 0,0-1 0,0 1 0,0 0 0,0 0 0,1 0 0,-1 0 0,0 0 0,0 0 0,0 0 0,0 0 0,0 0 0,0 0 0,0 0 0,0 0 0,1 0 0,-1 1 0,0-1 0,0 0 0,0 0 0,0 0 0,0 0 0,0 0 0,0 0 0,0 0 0,0 0 0,1 0 0,-1 0 0,0 0 0,0 0 0,0 0 0,0 0 0,0 1 0,0-1 0,0 0 0,0 0 0,0 0 0,0 0 0,0 0 0,0 0 0,0 0 0,0 0 0,0 1 0,0-1 0,0 0 0,0 0 0,0 0 0,9 16 424,34 106-161,2 23-172,40 236 0,-26 164 108,-58-526-206,17 187-55,-18-204 43,2 7-64,-1 0-1,1 0 1,1 0-1,3 9 1,-5-16-55,0 0 0,0 0 0,0 1 1,1-2-1,-1 1 0,0 0 0,1 0 0,0 0 0,-1-1 0,1 1 0,0-1 1,0 1-1,0-1 0,0 0 0,0 0 0,0 0 0,0 0 0,1 0 0,2 1 1,38 1-3615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41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319 0 7059,'0'0'203,"-32"21"-152,6-5-45,8-6 1,0 0-1,1 1 1,0 1-1,1 1 1,1 0 0,0 1-1,1 1 1,0 0-1,1 1 1,1 0-1,-11 19 1,11-12 134,2 0 0,0 1 0,2 0 0,1 1 0,0-1 0,2 1 0,-4 51 0,9-63-59,0 0 0,1 1 0,0-1 0,1 0 0,0 0 0,2 1 0,5 15 0,-6-20-65,1-1 0,0 0 0,1-1 0,0 1 0,0-1 0,0 1 0,1-2 0,0 1 0,0-1 0,1 0 0,13 10 0,-7-8-13,0 0 0,1-1 0,1-1 0,-1 0 0,1-1 0,-1-1 0,1 0 0,1-1 0,-1 0 0,0-2 0,1 1 0,-1-2 0,1 0 0,-1-1 0,1-1 0,-1 0 0,17-5 0,-21 4 8,-1 1 0,0-2 1,1 0-1,-1 0 0,-1-1 0,1 0 0,-1-1 1,0 0-1,0 0 0,0-1 0,-1 0 0,0 0 1,-1-1-1,1 0 0,-2-1 0,1 0 0,-1 0 1,0 0-1,-1 0 0,0-1 0,-1 0 0,0 0 1,0 0-1,-1-1 0,2-11 0,-2 5 27,-1 0 0,-1 0 1,0 1-1,-1-1 0,-1 0 0,0 0 0,-1 0 0,-1 1 0,-1-1 0,0 1 1,-2 0-1,1 0 0,-2 1 0,-9-18 0,-4 4-177,-1 0 0,-2 2 0,-1 1 0,-31-28 0,15 15-1829,26 25-2264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41.6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27 369 5539,'0'0'2385,"-4"19"-2295,-4 15 51,2 1 1,-1 39-1,6-59-115,0 0 1,2 0 0,0 1 0,0-1 0,2 0-1,0 0 1,0 0 0,11 27 0,-10-33-22,1-1 1,0 1 0,0-1-1,0 0 1,1-1 0,0 1-1,1-1 1,-1 0 0,9 6-1,-10-9-2,1-1 0,0 1 0,1-1 0,-1 0-1,0 0 1,1-1 0,-1 0 0,1 0 0,0 0-1,0-1 1,0 0 0,0-1 0,9 1 0,-8-2 7,1 1 0,-1-1 0,0-1 0,0 1 0,0-1 1,1-1-1,-2 0 0,1 0 0,0 0 0,13-9 0,-9 4 4,-1 0 0,-1-1 0,1 0 0,-2 0 0,1-1 0,10-15 0,-7 7 6,-1-1 0,-1-1 0,-1 1 0,0-2 0,-1 1 0,-2-1 0,0-1 0,5-26 0,-2-109 295,-10 156-240,0 39-121,2-1-1,2 0 1,13 57 0,-14-80 49,1 1 0,1-1 1,0 0-1,1 0 0,0-1 0,1 0 0,1 0 0,0 0 0,0-1 0,1 0 0,1-1 1,13 13-1,-21-22 5,1 0 0,0 0 0,0 0 0,0 0 0,0 0 0,0 0 0,0-1 0,1 1 0,-1-1 0,0 0 0,1 0 0,-1 0 1,1-1-1,-1 1 0,1-1 0,-1 0 0,1 0 0,-1 0 0,1 0 0,0-1 0,-1 1 0,1-1 0,-1 0 0,0 0 0,1 0 0,-1 0 1,0-1-1,0 0 0,1 1 0,-1-1 0,-1 0 0,1 0 0,0-1 0,0 1 0,-1-1 0,1 1 0,-1-1 0,0 0 0,2-3 0,3-8 122,0 0 0,-1 0 0,-1-1 0,0 0 0,-2 0 0,1 0 0,1-27-1,-1-113 272,-5 137-379,-1-24 6,-3 0 0,-2 1 0,-20-71 0,6 27-1108,14 42-1687,6 21-1731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42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1 607 4322,'0'0'2358,"36"-3"-2915,4 1 452,1 1 73,0-3 0,0-1 0,61-16 1,-48 7 39,0-1 0,-2-3 0,86-41 0,-133 56 3,-1 0 0,1 0 0,-1 0 0,0-1 1,0 1-1,0-1 0,-1 0 0,1 0 0,-1-1 0,0 1 1,4-6-1,-6 7-1,0 0-1,0 1 1,0-1 0,0 0 0,0 1 0,-1-1 0,1 0-1,-1 0 1,0 0 0,0 1 0,0-1 0,0 0 0,0 0-1,0 0 1,-1 0 0,0 1 0,1-1 0,-1 0 0,0 1-1,0-1 1,-1 0 0,-1-3 0,-2 0 16,0 1 0,0 0 0,0-1 1,0 2-1,-1-1 0,0 1 0,0-1 0,0 2 1,-1-1-1,-11-4 0,-7-2 130,-44-12 0,34 15-39,0 1 0,0 2-1,-69 1 1,97 3-110,0 0 0,0 0 0,0 1 0,0-1 1,0 2-1,0-1 0,1 1 0,-1 0 0,1 0 0,-1 1 0,1-1 0,0 2 1,0-1-1,0 1 0,0 0 0,0 0 0,1 0 0,0 1 0,0 0 0,0 0 0,1 0 1,-1 0-1,-4 10 0,0 0-8,1 0 0,0 0 0,1 1 0,1 0 0,1 1 0,0-1-1,1 1 1,-2 23 0,0 17-2,3 65 0,3-104 1,1-1-1,0 1 1,2 0 0,0-1 0,9 29 0,-9-36 1,1-1-1,1 1 1,-1-1-1,2 0 1,-1 0 0,1-1-1,0 0 1,1 0 0,0 0-1,0-1 1,9 7-1,-5-6 1,0-1 0,0 0-1,1-1 1,-1 0-1,1-1 1,0 0 0,1-1-1,-1 0 1,1-1-1,16 2 1,14-1-3,75-1 0,-116-3 3,24-1-35,0-1-1,1 0 1,-1-2-1,-1-1 0,1-2 1,-1 0-1,0-1 1,0-2-1,-1 0 1,0-2-1,-1-1 0,-1 0 1,22-18-1,-18 12 45,-1-2-1,-1-1 1,0 0-1,-2-2 1,-1-1-1,29-44 1,-37 49 44,-2-2 0,0 0 0,-1 0 0,-1 0 0,-1-1 0,-1-1 0,-1 1 1,-2-1-1,4-36 0,-7 45 41,1-16 134,-3-55 1,1 78-101,-1 1 1,0 0 0,-1-1 0,1 1 0,-1 0-1,-1-1 1,0 1 0,0 1 0,0-1-1,0 0 1,-1 1 0,-8-11 0,-2 6 609,13 11-729,1 0 0,-1 0 0,1 0-1,-1 0 1,1 0 0,0 0 0,-1 0 0,1 0-1,-1 0 1,1 0 0,-1 0 0,1 0 0,0 0 0,-1 1-1,1-1 1,-1 0 0,1 0 0,0 0 0,-1 1 0,1-1-1,-1 0 1,1 0 0,0 1 0,0-1 0,-1 0-1,1 1 1,0-1 0,-1 0 0,1 1 0,0-1 0,0 1-1,0-1 1,-1 0 0,1 1 0,0-1 0,0 1-1,0-1 1,0 0 0,0 1 0,0-1 0,0 1 0,0-1-1,0 1 1,0-1 0,0 1 0,0-1 0,0 0-1,0 2 1,-3 72-96,2 1 0,18 141 0,-2-135 97,26 80-1,-12-55 37,-27-131 168,-5-25-170,-2 0 0,-15-63 0,8 52-270,-5-76-1,16 127 191,-1-15-137,2-1 0,0 0 0,6-39 0,-5 58 121,1-1 1,0 0-1,1 1 0,0 0 0,0-1 1,0 1-1,1 0 0,0 1 0,0-1 1,0 1-1,1-1 0,0 1 0,1 1 1,-1-1-1,1 1 0,7-5 0,4-1-169,1 0 0,1 1-1,0 1 1,0 1 0,1 1-1,33-8 1,132-16-917,-92 17 921,-91 14 219,36-6 112,1-1-1,72-25 1,-109 31 551,-15 2 1940,7 1-2555,0 0 1,1 0-1,-1 1 1,1 0-1,0 0 1,-1 0-1,1 0 1,1 1-1,-1 0 0,1 0 1,-1 0-1,1 1 1,0-1-1,-4 8 1,-6 8-11,1 1 0,-13 29 0,13-21 97,1 1 1,2 0-1,1 1 0,2-1 1,0 2-1,3-1 0,0 1 1,2-1-1,1 1 0,4 35 0,-2-56-102,0-1-1,1 1 1,0-1-1,1 1 1,0-1-1,1 0 0,0 0 1,0-1-1,7 12 1,-6-14-28,1 0 0,-1-1 0,1 1 0,0-1 0,1 0 1,0-1-1,0 0 0,0 0 0,0 0 0,1-1 0,12 6 1,4-2-58,0 0 0,1-2 1,0-1-1,0-1 0,0 0 1,1-2-1,-1-2 0,0 0 0,1-1 1,-1-2-1,37-7 0,-7-5-1405,100-42-1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43.4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544 266 4450,'-12'-28'1198,"-3"-8"-701,-67-153 2215,75 178-2217,4 10-209,7 29-368,57 172-179,-8-28 304,45 225 24,15 53-30,-109-435-35,-4-12-1,0 0 0,1-1 0,0 1-1,0-1 1,-1 1 0,2-1 0,-1 1 0,0-1 0,0 0-1,1 0 1,-1 1 0,4 2 0,-4-29 290,-2-5-304,-2 0 0,-1 0 0,-1 1 0,-1-1 1,-2 1-1,-1 0 0,-1 1 0,-1 0 0,-1 1 0,-2 0 1,-26-38-1,22 39-112,0 1 1,-2 1 0,0 0-1,-2 2 1,0 1 0,-1 0-1,-1 2 1,-1 0 0,-1 2-1,0 1 1,-36-15 0,47 24 109,-1 1 1,0 0 0,0 1 0,-1 1 0,1 1-1,-1 0 1,1 1 0,-23 2 0,33-1 12,1 1 0,-1 0 0,0 0 0,1 0 1,-1 1-1,1 0 0,0 0 0,0 0 0,0 1 1,0 0-1,0 0 0,0 0 0,-7 6 0,6-2-5,-1 0 0,1 0 0,1 0 0,-1 1 0,1-1 0,1 1 0,-7 15 0,2 2-8,1-1 0,1 1 1,1 1-1,2-1 0,-2 30 0,2-21 35,2-1 1,2 1-1,1 0 1,9 56-1,-7-76-14,1 0 0,0-1 0,1 1 0,0-1-1,1 0 1,0 0 0,1-1 0,1 0 0,0 0 0,0 0-1,1-1 1,1-1 0,18 17 0,-12-15-2,0 0 1,1-2-1,0 1 0,1-2 1,0-1-1,1 0 0,0-1 1,0-1-1,0-1 1,32 5-1,13-3 28,124-2 0,-152-6-34,0-2 0,-1-1 0,1-2-1,-1-2 1,-1 0 0,63-26 0,-77 26 7,-1-1 1,0-1-1,-1-1 1,0 0-1,-1-1 1,0-1-1,-1-1 1,0 0-1,-1-1 1,-1-1-1,0 0 1,20-33-1,-26 34 14,-1 0-1,-1-1 1,0 0-1,-1-1 1,0 1 0,-2-1-1,4-33 1,-5 0 21,-5-68 1,2 102-33,-1-1 0,-1 1 0,0-1 0,-1 1 0,-1 0 0,0 1 0,-8-17 0,6 20 74,7 12-82,0-1-1,-1 1 1,1 0 0,0 0-1,0 0 1,0 0 0,0 0-1,0 0 1,0 0-1,0 0 1,0 0 0,-1 0-1,1 0 1,0 0 0,0 0-1,0 0 1,0-1-1,0 1 1,0 0 0,0 0-1,-1 0 1,1 0 0,0 0-1,0 0 1,0 0-1,0 0 1,0 1 0,0-1-1,-1 0 1,1 0 0,0 0-1,0 0 1,0 0-1,0 0 1,0 0 0,0 0-1,0 0 1,0 0 0,-1 0-1,1 0 1,0 0-1,0 0 1,0 1 0,0-1-1,0 0 1,0 0 0,0 0-1,0 0 1,0 0-1,0 0 1,0 0 0,0 1-1,0-1 1,0 0 0,0 0-1,0 0 1,0 0-1,0 0 1,0 0 0,0 1-1,0-1 1,0 0 0,0 0-1,-2 21-74,1-1 1,0 1-1,2-1 0,0 1 0,7 30 1,-7-48 74,20 126 49,14 106-525,-34-214-1530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43.6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 6435,'0'0'2561,"50"-12"-5730,15 15-1778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44.2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902 151 880,'0'0'6761,"-14"-23"-6262,-2-2-311,-34-44 0,46 65-182,1 1 1,-1 0 0,1 0-1,-1 0 1,0 1-1,0 0 1,-1-1 0,1 1-1,0 1 1,-1-1-1,1 0 1,-1 1 0,1 0-1,-1 0 1,0 1-1,1-1 1,-1 1 0,0 0-1,1 0 1,-1 1-1,-5 0 1,-10 0 5,12-1-10,-1 0-1,0 1 0,1 0 1,-1 1-1,1 0 0,0 0 1,0 1-1,-1 0 0,1 0 1,-9 6-1,6-2-6,0 1 0,0 0 0,1 1-1,0 0 1,0 1 0,-8 10 0,5-4 1,1 0 1,0 1-1,1 0 1,1 1-1,1 0 1,1 0-1,0 1 1,1 0-1,1 1 0,1-1 1,1 1-1,0 0 1,2 0-1,-1 34 1,3-48 0,0 0-1,0 0 1,0 0 0,1 0 0,0 0 0,0 0 0,1 0 0,-1-1 0,1 1 0,1 0 0,-1-1 0,1 1 0,0-1-1,0 0 1,0 0 0,1 0 0,-1-1 0,1 1 0,1-1 0,-1 0 0,1 0 0,-1 0 0,1 0 0,0-1-1,0 0 1,1 0 0,-1 0 0,1-1 0,-1 0 0,1 0 0,7 1 0,11 2-5,0-1-1,1-1 1,-1-1 0,40-3 0,-58 1 6,7 0 1,0-1-1,1 0 0,-1-1 0,0-1 1,0 0-1,0 0 0,-1-2 1,1 1-1,-1-1 0,0-1 1,0-1-1,0 1 0,-1-2 0,0 1 1,-1-2-1,0 1 0,0-2 1,-1 1-1,0-1 0,0 0 1,13-23-1,-18 25 14,0-1 0,0-1 0,-1 1 1,0 0-1,0-1 0,-1 1 0,1-15 0,-2-69 250,-1 83-224,0 2 10,0-1-1,-1 0 1,0 1-1,0-1 1,-1 1 0,0-1-1,-1 1 1,0 0-1,0 0 1,0 0-1,-1 0 1,-1 0-1,1 1 1,-1 0-1,-7-8 1,11 14-44,1 0 0,0 1 0,-1-1 0,1 1 1,0-1-1,-1 1 0,1-1 0,-1 1 0,1-1 1,-1 1-1,1-1 0,-1 1 0,1 0 0,-1-1 1,1 1-1,-1 0 0,1-1 0,-1 1 0,0 0 1,1 0-1,-1 0 0,0-1 0,1 1 0,-1 0 1,0 0-1,1 0 0,-2 0 0,1 3-37,1 0 1,-1 0-1,1-1 0,0 1 0,-1 0 1,1 0-1,0 0 0,1 0 0,-1-1 1,1 5-1,12 83-386,28 106 1,-5-30 233,17 157 194,-15 3 0,-4 428 0,-40-582-16,3-139 4,-2 0 0,-1 0 0,-13 38-1,15-56 4,-2-1-1,0 1 0,-1-1 0,0 0 0,-1-1 0,-1 0 1,0 0-1,-15 15 0,15-19 2,0-1-1,-1 0 1,0 0 0,0-1-1,-1-1 1,0 0 0,0 0-1,0-1 1,-1 0 0,1-1-1,-23 4 1,1-2-4,0-2 0,0-2 0,0-1 0,0-1 0,-1-2 0,1-1 0,0-2 0,-51-14 0,57 10-17,-1-2 0,2 0 0,0-2 0,0-1-1,1-1 1,1-1 0,0-1 0,2-1-1,0-1 1,1-1 0,0-1 0,-29-41-1,29 32 93,1 0 0,2-2-1,1 0 1,1-1 0,2-1-1,2 0 1,1 0 0,1-2-1,-9-69 1,15 61-91,1-1-1,2 0 1,2 0 0,2 0-1,3 0 1,1 1-1,21-72 1,-20 89 2,2 0 0,1 2 0,1-1-1,1 1 1,2 1 0,0 0 0,1 1 0,1 1 0,2 1 0,0 0 0,1 1-1,1 2 1,30-22 0,-28 25 12,1 2 0,0 1 0,1 0 0,0 2 0,1 1 0,0 1 0,0 2 0,1 0 0,0 2 0,0 0 0,0 2 0,0 1 0,0 2 0,29 3 0,-45-3-2,0 1 0,0 0 0,0 1-1,-1 0 1,1 1 0,-1 0-1,0 1 1,0 0 0,-1 0-1,1 1 1,14 11 0,-18-11 2,0 0-1,0 1 1,0-1 0,-1 1 0,0 0 0,0 0-1,0 1 1,-1-1 0,0 1 0,-1 0 0,0 0 0,0 1-1,-1-1 1,3 15 0,-3 43-2377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44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0 3249,'0'0'4370,"-9"42"-4642,9 29 272,0 15 128,3-3-80,6-2 16,-3-16-32,0-14 1,-3-22-33,3-11-865,0-18-928,0 0 225,0-27-978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44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1 4482,'0'0'768,"-83"151"-527,71-56 191,12-11-16,50-25-144,31-26-96,8-33 368,-3 0 49,-21-36-337,-26-17 48,-27-4 560,-12-5-480,-18 2-384,-21 10-208,10 5-1344,14 13-3267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45.1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1473 3073,'0'0'2001,"29"18"-1446,-4-2-439,-14-7-76,2 0 0,-1-1 0,1-1 0,1 0 0,-1-1 0,1-1 0,0 0 0,0 0 0,1-2-1,-1 1 1,1-2 0,27 1 0,-6-2 64,-6-1 44,33-2 1,-53 0-94,0 1-1,-1-1 1,1-1-1,0 0 1,-1 0 0,1-1-1,10-6 1,-10 4 37,1-2 0,-1 1-1,-1-1 1,1 0 0,-1-1 0,-1 0 0,0-1 0,0 0-1,-1 0 1,0 0 0,0-1 0,-2 0 0,1-1 0,-1 1 0,-1-1-1,0 0 1,-1 0 0,3-18 0,1-16 158,-3-1 0,-2 1 0,-5-78 0,-7 35-124,-3-1 1,-43-147-1,21 100-41,27 102-60,-117-458 388,126 523-205,-3-6-275,5 88 22,21 127 0,39 115 34,-14-160 20,-38-159-4,2 0-1,2-1 0,25 44 1,-35-69-8,0 0 1,1 0 0,0-1 0,1 0 0,0 0 0,0-1-1,0 1 1,1-2 0,0 1 0,0-1 0,1 0-1,0-1 1,0 0 0,0 0 0,1-1 0,-1-1 0,1 1-1,0-1 1,0-1 0,0 0 0,15 1 0,-14-1-306,0-1 0,1-1 1,-1 1-1,0-2 0,1 0 0,-1 0 1,0-1-1,0 0 0,0-1 1,0 0-1,15-7 0,-18 4-623,-1 0 0,0 0 0,0-1 0,0 0 0,8-11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45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93 4450,'0'0'4114,"211"-21"-4146,0-3 224,5-2-144,-28 14-48,-64 3-2769,-70 9-193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48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60 2513,'0'0'2652,"-6"-3"-1833,5 2-798,-1 0 66,0 0 0,0-1 0,0 1 0,0-1 0,0 1 0,0-1 0,0 0-1,0 0 1,1 1 0,-1-1 0,1 0 0,-1-1 0,1 1 0,0 0 0,0 0 0,0 0-1,0-1 1,0 1 0,1-1 0,-1 1 0,1-1 0,-1-4 0,8 4-92,-2 3-6,45-3-1,89 7 0,-114-1 13,0 1 0,0 1 1,0 1-1,-1 1 0,39 18 1,14 14 1,-2 3 0,-1 4 0,73 59 0,183 190 17,-256-216-17,-4 3 1,-3 2 0,-4 4 0,-4 3 0,65 134 0,-36-34 51,111 359 0,-24-54 553,-28-85 241,40 139-556,-110-276-186,-32-91-56,-7-26 5,-12-64-1,-5 1 0,10 107 0,-26-152 59,2 0 0,2 0 1,3-1-1,31 86 0,-2-21-53,11 26-13,-34-101-43,2-1 0,2-1 1,1-1-1,1-1 0,2-1 0,1-1 0,2-2 0,1 0 0,50 37 0,-47-42-5,37 30 6,3-3-1,111 60 0,111 47 11,-261-141-12,1-2 0,1-2 1,38 11-1,-33-12 1,-1 2 0,50 25 0,-2 14 0,-55-32-1,1-2-1,49 21 1,69 30 2,-104-47-4,0-1-1,1-3 1,71 20 0,-13-9-26,13 4 30,-44-16-37,-51-12 22,-1-1 0,1-1 1,0-1-1,33 1 0,1-5-435,0 3 1,74 12-1,-103-11 418,-25-4 20,0 0 1,0 1-1,0-1 0,0 1 1,0 0-1,0 1 0,0-1 1,0 1-1,-1 0 0,8 5 1,-9-6 8,0 1-1,0-1 1,0 0 0,0 0 0,0 0 0,0 0-1,0 0 1,0-1 0,4 1 0,-6-1-4,0 0 0,-1 1 1,1-1-1,0 0 0,0 0 0,0 0 0,-1 0 1,1 0-1,0 0 0,0 0 0,-1 0 0,1 0 0,0 0 1,0 0-1,0-1 0,-1 1 0,1 0 0,0 0 1,-1-1-1,1 1 0,0-1 0,-1 1 0,1-1 1,0 1-1,-1-1 0,1 1 0,-1-1 0,1 1 1,-1-1-1,1 0 0,-1 1 0,1-1 0,-1 0 1,1 0-1,-1-4-34,-1 0 0,0 0 0,0 0 1,0 1-1,0-1 0,-1 0 0,1 1 0,-1-1 1,0 1-1,-1 0 0,-5-8 0,-40-44 92,9 13-22,-140-182 451,95 91 18,77 121-429,6 11-71,0 0 1,0 1 0,0-1 0,0 0-1,0 1 1,-1-1 0,1 1 0,0-1-1,-1 1 1,1 0 0,-1-1-1,1 1 1,-1 0 0,0 0 0,1 0-1,-1 0 1,0 0 0,0 1 0,0-1-1,1 1 1,-5-1 0,6 15 11,12 701 80,-11-687-96,-1-11-1,0 1 1,2-1-1,0 1 1,7 27-1,-6-33-6,-3-10 6,0-1 0,0 1 0,1-1 0,-1 1 0,1 0 0,-1-1 0,1 1 0,-1-1 0,1 1 1,0-1-1,0 1 0,0-1 0,0 0 0,1 2 0,-1-3 4,1 1 1,-1-1-1,1 0 0,-1 0 1,1 0-1,-1 0 0,1-1 1,-1 1-1,1 0 1,-1-1-1,0 1 0,1 0 1,-1-1-1,1 0 0,-1 1 1,0-1-1,0 0 0,2-1 1,68-57 4,-9 6-8,178-125-974,-229 169 795,-7 8 56,-1-2 0,0 1 1,1 0-1,-1-1 0,0 1 1,-1-1-1,1 0 0,0 0 1,3-6-1,-6 9 83,0-1 0,1 1 0,-1 0 0,0-1 0,0 1 0,0 0-1,0 0 1,0-1 0,0 1 0,0 0 0,0-1 0,0 1 0,0 0 0,0-1 0,0 1 0,0 0-1,0-1 1,0 1 0,0 0 0,0-1 0,0 1 0,0 0 0,0 0 0,0-1 0,-1 1 0,1 0 0,0-1-1,0 1 1,0 0 0,0 0 0,-1-1 0,1 1 0,0 0 0,-1 0 0,-19-12-1988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50.1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206 104 5539,'0'0'2833,"-158"21"-2001,122-9 289,25-9 1360,22-3-2081,79 0-320,46-30-80,45-6 128,18 4-128,-11 8-1072,-31 12-881,-29 6-352,-42 6-385,-36 0-1263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50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1 184 5250,'0'0'3202,"300"-53"-2482,-92 17-624,-3 7-96,-6 2-1200,-39-12-2738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8:50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393 168 5394,'30'-1'107,"-8"0"-96,6-1-6,44 3 1,-60 0-6,0 0 0,0 2 0,0-1 1,0 1-1,-1 1 0,1 0 1,-1 0-1,11 7 0,-10-3 9,0 0 0,0 1 0,-1 1 0,0-1 0,-1 2 0,0-1 0,0 1 0,-1 1-1,-1 0 1,0 0 0,-1 1 0,12 25 0,-11-14 50,0-1 0,-1 1 0,-1 0 0,-2 1 0,0-1 0,0 45-1,-3-56 0,-1-1 0,-1 1 0,0-1 0,-1 0 0,0 1 0,-6 16 0,5-21-9,-1-1 0,1 0-1,-1 0 1,-1 0 0,1 0-1,-1-1 1,0 0 0,-1 0-1,0 0 1,1-1 0,-9 6-1,-1 0 75,-1-2-1,0 1 1,0-2-1,0 0 1,-1-1-1,0-1 1,-1-1-1,1 0 1,-22 2-1,2-1 199,-1-3 0,1-1-1,-57-5 1,73 1-160,0 0 0,1-2 0,-1 0 0,1-1 0,0-1-1,0-1 1,-27-14 0,35 15-43,0-2 0,0 1 0,1-1 0,0-1 0,1 0 0,0-1 0,0 0-1,1 0 1,0-1 0,1 0 0,0-1 0,-7-15 0,7 11-82,1-1-1,1 1 1,1-2-1,0 1 1,1 0-1,1-1 1,0 0 0,2 0-1,0 0 1,1 0-1,1 0 1,0 0-1,1 1 1,2-1 0,-1 0-1,2 1 1,0 0-1,1 0 1,1 0-1,17-29 1,-12 29-42,0 1-1,1 0 1,1 0-1,1 2 1,0 0 0,0 0-1,31-19 1,-20 18 0,0 1 1,1 0 0,1 3-1,52-17 1,-27 16-11,2 1-1,0 3 1,0 3 0,0 2-1,80 5 1,-96 1-11,-1 1 0,0 2 0,67 19 0,-78-15 16,0 0 0,-2 1 0,1 2 0,-1 1 0,42 31 1,-40-24 14,-2 1 0,0 2 0,-2 0 0,0 2 0,-2 0 0,-1 2 0,-1 0 0,-1 1 0,-2 1 0,25 61 0,-32-65 25,0 0 0,-2 1 0,-1 1 1,-2-1-1,0 1 0,-2 0 0,-1-1 1,-1 1-1,-1 0 0,-2 0 0,-1 0 1,-1-1-1,-16 51 0,9-48 70,-2 0-1,0 0 1,-3-1 0,0-1-1,-41 49 1,16-29 67,-2-2-1,-58 47 1,37-40-73,-2-3 0,-134 74 1,152-98-243,-2-2 1,0-3-1,-1-2 1,-1-3-1,-64 12 1,58-20-1060,-81 1 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03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4914 5907,'0'0'1086,"5"31"-796,-2-20-283,0 12-1,2-1 0,0 0 1,2 0-1,1 0 0,0-1 1,1 0-1,2-1 0,0 0 0,15 20 1,252 280 108,-139-167-57,65 72 124,239 205-1,-240-261 53,8-8 0,7-10 1,6-9-1,260 121 0,-63-74 35,8-18 0,7-18 0,766 160-1,1405 84 18,-1174-338-177,-1118-67-122,559-87-1,-105-60 52,-604 110-34,-3-6-1,246-115 0,347-253 84,-248 128-40,-419 243-50,-1-4 0,-3-4 0,-3-3 0,-2-4 0,-3-3 0,76-85 0,-5-22 24,58-65 59,46-50-26,-181 198-37,75-128 0,-105 151-5,52-66 0,-72 108-8,0 1 0,2 2 0,1 0 0,0 1 0,43-28 0,-14 18 9,2 3 0,0 1-1,2 3 1,1 3 0,1 2 0,0 2 0,93-13-1,39 7 48,200 2 0,-320 19-58,56-1-1,124-7 4,-183 4 0,113-24 0,-142 21 4,148-41 49,-37 3-31,130-47-8,-235 76-13,-1-2-1,0-2 1,-2-1 0,43-33-1,-73 47 3,0-1-1,0 0 1,-1 0-1,0-1 1,-1 0-1,-1-1 1,1 0-1,-2-1 1,0 1-1,0-1 1,-1-1-1,6-19 1,-1-10 39,-2 0 1,6-78 0,26-217 53,-17 155-117,0-314 0,-25 462 18,-3 1 0,0-1 0,-13-44 0,-38-100 9,4 16 15,-39-327-9,63 309-18,10 99-13,-36-104-1,5 20 44,41 128-29,2 0 0,1 0 0,3-1 0,2-40 0,0 19-2,0 48-4,1 0 0,0 0 0,0 0 1,2 0-1,-1 1 0,2-1 0,-1 1 0,1 0 1,1 0-1,0 1 0,1 0 0,0 0 0,0 0 1,12-10-1,5-6-36,2 1 1,1 1-1,48-32 0,-65 50 38,0 1 0,0 0 0,1 0 0,0 1 0,0 1 0,0 0 0,0 0 0,0 1 0,18-1 0,16 1-22,51 3 1,-29 1 15,894-2-260,-926 2 275,-1 2 0,0 2 0,0 1 0,37 12-1,67 14 7,385 30 53,-378-47-68,169-5 1,-88-6-3,8 1 10,-175-7 5,-1-3-1,58-12 0,-24 1 33,132-4 0,96 17-16,-183 3-17,314 8 37,-257-9-34,-192 0 32,9-5 301,-9-2-332,-1 1 0,0-1 1,0 1-1,0-1 0,-1 1 1,0-1-1,0 0 0,-2-7 1,1-11 20,0 4-26,-1 0 1,-1 0-1,-9-32 1,-5-26-4,7-42 30,6-179 0,6 157-22,8 19-4,1 0 0,-8 18-146,-3 106 132,0-1 1,0 1-1,-1-1 1,1 1-1,0 0 1,0-1 0,0 1-1,0-1 1,0 1-1,0-1 1,-1 1-1,1-1 1,0 1-1,0 0 1,-1-1 0,1 1-1,0 0 1,-1-1-1,1 1 1,0 0-1,-1-1 1,1 1-1,0 0 1,-1 0-1,1-1 1,-1 1 0,1 0-1,-1 0 1,1 0-1,0 0 1,-1-1-1,0 1 1,-19 0-76,12 0 64,-31 0 17,-1 1-1,0 2 0,-53 11 1,-21 12 16,-1-6 0,-163 8 0,19-24 13,-157 12 24,260-5-33,-49 6 8,169-13-27,-40 0-1,39-3-2,-41 7 1,37-8-18,40 0-10,1 3 19,1 1 0,0-1 0,-1 0 1,1 0-1,0 0 0,0 0 0,1-1 0,-1 1 1,1 0-1,2 4 0,5 9 14,-1 2 2,-2 0 1,0 1-1,-1 0 1,2 22 0,6 81 2,-10-88-6,7 257 29,1 14-3,-8-198 0,-3-80-26,0-26 2,0 0-1,0 0 1,0 0-1,0 0 0,1 0 1,-1-1-1,0 1 0,0 0 1,1 0-1,-1 0 1,0 0-1,1-1 0,-1 1 1,1 0-1,-1-1 1,1 1-1,-1 0 0,1-1 1,-1 1-1,1 0 1,0-1-1,1 1 0,-2 0-3,0-1 0,1 0-1,-1 0 1,1 0-1,-1 0 1,1 0-1,-1 0 1,1 0 0,-1 0-1,0 0 1,1 0-1,-1 0 1,1 0-1,-1 0 1,1 0 0,-1 0-1,0 0 1,1-1-1,-1 1 1,1 0 0,-1 0-1,0 0 1,1-1-1,-1 1 1,0 0-1,1-1 1,-1 1 0,0 0-1,1-1 1,-1 1-1,0 0 1,0-1 0,1 1-1,-1 0 1,0-1-1,0 1 1,0-1-1,0 1 1,1-1 0,-1 1-1,0-1 1,7-14-40,-6 13-15,0 0 0,0 0 0,0 0-1,0 0 1,-1 0 0,1 0 0,-1 0 0,1 0 0,-1 0 0,0 0-1,1-1 1,-1 1 0,0 0 0,-1-3 0,1 0-404,-1 0 1,1 0-1,-1 0 1,-1-1-1,-2-7 0,-29-51-7196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5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444 169 2241,'0'0'2684,"1"-15"-2436,1 0-85,3-73 1691,-5 87-1823,-1-1 0,1 1 0,0 0 0,-1-1 0,0 1 0,1 0 0,-1-1 0,0 1 0,1 0 0,-1 0 0,0 0 0,0 0 0,0 0 0,0 0 0,0 0 0,0 0 0,0 0 0,-1 0 0,1 0 0,0 1 0,0-1 0,-1 1 0,1-1 0,0 1 0,-1-1 0,1 1 0,-1-1 0,1 1 0,-1 0 0,-1 0 0,-9-2-45,1 1 1,-21 0-1,26 2 62,-10-2-46,3 1 6,0 0 1,1 0-1,-1 1 1,0 0-1,1 1 1,-1 1-1,1 0 0,-14 5 1,11-2 3,0 2 1,0-1-1,1 2 0,0 0 1,1 0-1,0 2 1,0-1-1,1 1 0,-13 17 1,17-18-3,1 0 1,0 1 0,0-1-1,1 1 1,1 1-1,0-1 1,0 1-1,2 0 1,-1 0 0,1 0-1,1 0 1,-1 19-1,3-15 4,0 1 0,0-1 0,2 0 0,4 20-1,-4-28-5,1 1-1,0-1 0,0 1 0,1-1 1,1 0-1,-1 0 0,1-1 0,1 0 0,7 10 1,0-4 2,1 1 0,1-1 0,0-1 0,1-1 0,0 0 0,1-1 0,0 0 0,0-2 0,1 0 0,1 0 0,-1-2 1,1 0-1,0-1 0,1-1 0,-1-1 0,1 0 0,24-1 0,-8-1 14,41-3-1,-63 0-17,-1 0-1,1 0 1,-1-1-1,0-1 1,0 0-1,14-7 0,-14 5 3,-1 0-1,1-1 0,-2-1 0,1 0 0,-1 0 0,0-1 0,-1-1 0,0 1 1,-1-2-1,0 1 0,-1-1 0,0 0 0,7-13 0,-8 9-2,0-1 0,-2 0 0,1 0-1,-2 0 1,0 0 0,-1-1-1,-1 1 1,-1-1 0,0 0 0,-3-18-1,1 22-7,-1 1 0,0-1 0,-1 1 0,-1 0 0,0 0-1,0 0 1,-2 0 0,1 1 0,-2-1 0,-13-17-1,10 15 5,-1 1-1,-1 0 1,0 1-1,-1 1 0,-1 0 1,0 0-1,-24-14 0,30 22-14,0-1-1,0 1 1,0 0-1,0 0 1,0 1-1,-1 0 1,1 0-1,-1 1 0,1 0 1,-16 1-1,23 0-60,-1 0-1,1 0 0,-1 0 0,1 0 1,-1 0-1,1 0 0,0 1 0,-1-1 0,1 1 1,-1-1-1,1 1 0,0-1 0,-1 1 1,1 0-1,0 0 0,0-1 0,-1 1 1,1 0-1,0 0 0,0 0 0,0 0 0,0 1 1,0-1-1,1 0 0,-1 0 0,0 0 1,0 1-1,1-1 0,-1 2 0,-6 16-2050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6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332 104 3842,'0'0'3930,"-17"-17"-3514,-58-50-323,73 65-93,0 0 0,0 0 0,-1 1 1,1-1-1,0 1 0,-1 0 0,0-1 0,1 1 0,-1 0 0,0 0 0,0 1 1,1-1-1,-1 1 0,0-1 0,0 1 0,0 0 0,0 0 0,0 0 0,0 0 1,1 0-1,-1 1 0,0-1 0,0 1 0,0 0 0,0 0 0,1 0 0,-1 0 1,1 0-1,-4 2 0,4-2-1,-6 4-4,-1 0 1,1 0 0,0 1-1,1 0 1,0 1 0,0-1-1,0 1 1,1 1-1,0-1 1,-8 13 0,4-4 5,1 1 1,1-1 0,0 2-1,-8 27 1,11-19 28,0-1 0,2 1 0,1 0 1,1 0-1,5 48 0,-3-66-26,0 0 1,1 0-1,1 0 0,-1 0 0,1 0 0,1-1 1,-1 1-1,1-1 0,1 0 0,-1 0 1,1 0-1,1-1 0,-1 1 0,1-1 0,0 0 1,1-1-1,0 0 0,8 6 0,-3-4 3,1 0 0,-1 0 0,2-1-1,-1-1 1,1 0 0,0 0 0,0-2 0,0 0-1,0 0 1,17 0 0,-6-1 11,0-1 1,0-1-1,0-1 1,0-1-1,32-8 1,-46 8-12,0-2 1,0 1-1,-1-1 0,1-1 0,-1 0 1,0 0-1,-1-1 0,1 0 1,-1-1-1,0 0 0,-1 0 1,0-1-1,13-14 0,-12 10 4,-1-1-1,0 0 0,-1 0 1,0 0-1,-2-1 1,1 0-1,-2 0 0,6-24 1,-7 18-3,-1 0 1,0 0-1,-1-1 1,-2 1-1,-4-35 0,3 45-4,-1 0 0,0 1-1,0 0 1,-1-1 0,0 1 0,0 0-1,-1 1 1,-1-1 0,1 1-1,-1 0 1,-1 0 0,0 1-1,0 0 1,0 0 0,-1 0-1,0 1 1,-15-9 0,12 9-15,-1 0 0,0 0 0,0 1 0,0 1 0,-1 0 0,0 0 0,0 2 0,0-1 0,0 1 0,0 1-1,0 0 1,0 1 0,-20 2 0,29-1-124,0 0 0,-1 0 0,1 0 0,0 0 0,0 0-1,0 1 1,0 0 0,0 0 0,0 0 0,1 0-1,-1 1 1,1-1 0,-1 1 0,-4 5 0,-11 10-4686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384 121 1729,'0'0'2692,"-2"-14"-2071,-8-44-207,9 56-369,1 0 1,0 0-1,-1 0 0,0 0 1,1 0-1,-1 1 0,0-1 1,0 0-1,0 0 1,0 0-1,0 1 0,-1-1 1,1 0-1,0 1 1,-1-1-1,1 1 0,-1 0 1,0-1-1,0 1 0,1 0 1,-4-2-1,1 2 12,0 0 0,-1 0 0,1 1 0,0-1 0,0 1 0,0 0 0,-8 1-1,0-1-36,-3 0 18,0 0 0,-1 1 1,-17 4-1,26-3-30,0 0 0,-1 0 0,1 1 1,0 0-1,1 0 0,-1 1 0,0-1 0,-8 8 0,2-1 24,1 0-1,1 0 0,0 1 0,1 1 1,0 0-1,0 0 0,2 0 1,-1 1-1,2 1 0,0-1 1,1 1-1,0 0 0,1 1 1,-6 25-1,9-26-19,1 0 1,0 0 0,0 0-1,2 0 1,0 0 0,0 0-1,2 0 1,0 0 0,0-1-1,1 1 1,1-1-1,1 0 1,0 0 0,0 0-1,1-1 1,1 0 0,0 0-1,16 16 1,-7-10 0,2 0 1,0-1-1,1-1 1,1-1-1,0-1 1,1-1-1,1 0 1,0-2-1,0 0 1,1-2-1,1 0 1,0-2-1,0-1 1,1 0-1,-1-2 0,1-1 1,0 0-1,0-2 1,32-3-1,-48 2-6,1-1-1,-1 0 0,0-1 0,1 0 0,-1-1 0,0 0 0,-1 0 0,1-1 1,-1 0-1,1-1 0,-1 0 0,-1 0 0,1-1 0,-1 0 0,0 0 0,0-1 1,-1 0-1,0 0 0,0-1 0,-1 0 0,0 0 0,0 0 0,-1-1 0,0 0 1,-1 0-1,4-11 0,-2 3 5,-1 0 0,-1 0-1,-1 0 1,0 0 0,-1 0 0,-1-1 0,-1 1 0,-1 0 0,0-1 0,-1 1 0,-7-25 0,0 19-12,-2 1 0,0-1 0,-1 2 0,-2-1 1,0 2-1,-1 0 0,-1 0 0,-1 2 0,-33-29 1,39 37-7,-1 0 1,0 1 0,-1 1 0,0 0 0,0 0 0,0 1 0,-1 1 0,0 0 0,-1 1 0,1 0 0,-1 1 0,0 1 0,0 0 0,-27-2 0,41 5-7,0 0 1,-1 0-1,1 0 1,0 1-1,0-1 1,-1 0-1,1 0 1,0 1-1,0-1 1,0 0-1,-1 1 1,1-1-1,0 1 1,0 0-1,0-1 1,0 1-1,0 0 1,0 0-1,0-1 1,0 1-1,0 0 1,1 0-1,-1 0 0,0 0 1,1 0-1,-1 0 1,0 0-1,1 0 1,-1 2-1,0-1-114,1 1-1,-1 0 1,1-1-1,0 1 1,0-1-1,0 1 1,0 0-1,1-1 1,-1 1-1,1-1 0,-1 1 1,1-1-1,2 5 1,0-2-419,0 0 0,1 0 0,-1 0 0,8 7 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45 166 3858,'0'0'2977,"-34"-144"-1760,29 125-209,0 16 257,5 28-1265,0 37-112,0 29 112,0 18 16,0 9 16,10-2-16,18-10 0,6-12-16,8-27-1201,-9-38-4593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8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478 146 2721,'0'0'2145,"-11"-23"-1211,-3-7-519,-21-33 0,34 61-392,-1 0 1,0 0-1,1 0 1,-1 0-1,0 0 0,0 0 1,0 0-1,0 1 1,0-1-1,-1 1 1,1-1-1,0 1 1,-1 0-1,1 0 1,-1 0-1,1 0 1,-1 0-1,0 1 1,1-1-1,-1 1 0,0-1 1,1 1-1,-1 0 1,0 0-1,0 0 1,1 1-1,-1-1 1,-2 1-1,-9 0 28,6 0-41,-1 1 1,0-1 0,1 1 0,0 1-1,-1 0 1,1 0 0,0 0 0,0 1-1,1 0 1,-1 1 0,1-1-1,0 1 1,0 1 0,-9 8 0,-4 6-1,1 0 1,1 1-1,-19 30 0,21-27 26,2 0 0,0 0 1,2 1-1,1 1 0,1 0 0,1 0 0,2 1 0,1 0 0,1 0 0,1 1 0,0 38 0,4-53-21,0-1 0,1 1 0,0-1 0,1 1-1,1-1 1,0 0 0,7 18 0,-6-22-7,0 0 0,1 0 0,0-1 1,0 0-1,0 0 0,1 0 0,0 0 0,1-1 0,0 0 0,0 0 0,9 5 0,-5-4 3,0 0 1,1-1-1,-1-1 0,1 0 1,1 0-1,-1-1 0,24 4 1,-13-4 8,1-2 0,0 0 0,33-3 0,-41 0-12,0-1 1,0 0-1,-1-1 1,1-1-1,-1 0 1,0-1 0,0-1-1,-1 0 1,1-1-1,-1 0 1,-1-1-1,0-1 1,0 0 0,0-1-1,-2 0 1,1 0-1,-1-1 1,-1-1-1,0 0 1,-1 0 0,0-1-1,-1 0 1,0 0-1,-1-1 1,-1 0-1,0 0 1,6-27 0,-8 24-3,-1 0 0,0-1 0,-2 0 0,0 1 0,-1-1 0,-1 0 0,-1 1 0,-1-1 0,0 1 1,-1-1-1,-1 1 0,-1 0 0,-15-31 0,10 29-16,-2 0 0,0 0 0,-2 1 0,0 1 0,0 0 0,-28-22 0,33 31 2,-1 0 1,1 1-1,-2 0 1,1 0-1,-1 1 1,0 1-1,-1 0 1,1 0-1,-1 1 1,0 1-1,0 0 0,-24-2 1,35 5 3,-1-1 0,0 1 0,1 0-1,-1 0 1,0 0 0,0 1 0,1-1 0,-1 0 0,0 1 0,1 0 0,-1 0-1,1-1 1,-1 2 0,1-1 0,0 0 0,-1 0 0,1 1 0,0-1 0,0 1-1,0-1 1,0 1 0,-2 2 0,1 0-43,1 0 0,0 1 0,0-1 0,1 0 0,-1 1 1,1 0-1,0-1 0,0 1 0,1-1 0,-1 10 0,1-6-284,0 0 0,0-1 1,1 1-1,2 12 0,0-11-400,0 0-1,1-1 1,7 13 0,-11-20 630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65 205 3474,'0'0'1366,"0"7"-884,0 21-193,0-21 876,0-12 287,-1-4-1367,1-1 1,0 1-1,1-1 0,0 1 1,1-1-1,0 1 0,0 0 1,1 0-1,1 0 0,-1 0 1,1 0-1,1 1 1,0-1-1,0 1 0,1 0 1,8-9-1,-5 9-92,0 0 0,0 1 0,1-1 0,0 2 0,1 0-1,-1 0 1,1 1 0,0 0 0,1 0 0,-1 2 0,1-1 0,0 1 0,0 1 0,0 0-1,0 0 1,0 2 0,13-1 0,-22 1 4,1 0-1,0 0 1,-1 1-1,1-1 1,-1 1 0,1 0-1,-1 0 1,1 0-1,-1 0 1,0 0 0,1 1-1,-1-1 1,0 1-1,0 0 1,0 0-1,0 0 1,-1 0 0,1 1-1,-1-1 1,1 1-1,-1-1 1,0 1 0,0 0-1,0 0 1,0 0-1,-1 0 1,1 0 0,1 6-1,1 5-12,0 0 0,-2 1 0,0-1 0,0 1 0,-2 23 0,0-21 17,-1-1-1,-1 0 0,-1 0 1,0 0-1,-1-1 0,-1 1 1,-1-1-1,0 0 0,-1 0 1,-1 0-1,0-1 1,-1 0-1,0-1 0,-18 20 1,7-12 17,-1 0 0,0-1 1,-1-1-1,-1-1 1,-1-1-1,-1-2 0,-1 0 1,0-1-1,-41 16 1,61-28 45,1 0 0,-1 0 0,0 0 0,1-1 0,-1 0 0,0 0 0,-9 0 0,163-12 201,-72 3-253,487-8 39,-505 16-51,-26 0-7,-21-1-5,0 1-1,1 0 1,-1 0-1,0 1 1,0 0-1,1 1 1,20 7-1,-31-9-8,0 1 0,1 0 0,-1-1 0,0 1 0,1 0 0,-1 0 0,0 0 0,0 0 0,0 0 0,0 0 0,0 0 0,0 0-1,1 2 1,-2-2-6,0-1 0,0 1 0,1 0-1,-1-1 1,0 1 0,0-1 0,0 1-1,0 0 1,0-1 0,0 1 0,0-1-1,0 1 1,0 0 0,0-1-1,0 1 1,-1-1 0,1 1 0,0 0-1,0-1 1,-1 1 0,1-1 0,0 1-1,-1-1 1,1 1 0,0-1 0,-1 1-1,1-1 1,-1 1 0,1-1 0,-1 0-1,1 1 1,-1-1 0,0 1-1,-5 2-244,0-1-1,0 1 0,-1-1 0,1 0 0,0-1 0,-9 2 0,-70 6-2328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 49 3169,'0'0'2151,"-30"-11"-1383,10 2-691,-1 2 1,-1 0-1,-41-8 1,59 15-74,1 0 0,-1 0 1,1 0-1,0 1 1,-1-1-1,1 1 1,-1 0-1,1-1 1,0 1-1,0 1 1,-1-1-1,1 0 0,0 1 1,0 0-1,0-1 1,1 1-1,-1 0 1,0 1-1,1-1 1,-1 0-1,1 1 0,0-1 1,-3 5-1,-10 13 31,1 0 0,0 0-1,2 1 1,1 1 0,0 0-1,2 1 1,1 0 0,-8 33-1,9-20 55,1 1 0,2-1-1,1 1 1,6 72-1,-1-96-76,0 1-1,0 0 1,2-1-1,-1 0 1,2 0-1,0 0 1,1 0 0,0-1-1,1 1 1,16 20-1,-17-25-3,1 0 0,1 0 0,-1-1 0,1 0 0,1-1 0,-1 0 0,1 0-1,0-1 1,1 1 0,-1-2 0,1 0 0,0 0 0,0 0 0,0-1 0,17 2 0,-12-2 6,1-2 1,-1 0-1,1 0 1,0-1 0,0-1-1,23-4 1,-28 2-6,-1 1 1,1-2-1,-1 1 1,1-1-1,-1-1 1,0 0 0,-1 0-1,1-1 1,16-13-1,-11 6 2,-1-1 1,0-1-1,-1 0 0,-1-1 0,0 0 0,-1-1 0,-1 0 0,-1 0 1,-1-1-1,10-30 0,-11 25-1,-1-1 0,-1 1 0,-2-1 0,0 0 0,-2 0 0,0-1 0,-2 1 1,-5-30-1,4 43-12,-1 1 0,0-1 0,-1 1 0,0 0 0,0 0 0,-1 0 0,-1 0 0,0 1 0,0 0 0,-1 0 0,0 1 0,-1-1 0,0 1 0,0 1 0,-1 0 0,-9-7 0,8 7-2,-1 1 1,1 0-1,-1 0 0,0 1 0,-1 1 0,1 0 1,-1 0-1,0 1 0,0 0 0,0 1 0,-1 0 0,1 1 1,0 1-1,-20 0 0,28 1-16,0-1 1,0 0-1,0 1 1,0 0-1,0 0 1,0 0-1,0 0 0,1 0 1,-1 1-1,1 0 1,-1-1-1,1 1 1,-1 1-1,1-1 0,0 0 1,0 1-1,0-1 1,1 1-1,-1 0 1,1 0-1,-1 0 1,1 0-1,0 1 0,0-1 1,0 0-1,1 1 1,-1-1-1,1 1 1,0 0-1,0-1 0,0 1 1,1 0-1,-1 0 1,1-1-1,0 1 1,0 0-1,1 0 0,0 5 1,10 30-2281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0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109 209 3570,'0'0'1803,"-16"11"-1565,-48 31-126,39-28 538,25-14-615,-1 0 1,1 0-1,0-1 0,0 1 0,0 0 0,-1 0 0,1 0 0,0-1 0,0 1 0,0 0 0,0 0 0,-1 0 0,1-1 0,0 1 1,0 0-1,0 0 0,0 0 0,0-1 0,0 1 0,0 0 0,0 0 0,0-1 0,0 1 0,0 0 0,0 0 0,0-1 0,0 1 0,0 0 1,0 0-1,0-1 0,0 1 0,0 0 0,0 0 0,0 0 0,0-1 0,1 1 0,-1 0 0,0-1 0,1-8 142,0-2-142,0 1 0,1-1 0,0 0-1,1 0 1,1 1 0,-1-1 0,2 1-1,-1 0 1,1 0 0,1 1 0,0 0 0,1-1-1,0 2 1,0-1 0,1 1 0,0 0-1,0 1 1,14-10 0,-12 9-48,1 0-1,1 1 1,-1 1-1,1 0 1,0 0-1,0 1 1,1 0-1,0 1 1,0 1 0,0 0-1,0 1 1,0 0-1,1 0 1,-1 2-1,26 1 1,-35-1 9,0 1 0,1 0-1,-1 0 1,0 1 0,0-1 0,0 1 0,-1 0 0,1 0-1,0 0 1,-1 0 0,1 1 0,-1-1 0,0 1 0,0 0 0,0 0-1,0 0 1,0 0 0,-1 1 0,0-1 0,1 1 0,-1-1 0,-1 1-1,1 0 1,2 6 0,0 5-16,0 0 0,-1 0 0,-1 1 0,0-1 0,-1 19 0,0-10 15,-6 46 1,3-61 8,1 0 1,-2-1-1,1 1 0,-2 0 0,1-1 0,-1 0 1,0 0-1,-6 8 0,5-7 17,-1-1 0,0 0-1,-1 0 1,1-1 0,-2 1 0,1-1-1,-1-1 1,-12 9 0,20-15 0,-1 1 0,1-1-1,0 0 1,-1 0 0,1 1 0,0-1 0,-1 0 0,1 0 0,0 0-1,-1 1 1,1-1 0,-1 0 0,1 0 0,0 0 0,-1 0 0,1 0-1,-1 0 1,1 0 0,0 0 0,-1 0 0,1 0 0,-1 0 0,1 0-1,0 0 1,-1 0 0,1 0 0,-1 0 0,1-1 0,-1 1-1,0-11 502,11-14-237,-4 18-279,1-1-1,-1 2 0,1-1 0,0 1 1,1 0-1,0 0 0,10-5 0,-3 2-14,0 1 0,1 1 0,21-7 0,-26 10-3,1 1 0,-1 0-1,1 0 1,17-1 0,-26 4 6,0 0-1,1 0 0,-1 0 1,0 0-1,0 1 0,0-1 1,0 1-1,0-1 0,0 1 1,0 0-1,0 0 0,0 1 1,0-1-1,0 1 1,0-1-1,-1 1 0,1 0 1,-1 0-1,1 0 0,-1 0 1,0 0-1,3 4 0,1 3-3,-1 1-1,-1 0 1,1 0 0,-2 0-1,1 0 1,-1 0-1,-1 0 1,2 20-1,-2-6-3,-1 1 0,-5 46 0,0-49 18,-1-1 0,-1 0 0,0-1 0,-2 1 0,-1-1 0,0-1 0,-2 1 0,0-2 0,-1 1 0,-1-1-1,-1-1 1,0-1 0,-1 0 0,-1 0 0,-1-2 0,-29 21 0,37-28 2,-1-1 0,1 0 1,-1-1-1,0 0 0,0-1 0,-1 0 0,1 0 0,-1-1 1,0 0-1,0-1 0,0 0 0,0-1 0,-1 0 0,1-1 1,-13 0-1,22-1 1,0 1 0,-1 0-1,1-1 1,0 1 0,0-1 0,0 1 0,-1-1 0,1 0 0,0 0 0,0 0 0,0 0 0,0-1 0,1 1-1,-1 0 1,0-1 0,0 1 0,1-1 0,-1 1 0,-1-4 0,1 2 9,0-1 1,0 0-1,1 1 1,-1-1-1,1 0 1,0 0-1,0 0 1,0 1-1,1-1 1,-1-6-1,1 1 0,1 0-1,0 0 0,0 0 0,0 1 1,1-1-1,1 0 0,0 0 0,0 1 1,7-14-1,-4 14-20,0-1-1,1 1 1,0 1 0,0-1-1,1 1 1,0 0 0,0 1 0,0 0-1,1 0 1,15-7 0,-16 9-3,0 0 0,1 0 1,-1 1-1,1 0 1,0 1-1,0 0 0,0 1 1,0-1-1,0 1 0,0 1 1,1 0-1,13 1 1,-20 0 3,0-1 1,-1 1-1,1-1 0,0 1 1,-1 0-1,1 0 1,-1 0-1,1 0 1,-1 1-1,0-1 1,1 1-1,-1-1 1,0 1-1,0 0 1,0-1-1,0 1 1,-1 0-1,1 0 1,0 1-1,-1-1 1,0 0-1,1 0 1,-1 1-1,1 3 1,1 3-15,-1 0 0,-1 0 0,0 0 0,0 0 1,-1 14-1,0-18-102,0 0 0,0 0 0,0 1 0,-1-1 0,0 0 0,0 0 0,0 0 0,0 0 0,-1 0 0,0 0 1,0 0-1,-1-1 0,1 1 0,-1-1 0,0 1 0,-1-1 0,1 0 0,-1 0 0,1 0 0,-1-1 0,-6 5 0,-54 33-4154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437 38 4578,'0'0'779,"-23"-6"206,-78-21-508,93 26-421,0-1 0,0 1 0,0 1 0,0-1 0,-1 1 0,1 1 0,0-1 0,0 2 0,0-1 0,0 1 0,0 0 0,1 0 0,-1 1 0,1 0 0,-1 0 0,1 1 0,0-1 0,0 2 0,1-1 0,-1 1 0,1 0 0,0 0 0,0 1 1,-6 7-1,-2 5 38,1 0 1,1 1-1,0 1 1,2 0-1,0 0 1,-10 33-1,12-28-45,2 1 0,0 0 0,2 0 0,0 0 0,2 42 0,2-55-24,0 0 0,1 0-1,1 0 1,5 22 0,-5-28-17,1-1-1,0 1 1,1 0 0,-1-1-1,1 0 1,0 0-1,1 0 1,-1-1 0,1 1-1,7 5 1,-3-4 1,0 1 0,1-1 0,0 0 0,0-1 1,1-1-1,0 1 0,0-1 0,0-1 0,23 6 0,-13-5 8,1-2-1,0 0 1,0-2-1,37-1 0,-43-1 1,1 0-1,-1-2 1,0 0-1,0 0 1,-1-2-1,1 0 1,-1 0-1,0-1 1,-1-1-1,1-1 1,-1 0-1,19-14 1,-22 13-10,-1 1 0,0-2 0,0 0 0,-1 0 0,0 0 0,-1-1 0,-1 0 0,1-1 0,-2 1 0,0-1 0,0-1 0,-1 1 0,-1-1 0,5-23 1,-6 19 5,-1-1 0,0 1 0,-2-1 0,0 1 0,-3-20 0,1 27-11,0 1-1,0-1 1,-1 1-1,0 0 1,-1-1 0,0 2-1,-1-1 1,0 0-1,0 1 1,-10-12 0,2 5-4,-1 0 0,-1 2 0,-1-1 1,0 2-1,-22-14 0,26 19-2,1 1-1,-1 0 1,1 1-1,-1 0 0,-1 1 1,1 0-1,-1 1 1,0 0-1,-19-1 1,29 4-4,0-1 1,0 1 0,0 0-1,0 1 1,0-1 0,0 0-1,0 1 1,0-1 0,0 1-1,0 0 1,0 0 0,1 0-1,-1 1 1,-3 1 0,5-2-30,0 0 1,0 0 0,0 0-1,0 0 1,1 0 0,-1 1-1,0-1 1,1 0 0,-1 1-1,0-1 1,1 0 0,0 1-1,-1-1 1,1 1 0,0-1-1,0 0 1,0 1 0,0-1 0,0 1-1,0-1 1,0 1 0,1-1-1,-1 0 1,0 1 0,1-1-1,-1 0 1,1 1 0,1 1-1,-1 0-182,1-1 0,-1 1-1,1-1 1,0 1 0,-1-1-1,1 0 1,0 0 0,0 0-1,1 0 1,-1 0 0,0 0-1,1 0 1,3 1 0,9 4-2086,33 12-1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3570,'0'0'4172,"1"8"-4052,1 17-119,1 0 1,2 0-1,1 0 0,17 45 0,-17-55 8,0-1-1,1-1 1,0 1 0,1-1-1,1 0 1,0-1 0,1 1 0,0-2-1,1 0 1,12 11 0,-15-17-3,0-1 0,-1 0 0,1 0 0,1 0 1,-1-1-1,1 0 0,-1 0 0,1-1 0,0-1 1,14 2-1,-2-1 25,-1-2 1,1 0 0,31-5-1,-36 3-17,0-2-1,0 0 0,0-1 0,0 0 0,-1-2 1,0 1-1,0-2 0,-1 0 0,20-14 0,-25 16 2,-1-1 0,1 0-1,-1 0 1,0-1 0,-1 0-1,0 0 1,0-1 0,-1 1-1,0-2 1,-1 1 0,0 0 0,-1-1-1,0 0 1,6-20 0,-7 12 114,-1-1 1,0 1-1,-2-24 1,0 37-16,0-1 1,-1 1-1,0 0 0,0-1 1,0 1-1,-1 0 0,0 0 1,0 0-1,0 0 0,0 0 1,-1 0-1,0 1 0,0-1 1,0 1-1,-7-6 0,10 9-103,0 1-1,0-1 1,-1 1 0,1 0-1,0-1 1,-1 1-1,1 0 1,0-1-1,-1 1 1,1 0 0,0-1-1,-1 1 1,1 0-1,-1 0 1,1-1-1,-1 1 1,1 0 0,-1 0-1,1 0 1,-1 0-1,1 0 1,-1 0-1,1 0 1,-1 0 0,1 0-1,-1 0 1,1 0-1,-1 0 1,1 0-1,-1 0 1,1 0 0,-1 0-1,1 0 1,0 1-1,-1-1 1,1 0-1,-1 0 1,1 1 0,-1-1-1,1 0 1,0 1-1,-1-1 1,1 0-1,0 1 1,-1-1 0,1 0-1,0 1 1,0-1-1,-1 1 1,1 0-1,-7 28-77,6-22 102,-9 73 62,3 140-1,8-179-46,-2-17-31,2 0 0,2 0 0,0 0 0,1-1 1,13 39-1,42 90-1711,-39-108-4193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 75 3137,'0'0'2911,"-22"-16"-2057,11 6-721,3 4-63,1-1 0,-2 1 0,1 1 0,-1-1 0,-18-7-1,24 12-53,0 0 0,0 0 0,0 0 0,0 1 0,0-1 0,0 1 0,0-1 0,0 1 0,0 0-1,0 0 1,0 1 0,0-1 0,0 1 0,0-1 0,0 1 0,0 0 0,0 0 0,0 0 0,1 0 0,-1 1-1,0-1 1,1 1 0,-1-1 0,1 1 0,-1 0 0,1 0 0,0 0 0,-3 4 0,-8 8 49,1 2 0,1-1 0,0 1 0,2 1 0,-1-1 0,2 2 1,-11 32-1,12-23 3,0 0 0,3 1 0,0 0 0,0 46 0,4-58-45,1 0 0,0-1-1,1 1 1,0-1 0,1 0-1,1 1 1,1-1 0,0-1-1,1 1 1,1-1 0,0 0-1,1 0 1,1-1 0,0 0 0,1 0-1,0-1 1,13 11 0,-10-11-14,0-1 0,1 0 1,1-1-1,-1-1 0,2 0 1,-1-1-1,1 0 0,1-1 1,-1-1-1,1-1 0,0 0 1,1-1-1,-1-1 0,1 0 1,-1-1-1,1-1 0,0-1 1,0 0-1,28-4 0,-37 2-1,0 0-1,0 0 0,0-1 1,-1 0-1,1-1 0,-1 1 1,0-2-1,0 1 1,0-1-1,-1 0 0,0 0 1,0-1-1,0 0 0,-1 0 1,0-1-1,0 1 0,0-1 1,-1-1-1,0 1 1,-1-1-1,0 1 0,6-16 1,-2-2 5,0 0 0,-2 0 0,-1 0 0,-2-1 0,0 0 1,-1-37-1,-2 47-11,0 1 0,-2-1 0,1 1 0,-2-1 0,0 1 0,-1 0 0,-1 0 0,0 0 0,-1 1 0,-1-1 0,0 1 0,-1 1 0,0-1 0,-1 1 0,-1 1 0,-18-19 0,18 21-6,-1 0-1,0 1 1,-1 0-1,0 1 1,0 0-1,-1 1 1,0 0-1,0 1 1,-1 0-1,0 1 1,0 1-1,0 0 0,0 1 1,-1 0-1,0 1 1,1 0-1,-1 2 1,0-1-1,-23 4 1,36-3-14,1 0 1,-1 0 0,0 0-1,1 0 1,-1 1 0,0-1 0,1 0-1,-1 1 1,1 0 0,-1-1-1,1 1 1,-1 0 0,1 0-1,0-1 1,-1 1 0,1 0-1,0 0 1,0 1 0,0-1 0,0 0-1,0 0 1,0 0 0,0 1-1,0-1 1,0 0 0,1 1-1,-1-1 1,0 1 0,1-1-1,-1 1 1,1-1 0,0 1-1,0-1 1,-1 1 0,1-1 0,0 1-1,0 0 1,1-1 0,-1 1-1,0-1 1,0 1 0,1 1-1,10 26-2684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 4066,'0'0'4882,"267"-40"-4818,-117 38-64,-15 2-304,-28 0-2529,-45 0-241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0 1953,'0'0'4314,"-7"14"-4237,1-3-63,1 0 0,0 0 0,1 1 0,0 0 0,1 0-1,0 0 1,1 0 0,1 1 0,-1 17 0,3 349 984,-1-379-997,0-26 166,6-47 0,-5 64-163,1 0 0,1 0 0,0 0 0,0 0 0,0 1 0,2 0 1,-1 0-1,1 0 0,7-10 0,-5 10-7,0 1 0,0-1 0,0 2 0,1-1-1,0 1 1,1 0 0,0 1 0,-1 0 0,2 0 0,-1 1 0,14-5 0,-6 4-12,0 1 0,0 0 0,0 2 0,1 0 0,-1 0 0,20 2 1,-28 0 6,-1 1 0,1-1 1,-1 2-1,1-1 0,-1 1 1,0 0-1,0 1 1,1 0-1,-2 0 0,1 0 1,13 9-1,-13-6 0,-1 0 0,1 0 0,-2 1-1,1 0 1,-1 0 0,0 0 0,0 1 0,-1 0-1,0 0 1,6 15 0,-3-4-8,-2 0-1,0 0 1,-2 1 0,0 0 0,2 30-1,-5-20 8,-1 0-1,-1 0 1,-6 33-1,4-49 15,-1 0 0,-1 0 0,0 0 0,-1-1 0,0 0 0,-1 0 0,-1 0 0,0-1 0,-1 0 0,0 0 0,-1-1 0,-1 0 0,0-1 0,0 0 0,-17 11-1,16-13 33,1 0 0,-1-1-1,-1 0 1,1-1-1,-1-1 1,0 0 0,0 0-1,-1-1 1,1-1-1,-1 0 1,0-1 0,0 0-1,0-1 1,0 0 0,0-2-1,-26-2 1,36 2-17,1 0 0,-1 0 1,1 0-1,-1-1 0,1 0 1,0 1-1,-1-1 0,1 0 0,0 0 1,0-1-1,1 1 0,-1-1 1,0 1-1,1-1 0,-1 0 1,1 0-1,0 0 0,0 0 1,0 0-1,1 0 0,-1-1 0,1 1 1,0 0-1,0-1 0,0 1 1,-1-8-1,1 4 7,0 0 0,1 0 0,0 0 1,0 0-1,1 0 0,0 0 0,0 0 0,0 0 0,1 1 1,0-1-1,1 0 0,-1 1 0,6-9 0,-3 8-28,1 0 0,1 0-1,0 1 1,0-1 0,0 1 0,0 1 0,1-1-1,0 1 1,0 1 0,1-1 0,-1 2-1,1-1 1,0 1 0,0 0 0,0 0 0,1 1-1,-1 1 1,1-1 0,-1 1 0,1 1-1,-1 0 1,1 0 0,13 2 0,-19 0 0,0-1 0,0 1-1,0-1 1,0 1 0,-1 0 0,1 1 0,-1-1 0,0 0 0,1 1-1,-1 0 1,0 0 0,-1 0 0,1 0 0,0 0 0,-1 0 0,0 1-1,0-1 1,0 1 0,3 6 0,-3-3-199,1-1-1,-1 0 1,-1 1-1,1 0 1,-1-1-1,-1 1 1,1 0-1,-1 0 1,0-1 0,-2 11-1,-6 1-4345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554 23 704,'0'0'2132,"-30"-4"-859,-99-13-356,115 16-787,1 0 0,0 1 1,0 0-1,0 1 0,-1 1 0,1 0 0,0 0 0,0 1 0,1 1 0,-1 0 0,1 1 0,0 0 0,0 0 1,0 1-1,1 1 0,0 0 0,1 0 0,-1 1 0,1 1 0,-13 14 0,9-7-33,1 1 0,0 0 0,2 1 0,0 1 0,1-1 0,1 2 0,1-1 0,1 1 0,1 0 0,-7 39 0,8-29-18,2 1 0,0-1 1,3 1-1,0 0 0,6 35 0,-3-51-62,0 0 0,1 0 0,1 0 0,0-1 0,1 1 0,0-1 0,2-1 0,-1 1 0,2-1 0,0-1 1,0 1-1,15 13 0,-13-16-9,0 0 1,0-1-1,1 0 0,1-1 1,0 0-1,0 0 1,0-1-1,28 9 0,-23-11 5,1 0-1,-1-1 1,1-1-1,0-1 1,1-1-1,29-1 0,-35 0-4,0-2-1,0 1 0,0-2 0,0 0 1,0 0-1,0-1 0,-1-1 0,0 0 1,0-1-1,0 0 0,-1-1 0,0 0 1,0-1-1,-1 0 0,0-1 0,-1 0 1,0-1-1,0 0 0,-1 0 0,10-16 1,-8 10-3,-2 0 0,0 0 0,-1-1 0,-1-1 0,-1 1 0,0-1 1,-1 0-1,-1 0 0,-1 0 0,-1 0 0,0-1 0,-2 1 0,-2-26 1,1 31-2,0 0 0,-2 0 0,1 0 0,-2 0 1,0 1-1,0 0 0,-2-1 0,1 1 0,-2 1 1,1-1-1,-18-20 0,14 19-7,-2 1-1,0 1 1,0 0-1,-1 0 1,-1 1-1,0 1 1,0 0-1,-1 0 1,-20-7 0,19 10-5,1 1 0,-1 0 0,-1 1 0,1 1 0,0 1 0,-1 0 0,-21 0 0,36 2 6,-7 0-4,1 0 0,0 0 0,-16 3 0,22-2 4,0-1 0,0 1 0,0 0 0,0-1 1,0 1-1,0 0 0,1 0 0,-1 0 0,0 0 0,1 0 1,-1 1-1,1-1 0,-1 0 0,1 1 0,-1-1 1,1 1-1,0-1 0,0 1 0,0-1 0,-2 5 0,2-2-104,0 0-1,0 1 0,0-1 0,0 1 0,1 0 0,0-1 0,0 1 1,0-1-1,0 1 0,1-1 0,0 1 0,0-1 0,0 1 1,1-1-1,0 1 0,-1-1 0,1 0 0,5 6 0,-1-4-491,1-1 0,-1 1 0,2-2 0,-1 1 0,14 6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616 84 5362,'0'0'1236,"-33"-14"-735,-110-42 70,132 53-455,0 0-1,0 1 1,0 0-1,-1 0 1,1 1-1,-20 1 1,17 0-48,0 1 0,0 0 1,0 1-1,0 1 1,1 0-1,-1 1 1,1 0-1,0 1 0,0 0 1,0 1-1,1 0 1,0 1-1,0 0 0,1 1 1,0 1-1,-15 14 1,15-12-34,0 1 1,0 1-1,2 0 0,0 0 1,0 1-1,1 0 0,1 1 1,0-1-1,1 1 1,-7 31-1,11-36-18,0 1 0,0-1 1,1 1-1,1-1 0,0 1 0,0-1 0,1 1 1,1-1-1,0 1 0,0-1 0,1 0 0,0 0 1,1 0-1,0 0 0,1-1 0,0 1 1,12 15-1,-6-12-4,1 1 1,1-2-1,0 0 1,1-1-1,0 0 1,1 0-1,20 9 1,-11-8-3,0-1 0,1-1 0,1-1 0,34 8-1,-8-7-3,0-2-1,1-2 1,0-3-1,78-4 0,-121 1-2,-1-1-1,1 1 0,-1-2 0,1 0 0,-1 0 0,18-6 0,-24 6-1,0 1 0,0-1 0,0 0 0,0 0 0,0 0 1,0 0-1,0-1 0,-1 1 0,0-1 0,1 1 0,-1-1 0,0 0 0,0 0 0,0 0 0,-1 0 0,1 0 0,-1 0 0,0-1 0,0 1 0,0 0 0,1-4 0,-2 2 1,1 1-1,0-1 0,-1 0 1,0 1-1,0-1 1,-1 1-1,1-1 0,-1 1 1,0-1-1,0 1 1,-1-1-1,1 1 0,-1 0 1,0-1-1,-3-4 1,1 3-4,-1 1 0,1 0 0,-1 0 1,0 0-1,0 1 0,-1-1 0,1 1 1,-1 0-1,-10-5 0,-1 2-6,0 0-1,0 0 1,-1 2-1,0 0 0,0 1 1,0 1-1,-21-2 1,12 3 7,1 0 0,-1 2 0,0 1 1,1 1-1,-36 7 0,53-6 2,0-1 0,0 1 0,0 0 0,0 1 0,1 0 1,0 0-1,0 1 0,-8 6 0,11-7-1,0 0-1,1 0 1,0 1 0,0-1-1,0 1 1,0 0 0,1 0-1,0 1 1,0-1 0,0 1-1,1-1 1,0 1 0,-2 6-1,3-9-32,1 0 1,-1 0-1,0-1 0,1 1 0,0 0 0,0 0 1,0 0-1,0 0 0,1 0 0,-1 0 0,1 0 0,1 6 1,0-6-156,0 0 1,0 0-1,1-1 1,-1 1-1,1 0 1,-1-1-1,1 0 1,0 1-1,3 1 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4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 46 3570,'0'0'909,"-23"-8"-215,2 0-480,8 3-63,-1-1 0,0 2 0,0 0 0,0 1 0,0 0 0,-1 1 0,1 0 0,-1 1 0,-15 1-1,16 2-20,0 0-1,0 1 0,0 1 0,0 0 0,1 0 0,0 2 0,0-1 0,0 2 0,0-1 0,1 2 0,0 0 0,1 0 0,-15 14 0,6-3-32,1 0 0,0 1 1,2 1-1,1 0 0,1 1 0,-14 27 0,20-32-23,1 1 0,1 1 0,0-1 0,1 1 0,2 0 0,0 1 0,1-1 0,1 0 0,1 1 0,0 0 0,5 36 0,-2-48-68,0 1 0,0-1 0,1 0 0,0 1 0,0-1 0,1-1 0,0 1 0,0 0 0,1-1 0,0 0 0,1 0 0,6 7 0,-3-5 3,1-1 0,0 0 0,1 0 0,0-1 0,0 0-1,1-1 1,18 7 0,0-3 7,-1-1 0,2-1-1,-1-2 1,1-1 0,-1-1-1,43 0 1,-47-3-12,-1-2 1,1 0-1,0-1 0,-1-2 1,43-11-1,-57 12-3,1-2 0,-1 1 0,0-1 0,0-1 0,0 0 0,-1 0 0,0-1 0,0-1 0,-1 1 0,0-1 0,-1-1 0,1 1 0,12-20 0,-13 16-1,-2 0 0,0 0 0,0 0-1,-1-1 1,0 0 0,-2 0 0,1 0 0,-2 0 0,0-1-1,0 1 1,-2-1 0,1 1 0,-2-1 0,-3-19 0,2 16-1,-2 1 1,0 0 0,-1 0 0,-1 0-1,0 1 1,-2-1 0,1 1 0,-2 1 0,0 0-1,-1 0 1,-15-16 0,14 18-5,-1 0 1,0 1 0,-1 1-1,-1-1 1,1 2-1,-2 0 1,1 1-1,-1 0 1,0 1-1,-1 1 1,0 0-1,0 1 1,0 0 0,-1 1-1,0 1 1,0 1-1,-30-1 1,44 3 1,-6 0 0,0 0 1,1 1-1,-15 2 1,21-3-6,0 1 0,0-1 0,-1 1 1,2 0-1,-1 0 0,0 0 0,0 0 1,0 0-1,0 0 0,1 0 0,-1 1 1,0-1-1,1 0 0,-1 1 0,1-1 1,0 1-1,-1 0 0,1-1 0,-1 4 1,0-1-101,1-1 0,1 0 0,-1 1 1,0-1-1,1 1 0,0-1 0,-1 1 0,1-1 1,1 6-1,6 25-3112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344 31 2833,'0'0'1862,"-23"-6"-1088,-8-3-396,-41-6-1,68 15-334,0-1 1,0 1-1,-1 0 0,1 0 0,0 1 0,0-1 0,-1 1 1,1-1-1,0 1 0,0 1 0,0-1 0,0 0 1,0 1-1,0 0 0,-4 3 0,1 0 27,1 0 0,0 0 0,1 1 0,-1-1 0,-6 11 0,7-10-23,-7 11 76,0-1-1,2 1 1,0 1 0,1 0-1,0 0 1,2 1-1,-6 23 1,6-15 21,2 1 1,1 0-1,2 0 0,1 44 0,1-59-125,1 1 0,1-1 0,0 0 0,0 1 0,1-1 0,1 0 0,1-1 0,0 1 0,0-1-1,1 0 1,1 0 0,0 0 0,1-1 0,0 0 0,1 0 0,0-1 0,1 0 0,0-1 0,1 0 0,20 13 0,-15-12-13,1-1 1,0-1-1,0-1 1,1 0 0,0-1-1,0-1 1,1 0-1,-1-2 1,1 0 0,0-1-1,0 0 1,33-3-1,-36 1-10,-1-2 0,1 0-1,0-1 1,-1-1 0,1 0-1,-1 0 1,0-2 0,-1 0-1,1 0 1,-1-2-1,-1 1 1,1-2 0,-1 0-1,-1 0 1,16-15 0,-17 11-17,0 0-1,0-1 1,-2 0 0,1-1 0,-2 0 0,0 0-1,-1 0 1,-1-1 0,0 0 0,-2-1 0,1 1 0,-2-1-1,-1 1 1,0-1 0,-1-20 0,0 26 22,-1 0 1,0-1-1,-1 1 1,-1 0-1,0-1 1,0 1-1,-1 0 1,-1 0-1,0 0 0,0 1 1,-1 0-1,-1-1 1,0 1-1,0 1 1,-1-1-1,0 1 1,-1 0-1,0 1 1,0 0-1,-1 0 0,-18-12 1,12 10-1,-1 0 0,-1 1 0,1 1 0,-2 0 0,1 2 0,-1-1 0,0 2 0,0 1 0,-1 0 0,1 1 0,-1 0 0,0 2 0,0 0 0,0 1 0,-32 4 0,47-3-20,1 0 0,0 0 1,-1 0-1,1 0 0,0 0 0,0 1 1,0-1-1,0 1 0,0 0 0,0 0 1,0 0-1,1 0 0,-1 0 0,1 1 1,0-1-1,-1 1 0,1-1 0,0 1 1,1 0-1,-1 0 0,0 0 0,1 0 1,0 0-1,-1 0 0,1 0 0,1 0 1,-1 0-1,0 1 0,1-1 1,0 0-1,0 1 0,0-1 0,0 0 1,0 0-1,1 1 0,-1-1 0,3 5 1,-1-4-409,0 0 0,0 0 0,1 0 0,0-1 0,0 1 0,5 4 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555 94 2865,'0'0'2204,"-29"-17"-1193,-96-48 14,120 63-974,0 0 1,0 0-1,0 1 1,0 0-1,0 0 1,-1 0-1,1 0 1,0 1-1,-1-1 1,1 2-1,0-1 1,0 0-1,-1 1 1,1 0-1,-6 2 1,3 0 4,0 0 1,1 1-1,-1 0 1,1 1 0,0 0-1,-9 7 1,6-4-10,-12 10 23,1 0-1,1 2 1,1 0 0,1 1 0,1 1 0,0 0-1,2 1 1,1 1 0,1 1 0,1-1 0,2 2 0,0-1-1,2 1 1,1 1 0,1-1 0,1 1 0,-1 32-1,6-47-50,-1 0-1,2 1 1,0-1-1,0 0 1,1 0-1,1 1 0,0-1 1,9 21-1,-8-24-13,1-1 1,0 0-1,0-1 0,1 1 0,0-1 0,0 0 0,1 0 0,0-1 0,0 0 0,1 0 0,0 0 0,13 6 1,-5-3 3,1-2 0,1 0 0,-1 0 0,1-2 0,0 0 0,24 3 0,-15-4 6,1-2 1,1-1-1,41-2 1,-56 0-7,-1-1-1,1 0 1,0 0 0,-1-2 0,0 1-1,0-2 1,0 0 0,0 0 0,-1-1-1,17-10 1,-21 10-6,0 0 1,0-1-1,-1 0 1,0 0-1,-1 0 0,1-1 1,-1 0-1,-1 0 0,0 0 1,0-1-1,0 1 1,-1-1-1,-1 0 0,5-18 1,-4 10 3,0 0 0,-2-1 0,0 0 0,-1 1 0,-1-1 0,0 0 0,-7-32 0,5 39-5,-1-1-1,-1 1 1,0 0 0,-1 0-1,0 0 1,-1 0-1,0 1 1,0 0 0,-1 0-1,-1 1 1,0 0-1,-14-13 1,8 10-5,-1 0 1,-1 1-1,0 1 0,-1 0 1,0 1-1,0 1 0,-1 1 1,0 0-1,0 1 0,0 1 1,-1 1-1,0 0 0,0 1 1,0 1-1,-20 1 0,36 0 2,1 1 0,-1 0 0,0 0-1,1 0 1,-1 1 0,0-1 0,1 1-1,-1-1 1,1 1 0,-1 0 0,-3 1-1,5-1-6,0 0-1,0 1 0,0-1 1,0 0-1,1 0 1,-1 1-1,0-1 0,1 0 1,-1 1-1,0-1 1,1 1-1,0-1 0,-1 1 1,1-1-1,0 1 0,0-1 1,0 1-1,0 1 1,0-1-78,-1 1 0,1-1 0,0 0 1,0 1-1,1-1 0,-1 0 0,0 0 1,1 1-1,-1-1 0,1 0 1,0 0-1,0 0 0,0 1 0,2 2 1,2 0-560,0 0 0,1-1 0,0 1 1,-1-1-1,14 6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 55 2785,'0'0'942,"-30"0"125,-146 0 1220,235-5-503,685-44-1650,-720 49-116,-20 0 28,-11 4 29,-17 12 60,0 0 0,0 2 1,2 1-1,1 0 1,0 1-1,1 2 1,2 0-1,-18 27 1,22-24-31,1 1 0,1 1 0,2-1-1,1 2 1,1-1 0,1 1 0,2 0 0,1 1 0,1-1 0,2 1 0,3 38 0,-1-56-148,0 0-1,2 0 1,-1 0-1,1 0 1,1-1 0,0 0-1,0 1 1,1-1-1,1-1 1,9 14-1,11 17-3061,-17-19-3727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5026,'0'0'288,"151"-59"-208,-29 52-32,15 4 49,1 3-97,-16 0-225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6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71 375 496,'0'0'4338,"-6"-21"-3596,-20-77-139,24 91-559,1-1-1,1 1 1,-1-1 0,1 0-1,1 1 1,-1-1 0,2 0-1,-1 1 1,1-1 0,0 1 0,0 0-1,1-1 1,0 1 0,1 0-1,-1 1 1,1-1 0,1 1-1,-1-1 1,1 1 0,1 0 0,-1 1-1,1-1 1,9-6 0,-1 2-5,-1 1 0,1 0 0,1 1 0,0 1 1,0 0-1,0 1 0,1 0 0,0 2 0,26-6 0,-26 8-35,0 0-1,1 0 1,0 2-1,-1 0 1,1 1-1,26 4 0,-39-4-5,-1 0-1,0 0 1,1 0-1,-1 1 1,0-1-1,0 1 1,0 0-1,0 0 1,0 0-1,0 0 1,-1 0-1,1 1 1,-1-1-1,0 1 1,3 3-1,-2-2 2,0 1 0,-1 0 0,1 0 0,-1 1 0,0-1 0,-1 0 0,0 0 0,2 10 0,-2-3 9,-1 0-1,0 0 1,-1-1-1,0 1 1,-1 0 0,0-1-1,-1 1 1,-5 14-1,0-11 27,0 1-1,0-2 0,-2 1 1,0-1-1,-1 0 1,0-1-1,-1 0 1,-15 12-1,-118 86 709,136-105-680,-16 12 53,-2 0 77,0 1 1,-45 44 0,65-56-170,0 1 0,1 0 0,0 1 0,0 0 0,1 0 0,0 0 0,1 0 0,0 0 1,0 1-1,1 0 0,0 0 0,1 0 0,-1 13 0,2-16-20,0 0 0,1 0 0,0-1 0,0 1 0,1 0 1,-1 0-1,2-1 0,-1 1 0,1-1 0,0 1 0,0-1 0,1 1 0,0-1 0,0 0 0,1 0 0,-1-1 0,1 1 0,1-1 0,-1 1 0,1-1 0,0 0 1,0-1-1,1 1 0,-1-1 0,1 0 0,9 4 0,-2-1 0,0-1 1,1-1-1,0-1 0,0 1 1,0-2-1,27 4 1,88-2-28,-116-4 23,0-2 0,0 0 0,0 0 0,-1-1 0,23-6 0,-30 6 1,1 0 0,-1 0 0,0-1 0,0 0 0,0 0 0,0 0 0,-1 0 0,1-1 0,-1 1 0,0-1 0,0 0 0,0-1 0,-1 1 0,0 0 0,4-7 1,-1-1 3,-1-1 1,0 0 0,-1 0 0,-1 0 0,0-1-1,-1 1 1,0-1 0,-1 1 0,-1-1 0,0 0-1,-1 0 1,0 1 0,-1-1 0,-1 1 0,0-1-1,-1 1 1,-1 0 0,0 1 0,-7-14 0,-1 8-4,0-1 1,-1 2 0,-1 0 0,0 0 0,-2 2-1,0 0 1,0 0 0,-2 2 0,-20-13 0,-6 1-64,-1 2 0,-95-34-1,138 57-69,1-1-1,0 0 0,0 0 0,-1 0 0,1 0 0,0-1 0,0 1 1,0 0-1,-2-3 0,-5-15-4037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6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454 122 4386,'0'0'750,"27"-2"-174,88-5 40,-110 7-587,-1 0 0,0 0-1,0 0 1,0 1 0,0-1-1,0 1 1,0 0 0,0 0 0,0 0-1,0 1 1,0 0 0,0-1-1,-1 1 1,1 0 0,-1 1 0,1-1-1,-1 0 1,0 1 0,0 0-1,0 0 1,-1 0 0,1 0 0,3 6-1,-2-1 6,0 1-1,-1 0 1,0 0 0,0 1-1,-1-1 1,-1 1-1,1 11 1,0-6-4,-1 1 1,-1-1-1,-1 1 1,0-1-1,-6 25 1,5-30-20,-1-1 0,-1 1 1,1-1-1,-2 0 0,1 0 1,-1 0-1,-1-1 0,0 0 1,-12 15-1,8-14 24,0 0-1,-1 0 0,0-1 1,0 0-1,0-1 1,-1 0-1,-1-1 1,1-1-1,-1 1 0,-19 4 1,13-5 91,0-1 0,0-1 0,0-1 1,0 0-1,-1-2 0,-37-2 0,45 0-99,1-1-1,0 0 1,0 0 0,0-1 0,0 0-1,0 0 1,1-2 0,0 1-1,0-1 1,0 0 0,1-1 0,0 0-1,0-1 1,1 1 0,0-2-1,1 1 1,0-1 0,0 0-1,1 0 1,-10-19 0,11 19-5,1 0 1,0 0-1,1 0 0,0-1 1,0 1-1,1-1 1,0 0-1,1 0 0,0 1 1,1-1-1,0 0 1,1 0-1,0 0 0,0 0 1,1 1-1,1-1 0,-1 1 1,2-1-1,-1 1 1,1 0-1,1 0 0,0 0 1,0 1-1,7-10 1,1 6-22,-1-1 1,1 2 0,1 0 0,0 0-1,1 1 1,0 1 0,1 0 0,30-12-1,-15 8-3,2 2 0,-1 2 1,62-11-1,-62 15 2,0 1 0,1 2 0,51 2 0,-73 1 0,0 0 0,0 1 0,-1 0 0,1 0 0,0 1 0,-1 0 0,0 1 0,0 0 0,0 1 0,-1 0 0,1 0 0,-1 1 0,0 0 0,9 9 0,-8-4 3,0 1 0,-1-1 0,0 2 0,-1-1 0,-1 1 1,0 0-1,-1 1 0,0-1 0,-1 1 0,-1 0 0,0 1 0,-1-1 1,1 25-1,-2-18 48,-1-1 0,-2 0 0,0 0 0,-1 0 0,-1 0 0,-1 0 0,-1-1 0,-1 1 0,-13 31 0,7-31 53,0 0-1,0 0 1,-2-1-1,-1 0 1,-21 20-1,2-7 112,-68 51 1,57-52-325,0-1 0,-2-3 1,-1-2-1,-1-1 1,-1-3-1,-73 21 0,-120 4-3954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100 313 3634,'0'0'2257,"-12"13"-1996,-40 41-39,49-51-205,0 1 0,0 0 0,1 0 0,0 0 0,-1 0 0,1 0 0,-1 5 0,2-7 48,1 1 0,-1-1 0,0 0 0,0 0 0,0 0 0,0 0 1,-1 0-1,1-1 0,-3 4 504,4-11 199,-1-17-634,1 1-1,1-1 0,2 0 1,0 1-1,1 0 1,2-1-1,12-32 0,-9 35-136,1 1-1,1 0 1,1 0-1,19-21 1,-26 34-1,0 0 1,1 0-1,0 0 0,0 1 1,1 0-1,-1 0 1,1 1-1,0 0 1,0 0-1,1 0 0,0 1 1,-1 0-1,1 0 1,0 1-1,8-1 1,-13 2-1,0 1 1,0 0 0,0 0 0,-1 0 0,1 0-1,0 0 1,0 0 0,-1 1 0,1-1 0,0 1-1,-1 0 1,1 0 0,0 0 0,-1 0 0,1 0-1,-1 1 1,0-1 0,1 1 0,-1-1 0,0 1-1,0 0 1,0 0 0,0 0 0,0 0 0,-1 0-1,1 0 1,-1 0 0,1 1 0,-1-1 0,0 0-1,1 4 1,3 8-2,-1 0 1,0-1-1,-2 2 0,3 23 0,-5-31 6,7 331 31,-7-328-29,-1 0 0,1 0-1,-2-1 1,1 1 0,-5 13-1,-1-14 14,2-14 6,-2-18 23,3-27-38,5-94-1,0 128-43,1 1 0,0 0 0,2 0 0,0 0-1,1 1 1,0-1 0,1 1 0,1 0 0,0 0-1,1 1 1,10-14 0,-12 19 4,0 1-1,1-1 1,0 1 0,0 1-1,1-1 1,0 1-1,0 0 1,0 0 0,1 1-1,-1 1 1,1-1 0,1 1-1,-1 0 1,1 1-1,-1 0 1,1 1 0,0 0-1,15-1 1,-20 2 9,-1 1-1,0 0 1,0 0 0,0 0 0,0 1 0,0-1-1,0 1 1,1 0 0,-1 0 0,-1 0-1,1 1 1,0-1 0,0 1 0,5 4 0,-5-3 20,-1 0 1,0 0 0,0 1 0,0-1-1,0 1 1,0 0 0,-1 0 0,0 0-1,0 0 1,0 0 0,0 0 0,1 9-1,3 17 11,-1 1-1,-2 0 0,-1 0 1,-3 38-1,1-27 18,-1 7 64,-12 86 0,9-80-10,4-55-77,0 1 0,0-1-1,0 1 1,0 0 0,0-1 0,0 1 0,1-1 0,-1 1 0,0-1-1,0 1 1,1-1 0,-1 1 0,0-1 0,1 1 0,-1-1 0,1 1 0,-1-1-1,0 0 1,1 1 0,-1-1 0,1 1 0,-1-1 0,1 0 0,-1 0 0,1 1-1,0-1 1,-1 0 0,1 0 0,-1 0 0,1 1 0,-1-1 0,1 0 0,0 0-1,-1 0 1,1 0 0,0 0 0,27-3 63,-22 3-51,2-2-5,1 0 0,0 0 0,-1-1 0,1 0 0,-1-1 0,0 1 0,0-2 0,10-5 0,6-7-22,25-24 0,-38 32 0,13-12-105,-2 0 0,0-1 0,-1-2 0,-2 0 0,0-1 0,15-27 1,-26 37 58,0 0 0,-1-1 0,-1 0 0,-1-1 0,0 1 0,-1-1 0,-1 0 0,0 0 0,-2 0 0,0 0 0,-1 0 0,-2-20 0,1 31 63,-1 0-1,1 0 0,-1 0 1,0 0-1,-1 1 1,1-1-1,-1 1 0,0 0 1,-1-1-1,1 1 1,-1 0-1,0 1 1,-1-1-1,1 1 0,-1 0 1,0 0-1,0 0 1,0 1-1,0-1 1,-1 1-1,1 0 0,-1 1 1,-6-3-1,6 3 27,1 1-1,0-1 0,-1 1 0,0 0 0,1 0 1,-1 1-1,0-1 0,0 1 0,1 0 1,-1 1-1,0-1 0,1 1 0,-1 0 1,1 1-1,-1-1 0,1 1 0,-1 0 1,1 0-1,0 1 0,0 0 0,0-1 1,0 2-1,1-1 0,-1 0 0,-7 8 0,2 1 88,1 1 0,0 0-1,1 0 1,1 0 0,0 1-1,1 0 1,0 0 0,1 1-1,-5 26 1,2-1 258,3 0 0,-1 60 0,6-87-283,0 1 0,1-1 0,1 1 1,4 18-1,-4-25-65,0-1 0,1 1 0,0-1 1,0 0-1,1 0 0,-1 0 0,1-1 1,1 1-1,-1-1 0,9 8 0,-2-4-13,0-1 0,1 0 0,-1 0 0,2-1 0,-1-1 0,1 0 0,0-1 0,0 0 0,23 5 0,-3-3-319,1-1-1,63 2 1,18-9-2981,-18-11-1966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22 207 1329,'0'0'3396,"-3"20"-2801,-11 62-291,10-62 974,4-37-932,1 11-71,-1 3-228,-1-13 32,1 1 0,0 0 0,2-1 0,0 1 0,0 0-1,2 0 1,9-25 0,-7 26-80,1 0 0,0 0 0,2 1 0,-1 1 0,21-23 1,-25 30-8,1 0 0,1 0 1,-1 1-1,1 0 0,0 0 1,0 0-1,0 1 0,0 0 1,0 0-1,1 0 0,0 0 1,0 1-1,-1 1 0,1-1 1,10 0-1,-15 1 4,1 1-1,-1 0 1,1 0-1,-1 1 1,0-1-1,1 0 1,-1 1-1,0 0 1,1-1-1,-1 1 1,0 0-1,0 0 1,1 0-1,-1 0 1,0 0-1,0 1 1,-1-1-1,1 1 1,0-1 0,0 1-1,-1 0 1,1-1-1,-1 1 1,1 0-1,-1 0 1,0 0-1,0 0 1,0 0-1,0 0 1,0 0-1,1 5 1,1 6-4,0 0 0,-1 0 1,-1 1-1,1 18 0,-2-24 11,1 37 10,-7 69 0,4-94 3,-2 0 0,0-1 0,-2 0 0,0 1 1,-1-2-1,-11 20 0,6-15 41,-23 30 0,30-46-34,0-1 0,-1 0 0,1 0 1,-1 0-1,0-1 0,-1 1 0,1-2 1,-13 8-1,19-12-8,0 0-12,0 0 0,0 0-1,0-1 1,0 1 0,0 0-1,0 0 1,0 0 0,0 0 0,0-1-1,0 1 1,0 0 0,0 0-1,0 0 1,0 0 0,0-1 0,0 1-1,0 0 1,0 0 0,0 0-1,0 0 1,0-1 0,0 1 0,0 0-1,-1 0 1,1 0 0,0 0-1,0 0 1,0-1 0,0 1 0,0 0-1,-1 0 1,1 0 0,0 0-1,0 0 1,0 0 0,0 0 0,0 0-1,-1 0 1,1-1 0,0 1-1,0 0 1,0 0 0,-1 0 0,1 0-1,0 0 1,0 0 0,0 0 0,-1 0-1,1 0 1,0 0 0,0 0-1,0 0 1,0 1 0,-1-1 0,1 0-1,0 0 1,0 0 0,0 0-1,0 0 1,-1 0 0,1 0 0,0 0-1,0 0 1,0 1 0,0-1-1,0 0 1,0 0 0,-1 0 0,1 1-1,2-8 19,1 0-1,-1 0 0,1 1 0,1 0 1,-1 0-1,1-1 0,7-6 0,39-42 90,-23 27-91,90-105-48,-90 99 18,-1-1 1,22-42-1,-42 67 16,-1-1 1,0 0-1,-1 0 1,0 0 0,-1-1-1,0 0 1,-1 1-1,0-1 1,-1 0-1,-1-12 1,0 23-6,0 1-1,0 0 1,0 0 0,0-1 0,0 1-1,0 0 1,0 0 0,-1 0-1,1-1 1,0 1 0,0 0 0,0 0-1,0 0 1,0-1 0,-1 1-1,1 0 1,0 0 0,0 0 0,0 0-1,-1 0 1,1-1 0,0 1-1,0 0 1,-1 0 0,1 0-1,0 0 1,0 0 0,0 0 0,-1 0-1,1 0 1,0 0 0,0 0-1,-1 0 1,1 0 0,0 0 0,0 0-1,-1 0 1,1 0 0,0 0-1,0 0 1,-1 0 0,1 0-1,0 0 1,0 1 0,0-1 0,-1 0-1,1 0 1,0 0 0,0 0-1,0 0 1,-1 1 0,1-1 0,0 0-1,0 0 1,0 0 0,0 1-1,0-1 1,-1 0 0,1 0 0,0 0-1,0 1 1,0-1 0,0 1-1,-4 5 0,0 0 0,1 0 0,0 1-1,0-1 1,0 1 0,1 0-1,0 0 1,0 0 0,0 13 0,0-12 8,-7 64 255,3 1 1,6 83-1,0-136-203,1 1-1,1-1 1,1 0-1,1 0 1,1 0-1,11 28 0,-13-40-118,0-1-1,1 0 1,0-1-1,0 1 0,0-1 1,1 1-1,0-1 1,0 0-1,1-1 0,-1 1 1,1-1-1,1 0 0,-1-1 1,1 1-1,0-1 1,0 0-1,0-1 0,0 0 1,15 5-1,-11-6-854,-1-1-1,1 0 1,21 0-1,-31-1 888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0 3233,'0'0'2252,"-1"31"-1355,0-20-802,-5 228 1216,5-85-507,3 183-48,-1-329-740,-1 0 0,1 0 0,1 0-1,-1 0 1,2 0 0,5 14 0,-7-19-11,1 0 0,0 0 0,0 0 0,0-1 0,0 1 0,0-1 1,1 1-1,-1-1 0,1 0 0,-1 0 0,1 0 0,0 0 0,0 0 1,0-1-1,0 1 0,1-1 0,-1 0 0,7 2 0,-1-1 7,0 0-1,0-1 1,0 0-1,0 0 1,1-1-1,-1 0 1,0-1-1,0 0 1,1 0-1,-1-1 1,0 0-1,0 0 1,-1-1-1,12-5 1,-10 3-294,0 0 1,-1-1 0,1 0-1,-2-1 1,1 0 0,-1 0-1,0-1 1,0 0-1,-1 0 1,0 0 0,7-14-1,17-38-3749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 4498,'0'0'1985,"270"-2"-1873,-78 2-96,-8-5-16,-28-3-928,-53 4-1954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5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143 258 3842,'0'0'1595,"-20"19"-1189,-65 62-89,81-78-267,0 0 1,0 1-1,1 0 1,0 0-1,-1 0 0,1 0 1,1 0-1,-4 7 0,2-2 735,4-13-129,0-20-576,2 0-1,1 1 1,1 0 0,1-1-1,1 2 1,1-1-1,1 1 1,2 0-1,0 0 1,16-25-1,-18 35-80,0 0-1,1 0 0,0 1 0,0 0 0,23-19 0,-27 26-9,1-1 0,0 1 1,0 1-1,0-1 0,1 1 0,-1 0 0,1 1 1,0-1-1,0 1 0,0 0 0,0 1 0,0 0 1,0 0-1,9 0 0,-13 1 9,-1 0 1,1 1-1,-1-1 0,0 0 1,0 1-1,1 0 0,-1 0 1,0-1-1,0 1 0,0 1 1,0-1-1,0 0 0,0 0 1,0 1-1,0-1 0,0 1 1,-1-1-1,1 1 1,-1 0-1,1 0 0,-1-1 1,1 1-1,-1 0 0,0 0 1,0 0-1,0 1 0,-1-1 1,1 0-1,0 4 0,3 8-1,-2 0 0,0 0 0,0 25 0,-1-30 4,0 13 8,-1 166 46,-1-164-47,-2 0 0,-1-1 0,-1 1 0,-1 0 0,-16 38 0,21-60 40,1-6-25,0 0-4,1-22-4,2-1-1,0 1 0,2 0 1,1 0-1,12-30 0,-1 10-34,3 1-1,26-44 0,-45 88 18,10-18-66,22-30 0,-30 46 42,-1 0 0,1-1-1,0 1 1,0 0 0,0 1-1,0-1 1,0 0 0,1 1-1,-1 0 1,1 0 0,0 0-1,0 0 1,0 0 0,0 1-1,0 0 1,5-2 0,-8 3 22,0 0-1,0 0 1,0 0 0,0 1 0,-1-1 0,1 0 0,0 0-1,0 1 1,0-1 0,0 0 0,-1 1 0,1-1-1,0 1 1,0-1 0,-1 1 0,1-1 0,0 1-1,-1-1 1,1 1 0,0 0 0,-1-1 0,1 1 0,-1 0-1,1 0 1,-1-1 0,0 1 0,1 0 0,-1 0-1,0 0 1,0-1 0,1 1 0,-1 0 0,0 0-1,0 1 1,1 37 14,-1-29-12,-5 322 216,5-321-223,-1-7-142,1-1 1,0 0-1,-1 0 0,1 1 0,1-1 0,-1 0 1,1 0-1,-1 1 0,1-1 0,0 0 0,0 0 1,0 0-1,1 0 0,-1 0 0,1 0 0,3 5 1,-3-7-254,1 0 0,-1 1 0,1-1 0,-1 0 0,1 0 0,-1 0 0,1 0 0,4 0 0,-7-1 320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42 109 2385,'0'0'2799,"-1"-15"-2004,-1 1-677,-2-23 23,4 37-140,0 0 0,0 0 0,0 0-1,0 0 1,0 1 0,-1-1 0,1 0 0,0 0 0,0 0 0,0 0 0,0 0 0,0 0-1,0 0 1,0 0 0,0 0 0,0 0 0,-1 0 0,1 0 0,0 0 0,0 0 0,0 0-1,0 0 1,0 0 0,0 0 0,0 0 0,-1 0 0,1 0 0,0 0 0,0 0 0,0 0-1,0 0 1,0 0 0,0 0 0,0 0 0,0 0 0,-1 0 0,1 0 0,0 0 0,0 0-1,0 0 1,0 0 0,0 0 0,0 0 0,0 0 0,0 0 0,0 0 0,-1-1 0,1 1-1,0 0 1,0 0 0,0 0 0,0 0 0,0 0 0,0 0 0,0 0 0,0 0 0,0-1-1,0 1 1,0 0 0,0 0 0,0 0 0,0 0 0,0 0 0,0 0 0,0 0 0,0 0-1,0-1 1,0 1 0,0 0 0,-7 23 105,-2 24 132,2 0 0,3 0 0,2 49 0,2-87-216,0-1-1,0 1 1,1-1 0,1 0-1,-1 1 1,1-1 0,1 0-1,4 11 1,-5-16-18,0 0 1,0 1 0,0-1-1,1 0 1,-1 0-1,1-1 1,0 1 0,0 0-1,0-1 1,0 1-1,0-1 1,0 0 0,1 0-1,-1-1 1,1 1 0,0-1-1,-1 1 1,1-1-1,0 0 1,0 0 0,6 0-1,0 1 4,0-1 0,0-1 0,1 1 0,-1-2 0,0 1 0,1-1 0,14-4 0,-20 4-6,0-1-1,0 0 1,0 0 0,0 0-1,0-1 1,0 1 0,0-1-1,-1 0 1,1-1 0,-1 1-1,0-1 1,0 0 0,-1 0 0,1 0-1,4-6 1,-1-2-1,-1 0 0,0 0 0,-1 0 0,0-1 0,-1 0 0,-1 0 0,0 0 0,1-20 0,-1-12 20,-3-50 0,-1 71-8,1 17-7,0 0 0,0 0 0,-1 0 0,0 1 0,0-1 0,0 0 0,-1 0 0,-1 1 0,1-1 1,-5-7-1,7 14-6,0 0 0,0 1 1,1-1-1,-1 0 0,0 0 1,0 0-1,0 0 0,0 0 1,0 0-1,0 0 0,0 1 1,0-1-1,0 0 0,0 0 1,0 0-1,0 0 0,0 0 1,-1 0-1,1 0 0,0 1 1,0-1-1,0 0 1,0 0-1,0 0 0,0 0 1,0 0-1,0 0 0,0 0 1,0 0-1,0 0 0,0 1 1,-1-1-1,1 0 0,0 0 1,0 0-1,0 0 0,0 0 1,0 0-1,0 0 0,0 0 1,-1 0-1,1 0 0,0 0 1,0 0-1,0 0 0,0 0 1,0 0-1,0 0 0,-1 0 1,1 0-1,0 0 1,0 0-1,0 0 0,0 0 1,0 0-1,0 0 0,0 0 1,-1 0-1,1 0 0,0 0 1,0-1-1,-2 30 63,2 55 0,1-29 75,-1-26-196,1 0-1,1 0 1,2 0-1,0-1 1,3 0 0,0 0-1,2 0 1,17 36-1,-3-26-2390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0 235 3554,'0'0'245,"6"-24"-117,22-75-50,-27 94-30,0 1 1,1 0 0,-1 0 0,1 1 0,0-1-1,0 0 1,1 0 0,-1 1 0,1-1 0,0 1 0,6-5-1,-7 6-15,-1 1-1,1 0 1,0 0-1,0 0 1,0 0 0,0 0-1,0 1 1,0-1-1,0 1 1,0-1-1,0 1 1,0 0-1,0-1 1,1 1-1,-1 0 1,0 0-1,3 1 1,-1 0-16,0 0 0,0 1 0,0-1 0,0 1 0,0 0 0,0 0 0,-1 0 0,1 0 0,-1 0 0,0 1 0,0 0 0,0 0 0,0-1 0,0 2 0,0-1 0,-1 0 0,4 5 1,2 10 50,1-1 1,-2 1 0,-1 1 0,0-1 0,-2 1 0,4 27 0,-1 116 333,-7-161-401,-2 9 464,0-28 111,0-10-471,2 0 0,1-1 1,1 1-1,9-38 1,-9 58-109,0 0 1,1-1 0,0 1 0,0 0 0,1 1 0,0-1 0,0 0 0,1 1 0,0 0 0,1 0 0,-1 1 0,2-1 0,-1 1 0,0 0 0,1 1 0,0 0-1,1 0 1,-1 0 0,11-4 0,-12 6-3,1 1-1,0-1 1,0 1-1,0 1 0,0 0 1,1-1-1,-1 2 1,8-1-1,-12 1 3,0 0-1,-1 0 0,1 0 0,0 1 1,0-1-1,-1 1 0,1-1 1,0 1-1,-1 0 0,1 0 1,-1 0-1,1 0 0,-1 1 1,1-1-1,-1 1 0,0-1 0,0 1 1,0 0-1,0 0 0,0-1 1,0 2-1,0-1 0,1 3 1,3 7 2,-1 1 1,-1-1-1,0 1 1,-1 0 0,0 0-1,1 24 1,-4 86 20,-1-64-11,1-40 29,-1-24 94,-1-33 24,3 2-140,0 0 0,3 1 0,9-44 1,-10 65-24,1 0 0,1-1 0,0 2 0,1-1 0,1 1 0,0 0 0,1 0 1,0 0-1,1 1 0,19-20 0,-25 30 0,0-1-1,1 1 0,-1-1 1,0 1-1,1 0 1,-1 0-1,1 0 1,0 1-1,5-3 1,-8 4 4,0 0 1,0 0-1,0-1 1,0 1-1,1 0 1,-1 0-1,0 0 1,0 0-1,0 0 1,0 0-1,0 1 1,1-1-1,-1 0 1,0 0-1,0 1 1,0-1-1,0 1 0,0-1 1,0 1-1,0-1 1,0 1-1,0 0 1,0-1-1,-1 1 1,1 0-1,0 0 1,0 0-1,-1-1 1,1 1-1,0 0 1,-1 0-1,1 0 1,-1 0-1,1 0 1,-1 0-1,0 0 1,1 0-1,-1 2 1,4 18 2,0-1 1,-2 0-1,-1 1 1,-2 31-1,0-12 64,1 191 457,0-229-565,0-1 1,0 1-1,0 0 1,0-1-1,0 1 1,0-1-1,1 1 1,-1-1-1,0 1 0,1-1 1,0 1-1,0 1 1,0-3-108,0 1-1,0-1 1,-1 1-1,1-1 1,0 0 0,0 1-1,0-1 1,0 0-1,0 0 1,0 0 0,0 1-1,0-1 1,0 0-1,0 0 1,2-1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42 132 3089,'0'0'393,"0"-21"332,0-49-166,0 29 2385,-28 746-1781,25-652-1155,0 0 14,-3-89 178,5-125-115,1 151-82,0 0 0,1 0 0,0 1 0,0-1 0,1 0 0,1 1 1,0-1-1,4-8 0,-4 12-4,0 1 0,0 0 0,1 0 1,0 0-1,-1 1 0,2-1 0,-1 1 1,1 0-1,-1 0 0,1 0 0,0 1 0,0 0 1,1 0-1,9-4 0,-6 3-2,0 1-1,0 0 1,1 1-1,-1 0 1,1 0-1,18 0 1,-25 2 1,1 0 0,-1 0 1,0 0-1,1 0 0,-1 0 1,1 1-1,-1-1 0,0 1 0,0 0 1,1 0-1,-1 0 0,0 1 0,0-1 1,0 1-1,0-1 0,0 1 1,0 0-1,-1 0 0,1 0 0,-1 1 1,1-1-1,3 5 0,-3-1-2,0 1 0,-1-1 1,0 1-1,0 0 0,0-1 0,-1 1 0,1 11 0,-1 53 15,-2-37 12,1-23 15,0-1 1,-1 1-1,-1-1 1,0 1-1,0-1 0,-1 0 1,0 0-1,-1 0 1,-7 15-1,6-17 3,0-1 0,-1 1 0,0-1 1,0-1-1,0 1 0,-1-1 0,0 0 0,-1 0 0,1 0 0,-1-1 0,-13 6 1,12-6-98,0-1 1,0 0 0,-1 0-1,1-1 1,-1 0 0,0-1-1,0 0 1,0 0 0,0-1 0,-17 0-1,27-1-17,-1 0 0,1 0 0,-1 0 0,1 0 0,0 0 0,-1 0 0,1 0 0,0 0 0,-1 0 0,1 0 0,0 0 0,-1 0 0,1 0 0,0-1 0,-1 1 0,1 0 0,0 0 0,-1 0-1,1-1 1,0 1 0,-1 0 0,1 0 0,0 0 0,0-1 0,0 1 0,-1 0 0,1-1 0,0 1 0,0 0 0,0-1 0,-1 1 0,1 0 0,0 0 0,0-1 0,0 1 0,0-1 0,-1-26-4796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1 218 304,'0'0'3970,"24"4"-3951,75 14 23,-88-15 5,0-2 0,0 1 0,1-2 0,-1 1 0,13-2 0,-7 0-22,-15 0-13,1 1 0,0 0 0,0-1 0,0 0 0,0 0 0,-1 0 0,1 0 0,0 0 0,-1 0 0,1 0 0,-1-1 0,1 0 0,-1 1 0,0-1 0,0 0 0,0 0 0,0 0 0,0 0 0,0 0 0,0-1 0,-1 1 0,1 0 0,-1-1 0,0 1 0,0-1 0,0 1 0,0-1 0,1-3 0,1-7 129,-1 0 0,0 0 0,0 0 1,-2-21-1,1 30-105,-2 1 0,1 0 0,0-1 0,-1 1 0,0 0 0,1-1 0,-1 1 0,-1 0 0,1 0 0,0 0 0,-1 0 0,0 0 0,0 0 0,0 0 0,0 0 0,0 1 0,-5-5 0,3 4 20,-1-1 0,0 1 0,0 1 0,0-1 0,0 1 0,0 0 0,0 0 0,0 0 0,-1 0 1,-9 0-1,4 0 15,0 0 0,0 1 0,0 1 1,0 0-1,-21 2 0,28-1-62,0 0 0,-1 0 0,1 0 0,0 0-1,0 1 1,-1-1 0,1 1 0,0 0 0,1 0 0,-1 1 0,0-1-1,1 1 1,-1 0 0,1 0 0,0 0 0,0 0 0,-3 4-1,1 2 10,0 0-1,0 0 0,1 1 0,1-1 1,-1 1-1,2 0 0,-1 0 0,1 0 0,1 0 1,0 0-1,1 1 0,1 17 0,0-15 2,0-1-1,2 1 0,-1-1 0,2 0 0,0 1 0,0-1 0,1-1 1,1 1-1,13 20 0,-9-18-12,0-1 1,2 0-1,0-1 0,0 0 0,1 0 1,26 16-1,-32-23-3,1 0 1,0-1-1,0-1 1,1 1-1,-1-1 0,1 0 1,-1-1-1,1 0 1,0 0-1,0-1 1,0 0-1,0 0 0,0-1 1,0-1-1,9 0 1,-14 0-4,0-1 0,0 1 1,0-1-1,0 1 0,0-1 1,-1 0-1,1-1 0,-1 1 1,1 0-1,-1-1 0,0 0 0,0 0 1,0 0-1,-1 0 0,1 0 1,-1 0-1,0-1 0,0 1 1,0-1-1,0 0 0,2-6 1,3-9 12,-1-1 1,7-37-1,-12 53-10,7-49 48,-2-1 0,-3-88 0,-3 113-17,-13 366 105,15-372-24,-4-42 0,0 41-20,1 0 0,6-36 0,-5 67-103,1 0-1,0 0 1,1 0 0,-1 1 0,1-1 0,0 1-1,0-1 1,0 1 0,1-1 0,0 1 0,0 0 0,0 0-1,7-6 1,-5 6-20,1-1 0,0 1 0,0 0-1,0 1 1,1-1 0,0 1 0,-1 0 0,13-3 0,5 1-49,1 0 0,0 2 0,-1 1 0,42 1 0,-65 5 29,-3 10 67,0-1 0,0 1 0,-2-1 0,0 1 0,-8 20 0,-10 33 342,18-49-200,0-1 0,2 1 0,0 23 0,1-35-135,2 0 1,-1-1-1,1 1 1,0 0-1,0 0 1,1-1-1,0 1 1,0 0-1,0-1 0,1 0 1,-1 1-1,1-1 1,1 0-1,3 5 1,0-4-16,-1-1 0,1 1-1,0-1 1,0 0 0,1-1 0,-1 1 0,1-1 0,0-1 0,0 0 0,1 0 0,-1 0 0,14 2 0,-1-2-392,1 0 0,0-1 0,42-1 0,28-8-5254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576 65 1056,'0'0'897,"-28"0"-179,-186 0 1024,-120 0 2420,420 0-3410,371-27-472,-224 8-315,515 1-4356,-710 18 1723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33 3057,'0'0'4458,"-15"-8"-3865,5 2-523,7 3-53,-1 1 0,0 0-1,0 0 1,0 0 0,0 0-1,0 0 1,0 1 0,-6-2-1,9 3-14,1 0 0,-1 0-1,0 0 1,1 0-1,-1 1 1,0-1 0,0 0-1,1 0 1,-1 0 0,0 0-1,1 1 1,-1-1 0,0 0-1,1 1 1,-1-1-1,0 0 1,1 1 0,-1-1-1,1 1 1,-1-1 0,1 1-1,-1-1 1,0 2-1,0 0 2,0 0-1,0 0 0,0 0 0,1 0 0,-1 1 0,1-1 0,-1 0 1,1 1-1,0-1 0,0 0 0,0 3 0,-8 668 780,8-659-839,-1-11-177,1 1 0,0 0 0,0-1 0,0 1 0,1-1 0,-1 1-1,1-1 1,2 7 0,3-5-2567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2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3057,'0'0'2876,"0"9"-2788,0 19-51,-9 183 212,-3-126-84,-2 3-23,-1 109-1,15-195-117,0-11 4,-1-1 0,1 1 0,1-1 0,0 1-1,0-1 1,5-17 0,24-52-32,-20 56 13,8-19-9,37-63 0,-46 90 0,1 0 0,0 1-1,1 1 1,1-1 0,0 2-1,1 0 1,19-15 0,-25 23-5,-1 0 1,0 1-1,1 0 1,0 0-1,0 0 1,0 1-1,8-2 1,-13 3 1,-1 1 1,0-1-1,1 1 1,-1 0 0,1 0-1,-1-1 1,1 1 0,-1 0-1,1 0 1,-1 1-1,1-1 1,-1 0 0,0 0-1,1 1 1,-1-1 0,1 0-1,-1 1 1,0-1-1,1 1 1,-1 0 0,0 0-1,0-1 1,1 1 0,-1 0-1,0 0 1,0 0-1,0 0 1,0 0 0,0 0-1,0 0 1,-1 0 0,1 1-1,0-1 1,0 0-1,-1 0 1,1 1 0,-1-1-1,1 0 1,-1 1 0,1 2-1,1 25 11,-2 0-1,0 1 1,-2-1 0,-1 0-1,-2 0 1,-1 0 0,-12 33-1,17-56-3,-29 102 151,27-93-125,0 0 0,2 1 0,0-1 0,0 1 0,3 16 0,-2-30-28,0-1-1,1 1 0,-1 0 1,1-1-1,-1 1 0,1 0 1,-1-1-1,1 1 0,0-1 1,0 1-1,0-1 0,0 1 1,0-1-1,0 0 0,0 0 1,1 1-1,-1-1 0,0 0 0,1 0 1,-1 0-1,1 0 0,-1-1 1,1 1-1,0 0 0,-1 0 1,4 0-1,3 1 4,0-1 0,0 0 0,0-1 0,15 0 0,-13 0-4,6 0 1,0-1-1,0 0 1,-1-1 0,1-1 0,-1-1 0,0 0 0,1 0-1,-2-2 1,1 0 0,-1 0 0,0-1 0,0-1 0,-1 0-1,0-1 1,20-17 0,-16 11-21,-1 0 0,0-1-1,-1-1 1,-1-1 0,-1 1-1,-1-2 1,0 0 0,9-22 0,-13 25 9,-2-1 1,0-1 0,-1 1 0,0-1 0,-2 0-1,0 0 1,-1 0 0,-1 0 0,-1 0-1,-3-21 1,3 35 8,-1 0-1,0 1 1,1-1-1,-2 0 1,1 1-1,0-1 1,-1 1-1,1-1 1,-1 1-1,0 0 1,-1 0-1,1-1 1,0 1-1,-1 1 1,-5-6-1,4 5 1,-1 0-1,0 0 0,1 1 0,-1-1 0,0 1 1,-1 0-1,1 1 0,0-1 0,-1 1 0,1 0 1,-7-1-1,-1 1 16,0 0 0,0 0 0,0 1 0,-16 2 0,23-1 5,0 0 0,0 0 0,1 1 0,-1 0 0,1 0 0,-1 0 0,1 0 0,0 1 0,0 0 0,0 0 0,0 0 0,-5 5 0,3-1 40,0 1-1,0-1 1,1 1 0,0 1-1,1-1 1,0 1-1,0 0 1,0 0-1,-3 11 1,3-2 128,0 0 0,1 1 0,1-1 0,-1 22 0,3-30-101,1 1 1,0 0-1,1 0 0,0-1 0,6 20 1,-5-23-58,0 0 1,1-1 0,0 0-1,1 1 1,-1-1-1,1 0 1,1-1-1,-1 1 1,1-1 0,7 8-1,-1-5-2,-1 0 0,1 0 0,1-1 0,-1-1 0,1 1 0,0-2 0,18 6 0,-3-2 3,2-2 1,43 7-1,102 0-396,10-12-1554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15 225 2609,'0'0'782,"0"-20"-233,-5-153 1306,6 167-1568,-1 4-160,0 0 1,0 0-1,0 1 1,0-1-1,0 0 1,0 0-1,0 0 1,-1 1-1,1-1 1,-1 0-1,1 0 1,-2-1 0,1 3-116,1 1 1,-1 0-1,1 0 1,-1 0 0,0 0-1,1-1 1,0 1-1,-1 0 1,1 0 0,0 0-1,-1 0 1,1 0-1,0 0 1,0 0 0,0 0-1,0 0 1,0 0-1,0 0 1,0 0 0,0 0-1,1 0 1,-1 1-1,0 4 13,-1 84 44,4 118 132,-3-201-466,2 1-1,-1-1 1,1 1 0,4 8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 3378,'0'0'1024,"-67"133"-464,67-93 177,13-3-113,28-18-336,11-9-208,0-10 32,-3 0-32,-13-19-32,-15-11 16,-13-2 16,-8 5-80,0 4-32,-3 9-1168,-7 9-785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5 485 3810,'0'0'2195,"-5"1"-1454,5-1-719,36-27 294,-1 0 0,32-33-1,-39 34-266,0 1-41,-2-2 1,37-46 0,-55 63-4,-1 0-1,-1-1 1,1 0 0,-2 0 0,0 0 0,0-1 0,-1 1 0,-1-1 0,0 0 0,0-1 0,0-14 0,-3 24-3,0 1 1,0-1-1,0 1 0,0-1 1,-1 1-1,1 0 0,-1-1 1,0 1-1,1 0 0,-1-1 1,-1 1-1,1 0 0,0 0 1,0 0-1,-1 0 0,1 0 1,-4-4-1,1 4 8,1-1 0,0 1 0,-1 0 0,1 0 0,-1 0 0,0 1 0,0-1 0,1 1 0,-1 0 0,-6-2 0,-2 2 32,0-1 1,-1 1 0,1 1 0,0 0-1,-1 1 1,-21 4 0,32-5-36,0 0 0,0 1 0,0-1 0,0 1 1,0 0-1,0-1 0,1 1 0,-1 0 0,0 0 1,0 0-1,0 0 0,1 0 0,-1 1 0,1-1 0,-1 0 1,1 1-1,-1-1 0,1 1 0,0 0 0,0-1 0,0 1 1,0 0-1,0-1 0,0 1 0,1 0 0,-1 0 0,0 0 1,1 0-1,-1 3 0,1-2-5,0 1 1,1-1-1,-1 0 1,1 0-1,-1 0 1,1 0-1,0 0 1,1 0-1,-1-1 0,0 1 1,1 0-1,-1 0 1,1-1-1,0 1 1,0-1-1,0 1 1,1-1-1,-1 0 0,5 3 1,22 15 46,2-1-1,59 26 1,4 3-35,-59-29-11,-2 1 1,57 46-1,-80-56-2,0-1-1,0 1 1,-1 0-1,0 1 1,-1 0-1,0 0 1,-1 1-1,0 0 1,-1 0-1,-1 0 1,7 21-1,-9-22 1,-1-1 0,0 2 0,-1-1 0,0 0 0,0 0 0,-2 0 1,-1 13-1,2-19 1,-2 0 1,1 0-1,-1 0 1,1 0-1,-1 0 1,-1-1-1,1 1 1,-1 0-1,0-1 0,0 0 1,0 0-1,-1 0 1,1 0-1,-1 0 1,0-1-1,0 0 1,-6 4-1,-5 2 39,-1-1 0,0 0 0,0-1-1,-1-1 1,1-1 0,-1 0-1,-1-1 1,1 0 0,-1-2 0,1 0-1,-1-1 1,0 0 0,0-2 0,-29-3-1,45 3-13,0 1 0,0-1-1,0 0 1,0 0 0,0 0-1,1 0 1,-1 0 0,0 0-1,1 0 1,-1 0 0,0-1-1,1 1 1,0-1 0,-1 1-1,1-1 1,0 1-1,0-1 1,0 0 0,0 0-1,0 1 1,0-1 0,1 0-1,-1 0 1,1 0 0,-1 0-1,1 0 1,-1-2 0,1-1-4,0 1 1,-1 0 0,2-1-1,-1 1 1,0 0-1,1-1 1,0 1 0,0 0-1,0 0 1,1 0-1,3-8 1,0 5-23,1 1-1,-1 0 0,1 0 1,0 0-1,1 0 1,-1 1-1,1 0 1,0 1-1,1 0 0,-1 0 1,1 0-1,0 0 1,0 1-1,0 1 1,15-4-1,-7 2-3,1 1-1,-1 1 0,1 0 1,0 1-1,0 0 1,-1 2-1,25 2 1,-39-3-7,0 1 0,0-1-1,1 1 1,-1 0 0,0 0 0,0 0 0,0 0 0,0 0 0,0 0 0,0 0-1,0 1 1,0-1 0,-1 0 0,1 1 0,0 0 0,-1-1 0,0 1 0,1 0-1,-1 0 1,0 0 0,0 0 0,0 0 0,0 0 0,0 0 0,0 0 0,-1 0-1,1 0 1,-1 0 0,0 0 0,1 1 0,-1-1 0,0 0 0,-1 4 0,0 5-1695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109 406 352,'0'0'2201,"0"-24"-1248,0-154 898,2 115-332,-1 25-196,-4-60 0,0 93-964,0 11-262,-3 18-97,-20 151 283,-23 161 752,27 6-651,22-307-432,0-33-24,1 8-169,-1-10 203,0 0 0,0 0 0,0 0-1,0 1 1,0-1 0,0 0 0,0 0 0,0 0-1,0 0 1,0 0 0,0 0 0,0 0-1,1 0 1,-1 0 0,0 0 0,0 1-1,0-1 1,0 0 0,0 0 0,0 0 0,0 0-1,0 0 1,1 0 0,-1 0 0,0 0-1,0 0 1,0 0 0,0 0 0,0 0-1,0 0 1,0 0 0,1 0 0,-1 0 0,0 0-1,0 0 1,0 0 0,0 0 0,0 0-1,0 0 1,0 0 0,1 0 0,-1 0-1,0 0 1,0 0 0,0 0 0,0-1-1,0 1 1,0 0 0,0 0 0,0 0 0,0 0-1,0 0 1,1 0 0,-1 0 0,0 0-1,0 0 1,7-9-3595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351 1 1489,'0'0'6307,"-169"153"-5859,115-92-320,2-4-128,13-5 0,10-20-1953,22-15-3185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 3794,'0'0'3473,"223"-32"-3393,-83 22-80,3 10 0,-19 0-16,-25 0-576,-42 0-897,-41 0-1056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6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561 178 480,'0'0'4087,"6"-22"-3220,16-69-256,-21 89-585,-1 0 0,1 0-1,-1 1 1,0-1-1,0 0 1,1 0 0,-2 0-1,1 0 1,0 0-1,0 0 1,-1 0-1,1 0 1,-1 0 0,1 0-1,-1 0 1,0 0-1,0 0 1,-2-2-1,2 3 0,-1 0 0,1-1 0,-1 1-1,0 0 1,1 1 0,-1-1 0,0 0-1,0 0 1,1 1 0,-1-1 0,0 1-1,-2-1 1,-5-1 77,-12-2 79,0 0 0,0 2 0,0 0 0,-1 1 0,-33 4 0,40-3-93,1 1-21,1 0-1,0 1 1,0 0-1,0 1 1,0 0 0,0 1-1,0 1 1,1 0-1,0 0 1,-17 11-1,15-6 56,0-1-1,1 2 0,1 0 0,-1 0 0,2 1 0,0 1 0,-14 20 0,10-9 39,1 1 0,2 0 0,0 0-1,2 1 1,1 0 0,1 1 0,1 0 0,2 0 0,-3 40 0,6-37-38,1 1 0,2 0 0,7 45-1,-5-60-89,1 0 0,1 0 0,0 0 0,1-1 0,1 0-1,1 0 1,0 0 0,12 15 0,-4-9-18,2-1 0,0 0 1,1-1-1,1-2 0,1 1 1,1-2-1,0-1 0,1-1 0,1 0 1,0-2-1,1 0 0,1-2 1,-1-1-1,2-1 0,-1 0 0,49 5 1,-44-8-8,1-3 1,0 0-1,0-2 1,60-7-1,-78 5-4,-1 0 0,0-2 0,0 1 0,0-2 0,0 1 0,-1-2 0,1 0 0,-1 0 0,-1-1 1,1 0-1,-2-1 0,1 0 0,16-17 0,-18 16 0,-1-1 1,0-1-1,-1 0 0,0 0 1,0 0-1,-1-1 1,-1 1-1,0-1 0,3-17 1,-3 6 0,-1 0 1,-1 0-1,-1-1 0,-2-28 1,-2 25-4,-1 0 0,-2 0 0,-1 0 0,-1 0 1,-1 1-1,-1 0 0,-2 1 0,-1 0 0,0 0 0,-21-27 0,11 20 2,-2 1-1,-1 1 1,-1 2-1,-1 0 0,-2 2 1,-59-43-1,69 57-4,0 0-1,-1 2 1,0-1-1,-31-9 1,38 16-11,0 0 1,0 1-1,-1 0 0,0 1 1,1 1-1,-1 0 1,0 1-1,-18 1 1,29-1-83,-1 0 0,1 1 0,0-1 0,-1 1 0,1 0 0,-1 0 0,1 0 0,0 0 0,0 0 1,0 1-1,0-1 0,0 1 0,0 0 0,0 0 0,0 0 0,1 0 0,-1 0 0,1 1 0,-1-1 0,1 1 0,0-1 1,0 1-1,1 0 0,-1 0 0,-1 3 0,-6 29-5185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30 701 4978,'0'0'2583,"2"-17"-2452,4-53 174,-3 1 0,-8-93 0,5 159-300,-36-377 523,53 960-559,57 1 11,-62-519-825,-5-22-2117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0 4290,'0'0'2655,"-30"15"-2149,-5 2-205,-59 38-1,86-48-256,1 0 0,0 0-1,1 0 1,-1 1 0,1-1 0,1 2 0,0-1 0,0 0 0,0 1 0,1 0 0,0 0 0,1 1 0,0-1 0,1 1 0,0-1 0,-2 16 0,3-19-34,-3 28 61,0 0-1,4 68 0,0-94-65,1 1-1,0 0 1,1-1-1,0 0 1,0 1-1,1-1 1,0 0 0,0 0-1,1 0 1,0 0-1,0-1 1,1 0-1,0 1 1,0-2 0,1 1-1,0-1 1,0 0-1,1 0 1,-1 0-1,1-1 1,0 0-1,1 0 1,-1-1 0,1 0-1,0-1 1,0 1-1,0-2 1,0 1-1,1-1 1,10 2 0,-6-2 2,1 0 1,-1-1-1,1-1 1,-1 0-1,1-1 1,-1 0 0,15-3-1,-22 2-4,1 0 0,-1 0 0,0 0 0,-1-1 0,1 1-1,0-1 1,-1-1 0,1 1 0,-1-1 0,0 0 0,0 0 0,-1 0-1,1-1 1,-1 0 0,0 0 0,6-10 0,-3 3 3,-1-1 0,-1-1 0,0 1 1,-1-1-1,0 0 0,-1 0 0,-1 0 0,0 0 1,-1-1-1,0 1 0,-1 0 0,-1-1 0,0 1 1,-1 0-1,-1 0 0,0 0 0,-1 0 0,0 0 1,-1 0-1,-1 1 0,0 0 0,0 0 0,-2 1 1,1 0-1,-2 0 0,1 1 0,-14-13 0,19 21-6,-40-38-190,40 39 110,-1 0 0,1-1 0,0 1 0,-1 1 0,1-1 0,-1 0 0,0 1 0,1-1 0,-1 1 0,0 0 0,0 1 0,-6-2 0,1 4-2673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57 185 4066,'0'0'3583,"-8"0"-3276,6 0-305,0 0 0,0 1 0,0-1 0,0 0 0,1 0 0,-1 1 1,0-1-1,0 1 0,0 0 0,1-1 0,-1 1 0,0 0 0,1 0 1,-1 0-1,1 0 0,-1 1 0,1-1 0,-3 3 0,2-1 0,0 0 1,1 1-1,-1 0 0,1-1 0,0 1 0,0 0 0,0-1 1,1 1-1,-1 0 0,1 0 0,0 4 0,-2 30 25,2 0-1,2 0 1,8 49-1,-7-70-17,1 0-1,1 0 0,0-1 1,1 0-1,1 0 0,1 0 1,0-1-1,1 0 0,18 23 1,-24-34-7,1 1 1,0-1 0,0-1-1,0 1 1,0-1 0,1 1 0,0-1-1,-1 0 1,1-1 0,0 1-1,8 2 1,-4-3 4,1 0-1,-1 0 1,1-1 0,0 0-1,19-1 1,-23-1-6,0 0 1,0 1 0,0-2-1,0 1 1,-1-1-1,1 0 1,0 0-1,0 0 1,-1-1 0,0 0-1,8-5 1,-4 1-8,0 0 1,-1-1-1,0 0 1,0 0-1,12-18 1,-9 9-14,-1 0 1,-1-1 0,0 1 0,-2-2-1,0 1 1,-1-1 0,4-21 0,-3 2 16,-3-1 1,-1 1-1,-2-1 0,-6-59 1,-2 69 73,6 28-64,1 0 0,-1 0-1,1 0 1,-1 0-1,1 1 1,-1-1-1,1 0 1,-1 0 0,0 0-1,1 1 1,-1-1-1,0 0 1,0 1-1,0-1 1,1 1-1,-1-1 1,0 1 0,0-1-1,0 1 1,0 0-1,0-1 1,0 1-1,0 0 1,0 0 0,-1 0-1,1 0-7,1 0 1,-1 0-1,1 0 0,-1 0 1,1 0-1,-1 0 0,1 1 1,-1-1-1,1 0 0,-1 0 1,1 0-1,-1 1 0,1-1 0,0 0 1,-1 1-1,1-1 0,-1 1 1,1-1-1,0 0 0,0 1 1,-1-1-1,1 1 0,0-1 1,0 1-1,-1-1 0,1 1 0,0-1 1,0 1-1,0 0 0,-3 19-17,3-15 15,0 179-17,0-175 22,1 0 1,1 0-1,0 0 1,0 0 0,0 0-1,1-1 1,1 0-1,-1 1 1,1-1-1,1 0 1,8 12 0,-9-15 0,0-1 1,0 1 0,0-1 0,1 0-1,-1 0 1,1 0 0,0-1 0,0 1-1,0-1 1,1 0 0,-1-1 0,1 1 0,-1-1-1,1 0 1,0-1 0,0 0 0,0 1-1,9-1 1,-8 0 21,0-1 1,0 0-1,0-1 0,-1 1 0,1-1 1,0-1-1,-1 1 0,1-1 0,-1 0 1,1-1-1,-1 0 0,0 0 0,0 0 1,0 0-1,0-1 0,-1 0 0,1 0 0,-1-1 1,0 0-1,-1 1 0,1-2 0,-1 1 1,0 0-1,0-1 0,0 0 0,-1 0 1,0 0-1,0 0 0,2-8 0,0-1 28,-1 0 0,0 0-1,-1 0 1,1-31 0,-3-66 129,-2 62-200,-7-76-2741,8 107-177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2993,'0'0'2175,"26"15"-1668,89 44-278,-106-55-219,1-1 1,-1 0-1,1-1 1,-1 0-1,1 0 1,0-1-1,0 0 1,0-1-1,-1 0 1,11-2-1,10 1 3,-29 1-13,19 1 8,0-2 1,0 0-1,0-1 0,0-1 0,20-5 1,-36 6-7,1 1-1,-1-1 1,0 1 0,0-1 0,0 0 0,0-1 0,0 1 0,0-1 0,-1 0-1,1 1 1,-1-2 0,0 1 0,0 0 0,0-1 0,0 1 0,0-1 0,-1 0-1,0 0 1,0 0 0,0 0 0,0 0 0,0 0 0,-1-1 0,0 1 0,0-1 0,0 1-1,-1-1 1,1-6 0,-1 6 4,0 0 1,-1 0-1,1 0 0,-1 0 0,0 0 1,-1 0-1,1 0 0,-1 0 0,0 1 1,0-1-1,0 1 0,-1-1 1,0 1-1,0 0 0,0 0 0,0 0 1,-1 0-1,1 0 0,-1 1 0,0 0 1,0 0-1,0 0 0,0 0 0,-6-2 1,-10-5 113,-1 0 1,0 2 0,-1 0 0,-24-4-1,15 5 185,-1 3-1,1 0 0,-62 2 0,90 2-290,-1 0-1,0 1 1,0-1-1,0 1 1,1 0-1,-1 0 1,0 0-1,1 1 1,-1-1 0,1 1-1,-1 0 1,1 0-1,0 0 1,0 0-1,0 1 1,0-1-1,0 1 1,1 0 0,-1-1-1,1 1 1,0 1-1,-1-1 1,1 0-1,1 0 1,-4 7-1,-1 6-2,1-1 0,1 1-1,0 0 1,-3 29 0,2-11 4,2 0 0,3 67 1,1-89-14,0-1 0,1 1 0,0-1 0,1 1 1,0-1-1,1 0 0,0 0 0,1 0 0,0-1 1,1 0-1,0 1 0,9 10 0,-5-10-225,1 0 0,0-1 0,1 0 0,0 0 0,0-1 0,1-1 0,1 0-1,-1-1 1,1 0 0,0-1 0,0-1 0,1 0 0,0-1 0,0 0 0,27 2 0,48-3-3632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22 3874,'0'0'2433,"-14"28"-1929,-43 91-90,53-110-379,1 1 1,0-1-1,1 1 1,0 0 0,1 0-1,0-1 1,0 1-1,1 0 1,1 13 0,0 4 16,1 30-45,-1 5 751,-2-59-545,-1-8-21,-4-37 62,2 11-242,1-1-1,2 0 0,1 1 0,5-43 1,-4 69-39,1-1 1,0 1 0,0-1 0,1 1 0,-1 0 0,1 0 0,0 0 0,1 0 0,-1 0 0,1 1 0,0 0 0,0-1-1,0 1 1,1 1 0,-1-1 0,1 1 0,0 0 0,0 0 0,0 0 0,1 1 0,9-4 0,12-3-261,-1 1 0,2 1 1,33-4-1,-55 10 231,220-46-542,-215 46 924,-9 6 34,-14 16 137,4-9-541,-12 20 230,-47 87 651,60-104-693,1 0 0,0 0 0,2 1 0,-1 0 0,2-1 0,-2 26 0,4-36-120,1 0 1,0 0 0,0 1-1,0-1 1,1 0 0,-1 0-1,2 0 1,-1 0 0,0 0 0,1 0-1,0 0 1,0-1 0,0 1-1,1-1 1,-1 1 0,1-1-1,0 0 1,5 6 0,-2-5-25,1-1 1,-1 1 0,1-1 0,-1 0-1,1 0 1,0-1 0,1 0-1,-1 0 1,1-1 0,-1 0-1,12 2 1,7 0-381,48-1 0,28-2-3067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532 503 4338,'0'0'2799,"4"-9"-2319,2-8-430,-1 0-1,-1 0 1,0-1 0,-1 1 0,1-32 0,-4 18 100,1-3 1,-1-1 1,-2 1-1,-2-1 0,-8-39 1,4 48-24,-18-56 483,23 75-518,1 8-78,1 11-64,1-9 48,0 80-56,7 652 98,-7-727-42,3 32 21,-3-38-23,0-1 0,0 1-1,0 0 1,1-1 0,-1 1 0,1-1-1,-1 1 1,1 0 0,0-1 0,-1 0 0,1 1-1,0-1 1,0 1 0,0-1 0,0 0-1,0 0 1,1 1 0,0 0 0,-1-2-4,-1 0 1,1 0-1,-1 0 1,0 0-1,1 1 1,-1-1-1,1 0 0,-1 0 1,1 0-1,-1-1 1,0 1-1,1 0 1,-1 0-1,1 0 1,-1 0-1,1 0 1,-1 0-1,0-1 1,1 1-1,-1 0 1,1 0-1,-1-1 1,0 1-1,1 0 1,-1 0-1,0-1 0,0 1 1,1 0-1,-1-1 1,0 1-1,0-1 1,1 1-1,-1 0 1,0-1-1,0 1 1,0-1-1,0 1 1,1 0-1,-1-1 1,0 1-1,0-1 1,0 1-1,0-1 0,0 1 1,0-1-1,0 1 1,2-30-472,0 1-1,-4-49 1,0 47 256,1 16 128,-1-1 0,0 1 0,-1-1 0,-1 1 0,0 0 0,-1 0-1,-1 1 1,0-1 0,-1 1 0,-13-19 0,14 23 73,-2 0 0,1 1 0,-1 0-1,0 0 1,-1 1 0,0 0 0,-1 1 0,1 0 0,-1 0-1,-1 1 1,1 0 0,-1 1 0,0 0 0,-15-4 0,13 6 38,0 0 0,0 0 0,0 2 0,0-1 0,0 2 0,0 0 0,0 0 1,-1 1-1,-15 3 0,21-2 18,0 1 0,0 0 0,0 0 1,0 0-1,0 1 0,0 0 0,1 0 0,0 1 0,0 0 1,0 0-1,1 1 0,-1 0 0,1 0 0,-9 13 1,7-6 51,0 0 0,0 1 0,1 0 1,1 0-1,1 0 0,0 1 0,1 0 1,0 0-1,-2 23 0,4-25-24,1 0 0,1 0 0,0 0 0,0 1 0,2-1 0,-1 0-1,2 0 1,0 0 0,0-1 0,1 1 0,9 18 0,-6-19-42,1-1 0,0 0 1,0 0-1,1 0 0,1-2 0,0 1 0,0-1 1,1 0-1,0-1 0,22 13 0,-7-8-22,0 0 0,1-2-1,0-1 1,36 8 0,-12-7-785,0-3 0,0-2 1,78-2-1,-1-4-3365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4562,'0'0'3650,"0"-54"-3618,0 108-32,0 11 256,0-2-160,0-1-16,0-11-32,0-7-48,0-11-320,0-9-1345,3-16-512,12-8-944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1 2961,'0'0'4194,"-98"33"-4098,119-33 80,11 0-176,7 0-1584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906 111 1217,'0'0'4882,"-12"-18"-4159,4 4-593,4 7-73,-1-1 1,1 0 0,-2 1 0,-11-13-1,14 17-24,0 1 0,0-1 0,-1 0 0,1 1-1,-1 0 1,1 0 0,-1 0 0,0 0 0,0 1-1,0-1 1,0 1 0,0 0 0,-1 0 0,1 1 0,0-1-1,-5 1 1,0 0-2,1 0-1,0 0 1,-1 1 0,1 0-1,0 0 1,-1 1 0,1 0-1,0 1 1,0 0-1,1 0 1,-1 0 0,1 1-1,-1 0 1,1 1-1,0 0 1,1 0 0,-1 0-1,-9 10 1,5 0-28,0 0 0,1 0 0,1 0 0,1 1 1,0 1-1,0 0 0,2 0 0,0 0 0,1 0 0,1 1 0,1 0 1,0 0-1,1 0 0,1 0 0,1 0 0,4 36 0,-3-48-3,0-1 0,0 0 0,0 0 1,1 0-1,0 0 0,0 0 0,0 0 0,0-1 0,1 1 0,0 0 0,0-1 0,0 0 0,0 0 1,1 0-1,0 0 0,-1-1 0,1 1 0,1-1 0,-1 0 0,0 0 0,1 0 0,0-1 0,-1 0 0,1 0 1,5 2-1,4 0 0,0-1 1,0 0-1,0-1 1,0-1 0,1 0-1,-1-1 1,0 0 0,18-3-1,-25 2 3,-1 0 0,0-1-1,0 1 1,0-1 0,0 0-1,0-1 1,0 1 0,-1-1 0,1-1-1,-1 1 1,0-1 0,0 1-1,0-2 1,0 1 0,-1 0-1,1-1 1,-1 0 0,-1 0 0,1 0-1,-1 0 1,1-1 0,-1 1-1,-1-1 1,1 0 0,2-11-1,0-1 14,-2-1-1,0 0 0,0 1 0,-2-1 1,-1 0-1,0 0 0,-4-30 0,2 38 7,0 0 0,0 1 0,-1-1 0,0 1-1,-1-1 1,0 1 0,-1 0 0,0 0 0,0 1 0,-7-10-1,12 19-20,-1 1-1,1-1 1,0 0-1,0 0 0,0 0 1,0 0-1,0 1 1,0-1-1,0 0 0,0 0 1,0 0-1,0 0 1,0 1-1,0-1 1,-1 0-1,1 0 0,0 0 1,0 0-1,0 0 1,0 0-1,0 1 0,-1-1 1,1 0-1,0 0 1,0 0-1,0 0 0,0 0 1,-1 0-1,1 0 1,0 0-1,0 0 1,0 0-1,-1 0 0,1 0 1,0 0-1,0 0 1,0 0-1,-1 0 0,1 0 1,0 0-1,0 0 1,0 0-1,0 0 0,-1 0 1,1 0-1,0 0 1,0 0-1,0-1 0,0 1 1,0 0-1,-1 0 1,1 0-1,0 0 1,0 0-1,0-1 0,0 1 1,0 0-1,0 0 1,-1 0-1,1 0 0,0 0 1,0-1-1,0 1 1,0 0-1,-1 13-24,1 1 0,1 0 0,0 0 1,0-1-1,6 21 0,-2-1 15,20 131 5,4 175 0,-28-306 4,-5 326-26,1-316 23,-3-2 0,-1 1 0,-2-1 0,-2 0-1,-2-1 1,-25 57 0,28-78 4,0 0 0,-1-1 0,-1 0-1,-1-1 1,-1 0 0,-24 24 0,26-31 1,-1 1 0,0-2-1,0 0 1,0-1 0,-1 0 0,-1-1 0,1 0-1,-1-2 1,-24 7 0,15-6 4,-2-1 0,1-2 0,-1 0 0,1-2-1,-1 0 1,1-2 0,-1-1 0,1-1 0,-1-1 0,-29-10 0,42 10 12,-1 0 1,1-1-1,0-1 0,1 0 1,-1-1-1,1 0 0,1-1 1,-1-1-1,1 0 1,1 0-1,0-1 0,0 0 1,1-1-1,0 0 1,0 0-1,2-1 0,-1 0 1,2 0-1,-1-1 0,-4-16 1,4 7-1,2 0 0,0 0 0,2-1 0,0 0 1,2 1-1,0-1 0,2 0 0,0 0 0,2 0 0,0 1 0,2-1 0,0 1 1,1 0-1,2 1 0,18-41 0,-13 38-22,0 0 1,1 1-1,2 1 1,0 0-1,1 1 1,1 1-1,1 0 0,1 2 1,1 0-1,0 1 1,1 1-1,1 1 1,26-12-1,-34 20-2,0 1 0,0 0 0,1 2 0,0-1 0,0 2 0,0 0 0,33-1 0,-46 4 2,1-1 1,-1 1-1,0 0 1,0 1-1,1-1 1,-1 1-1,0-1 0,0 1 1,0 0-1,0 0 1,0 0-1,0 1 1,0-1-1,0 1 0,0-1 1,3 3-1,-4-1 1,0 0-1,0 0 1,0 0 0,0 0-1,0 0 1,-1 0-1,1 1 1,-1-1-1,0 1 1,0-1 0,0 1-1,0-1 1,-1 1-1,1 3 1,1 56-1451,3-49-1697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6 3762,'0'0'3825,"1"-6"-3282,-3 14-560,-16 326 728,17-192-4285,1-172 1798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227 1 624,'0'0'4354,"-191"41"-3970,162 7 241,23-4 143,6 4-336,47-19-224,25-14 161,5-15-225,-12 0-80,-20-9 96,-21-26 256,-24-4 96,0 0-416,-6 4-96,-15 8-560,12 12-1073,9 6-1840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0 4242,'0'0'4442,"-2"17"-4298,-9 283 1179,6-74-816,-7 119 80,12-342-583,0 0 0,0 0 0,0-1 0,0 1 0,0 0 0,1 0 0,-1 0 0,1 0 0,0-1 0,0 1 0,0 0 0,0-1 0,0 1-1,1-1 1,-1 1 0,1-1 0,0 0 0,3 4 0,-1-3 3,-1-1-1,1 0 0,0 0 1,0-1-1,0 1 0,0-1 1,0 0-1,0 0 0,1 0 1,-1-1-1,0 1 0,6-1 1,4 1-29,0 0 0,-1-1 0,1 0 0,0-1 1,0-1-1,0 0 0,-1-1 0,1-1 0,-1 0 1,0 0-1,21-11 0,-16 5-606,0-1 0,-1-1 1,-1 0-1,0-1 0,23-24 0,-28 23-672,-1 0 0,9-16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6195,'0'0'432,"160"-9"-336,3 6 160,16 3-176,-10 0-80,-29 0-480,-54-9-1105,-62-2-3009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80 196 3666,'0'0'515,"-4"-26"-361,-3-8 27,0 4 314,-4-59 1,11 73 273,0 31-165,-21 730-3,16-657-587,5-52 0,-3-1 0,0 0-1,-13 51 1,13-138 365,3 23-347,1 0 1,2 0-1,0 0 1,14-48-1,-13 63-27,1 1-1,0 1 0,0-1 0,2 1 0,-1 0 0,2 0 0,0 1 0,0 0 1,1 1-1,0-1 0,0 2 0,14-11 0,-13 12-7,1 1 0,0 0 0,0 0 0,1 1 0,0 1 0,0 0 0,0 1 0,0 0 1,1 1-1,0 0 0,0 1 0,-1 0 0,1 1 0,0 1 0,0 0 0,0 0 0,0 2 0,13 2 0,-21-3 3,0 1 0,-1 0 0,1 0-1,-1 0 1,1 1 0,-1-1 0,0 1 0,0 0 0,-1 0-1,1 1 1,0-1 0,-1 1 0,0 0 0,0 0 0,0 0 0,0 0-1,-1 0 1,0 0 0,0 1 0,0-1 0,0 1 0,1 7-1,1 4 31,-1 1 0,0-1 0,-2 1 0,0-1 0,-1 25 0,-1-33 12,0 0-1,0 0 0,0 0 1,-1-1-1,0 1 1,0 0-1,-1-1 1,0 0-1,-1 1 1,1-1-1,-1 0 0,-7 8 1,2-4 31,-1-1 1,0 1 0,-1-2-1,0 0 1,0 0-1,-14 7 1,-4 3 43,-1-2 0,-39 16 0,57-28-462,0-1-1,-1 0 1,1 0-1,-1-2 0,0 1 1,0-2-1,0 0 1,-23 0-1,14-6-3013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1 302 4402,'34'0'760,"110"-2"-608,-114 2-135,-1 1 0,1 1-1,44 10 1,-5 0 23,-49-9-32,0-2-1,0 0 1,0-1-1,32-5 1,-50 4-6,1 0 0,-1 0 0,1 0 0,-1 0 0,0 0 0,0-1 0,1 1 0,-1-1 0,0 0 0,-1 1 0,1-1 1,0 0-1,0 0 0,-1 0 0,1 0 0,-1-1 0,0 1 0,1 0 0,-1-1 0,0 1 0,-1 0 0,1-1 0,0 0 1,-1 1-1,1-1 0,-1 1 0,0-1 0,0 1 0,0-6 0,0 1 8,0 0-1,0 0 1,-1 0 0,0 0-1,-1 1 1,1-1 0,-1 0 0,0 1-1,-1-1 1,0 1 0,-3-7-1,-4-1 43,-1 0 0,0 1 0,-1 0 0,-1 1-1,0 0 1,0 1 0,-1 0 0,-1 1 0,1 1 0,-2 0-1,1 1 1,-1 1 0,0 1 0,-1 0 0,1 1 0,-1 0-1,0 1 1,-1 2 0,1-1 0,-32 1 0,43 3 3,0 0 1,-1 0 0,1 0-1,0 1 1,0 0-1,0 0 1,1 1 0,-1 0-1,0 0 1,1 0-1,0 0 1,-1 1 0,1 0-1,1 0 1,-1 0-1,1 1 1,-1 0 0,2-1-1,-1 2 1,0-1-1,1 0 1,0 1 0,0-1-1,0 1 1,1 0 0,-2 7-1,0 0 41,0 0 0,1 0 0,0 1 0,2 0-1,-1-1 1,2 1 0,-1 0 0,2 0 0,0-1 0,1 1 0,5 21 0,-2-22-58,1 0 1,0 0 0,0 0 0,2-1 0,-1 0 0,2-1-1,-1 1 1,2-2 0,-1 1 0,1-1 0,1-1 0,0 0 0,14 9-1,3 1-88,2-1-1,0-1 1,1-2-1,44 16 0,-41-20-1162,1-2-1,0-1 0,70 7 0,-11-13-3407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229 311 3394,'0'0'3316,"7"-5"-2817,25-16-230,-30 20-260,-1 1 0,0 0 0,0-1 0,0 1 0,1 0 0,-1 0 0,0-1 0,0 1 0,1 0 0,-1 0 0,0 0 0,0 1 0,1-1 1,-1 0-1,0 0 0,0 1 0,0-1 0,1 1 0,-1-1 0,0 1 0,2 1 0,7 2 27,-4-3-31,0 0 0,-1 0 1,1 0-1,0-1 0,0 0 1,-1 0-1,1 0 0,0-1 0,-1 1 1,1-2-1,0 1 0,-1 0 1,1-1-1,6-4 0,-8 4-2,-1 0-1,0-1 0,0 0 1,0 0-1,0 0 0,0 0 1,-1 0-1,0 0 0,1-1 1,-1 1-1,0-1 0,-1 0 1,1 0-1,-1 1 0,1-1 1,-1 0-1,0 0 0,-1 0 1,1 0-1,-1 0 0,1-5 1,-1 1-3,-1 1 0,1-1 1,-1 1-1,0-1 1,-1 1-1,0 0 1,0 0-1,-1 0 1,0 0-1,0 0 0,0 0 1,-1 1-1,0-1 1,0 1-1,-1 0 1,1 0-1,-2 1 1,1 0-1,0-1 0,-1 2 1,0-1-1,0 1 1,-11-6-1,6 3 4,-1 1-1,0 0 0,0 1 0,0 0 1,-1 1-1,1 1 0,-1 0 1,0 0-1,0 1 0,0 1 0,-1 0 1,-25 3-1,32-1 17,0 1 0,0-1 0,0 2 0,0-1 0,0 1 0,1 0 0,-1 0 0,1 1 0,0 0 0,0 0 0,0 1 0,0-1 0,1 1 0,0 0 0,0 1 0,0-1 0,0 1 0,1 0 0,0 0 0,1 1 0,-1-1 0,-4 14 0,2-4 49,1 0 1,1 0-1,0 0 1,1 1 0,1-1-1,1 1 1,0 0-1,1-1 1,2 19-1,-1-26-59,0 0 1,1-1-1,0 1 0,1-1 0,0 0 0,0 0 1,1 0-1,0 0 0,0-1 0,1 1 0,9 11 1,-6-10-12,1 0 1,0-1 0,0 0 0,1 0-1,0-1 1,0-1 0,19 10 0,-5-6-426,1-1 1,0-1 0,0-1 0,1-1-1,0-1 1,0-2 0,33 1 0,40-3-2289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 1969,'0'0'1425,"-27"9"-593,8-4-619,4-1-26,0 1 1,0 0-1,-23 13 0,31-15-88,0 2 0,1-1 1,0 1-1,0 0 0,0 0 0,1 0 0,0 1 1,0 0-1,0 0 0,0 0 0,1 0 0,-6 12 1,1 7 131,0-1 1,2 1-1,1 1 0,0-1 1,2 1-1,1 0 1,1 51-1,2-69-215,0-1-1,0 1 1,1-1-1,0 0 1,1 0 0,0 0-1,0 1 1,0-2-1,1 1 1,0 0-1,7 11 1,-7-13-11,1-1 0,-1 1-1,1-1 1,0-1 0,1 1 0,-1 0 0,1-1 0,0 0-1,0 0 1,0 0 0,0-1 0,0 0 0,0 0 0,1 0-1,8 1 1,-4 0 2,1-1-1,-1-1 1,1 0-1,-1 0 0,1-1 1,-1 0-1,1-1 1,-1 0-1,1-1 0,-1 0 1,0-1-1,0 0 1,0 0-1,16-9 0,-19 8-2,0 0-1,0-1 0,-1 0 1,0-1-1,0 1 0,0-1 1,0 0-1,-1 0 0,0-1 1,-1 0-1,1 0 0,-1 0 1,-1 0-1,1-1 0,-1 1 1,-1-1-1,1 0 0,-1 0 1,1-11-1,0 6 4,-1-1 0,-1 1 0,0-1-1,-1 0 1,0 1 0,-1-1 0,-1 1 0,0-1 0,-1 1-1,0 0 1,-1 0 0,-1 0 0,0 0 0,0 1 0,-8-13-1,-1 5 37,-1 1 0,-27-30 0,36 43-197,0 0 0,0 0-1,0 1 1,-1 0 0,1 1-1,-1-1 1,0 1-1,0 1 1,-1-1 0,1 1-1,-14-3 1,6 5-2506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65 335 3874,'0'0'3004,"-11"10"-2255,9-7-671,-33 24 337,34-27-407,1 1 0,-1-1 0,1 0 0,-1 1 1,1-1-1,-1 0 0,1 0 0,-1 1 0,1-1 0,-1 0 0,1 0 0,-1 0 0,0 0 0,1 0 0,-1 0 0,1 0 0,-1 0 0,0 0 0,1 0 0,-1 0 0,1 0 1,-1 0-1,0-1 0,0 1 1,1-1 1,0 0 0,-1 0-1,1 0 1,0 0-1,0 0 1,0 0 0,0 0-1,0 0 1,0 0 0,0 0-1,0 0 1,0 0-1,0 0 1,1 0 0,-1 0-1,0 0 1,1 0 0,-1 0-1,1-1 1,22-56 88,3 1 0,40-65-1,-55 102-73,24-30-1,-32 46-17,0 0-1,1 0 0,-1 0 0,1 1 0,0 0 1,0-1-1,0 1 0,0 1 0,0-1 1,1 0-1,-1 1 0,1 0 0,7-2 0,-10 4-6,-1 0 0,0 0 0,0 0 0,0 0 0,1 0 0,-1 0 0,0 1 0,0-1 0,0 0-1,0 1 1,0-1 0,0 1 0,0-1 0,0 1 0,0 0 0,0-1 0,0 1 0,0 0 0,0 0 0,0 0-1,0-1 1,0 1 0,-1 0 0,1 0 0,-1 0 0,1 0 0,0 0 0,-1 1 0,1-1 0,-1 0-1,0 0 1,1 0 0,-1 2 0,8 45-38,-8-43 38,6 316 86,-8-196-58,3-186 67,13-100 0,-11 139-74,2 0 0,0 0 0,1 0 0,1 1 0,1 0 0,1 0 0,1 1 0,16-24 0,-24 39-42,2 0 0,-1 0-1,0 1 1,1-1 0,0 1 0,0 0-1,0 0 1,1 0 0,-1 1 0,1-1-1,0 1 1,0 0 0,0 0-1,0 1 1,1 0 0,-1 0 0,1 0-1,-1 1 1,1-1 0,0 1 0,-1 0-1,11 1 1,-13 0-10,0 0 0,0 0 0,0 1 0,0-1 0,0 1 0,0 0 0,0 0 0,0 0 0,0 0 0,0 1 1,-1-1-1,1 1 0,-1-1 0,1 1 0,-1 0 0,3 2 0,0 1 5,-1 0 1,0 0 0,0 1 0,-1-1-1,0 1 1,1 0 0,1 7-1,3 10 9,-1-1 0,-1 1-1,3 30 1,-1 18 75,-3 107-1,-5-162 23,0-50-35,-2 14-81,2 0 0,0 1 0,2-1 1,0 1-1,1 0 0,0 0 0,10-27 0,-3 24-138,1 1 0,2 0 0,0 0 0,0 1 0,2 1 0,1 0 0,0 2 0,1-1 0,35-25 0,-44 37 3,1 1 0,0 0-1,0 0 1,0 1 0,1 0 0,17-4-1,-25 7 162,1 1 0,-1-1 0,1 0 0,-1 1 0,1 0 0,-1-1 0,1 1 0,-1 0 0,1 0 0,-1 1 0,1-1 0,-1 1 0,1-1 0,-1 1 0,1 0 0,-1-1 0,1 1 0,-1 1 0,0-1 0,0 0 0,0 0 0,0 1 0,0-1 0,0 1 0,0 0 0,0 0 0,0 0 0,-1-1 0,1 1 0,-1 1 0,1-1 0,0 3 0,1 6 72,0 0 0,-1 0 0,0 1-1,0-1 1,-2 1 0,0 22-1,0-15 110,-1 24 480,-1-1 0,-3 0-1,-10 49 1,12-79-564,-9 45 244,12-52-367,-1 0 0,1-1 0,0 1 0,0 0-1,0 0 1,1 0 0,-1 0 0,1-1 0,2 7 0,-2-10-57,-1-1 0,1 1-1,-1 0 1,0-1 0,1 1 0,0 0-1,-1-1 1,1 1 0,-1-1 0,1 1-1,0-1 1,-1 1 0,1-1 0,0 0-1,-1 1 1,1-1 0,0 0-1,0 1 1,-1-1 0,1 0 0,0 0-1,0 0 1,1 0 0,32 2-4121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6 360 5362,'0'0'1292,"31"-5"-1170,107-14-98,-105 15-132,-1-2-1,1-1 0,-1-2 0,42-16 0,-68 23 103,1-1 1,-1 0-1,1 0 0,-1-1 1,0 0-1,0 0 0,-1 0 0,1 0 1,-1-1-1,0 0 0,0 0 1,8-12-1,-10 12 37,-1 1-1,0-1 1,1 0 0,-1-1-1,-1 1 1,1 0-1,-1 0 1,0-1 0,0 1-1,-1-1 1,0 1 0,0-1-1,0 1 1,0-1 0,-1 1-1,0-1 1,-2-7 0,1 8 0,0-1 0,-1 1 0,1 0 1,-1-1-1,0 1 0,0 1 0,-1-1 1,0 0-1,1 1 0,-2 0 0,1 0 1,0 0-1,-1 0 0,1 1 0,-1-1 1,0 1-1,0 0 0,-1 1 0,1 0 1,-10-4-1,-4 0 123,-1 1-1,0 1 1,0 1 0,-35-2-1,46 5-104,0-1 0,1 2-1,-1-1 1,0 1 0,0 0-1,1 1 1,-1 0 0,1 0-1,0 1 1,-1 0-1,1 1 1,0-1 0,1 2-1,-1-1 1,1 1 0,0 0-1,0 0 1,0 1 0,1 0-1,0 1 1,0-1-1,0 1 1,1 0 0,0 0-1,-4 9 1,1-3 1,1 1 0,1 0-1,1 0 1,0 0 0,0 1 0,-4 29-1,5-12-24,2 0-1,1 37 1,1-64-24,1 0 1,-1 1-1,1-1 1,0 0-1,0 0 1,0 0-1,1 0 1,0 0 0,0 0-1,0 0 1,0 0-1,1-1 1,0 1-1,0-1 1,0 0-1,1 1 1,5 4 0,-3-4-2,0-1 0,0 0 0,1 0 0,-1-1 0,1 0 0,-1 0 0,1-1 0,0 0 0,0 0 1,0 0-1,0-1 0,12 1 0,0-1-20,-1 0 1,0-1-1,0-1 1,1 0-1,-1-2 0,0 0 1,0-1-1,-1-1 1,1 0-1,-1-2 1,0 0-1,-1 0 1,0-2-1,17-11 0,-8 3-76,0-1 0,-1-1 0,-2-1 0,0-1 0,29-35 0,-42 44 102,0 0 1,-1-1-1,-1 0 1,0 0-1,-1 0 1,0-1-1,-1 0 1,0 0-1,-2-1 1,1 1-1,-2-1 1,0 0-1,0-17 1,-2 21 37,-1-28 154,1 38-186,0 0 0,-1 0 0,1 0-1,0 0 1,0 0 0,0 0-1,-1 0 1,1 0 0,-1 0 0,1 0-1,-1 0 1,1 0 0,-1 0 0,1 0-1,-1 0 1,0 1 0,0-1-1,1 0 1,-1 0 0,0 1 0,0-1-1,0 1 1,0-1 0,1 1 0,-1-1-1,0 1 1,-2-1 0,3 1-11,-1 0 0,1 0 0,0 0 0,0 0 0,-1 0 0,1 0 0,0 0 0,-1 0 0,1 0 0,0 0 0,0 0 0,-1 0 0,1 0 0,0 0 0,0 0 0,-1 1 0,1-1 0,0 0 0,0 0 0,-1 0 0,1 0 0,0 1 1,0-1-1,0 0 0,0 0 0,-1 0 0,1 1 0,0-1 0,0 0 0,0 0 0,0 1 0,0-1 0,-1 0 0,1 0 0,0 1 0,0-1 0,0 0 0,0 1 0,0-1 0,0 0 0,0 0 0,0 1 0,0-1 0,0 0 0,0 0 0,0 1 0,0-1 0,1 0 0,-1 1 0,0-1 0,0 0 0,0 1 0,5 12-26,6 2 23,1-1 0,0 0-1,25 21 1,-18-18 3,-2 0 4,9 7-3,0 1 0,43 58 1,-62-74-4,-1 1 0,0 1 0,-1-1 0,0 1 1,-1 0-1,0 0 0,-1 0 0,0 0 0,0 1 0,-2 0 1,1-1-1,-1 1 0,-1 15 0,-1-21 11,0 1 1,-1-1-1,1 0 0,-1 1 0,0-1 1,-1 0-1,0 0 0,0 0 0,0-1 1,0 1-1,-1-1 0,0 0 0,0 0 0,-1 0 1,1 0-1,-1-1 0,0 0 0,0 0 1,0 0-1,-1-1 0,0 1 0,1-1 1,-11 3-1,5-1 157,0-1 0,0 0-1,0-1 1,-1 0 0,0-1 0,1 0 0,-1-1-1,0 0 1,0-1 0,0-1 0,1 0 0,-21-3 0,30 3-122,-1 0 0,1-1 0,-1 1 0,1 0 0,0-1 0,0 1 0,0-1 0,-1 0 0,2 0 0,-1 0 0,0 0 0,0 0 0,0 0 0,1 0 0,0-1 0,-1 1 0,1-1 0,0 1 0,0-1 0,0 1 0,0-1 0,1 1 0,-1-4 0,0 2-34,0 0-1,0 0 1,1 0-1,0 0 1,0 0-1,0 0 1,0 0-1,1 0 1,0 0-1,-1 0 1,1 0-1,1 0 1,-1 0-1,0 1 1,1-1-1,2-3 1,1 1-33,0 0-1,1 1 1,0-1 0,-1 1 0,2 0-1,11-6 1,49-26-1152,-25 16-1055,13-12-3715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2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255 108 2049,'0'0'1555,"-29"-3"-480,-156-10 1316,178 12-2103,6 2-207,-1-1 0,0 0 0,0 0 0,0 0 1,1-1-1,-1 1 0,0 0 0,1-1 0,-1 1 0,0-1 1,1 1-1,-1-1 0,0 0 0,1 0 0,-1 0 1,1 0-1,-1 0 0,-1-2 0,3 3-73,0 0-1,0 0 1,0 0-1,0-1 1,0 1 0,-1 0-1,1 0 1,0-1-1,0 1 1,0 0 0,0 0-1,0 0 1,0-1-1,0 1 1,0 0-1,1 0 1,-1 0 0,0-1-1,0 1 1,0 0-1,0 0 1,0-1 0,0 1-1,0 0 1,0 0-1,0 0 1,1 0-1,-1-1 1,0 1 0,0 0-1,0 0 1,0 0-1,1 0 1,-1 0 0,0-1-1,0 1 1,0 0-1,1 0 1,-1 0-1,0 0 1,0 0 0,0 0-1,1 0 1,-1 0-1,0 0 1,0 0 0,1 0-1,-1 0 1,0 0-1,0 0 1,13-3 21,0 1 1,0 1 0,0 0-1,15 1 1,21-1-23,177-13-2,223-20-184,-417 31 180,-26 4 2,0-1 0,1-1 0,-1 1 0,0-1 1,1 0-1,-1-1 0,0 0 0,0 0 0,6-2 0,-11 3 27,-5 2-12,-2 1-15,-1 0-1,1 1 1,0 0-1,0 0 1,1 1-1,-1 0 0,1 0 1,0 0-1,0 0 1,0 1-1,0 0 1,-5 8-1,-11 14 9,-20 36 0,25-38 10,-81 114 240,-116 129 1,207-262-196,5-5-33,0 0-1,-1 1 0,1-1 0,0 1 0,0-1 1,0 1-1,0-1 0,0 1 0,0 0 0,0-1 1,1 1-1,-1 0 0,1 0 0,-1-1 0,0 4 0,9-3 190,13-2-119,6 0 0,1-1-1,27-4 1,87-27 1,-49 10-198,132-37-3686,-137 26-1449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12 432 4386,'0'0'2607,"27"0"-2578,187 0 94,-165 1-94,-21 0-260,1 0 0,-1-2 0,1-2 1,-1 0-1,55-14 0,-79 15 186,0 1 0,0-1 0,0 0-1,0 0 1,-1 0 0,1-1 0,-1 1-1,1-1 1,-1 0 0,0 0-1,0 0 1,0-1 0,0 1 0,-1-1-1,1 1 1,-1-1 0,0 0 0,0 0-1,2-6 1,-3 5 47,1-1 1,-1 0-1,0 0 0,-1 0 0,0 1 0,0-1 0,0 0 1,0 0-1,-1 0 0,0 0 0,0 0 0,-1 1 1,1-1-1,-4-7 0,-1 2 89,0 0 1,0 1-1,-1-1 0,0 1 1,-1 0-1,0 1 0,0 0 1,-1 0-1,0 1 0,-1 0 1,0 1-1,-14-9 0,10 8 70,0 0 1,-1 2-1,0-1 0,0 2 0,0 0 0,0 1 0,-1 0 0,0 2 0,-18-2 1,17 3-23,1 1 0,-1 0 1,1 1-1,-18 4 0,27-3-98,0 0 0,0 0 0,0 0 0,1 1 0,0 0 0,-1 1 0,1-1 0,0 1 0,0 0 0,1 1 0,0-1 0,-6 6 0,0 3 23,1 0 0,0 0 0,1 1 0,0 0-1,1 0 1,1 1 0,0 0 0,-8 30 0,8-17 0,1 1 0,1 0 1,1 0-1,1 34 1,3-48-53,0 0 0,1 0 0,0 0 0,1 0 0,1 0-1,9 26 1,-8-33-9,-1 1-1,2-1 0,-1 0 0,1 0 0,1-1 1,-1 1-1,1-1 0,1 0 0,-1-1 0,1 0 1,0 0-1,11 8 0,-3-6-3,0 1 1,0-2-1,1 0 1,0-1-1,0 0 1,0-1-1,31 4 1,-2-3-220,80-1 1,-99-5-4,0-1 0,-1-2 0,1 0 0,0-2 0,-1 0 0,0-2-1,0-1 1,-1-1 0,0-1 0,-1-1 0,0-1 0,32-23 0,-32 20 140,-1-2 0,0-1 0,-2 0 1,0-2-1,24-30 0,-35 38 161,0-1 0,0-1 0,-2 1 1,0-1-1,0-1 0,-1 1 0,-1-1 0,0 0 1,-2-1-1,5-29 0,-8 45-75,3-34 506,-2-46 0,0 74-431,-2-1 0,1 1 0,-1 0 0,0-1 0,0 1 0,-1 0-1,0 0 1,0 0 0,0 0 0,-1 0 0,0 1 0,0-1 0,0 1 0,-7-9 0,9 13-47,0 0-1,0 0 1,1 1-1,-1-1 0,0 0 1,0 1-1,0-1 1,0 1-1,0-1 1,0 1-1,0-1 1,-1 1-1,1 0 1,0-1-1,-1 1 0,1 0-19,0 0 1,1 0-1,-1 0 0,1 0 0,-1 1 0,1-1 0,-1 0 0,1 0 0,-1 1 0,1-1 0,-1 0 0,1 1 0,0-1 0,-1 0 0,1 1 0,-1-1 0,1 0 0,0 1 0,-1-1 0,1 1 0,0-1 0,-1 1 0,0 3 6,0-1 0,0 0 0,0 1 1,0-1-1,0 1 0,1 0 0,0 5 0,3 426 1021,-3-430-836,0-11-78,0-29-41,-4-50-89,-6-4 32,-9-131-44,19 218 15,0 1 1,1-1 0,-1 1 0,0-1 0,0 0 0,1 1 0,-1-1-1,1 1 1,-1-1 0,1 1 0,0 0 0,0-1 0,-1 1 0,1-1-1,0 1 1,0 0 0,0 0 0,0 0 0,1 0 0,-1 0 0,0 0 0,0 0-1,1 0 1,-1 0 0,3-1 0,2-1-11,1 1 0,0 0 0,0 0 0,11-1 1,-5 1-4,194-27-308,-110 18 35,139-35 0,-205 33 440,-28 10-14,-21 9-4,4 0-65,1 1-1,0 0 1,0 1-1,1 0 1,0 1-1,0 0 1,1 1-1,0 1 1,1-1 0,-16 22-1,16-18 58,0 1 1,1 0-1,0 0 0,1 1 0,1 0 1,0 0-1,2 0 0,-1 1 1,-2 21-1,6-28-96,1 1 0,0 0 0,1-1 0,0 1 1,1-1-1,0 1 0,4 18 0,-3-23-27,0 0-1,1 0 1,0-1 0,-1 1-1,2-1 1,-1 1 0,1-1-1,0 0 1,0 0-1,0-1 1,0 1 0,1-1-1,10 7 1,-2-2-117,1-1 0,0-1 0,0 0 0,1-1-1,0 0 1,31 7 0,-12-7-1074,0-1 0,41 0 0,34-3-3210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 99 4802,'0'0'4840,"-20"6"-4413,11-3-365,0 0 1,0 1 0,0-1-1,0 2 1,1-1 0,-1 1-1,-13 12 1,17-11-13,0 0 0,1 0 0,-1 1-1,1 0 1,1 0 0,0 0 0,0 0 0,0 0 0,0 1-1,1-1 1,-1 11 0,-2 16 134,-1 42 0,5-71-173,0 12 28,1 0 1,1 0 0,0 1 0,1-1 0,0 0 0,9 27 0,-8-36-32,0 1 1,1-1 0,0-1 0,0 1 0,1 0-1,0-1 1,0 0 0,0 0 0,1-1 0,0 1-1,1-1 1,-1 0 0,1-1 0,12 8-1,-9-8-6,1 1 0,0-1-1,1-1 1,-1 0 0,0-1-1,1 0 1,0 0 0,0-2-1,0 1 1,0-1 0,0-1-1,17-2 1,-21 2-1,0-1-1,0 0 1,-1-1 0,1 0 0,0 0 0,-1-1-1,0 0 1,1 0 0,-1-1 0,-1 0 0,1 0-1,0-1 1,-1 1 0,0-1 0,0-1 0,0 1-1,-1-1 1,0 0 0,6-8 0,-4-1 8,0 1 1,-1-1-1,-1 0 1,-1 0-1,0 0 1,0-1-1,-2 0 1,0 1-1,-1-1 1,0 0-1,-1 0 1,-1 0-1,-1 0 1,0 1-1,-1-1 1,0 1 0,-2-1-1,1 1 1,-2 0-1,0 1 1,-1-1-1,-17-25 1,12 25 47,0 0 1,-1 1-1,-1 1 0,0 0 1,0 1-1,-2 1 1,1 0-1,-30-15 1,22 16-74,1 0 0,-1 2 0,0 1 0,-1 1 0,0 1 0,-35-3 0,-33-1-1558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2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423 7 4786,'0'0'2652,"4"-2"-2374,9-3-227,-10 8-11,-23 20 101,-6 1 239,-1-1 1,-60 39-1,-70 28 576,82-48-442,62-37-434,10-4-52,0 0 0,0 1-1,1-1 1,-1 0 0,0 1 0,0 0-1,1-1 1,-1 1 0,1 0 0,-1 0-1,1 1 1,-3 2 0,5-4 46,8-1 44,48 1-11,-1 2 1,1 3-1,98 23 1,-113-17-105,0 1 1,-1 2-1,-1 1 1,0 3-1,59 37 1,-92-52-134,-5-3-57,0 0 0,1 0 1,-1 0-1,0 0 1,1 0-1,-1 0 0,1-1 1,-1 1-1,1-1 1,0 1-1,-1-1 0,4 1 1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3.5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484 10 3185,'0'0'5339,"0"-4"-5030,0 4-307,0-1-1,0 1 0,0 0 0,0 0 0,0 0 0,0 0 1,0-1-1,0 1 0,0 0 0,0 0 0,0 0 0,0-1 1,-1 1-1,1 0 0,0 0 0,0 0 0,0 0 0,0 0 1,0-1-1,0 1 0,0 0 0,-1 0 0,1 0 0,0 0 1,0 0-1,0 0 0,0-1 0,-1 1 0,1 0 0,0 0 1,0 0-1,0 0 0,0 0 0,-1 0 0,1 0 0,0 0 1,0 0-1,0 0 0,-1 0 0,1 0 0,0 0 0,0 0 1,0 0-1,-1 0 0,1 0 0,0 0 0,0 0 0,-17 8 49,-31 26 52,2-2 43,-177 73 1319,103-53-405,118-51-1040,1-1-1,-1 1 0,1 0 0,-1-1 1,1 1-1,-1 0 0,1 0 0,0 0 1,-1 0-1,1 0 0,0 1 0,0-1 1,0 0-1,-1 1 0,0 1 0,2-2-15,0 0 0,0-1 0,0 1 0,0-1-1,0 1 1,0-1 0,0 1 0,1 0 0,-1-1-1,0 1 1,0-1 0,0 1 0,1-1 0,-1 1-1,0-1 1,1 1 0,-1-1 0,0 1 0,1-1-1,-1 0 1,1 1 0,-1-1 0,1 0 0,-1 1-1,1-1 1,-1 0 0,1 1 0,0-1 0,7 4-1,1-1 1,0 0 0,-1-1-1,12 3 1,92 16 74,84 19-50,-151-29-30,0 3 1,55 24-1,-89-33-360,0 1-1,0 1 0,0 0 1,-1 0-1,0 1 1,15 15-1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4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394 0 4306,'0'0'4808,"-3"3"-4502,-55 46-199,-97 75 342,138-112-228,-2 0 0,1-2 0,-2 0 0,1-1 0,-1-1 0,-1-1 0,-22 5 0,164-9 649,-64-3-822,99 15 1,-130-11-204,-1 2 1,0 0-1,0 2 1,-1 1-1,0 0 1,28 17-1,-26-7-1854,-22-8-1704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4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468 30 4050,'0'0'4727,"2"-5"-4222,6-17-353,-8 22-152,0 0 1,0 0 0,0 0-1,0 0 1,0 1 0,0-1 0,0 0-1,-1 0 1,1 0 0,0 0-1,0 0 1,0 0 0,0 0-1,0 0 1,0 0 0,0 0 0,0 0-1,0 0 1,-1 0 0,1 0-1,0 0 1,0 0 0,0 0-1,0 0 1,0 0 0,0 0-1,0 0 1,0 0 0,0 0 0,-1 0-1,1 0 1,0 0 0,0 0-1,0 0 1,0 0 0,0 0-1,0 0 1,0 0 0,0-1 0,0 1-1,0 0 1,-1 0 0,1 0-1,0 0 1,0 0 0,0 0-1,0 0 1,0 0 0,0 0 0,0 0-1,0-1 1,0 1 0,0 0-1,0 0 1,0 0 0,0 0-1,0 0 1,0 0 0,0 0-1,0 0 1,0 0 0,0-1 0,0 1-1,0 0 1,0 0 0,-10 6-1,10-6 2,-86 59 36,-87 52 153,120-83 621,-99 37 1,177-63-706,189 22-59,-167-15-49,0 1 0,72 27 0,-54-8-171,-61-26-66,1-1 0,-1 1-1,0 0 1,0 1 0,0-1-1,0 1 1,0-1 0,-1 1-1,1 0 1,4 9 0,-4 9-3223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5.0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402 31 3890,'0'0'3847,"2"-8"-3607,3-14-214,-14 33-15,-23 29 67,8-18 158,-1-1 0,0-1 0,-2-1 1,0-1-1,-2-2 0,1 0 0,-2-2 1,0-1-1,-1-2 0,-61 15 0,171-23 359,-44-3-566,1 3-1,-1 0 1,0 3-1,56 15 1,-67-13-304,-1 0 0,0 1 0,-1 2 0,0 0 0,0 1 0,-1 1 0,29 25 0,-35-24-3174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5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379 9 3426,'0'0'4468,"-1"-4"-3913,1 4-551,0 0 0,0 0 0,0-1-1,0 1 1,0 0 0,-1 0 0,1-1 0,0 1-1,0 0 1,0 0 0,0 0 0,0-1 0,-1 1-1,1 0 1,0 0 0,0 0 0,0 0 0,-1-1-1,1 1 1,0 0 0,0 0 0,0 0 0,-1 0 0,1 0-1,0 0 1,0 0 0,-1 0 0,1 0 0,0-1-1,0 1 1,-1 0 0,1 0 0,0 0 0,0 0-1,-1 0 1,1 1 0,0-1 0,0 0 0,-1 0-1,1 0 1,0 0 0,-1 0 0,-14 11 71,-25 32-27,20-20 23,-4 1 214,0 0 0,-2-2 0,0-1 0,-2 0 1,0-3-1,-1 0 0,-1-2 0,-48 20 0,139-35 796,-11-2-1081,0 3 1,0 1 0,83 17-1,45 27-3385,-150-38-1508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6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19 244 2833,'0'0'5616,"-3"-15"-4767,-9-44-369,9 44-131,21 21-151,5 17-185,0 1 0,-2 1-1,-1 0 1,0 2 0,16 32 0,-18-30 14,-2 1 1,-2 0-1,16 47 0,-29-77-13,-1 0-1,0-1 1,0 1-1,0 0 1,0 0-1,0 0 1,0 0-1,0-1 1,1 1-1,-1 0 1,0 0-1,0 0 1,0 0-1,0 0 1,0-1-1,1 1 1,-1 0-1,0 0 1,0 0-1,0 0 1,1 0-1,-1 0 1,0 0-1,0 0 0,0 0 1,1 0-1,-1 0 1,0 0-1,0 0 1,0 0-1,1 0 1,-1 0-1,0 0 1,0 0-1,0 0 1,0 0-1,1 0 1,-1 0-1,0 0 1,0 1-1,0-1 1,0 0-1,1 0 1,-1 0-1,0 0 1,0 0-1,0 0 0,0 1 1,0-1-1,1 0 1,-1 0-1,0 0 1,0 0-1,0 1 1,0-1-1,0 0 1,0 0-1,0 0 1,0 1-1,8-24 581,-8 23-588,20-68 380,3-16-759,4 1-1,48-101 1,-50 142-2012,-6 15-1214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6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42 3970,'0'0'5424,"-9"-6"-4747,-3-1-509,7 4-60,-1 0-1,1 0 1,0-1 0,1 1-1,-9-10 623,23 14-669,9 4-58,-1 1 0,0 1 0,0 0 0,0 2-1,17 10 1,9 4 1,65 36 1,16 7 57,-125-66-61,1 0 0,-1 0 0,0 0 0,1 0 0,-1 0 0,0 0 0,1 0 0,-1 0 0,1 0 0,-1 0 0,0 0 0,1 1 0,-1-1 0,0 0-1,1 0 1,-1 0 0,0 1 0,0-1 0,1 0 0,-1 0 0,0 1 0,0-1 0,1 0 0,-1 0 0,0 1 0,0-1 0,0 0 0,1 1 0,-1-1 0,0 0 0,0 1 0,0-1 0,0 0 0,0 1 0,0-1 0,0 0 0,0 1 0,0-1 0,0 1 0,0-1 0,0 0 0,0 1-1,0-1 1,0 0 0,0 1 0,0-1 0,0 0 0,-1 1 0,-18 10 29,18-11-32,-378 174-937,364-169-1150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7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 21 3650,'0'0'5237,"-16"-3"-4338,-49-11-262,48 11-268,41 5-341,0 1 0,0 1 1,-1 1-1,0 1 0,36 15 1,-31-11-13,43 17 7,91 51 1,-23-10-1,-138-67-23,-1-1 1,0 0-1,1 0 1,-1 0-1,1 0 1,-1 0 0,0 1-1,1-1 1,-1 0-1,0 0 1,1 1-1,-1-1 1,0 0-1,0 1 1,1-1-1,-1 0 1,0 1-1,0-1 1,1 0 0,-1 1-1,0-1 1,0 1-1,0-1 1,0 0-1,1 1 1,-1-1-1,0 1 1,0-1-1,0 1 1,0-1 0,0 0-1,0 1 1,0-1-1,0 1 1,0-1-1,-1 1 1,1-1-1,0 0 1,0 1-1,0-1 1,0 1-1,-1-1 1,1 0 0,0 1-1,0-1 1,-1 0-1,1 1 1,0-1-1,0 0 1,-1 0-1,0 1 1,-22 17 32,-34 14-3,-88 35-1,74-37-56,5 0-996,-121 35 0,61-38-3286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29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467 91 4018,'0'0'982,"-29"-14"-443,-96-44 138,117 55-563,-1-1 0,1 1 0,-1 1 0,0 0 0,0 0 0,0 1 0,0 0 0,0 1 0,0-1 0,0 2 0,0-1 0,-13 4 0,21-4-96,-6 1 39,1 1 1,-1 0-1,1 1 1,0-1 0,0 1-1,0 0 1,0 1-1,0-1 1,0 1 0,1 0-1,0 1 1,0-1-1,0 1 1,1 0 0,-1 0-1,1 1 1,-7 11-1,0 2 55,1 1 0,1 0-1,1 1 1,-9 28 0,9-10 3,1 0 0,3 1 0,0-1 1,4 64-1,0-68-69,0-9-25,1-1 0,1 1 0,1 0 0,2-1 0,0 0 0,11 29 0,-13-46-17,0 1-1,1-1 1,0 0-1,0 0 1,1 0-1,0-1 1,0 0-1,1 0 1,0 0-1,0 0 0,1-1 1,-1 0-1,1 0 1,1-1-1,-1 0 1,1 0-1,0-1 1,0 0-1,0-1 1,1 1-1,9 1 1,-3-1 20,1-1 1,-1-1-1,1-1 0,-1 0 1,1-1-1,0 0 1,27-6-1,-32 4-14,-2 0-1,1-1 1,0 0 0,0-1-1,-1 0 1,0-1-1,0 0 1,0 0-1,0-1 1,-1 0 0,0 0-1,13-13 1,-8 3-5,-1 0 1,0-1 0,-1 0-1,0-1 1,-2 0 0,0 0-1,-1-1 1,-1-1 0,7-30-1,-8 22 1,-2 0-1,0 0 0,-2-1 0,-1 1 1,-1-1-1,-6-37 0,3 48-6,-1 0 0,-1-1-1,0 1 1,-1 1 0,-1-1-1,-1 1 1,-1 0 0,0 1-1,-15-20 1,18 27-2,-1 0 0,0 1 1,-1-1-1,0 2 0,0-1 1,-1 1-1,0 0 0,0 1 1,0 0-1,-1 0 0,0 1 1,0 0-1,0 1 0,-1 0 1,0 1-1,-21-4 0,28 6-30,-1 1 0,0 0 0,1 0 0,-1 0 0,0 0 0,1 1 0,-1-1 0,0 1 0,1 1 0,-1-1 0,1 0 0,0 1 0,-1 0 0,1 0 0,0 1-1,0-1 1,0 1 0,0 0 0,1 0 0,-1 0 0,1 0 0,0 0 0,0 1 0,0 0 0,0 0 0,1-1 0,-4 7 0,-8 12-3150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18.3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72 483 2305,'0'0'1257,"-3"-33"-857,0-4-222,-6-158 1250,3-22 1515,0 238-2813,-12 92-175,-5 161 0,19 123 157,5-261-78,-1 26-132,4-148-123,1-52-6188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18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86 4354,'0'0'3233,"166"-80"-3217,-62 74-16,-3 6-176,-15 0-1440,-17 0-385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18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4002,'0'0'1601,"217"-41"-1489,-77 23-96,5 12-16,-8 6-993,-24 0-463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18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72 1969,'0'0'3457,"205"-21"-3360,-72 9-97,4-6-369,-9-3-2064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21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24 318 3986,'0'0'2841,"0"4"-2665,-11 114-310,3-63 175,7-131 2122,-1 47-2115,0 1 1,6-53-1,-3 75-71,0-1 1,0 0-1,1 0 0,0 1 1,0-1-1,0 1 0,1 0 0,0 0 1,0 0-1,0 0 0,1 0 1,0 1-1,0-1 0,1 1 0,-1 0 1,1 0-1,7-5 0,-9 8 2,-1 0-1,0 1 0,0-1 0,1 0 0,-1 1 1,1 0-1,0 0 0,-1 0 0,1 0 1,0 0-1,-1 0 0,1 0 0,0 1 1,0 0-1,0-1 0,0 1 0,0 0 0,-1 0 1,1 1-1,0-1 0,0 1 0,0-1 1,-1 1-1,1 0 0,0 0 0,0 0 0,-1 0 1,1 1-1,-1-1 0,1 1 0,-1-1 1,0 1-1,0 0 0,0 0 0,0 0 1,0 0-1,3 5 0,3 5-85,0 1 0,-1 0 0,-1 1 0,0-1-1,7 28 1,-3-7 83,-3-1-1,0 1 0,1 43 0,-3 103 293,-5-156-167,-6-134 863,3 76-982,1 1 0,1-1 1,2 0-1,7-43 0,-1 51-39,1-1-1,2 1 1,0 1 0,2 0 0,1 0 0,0 1-1,2 1 1,33-40 0,-40 53-14,1 0 0,1 1 0,0 0 0,0 0 0,20-13 0,-27 21 59,-1-1 0,0 1 0,1-1-1,-1 1 1,1 0 0,-1 0 0,1 0 0,-1 0 0,1 1 0,0-1 0,-1 1 0,1-1 0,0 1-1,0 0 1,-1 0 0,1 0 0,0 0 0,0 1 0,-1-1 0,1 1 0,0 0 0,-1-1 0,1 1-1,-1 0 1,1 1 0,-1-1 0,1 0 0,-1 1 0,0-1 0,0 1 0,0 0 0,0 0 0,0 0-1,0 0 1,2 3 0,2 7-16,0 1 1,0-1-1,-2 1 0,1 1 0,-2-1 0,0 0 0,2 25 1,-3-28 25,8 77 148,-4 163-1,-7-171-100,1-68-77,0-6 49,-1 0 0,2-1 0,-1 1 0,0 0 0,1-1 0,2 8 0,-3-11-48,1 0 0,0 0 1,-1 0-1,1 0 1,0 0-1,0 0 1,-1 0-1,1 0 0,0 0 1,0 0-1,0 0 1,0-1-1,1 1 1,-1 0-1,0-1 1,0 1-1,0-1 0,0 1 1,1-1-1,-1 1 1,0-1-1,1 0 1,-1 0-1,0 0 0,0 0 1,3 0-1,27 1-2815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22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489 220 1553,'0'0'3564,"3"-17"-2334,-2 9-1207,-1 1 0,-1-1 1,1 0-1,-1 1 0,-1-1 0,1 1 0,-1-1 0,0 1 1,-1 0-1,0-1 0,0 1 0,-1 1 0,1-1 1,-1 0-1,-1 1 0,1 0 0,-1 0 0,0 0 1,-1 1-1,0 0 0,1 0 0,-10-6 0,8 6-21,-1 0 0,-1 0 0,1 1 0,-1 0 0,1 1 0,-1-1 0,-15-2 0,5 3 15,-1 1 0,-33 0 0,46 2-16,0 1 0,0 0 0,0 0 0,0 0 0,1 1 0,-1 0 0,1 0-1,-1 0 1,1 1 0,0 0 0,0 1 0,-9 6 0,6-3-7,0 1 0,0 0 0,1 1 0,0-1 0,0 2 0,-11 18-1,8-8-5,0 0-1,2 1 1,0 1-1,1 0 1,1 0-1,2 0 1,-5 27-1,8-17 3,0 1-1,5 55 0,-2-81 10,0 1 1,0-1-1,0 0 0,1 0 0,1 0 0,-1 0 0,1 0 0,0-1 0,0 1 0,1-1 0,0 1 0,0-1 0,1-1 0,0 1 0,0-1 0,0 1 0,0-1 1,1-1-1,8 7 0,-3-5-1,-1-1 0,1 1 0,0-2 1,0 0-1,1 0 0,-1-1 0,1 0 0,0-1 1,0 0-1,0-1 0,14 0 0,-19-1 5,13 0 9,-1 0-1,35-6 0,-47 4-7,-1 1 0,1-1 0,-1-1 0,0 1 0,0-1 0,0 0 0,0 0 0,-1-1 0,1 0 0,-1 0 0,0 0 0,5-5-1,-1-1 10,0 0-1,-1-1 0,-1 0 0,1-1 0,-2 1 0,0-1 1,0 0-1,-1-1 0,0 1 0,-1-1 0,4-22 0,-3-6 51,-1 0 0,-3-60 0,-1 67-45,0 25 11,-2-37 24,2 44-31,0 0 1,-1 0-1,1 0 0,-1 0 1,1 0-1,-1 0 1,0 0-1,0 0 0,0 0 1,0 1-1,0-1 1,0 0-1,0 1 1,0-1-1,-1 0 0,1 1 1,-3-3-1,4 4-18,-1 0 0,1 0 0,0 0 0,0 0-1,-1 0 1,1 0 0,0 0 0,0 0 0,0 0 0,-1 0 0,1 0-1,0 0 1,0 1 0,0-1 0,-1 0 0,1 0 0,0 0 0,0 0-1,0 0 1,0 0 0,-1 0 0,1 0 0,0 1 0,0-1 0,0 0-1,0 0 1,0 0 0,-1 0 0,1 1 0,0-1 0,0 0-1,0 0 1,0 0 0,0 1 0,0-1 0,0 0 0,0 0 0,0 0-1,0 1 1,0-1 0,0 0 0,0 0 0,0 0 0,0 1 0,0-1-1,0 0 1,0 0 0,0 1 0,-1 14-130,1-13 119,0 201-182,0-191 202,1 0 1,0 0 0,1-1-1,0 1 1,1 0 0,0-1-1,10 23 1,-10-28-29,0 0 1,0 0 0,1 0 0,0-1-1,0 1 1,1-1 0,-1 0-1,1 0 1,0-1 0,0 1-1,1-1 1,-1 0 0,1 0-1,0-1 1,10 5 0,-6-6-415,1 1-1,-1-2 1,1 1 0,-1-2 0,1 1 0,0-1-1,17-3 1,23-4-3442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22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0 2001,'0'0'3703,"-2"16"-3695,-5 46 30,2 0 1,4 82-1,21 144 188,-8-135-170,-1-27-26,3 104 1491,-23-345 103,4 80-1573,2 0 1,2 0 0,1 0 0,5-47 0,-3 74-59,-1-1 0,1 1 0,1-1 1,-1 1-1,2 0 0,-1-1 0,1 2 0,0-1 0,0 0 1,1 1-1,0 0 0,1 0 0,0 0 0,0 1 0,0 0 0,1 0 1,-1 0-1,1 1 0,1 0 0,-1 1 0,1-1 0,10-3 1,-10 4-6,1 1 1,-1 1 0,1-1-1,-1 1 1,1 1-1,0-1 1,0 1 0,0 1-1,0 0 1,0 0-1,0 1 1,13 3 0,-15-3-4,-1 1 0,0 0 0,0 1 1,0-1-1,0 1 0,0 1 0,-1-1 1,1 1-1,-1 0 0,0 0 0,0 0 1,-1 1-1,1 0 0,-1 0 0,0 0 1,0 0-1,4 8 0,1 5-14,-1 0 0,0 1 1,-2-1-1,0 1 0,-1 1 0,-1-1 0,-1 1 1,-1-1-1,0 37 0,-2-48 23,0 0 0,-1 1 1,0-1-1,0 0 0,-1 0 0,0 0 1,0 0-1,-1-1 0,0 1 0,0-1 1,-6 10-1,3-9 10,0 0-1,0-1 1,-1 0 0,0 0-1,0 0 1,-1-1 0,1 0 0,-1-1-1,-13 7 1,3-3-77,0 0-1,-1-2 1,0 0-1,-1-1 1,1-1 0,-1-1-1,0 0 1,-1-2 0,-33 0-1,50-1-211,-1-1 1,1 0-1,-1-1 0,1 1 0,-1-1 1,0 0-1,-7-2 0,9 1-14,1 0 0,0 0 1,-1 0-1,1 0 0,0 0 0,0 0 0,0 0 0,0-1 1,1 1-1,-3-4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23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0 925 3089,'0'0'225,"26"12"-87,83 40-103,-96-44-27,-1-1 1,1 2-1,-2 0 1,22 19-1,-29-23 26,1 0-1,0 0 0,0-1 0,0 0 1,1 0-1,0-1 0,-1 1 0,1-1 1,0 0-1,11 3 0,-16-6-7,0 0 1,1 1-1,-1-1 0,0 0 0,0 0 0,1 0 1,-1 0-1,0 0 0,0 0 0,0 0 0,1-1 1,-1 1-1,0 0 0,0-1 0,0 1 0,1-1 1,-1 1-1,0-1 0,0 1 0,0-1 0,0 0 1,0 0-1,0 1 0,0-1 0,-1 0 0,1 0 1,0 0-1,0 0 0,0 0 0,-1 0 0,1 0 1,-1 0-1,1 0 0,-1-1 0,1 1 0,-1-2 1,3-5 172,-1-1 0,0 0 0,-1 1 1,1-12-1,-1 6 41,7-85 536,-5-121-1,-3 134-346,-28-402-51,20 399-193,5 66 63,-1 32-282,2 13-161,4 133 170,6 0 0,6-1 1,49 212-1,-58-344-368,1 0 1,0 0-1,2-1 1,1 0-1,0-1 1,16 25-1,13-1-3214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23.5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1 466 5026,'0'0'481,"34"-9"-495,113-29 12,-128 34 3,-1 1 1,1 1 0,0 0-1,31 2 1,-13 1 3,4-1-3,52-3-14,-83 2 12,0 0 0,-1-1 0,1 0-1,-1-1 1,0 0 0,18-9 0,-24 11 6,-1-1 0,1 0 0,-1 0 0,0-1 0,0 1-1,0 0 1,0-1 0,0 1 0,-1-1 0,1 0 0,-1 1 0,1-1 0,-1 0-1,0 0 1,0 0 0,0 0 0,-1 0 0,1 0 0,-1 0 0,1-5 0,-1-4 86,0 0 1,0 0-1,-5-22 1,2 23-12,0 1 1,0-1-1,-1 1 1,-1 0 0,1 1-1,-2-1 1,1 1-1,-1 0 1,-10-11 0,0 1 65,-1 1-1,-39-31 1,47 42-42,-1 0-1,0 1 1,0 1-1,0-1 0,-1 1 1,0 1-1,0 0 1,0 1-1,0 0 1,-23-3-1,27 5-101,0 1 0,0 0 0,0 0 0,0 1 0,0-1 0,0 2 0,0-1 0,0 1 0,1 0 0,-1 0 0,1 1 0,-1 0 0,1 0 0,0 0 0,0 1 0,0 0 0,0 0 0,1 0 0,-7 8 0,-3 6 37,1 0-1,1 0 1,0 2 0,2-1-1,-17 39 1,16-27 209,1 0 1,2 0-1,-8 47 0,13-59-74,1 0 0,2 0 0,0 0 1,0 1-1,2-1 0,6 37 0,-5-49-148,0 0 1,0 1-1,1-1 1,0 0-1,0 0 0,1-1 1,0 1-1,0-1 1,1 1-1,0-1 1,0-1-1,0 1 0,0-1 1,1 0-1,0 0 1,0 0-1,1-1 0,-1 0 1,14 6-1,-1-2 13,1-1-1,1-1 0,0 0 1,-1-2-1,40 4 1,113-5 118,-124-5-291,0-2-1,67-13 1,-63 2-961,94-39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25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568 199 3522,'0'0'2443,"0"-13"-989,0 6-1444,-1 0-1,0 0 1,-1 0 0,1 0-1,-1 0 1,-1 0-1,1 1 1,-1-1-1,0 1 1,-1 0-1,1 0 1,-1 0 0,0 0-1,-1 1 1,0-1-1,1 1 1,-2 0-1,1 1 1,0-1-1,-1 1 1,0 0-1,0 0 1,-12-5 0,2 2-27,0 0 0,-1 1 1,0 0-1,0 2 1,0 0-1,0 0 1,-1 2-1,-27-1 0,30 3 1,0 1 0,0 0-1,0 1 1,-19 4 0,26-3 12,1-1 0,-1 1 0,0 1 0,1 0 0,0 0 1,0 0-1,0 1 0,0 0 0,-8 8 0,5-3-1,-1 1-1,2 1 0,-1-1 0,1 2 0,1-1 0,1 1 1,-1 0-1,2 1 0,0 0 0,-4 14 0,4-6-3,2-1 0,0 1 0,1 0 0,1 0 0,1 0-1,3 29 1,-1-42 7,0 1 0,0-1 0,1 0 0,1 1 0,-1-1 0,2 0 0,-1-1 0,1 1 0,0 0 0,1-1 0,0 0 0,0 0 0,1-1 0,0 1 0,0-1 0,1 0 0,0-1 0,0 0 0,1 0 0,-1 0 0,1-1 0,0 0 0,1-1 0,-1 0 0,1 0 0,0 0 0,0-2 0,0 1 0,0-1 0,1 0 0,9 0 0,-1 0 23,0 0 0,0-2 0,24-2 0,-37 2-15,-1-1-1,1 0 1,-1 0 0,0 0 0,1 0 0,-1-1 0,0 1 0,1-1-1,-1 0 1,0-1 0,-1 1 0,1-1 0,0 1 0,-1-1 0,1 0-1,-1 0 1,0-1 0,4-5 0,-1-1 11,-1-1 0,0 0 0,0 0 0,-1-1 0,-1 1 0,0-1 0,-1 0-1,2-17 1,-2-101 89,-3 83-94,1-79-53,1 152 35,1-1 0,0 0-1,2 0 1,1-1-1,1 1 1,1-1-1,1 0 1,22 44-1,-25-57-11,2 0 0,-1 0 0,1 0 0,1-1 0,0-1 0,0 1 0,1-1 0,0 0 0,1-1 0,0 0-1,0-1 1,1 0 0,0-1 0,0 0 0,0 0 0,1-1 0,0-1 0,0 0 0,0 0 0,14 1 0,48-1-1826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26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825 200 3169,'0'0'1940,"0"-11"-1358,1 1-482,0 4-74,-1 0-1,0 0 1,1-1-1,-2 1 1,1 0-1,-1-1 1,0 1-1,0 0 1,-1 0-1,0 0 1,0 0-1,0 0 1,-1 0-1,-4-7 0,1 7-21,-1-1 0,0 1 0,0 0-1,-1 0 1,0 1 0,0 0-1,0 0 1,-1 1 0,1 0-1,-1 1 1,0 0 0,-12-3 0,-4 1-6,0 1 0,0 2 0,-39 0 0,57 2 4,1 0 0,-1 1 0,0 0 1,0 0-1,1 0 0,-1 1 1,0 0-1,1 0 0,0 1 1,0 0-1,-1 0 0,2 1 1,-1-1-1,0 1 0,-5 5 1,3-1-2,1 0 0,0 0 0,1 0 1,0 1-1,0-1 0,1 1 1,0 1-1,0-1 0,-3 12 0,1 3-5,0 0 1,2 1-1,1 0 0,0 0 0,2 0 0,1 0 0,4 40 0,-3-59 2,1 0 0,0 0 0,0 0 0,1 0 0,-1-1 0,1 1 0,1 0 0,-1-1 0,1 0 0,0 0 0,0 0 0,0 0 0,1 0 0,-1 0-1,1-1 1,0 0 0,1 0 0,-1 0 0,1 0 0,0-1 0,0 1 0,0-1 0,0-1 0,7 4 0,5 0 2,-1-1 1,1-1-1,0-1 1,0 0-1,0-1 0,1-1 1,18 0-1,-25-2 12,-1 0 0,0 0-1,1-1 1,-1-1 0,0 1-1,0-2 1,0 1 0,-1-1 0,1-1-1,-1 0 1,0 0 0,-1-1-1,1 0 1,-1 0 0,0-1-1,0 0 1,-1-1 0,0 1 0,0-1-1,-1-1 1,0 1 0,-1-1-1,0 0 1,0 0 0,-1-1-1,0 0 1,0 1 0,-1-1 0,-1 0-1,3-13 1,-2-5 243,-1 1 0,-2-36 0,0 31-41,0 29-195,0 1 6,1 1-1,-1-1 0,0 0 1,0 0-1,0 0 1,0 1-1,-1-1 1,1 0-1,0 0 0,-1 1 1,1-1-1,-1 0 1,0 0-1,0 1 1,1-1-1,-1 1 1,-2-4-1,2 5-25,1 0-1,0 0 1,0 0 0,-1 0-1,1 0 1,0 0 0,-1 0-1,1 0 1,0 0 0,0 0-1,-1 0 1,1 0 0,0 0 0,0 0-1,-1 1 1,1-1 0,0 0-1,-1 0 1,1 0 0,0 0-1,0 0 1,0 1 0,-1-1-1,1 0 1,0 0 0,0 0-1,0 1 1,-1-1 0,1 0-1,0 0 1,0 0 0,0 1-1,0-1 1,0 0 0,-1 0-1,1 1 1,0-1 0,0 0 0,0 1-1,0-1 1,0 0 0,0 0-1,0 1 1,0-1 0,0 0-1,0 1 1,0-1 0,-4 23-120,-3 89 60,6 126 1,3-95 74,0 5-11,-9 237 10,3-336-12,-2 0 0,-2-1 0,-3 0 0,-2 0 0,-29 72 0,36-105 0,-1 0 1,-1-1 0,-1 0-1,0-1 1,0 0 0,-1 0-1,-1-1 1,-19 18 0,20-23 3,0 1 1,-1-1 0,0-1 0,0 0 0,0 0 0,-1-1 0,0-1-1,0 0 1,0-1 0,0 0 0,-17 2 0,3-2 17,0-1 0,1-2 0,-1 0 1,-51-8-1,63 5-13,0 0 1,0-1 0,1-1-1,-1 0 1,1 0-1,0-2 1,1 1-1,-1-2 1,1 0-1,-16-13 1,17 10 19,0 0 0,1 0 0,0-1 0,1-1 0,1 1-1,0-1 1,0-1 0,1 1 0,1-1 0,0-1 0,-5-22 0,5 11 27,1 0 0,2 0 0,1-1 0,1 1 1,4-51-1,-1 54-58,2-1 0,1 1 1,1 0-1,0 0 0,2 1 0,1-1 1,1 2-1,0-1 0,2 2 1,0-1-1,2 1 0,0 1 1,1 1-1,0 0 0,2 1 1,0 1-1,1 0 0,1 1 0,0 1 1,1 1-1,0 1 0,31-14 1,-36 20-7,0 0-1,1 0 1,-1 2 0,1 0 0,0 1 0,1 0 0,-1 1 0,22 1 0,-34 0-2,1 1 1,-1 0 0,1 1 0,-1-1 0,0 1-1,1-1 1,-1 1 0,0 1 0,8 2 0,-10-3 3,-1 1 0,1-1 0,-1 1 0,1-1 1,-1 1-1,0 0 0,0-1 0,0 1 1,0 0-1,0 0 0,0 0 0,0 0 1,-1 0-1,1 0 0,0 0 0,-1 0 1,0 0-1,0 0 0,1 0 0,-1 0 1,-1 3-1,2 67-707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26.9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592 251 656,'0'0'5040,"-12"-7"-4765,11 4-210,0-1 0,0 1 0,0-1 0,0 1 0,1-1 0,-1 1 0,1-1 0,0 1 0,0-1 0,0 0 0,1-3 0,-2-32 217,-2 32-261,0 0 0,-1 0 1,0 1-1,0-1 1,0 1-1,-1 0 1,0 1-1,0-1 1,-1 1-1,1 0 1,-12-8-1,2 2-33,-1 1-1,0 1 1,-29-13 0,29 16 2,0 1 1,0 1 0,-1 0-1,1 2 1,-20-2 0,26 3 3,0 1 0,-1 0 1,1 0-1,0 1 1,0 1-1,-1 0 0,1 0 1,0 1-1,-15 6 1,15-3 0,0 1 0,1 0 0,0 0 0,0 1 0,0 0 0,1 0 0,0 1 0,0 0 1,1 1-1,1-1 0,-9 18 0,3-5-3,2 1 0,0 0 0,2 1 0,-8 37 0,10-35 9,1 0-1,2 1 1,0-1 0,2 1-1,1-1 1,1 1 0,7 37-1,-7-57-6,2-1-1,-1 1 0,1-1 0,0 0 1,0 1-1,1-1 0,0-1 1,0 1-1,0-1 0,1 1 1,-1-1-1,1 0 0,1-1 1,-1 1-1,1-1 0,-1 0 0,1-1 1,0 1-1,1-1 0,-1 0 1,10 3-1,0-2 12,-1 0-1,1 0 1,-1-2-1,1 0 1,0-1-1,0 0 1,0-1-1,24-4 1,-30 3 0,0-1 1,0-1 0,-1 1 0,0-1 0,1-1 0,-1 0 0,0 0 0,-1-1 0,1 0 0,-1-1 0,9-7 0,-6 3 2,-1 0 0,0 0-1,-1-1 1,0-1 0,0 0 0,-2 0 0,8-15 0,-4 4 8,-1-1-1,-2 0 1,0 0 0,-2-1 0,0 0 0,-2-1 0,0 1 0,-1-37 0,-3-28 109,0 89-122,0 0-1,0 0 1,0 0-1,0 0 1,0 0-1,0 0 1,0 0-1,0 0 1,0 0 0,0 0-1,0 0 1,-1 1-1,1-1 1,0 0-1,-1 0 1,1 0-1,-1 0 1,1 0-1,-1 1 1,1-1-1,-1 0 1,0 0-1,1 1 1,-1-1-1,0 1 1,1-1-1,-1 0 1,0 1-1,0-1 1,0 1-1,1 0 1,-1-1-1,-2 0 1,2 2-8,0-1-1,0 0 1,0 1 0,-1-1 0,1 1-1,0-1 1,0 1 0,0 0 0,0-1-1,0 1 1,0 0 0,0 0 0,0 0-1,1 0 1,-1 0 0,0 0 0,0 0-1,1 0 1,-1 0 0,0 0 0,1 0-1,-1 0 1,1 0 0,0 1 0,-1-1-1,1 0 1,0 2 0,-8 33-11,3-1-1,0 1 1,3 0-1,1 0 1,6 69-1,-4-96 14,1 1 0,0-1 0,0 1 0,1-1 1,0 0-1,0 0 0,1 0 0,0-1 0,1 1 0,0-1 0,0 0 0,1 0 0,0-1 0,0 0 0,1 0 0,0 0 0,0-1 0,1 0 0,-1 0 0,1-1 0,0 0 0,1 0 0,-1-1 0,1 0 0,0-1 0,0 1 1,14 1-1,-8-2 17,0-1 1,0-1-1,0 0 0,1-1 1,-1-1-1,0 0 1,0-1-1,0 0 1,0-2-1,18-6 1,-23 6-14,-1 0 0,0-1 0,0 0 1,0 0-1,-1-1 0,0 0 0,0-1 1,0 0-1,-1 0 0,0-1 0,0 1 0,-1-2 1,0 1-1,-1-1 0,9-18 0,-6 6-32,-1-1-1,0-1 0,-2 1 0,-1-1 1,-1 0-1,-1 0 0,-1 0 1,-2-23-1,1 31 27,-1 1 0,-1-1-1,0 1 1,-1 0 0,0 0 0,-1 0 0,-1 1 0,0-1-1,-1 1 1,-1 0 0,1 1 0,-2-1 0,0 2 0,-17-20-1,25 29 10,-1 1 0,-1 0-1,1-1 1,0 1-1,0 0 1,0 0-1,-1 0 1,1 0-1,-1 0 1,1 0-1,-1 0 1,1 0-1,-1 0 1,1 1-1,-1-1 1,0 1-1,1-1 1,-4 0-1,4 3-4,0-1 0,1 0 0,-1 1 0,0-1 0,1 0 0,-1 1 0,1-1 0,0 1 0,-1-1 0,1 1 0,0-1 0,0 1 0,0-1 0,0 1 0,0-1 0,0 1 0,1 2 0,-1 2-5,0-5 5,-1 50 7,2 1 0,2-1 0,3 0 0,16 68 1,-18-105-66,18 56 187,-20-65-213,0-1 1,0 1 0,1-1 0,-1 1 0,1-1 0,0 0 0,0 0 0,1 0-1,-1 0 1,8 5 0,1-6-2306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27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15 5010,'0'0'4162,"-27"-15"-4162,39 15-2193,12 12-1889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27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1 571 1745,'0'0'4450,"2"-10"-2959,8-34-879,-4 16-483,1 0-1,1 0 0,1 1 0,19-39 0,-25 61-131,0-1-1,0 1 1,0-1-1,1 1 1,0 1-1,0-1 1,0 0-1,1 1 1,-1 0-1,1 0 1,0 0-1,0 1 1,0-1-1,1 1 1,-1 0-1,1 1 1,0-1-1,-1 1 1,1 1-1,0-1 1,0 1-1,1 0 1,-1 0-1,0 0 1,0 1-1,0 0 1,7 1-1,-8 0-2,0 1-1,0-1 0,-1 1 0,1 0 1,-1 0-1,0 1 0,0-1 0,0 1 1,0 0-1,0 0 0,0 0 0,-1 1 1,1-1-1,-1 1 0,0 0 0,0 0 1,0 0-1,-1 0 0,1 0 0,-1 1 1,0-1-1,2 7 0,2 8-1,1 0 0,-2 0 0,-1 0 1,3 29-1,-1 10 34,-4 1 1,-6 81 0,-4-120 1,8-21-24,0 1-1,0 0 1,0 0 0,0-1-1,0 1 1,0 0 0,0 0-1,0-1 1,0 1 0,0 0 0,0 0-1,0 0 1,-1-1 0,1 1-1,0 0 1,0 0 0,0 0-1,0-1 1,0 1 0,-1 0-1,1 0 1,0 0 0,0 0 0,0-1-1,-1 1 1,1 0 0,0 0-1,0 0 1,-1 0 0,1 0-1,0 0 1,0 0 0,-1 0 0,1 0-1,0 0 1,0 0 0,-1 0-1,1 0 1,0 0 0,0 0-1,-1 0 1,1 0 0,0 0-1,0 0 1,-1 0 0,1 0 0,0 0-1,0 0 1,0 0 0,-1 1-1,1-1 1,0 0 0,0 0-1,0 0 1,-1 0 0,1 1 0,0-1-1,0 0 1,0 0 0,0 0-1,-1 1 1,1-1 0,0 0-1,0 0 1,0 1 0,-4-24 106,2-1 1,1 1-1,0-1 1,5-36-1,-2 22-102,1 10-69,1-1 1,1 1-1,1 0 0,2 1 0,1-1 1,1 1-1,16-29 0,-1 8-663,2 1 1,61-78-1,-88 124 722,4-5-28,0 0-1,1 0 1,-1 1-1,1-1 1,1 1-1,-1 0 1,1 1 0,0-1-1,0 1 1,0 0-1,0 0 1,9-3-1,-14 7 29,0-1 0,0 1 0,0 0 0,1-1 0,-1 1-1,0 0 1,0 0 0,0 0 0,0 0 0,0 0 0,0 0 0,1 0-1,-1 0 1,0 1 0,0-1 0,0 0 0,0 1 0,0-1 0,0 1 0,0-1-1,0 1 1,0-1 0,0 1 0,0 0 0,0-1 0,0 1 0,1 2-1,0 0 3,0 0-1,-1 1 1,1-1 0,-1 1-1,0-1 1,0 1-1,0 0 1,1 5-1,4 44 283,-3 0-1,-4 68 1,2 21 904,-1-131-1072,1 1 0,0 0 0,1-1 0,0 1 0,1-1 0,0 0 0,1 0 0,9 18 0,-9-23-70,0 1-1,1-1 1,0 0 0,0 0-1,0-1 1,1 0-1,0 1 1,0-2 0,0 1-1,0-1 1,1 0-1,0 0 1,0-1 0,9 4-1,3-1-7,-1 0-1,2-2 0,-1 0 0,32 2 1,84-3-279,24-8-1038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32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85 444 3794,'0'0'3759,"-3"-25"-3231,-1-3-420,-22-129 352,-26-76 165,52 290-724,40 445 150,-35-390-22,1 36-17,29 173 0,-34-316-8,0 2 1,0 1 0,0-1 0,1 1 1,0-1-1,1 0 0,-1 0 0,1 0 0,1 0 1,7 12-1,-11-19-4,0 0 0,0 0-1,1 0 1,-1 0 0,0 0 0,0 0 0,0 0 0,0 0-1,0 0 1,0 0 0,0 0 0,0 0 0,1 0-1,-1 0 1,0 0 0,0 0 0,0 0 0,0 0 0,0 0-1,0 0 1,0 0 0,0 0 0,0 0 0,1 0 0,-1 0-1,0 0 1,0 0 0,0 0 0,0 0 0,0 0-1,0 0 1,0 0 0,0 0 0,0 0 0,0 0 0,0-1-1,0 1 1,0 0 0,1 0 0,-1 0 0,0 0 0,0 0-1,0 0 1,0 0 0,0 0 0,0 0 0,0-1-1,0 1 1,0 0 0,0 0 0,0 0 0,0 0 0,0 0-1,0 0 1,0 0 0,0 0 0,0 0 0,0-1 0,0 1-1,0 0 1,-1 0 0,1 0 0,0 0 0,1-14 52,-1 13-50,-2-109 56,6-170 26,-2 263-99,0 0 0,1 1 0,1-1 0,0 1 0,1 0 0,13-28 0,-14 37 7,0 0 0,0 0 0,1 0 1,-1 0-1,2 1 0,-1 0 0,1 0 1,0 0-1,0 1 0,0 0 0,1 0 1,0 0-1,0 1 0,0 0 0,0 1 1,9-4-1,-7 4 0,0 0-1,1 1 1,-1 0-1,0 1 1,1 0 0,-1 0-1,1 1 1,-1 0 0,1 0-1,-1 1 1,1 1 0,-1 0-1,0 0 1,0 1-1,0 0 1,0 0 0,0 1-1,9 5 1,-7-2 1,-1 1-1,0 0 1,0 1 0,-1-1 0,0 2-1,0-1 1,-1 1 0,0 1 0,-1-1-1,-1 1 1,1 1 0,8 23 0,-8-17 0,-2 1 0,0 0 0,-2 0 1,0 1-1,0-1 0,-2 37 1,-1-48 5,0-1 1,0 1-1,0 0 1,-1 0-1,-1 0 1,1 0-1,-1-1 1,-1 1-1,1-1 1,-1 1-1,-1-1 1,1 0-1,-1 0 1,0-1 0,-1 1-1,1-1 1,-2 0-1,1 0 1,-9 8-1,-2 0-5,-1-1 0,-1 0-1,0-1 1,0-1-1,-1-1 1,-1 0 0,1-2-1,-2 0 1,1-1 0,-1-1-1,-26 4 1,40-9-204,-1 0 0,1 0 0,0-1 0,-1 0 0,-14-2 0,-12-11-2432,31 11 2358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32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34 330 4594,'0'0'32,"28"0"-5,165 0-3,-138 1 0,-30 1-6,1-2-1,0 0 0,46-8 0,-68 7-13,0 0 0,-1-1 0,0 1 0,1-1 0,-1 1-1,0-1 1,0 0 0,0-1 0,0 1 0,0 0 0,0-1 0,-1 1 0,1-1-1,-1 0 1,0 0 0,0 0 0,0 0 0,0-1 0,0 1 0,-1 0-1,1-1 1,-1 1 0,0-1 0,0 1 0,0-1 0,-1 0 0,1-6 0,0 3 0,-1 0 1,0 0 0,-1-1 0,1 1 0,-2 0 0,1 0-1,-1 0 1,1 0 0,-2 0 0,1 0 0,-1 1 0,0-1-1,-7-9 1,2 5 1,-1 1 0,0 0 1,0 0-1,-1 1 0,0 1 0,-1-1 0,0 2 0,0-1 0,-1 2 0,0-1 0,-13-4 1,6 5 52,0 0 0,0 0 0,-1 2 1,0 1-1,0 0 0,-35 0 0,46 3 0,1 0 0,-1 1 0,1 0 0,-1 0-1,1 1 1,0 0 0,0 0 0,0 1-1,-15 7 1,18-7-5,-1 1 0,1 0 0,0 0 0,0 0 1,1 1-1,-1-1 0,1 1 0,0 0 0,0 1 0,1-1 0,0 1 0,0-1 0,-4 11 0,1 1 102,1 0 0,1 0 0,0 0 0,1 1 0,1-1 1,1 1-1,1 0 0,0 0 0,1-1 0,1 1 0,7 31 0,-5-40-119,0-1-1,0 1 1,1-1 0,0-1-1,0 1 1,1-1 0,0 0-1,0 0 1,1 0-1,0-1 1,0 0 0,0 0-1,1-1 1,12 7 0,-1-2-31,0-1 0,1-1 0,0-1 1,0 0-1,32 5 0,-10-5-296,51 0 1,41-5-2368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33.3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365 217 5314,'0'0'825,"-4"11"-454,1-4-339,2-5-20,-1 1 1,1-1-1,0 1 1,1-1-1,-1 1 1,0 0-1,1-1 1,-1 1-1,1 0 1,0-1-1,0 1 1,0 3-1,0-6-7,1 1-1,-1 0 1,0-1 0,1 1-1,-1 0 1,1-1-1,-1 1 1,1-1 0,-1 1-1,1 0 1,-1-1-1,1 1 1,0-1-1,-1 0 1,1 1 0,0-1-1,-1 0 1,1 1-1,0-1 1,1 1 0,30 0 128,-28-1-124,0-1 0,-1 1 0,1-1 0,-1 0 0,1-1 0,-1 1 0,0 0 0,1-1 0,-1 0 0,0 0 0,0 0 0,0 0 0,0 0 0,-1-1 0,1 1 0,-1-1 0,1 1 0,-1-1 0,0 0 0,0 0 0,0 0 0,0-1 0,-1 1 0,1 0 0,1-6 0,0-2-6,0-1 1,0 0-1,-1 0 1,-1 0 0,0 0-1,-2-19 1,1 27-11,0-1 0,-1 0 1,0 0-1,0 1 0,0-1 1,-1 1-1,1-1 0,-1 1 1,0-1-1,-1 1 0,1 0 1,-1 0-1,0 0 0,0 0 1,0 1-1,0-1 0,0 1 1,-1 0-1,0 0 0,1 0 1,-1 0-1,0 1 0,-1-1 1,1 1-1,0 0 0,-9-2 1,-4-1 0,0 0 1,0 1 0,0 1 0,-1 1 0,0 1 0,-18 0 0,26 1 5,1 0 0,0 1 0,-1 0 0,1 1 0,0 0 0,0 0 0,0 1 0,0 0 1,0 1-1,1 0 0,0 0 0,0 0 0,0 1 0,0 1 0,0-1 0,1 1 1,0 1-1,1-1 0,-1 1 0,1 0 0,-9 15 0,5-6 46,0 1-1,1 0 0,1 1 1,1 0-1,1 0 0,0 0 1,1 1-1,1 0 0,1 0 1,1 0-1,0 35 0,1-43-11,1 1-1,1-1 1,0 0-1,0 1 1,1-1-1,0 0 1,1 0-1,8 19 1,-7-22-23,0-1 0,0 0 0,1 0-1,0 0 1,0 0 0,1-1 0,0 0 0,0 0 0,0-1 0,1 1 0,0-1-1,11 6 1,-4-4-63,1 0 0,1-1 0,-1 0 0,1-1 0,0-1 0,0 0 0,17 1 0,-4-3-332,1 0 0,-1-2 0,31-3-1,-43 1-135,0-1-1,-1 0 0,0-1 0,19-7 1,-8-1-985,40-24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33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 80 3378,'0'0'2387,"-27"-12"-2059,12 4-295,7 3-21,-1 1-1,0 0 0,0 0 0,0 1 0,0 0 1,-18-3-1,23 6-9,1 0 1,-1 0-1,1 0 0,-1 0 1,1 1-1,-1 0 1,1-1-1,-1 1 1,1 0-1,0 1 0,0-1 1,0 1-1,-1-1 1,1 1-1,1 0 0,-1 0 1,0 0-1,0 1 1,1-1-1,-1 1 0,1-1 1,0 1-1,0 0 1,0 0-1,0 0 0,0 0 1,-1 3-1,-10 22 86,2-1 0,1 2-1,1-1 1,1 1 0,1 1 0,2-1-1,1 1 1,0 36 0,3-51-20,1 0-1,0 0 1,1 0 0,1-1 0,1 1 0,5 21-1,-5-30-53,-1 1-1,1-1 0,0 0 1,0-1-1,0 1 1,1 0-1,0-1 0,0 0 1,1 0-1,-1 0 0,1-1 1,0 1-1,0-1 0,1 0 1,-1 0-1,11 4 1,-8-4 5,0 0 1,0-1-1,1 0 0,-1 0 1,1-1-1,0 0 1,0 0-1,0-1 1,-1 0-1,1-1 1,0 0-1,0 0 1,0-1-1,0 0 1,0-1-1,0 0 1,-1 0-1,1-1 1,-1 0-1,1-1 1,-1 1-1,0-2 1,-1 1-1,1-1 1,-1 0-1,0-1 1,0 1-1,0-2 1,-1 1-1,0-1 0,0 1 1,-1-2-1,1 1 1,-2-1-1,1 1 1,-1-1-1,0 0 1,-1-1-1,0 1 1,0-1-1,-1 1 1,1-10-1,0 2-8,0 1 0,-2-1 0,0 0 0,-1 0 0,0 1 0,-1-1 0,-1 0 0,-1 1 0,0-1 0,-1 1 0,0 0 0,-2 0 0,1 1 0,-2-1 0,-10-16 0,-2 3-397,-2 1 0,-1 0 0,-26-24 0,-3 4-2205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34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46 533 800,'0'0'3581,"-5"19"-2821,-15 56 251,16-66 251,1-13-763,-1-16-293,4 16-23,-5-26-72,2 1 0,2-1 0,0 0 0,7-57-1,-4 76-113,0 0-1,0 1 1,1-1-1,1 0 1,0 1-1,0 0 1,1 0-1,0 0 0,1 0 1,0 1-1,0 0 1,1 0-1,0 1 1,1 0-1,-1 0 1,14-10-1,-19 17-3,0-1 1,0 0-1,0 1 0,0 0 0,1-1 1,-1 1-1,0 0 0,0 0 1,1 0-1,-1 0 0,1 1 0,-1-1 1,1 1-1,-1-1 0,1 1 1,-1 0-1,1 0 0,-1 0 0,1 0 1,0 1-1,-1-1 0,1 1 1,-1-1-1,0 1 0,1 0 0,-1 0 1,1 0-1,-1 0 0,0 0 0,0 1 1,0-1-1,0 1 0,0-1 1,0 1-1,0 0 0,0 0 0,-1 0 1,1 0-1,-1 0 0,1 0 1,1 4-1,5 9-22,0 1 0,-2 0 0,0 0 0,8 32 0,4 39 137,-5 1-1,5 143 1,-17-527 132,0 268-272,2 1 0,1 0 1,11-42-1,-12 57-9,1-1 1,1 1 0,0 1-1,0-1 1,1 1 0,0 0-1,1 0 1,1 0 0,14-15-1,-20 23-10,1 1-1,-1 0 1,1 0-1,-1 0 1,1 0 0,0 0-1,0 0 1,-1 1-1,1-1 1,1 1-1,-1 0 1,0 0 0,0 0-1,0 1 1,0-1-1,1 1 1,-1-1-1,0 1 1,1 0 0,-1 0-1,0 1 1,1-1-1,-1 1 1,0-1-1,0 1 1,0 0 0,6 2-1,-3 1 33,0 0 1,-1-1-1,1 2 0,-1-1 1,0 1-1,0 0 0,0 0 0,0 0 1,-1 0-1,0 1 0,6 11 0,5 12 8,-2 1 0,-1 0 0,-1 0-1,8 39 1,14 129 59,-31-142 3,-2-53 10,0-8 97,0-57 251,-2 19-408,2 0-1,2 0 1,2 0 0,16-74 0,-11 85-308,3-1 0,0 1 0,2 1 0,1 1-1,2 0 1,29-41 0,-39 64 215,-1-1 1,1 1-1,0 1 0,1 0 0,-1 0 1,11-6-1,-16 10 87,1 1 1,0-1 0,-1 1 0,1-1-1,0 1 1,0 0 0,0 0-1,0 1 1,0-1 0,0 0-1,0 1 1,0 0 0,1 0-1,-1 0 1,0 0 0,0 0-1,0 1 1,0-1 0,0 1-1,0 0 1,0 0 0,5 2-1,-5-1 10,0 1 0,0 0-1,0-1 1,0 1-1,0 0 1,-1 1 0,1-1-1,-1 0 1,0 1-1,0-1 1,0 1 0,0 0-1,1 6 1,14 57 253,-7 22 970,-3 0-1,-6 135 1,-3-97-1125,2-127-152,0 1 0,0-1 0,0 1 0,-1-1 0,1 1 0,0-1 0,0 1 0,0-1 0,1 1 0,-1-1 0,0 1 0,0-1 0,0 1 0,0-1 0,0 0 0,0 1 0,1-1 0,-1 1 0,0-1 0,0 1 0,1-1 1,-1 0-1,0 1 0,1-1 0,-1 1 0,1-1 0,-1 1 0,23 1-2550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34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1 348 6931,'0'0'1006,"34"-3"-1158,17-2 154,148-17 20,-188 20 21,11 0-234,1-1 0,-1-2 0,0 0 1,-1-1-1,23-10 0,-42 15 184,0 0 1,1 0-1,-1 0 1,0 0-1,0-1 0,1 1 1,-1-1-1,0 1 1,-1-1-1,1 0 0,0 1 1,0-1-1,-1 0 1,1 0-1,-1-1 1,0 1-1,1 0 0,-1 0 1,0-1-1,0 1 1,0 0-1,-1-1 0,1 1 1,-1-1-1,1 1 1,-1-1-1,0 1 0,0-1 1,0 1-1,0-1 1,0 1-1,-1-1 0,1 1 1,-1-1-1,-1-4 1,-1 2 12,1-1 1,-1 1 0,0 0 0,-1 0 0,1 0 0,-1 0 0,0 0-1,0 1 1,-1 0 0,1 0 0,-1 0 0,0 0 0,-9-4 0,2 2 17,0 0 0,-1 1 1,0 1-1,0 0 0,-1 0 1,-15-1-1,-7 2 23,-42 1 0,72 2-48,-1 0 0,1 1 0,0 0 0,0 0 1,0 0-1,1 1 0,-1 0 0,0 0 0,0 0 1,1 1-1,0 0 0,-1 0 0,-5 5 0,4-2-1,0 0-1,0 1 1,1 0 0,0 0-1,0 0 1,1 1-1,0 0 1,-4 9-1,0 1 3,2 1 0,0 0 0,2 0 0,0 0 0,1 0-1,0 1 1,0 36 0,4-42 8,-1 9 7,4 39 0,-2-55-15,0 0 0,1 0 0,0 0 0,0 0 0,0-1 0,1 1 0,0 0 0,0-1 0,8 11-1,-5-9 4,1 0-1,1 0 1,-1-1-1,1 0 0,1 0 1,-1-1-1,1 0 0,0 0 1,0-1-1,1 0 0,0-1 1,17 6-1,-18-7 6,0-1 1,-1-1-1,1 1 0,0-2 0,0 1 1,0-1-1,0 0 0,0-1 0,-1 0 1,1 0-1,0-1 0,0 0 0,-1-1 0,1 0 1,-1 0-1,9-6 0,6-5-11,0-1 0,-2-1 0,0-1 0,27-28 0,65-88-48,-96 111 63,-2-1 1,-1-1-1,0 0 1,18-49-1,-26 56 58,-1 0-1,0 0 1,-1 0-1,-2-1 1,1 1-1,-2-1 1,0 0-1,-4-29 1,3 45-48,0 0 0,0 1 0,-1-1-1,1 0 1,0 1 0,-1-1 0,1 1 0,-1-1 0,0 1 0,0-1 0,1 1 0,-1-1 0,0 1 0,0-1 0,0 1-1,-1 0 1,1 0 0,0 0 0,0 0 0,-1 0 0,1 0 0,-1 0 0,1 0 0,-3-1 0,0 1-2,0 0-1,0 0 1,0 0 0,0 1 0,-1 0 0,1-1 0,-8 2 0,10-1-24,1 1 0,-1-1-1,1 1 1,-1 0 0,1-1 0,-1 1 0,1 0 0,0 0 0,-1 0 0,1 0 0,0 0 0,0 0-1,0 0 1,0 0 0,0 0 0,0 1 0,0-1 0,0 0 0,0 1 0,0-1 0,1 1-1,-1-1 1,1 1 0,-1-1 0,1 1 0,-1-1 0,1 1 0,0-1 0,0 1 0,0 0-1,0-1 1,0 3 0,0 3-11,0 1 0,0 0 0,1-1 1,0 1-1,0-1 0,3 9 0,0-5-1,1 0 0,0 0-1,1 0 1,0-1 0,1 0 0,13 16 0,56 54 48,-31-35 14,-23-22-34,-2 1 0,0 0 0,21 36 0,-35-49-21,0 1 0,0 0 0,-1 1 0,0-1 0,-1 1 0,-1 0 0,0 0 0,-1 1 0,0-1 0,-1 17 0,-1-26 8,0 1 0,0 0 0,-1 0 0,0 0 0,0-1 0,0 1 0,-1 0 0,0-1 0,0 1 0,0-1-1,0 0 1,-1 1 0,1-1 0,-1 0 0,0-1 0,0 1 0,-1 0 0,1-1 0,-1 0 0,1 0 0,-1 0 0,0 0 0,-1 0-1,1-1 1,0 0 0,-1 0 0,-5 2 0,-4 1 123,0-1 0,-1-1 1,1 0-1,-1-1 0,0 0 0,0-2 0,-27-1 0,39 1-75,1-1-1,-1 1 0,0-1 0,1 0 0,-1 0 1,1 0-1,-1 0 0,1-1 0,-1 1 0,1-1 0,0 1 1,0-1-1,-1 0 0,1 0 0,0 0 0,1 0 0,-1 0 1,0 0-1,1 0 0,-1-1 0,1 1 0,0-1 1,0 1-1,0-1 0,0 1 0,0-1 0,0 0 0,1 1 1,-1-1-1,1 0 0,0 0 0,0 1 0,0-1 1,0 0-1,0 0 0,1 1 0,-1-1 0,1 0 0,-1 0 1,1 1-1,3-6 0,-4 7-41,1 0 0,0 0-1,0 0 1,0 0 0,0-1 0,1 2-1,-1-1 1,0 0 0,0 0 0,0 0-1,1 0 1,-1 1 0,1-1 0,-1 1-1,0-1 1,1 1 0,-1 0 0,1-1-1,-1 1 1,1 0 0,-1 0 0,3 0 0,38 2 1,-35-2-5,-4 1-33,1-1 0,-1 0-1,1 1 1,-1 0 0,0 0-1,1 0 1,-1 0 0,0 0-1,0 1 1,0-1 0,0 1-1,0 0 1,0 0 0,0 0-1,0 0 1,-1 0-1,1 1 1,-1-1 0,0 1-1,0 0 1,0 0 0,0 0-1,0 0 1,0 0 0,-1 0-1,0 0 1,1 0 0,-1 1-1,0-1 1,-1 0 0,2 7-1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35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1 160 5010,'0'0'5347,"83"15"-5011,98-50-176,15-4-112,-3 3-48,-35 7-64,-37 11-560,-37 6-1665,-49 6-897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35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98 3666,'0'0'6066,"243"-32"-6050,-70 11-16,-4 6-80,-14 0-1792,-28 0-2114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36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693 152 5859,'0'0'845,"-35"-24"-103,-119-72-40,145 91-559,0 1-1,-1-1 1,1 2 0,-1-1 0,0 1 0,1 1-1,-1 0 1,-1 0 0,1 1 0,0 0 0,0 1-1,0 0 1,-1 1 0,1 0 0,0 1 0,-17 4 0,19-4-36,-1 1 1,1 0 0,0 0 0,0 1 0,0 0 0,0 1-1,1 0 1,-1 0 0,-11 11 0,5-2-6,0 1 0,1 1 0,-15 22 0,7-4 6,2 0 0,1 2 0,1 0 0,2 1 0,2 0 1,1 1-1,-7 40 0,9-14 66,2 0 1,2 0-1,6 104 1,2-128-108,2 0 0,2-1 0,1 1 0,2-2 0,23 64 0,-19-72-46,1 0 1,1-2-1,1 0 1,2 0-1,1-2 1,1 0-1,33 33 1,-27-34-18,2-1 1,0-2-1,1-1 1,1-1-1,1-1 1,1-2 0,0-1-1,1-2 1,1-1-1,0-2 1,1-1 0,0-1-1,1-2 1,-1-2-1,1-1 1,0-2 0,57-4-1,-79 1 2,-1 0-1,0-1 1,1 0-1,-1-1 1,0-1-1,-1 0 1,1-1-1,-1 0 1,0-1-1,0-1 1,0 1 0,-1-2-1,0 0 1,0 0-1,-1-1 1,0 0-1,-1-1 1,0 0-1,-1 0 1,0-1-1,0 0 1,-1 0-1,0-1 1,-1 0-1,-1-1 1,0 1-1,4-15 1,-1-2-11,-1 0 1,-1 0-1,-2 0 1,0-1-1,-2 0 1,-3-36-1,-2 25-8,-2 1 0,-2-1-1,-1 1 1,-15-39 0,-2 11-3,-3 1 0,-3 1-1,-3 2 1,-75-107 0,72 119-9,-3 1-1,-58-58 1,81 92 12,-1 2 0,0 0-1,-1 0 1,0 2 0,-1 0 0,0 2 0,-1 0-1,-1 1 1,-30-9 0,41 16-3,0 0 0,1 1 0,-1 1 0,0-1 0,0 2 0,0 0 0,0 0 0,0 1 0,0 0 0,0 1 0,0 0 0,0 1 0,-13 5 0,11-2-275,1 0 0,0 1-1,0 1 1,1 0-1,0 0 1,1 1 0,-1 0-1,2 1 1,-16 20 0,-46 66-5963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48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1 423 2545,'0'0'5080,"0"-3"-4715,0-208 726,18 622-1115,-17-399 25,1 0-1,0-1 0,1 1 0,0-1 0,10 22 0,-12-29-1,1-1 0,0 0 0,0 1 0,1-1 1,-1 0-1,1 0 0,-1 0 0,1-1 0,0 1 0,0-1 0,0 1 0,1-1 1,-1 0-1,0 0 0,1 0 0,-1-1 0,1 1 0,0-1 0,-1 0 1,1 0-1,7 1 0,-2-1-5,-1-1 0,1 1 0,0-2 0,-1 1 0,1-1 0,-1 0 0,1-1 0,-1 0 0,0 0 0,1-1 0,7-3 0,-7 0 0,1 1-1,-1-1 0,0-1 0,-1 0 0,0 0 0,0-1 0,0 1 0,9-15 0,0-1 10,0-1 1,-3 0-1,0-1 0,-1 0 0,-1-1 0,-2-1 0,0 0 0,-2 0 0,-1-1 0,-1 0 0,-2 0 0,2-42 0,-17 83-128,5 0 119,0 0-1,0 0 0,1 1 1,1 0-1,0 0 1,-2 23-1,1 0 48,2 53-1,2-81-41,2 0 0,-1-1-1,1 1 1,0 0 0,1 0 0,0-1 0,4 12 0,-4-16-2,0 0 1,0-1 0,0 1-1,1-1 1,-1 1-1,1-1 1,0 0-1,0 0 1,0 0-1,0-1 1,0 1-1,1-1 1,-1 0-1,1 0 1,0 0-1,-1 0 1,6 1-1,5 2 21,0-2-1,-1 0 0,1-1 0,0 0 0,0-1 1,0 0-1,0-1 0,1-1 0,-1 0 0,-1-1 1,1-1-1,0 0 0,0-1 0,-1 0 0,0-1 1,0 0-1,0-1 0,-1-1 0,14-9 1,-9 4 37,-1 0 1,0-2-1,-1 0 1,0 0-1,19-27 1,-26 30 5,-1 1 0,0-2 0,-1 1-1,-1-1 1,0 1 0,0-2 0,-1 1 0,0 0 0,-2-1 0,3-14 0,-3 12-10,-1 0 0,-1 0 0,0 0 0,-5-27 0,3 33-48,0 1 0,0 0 0,-1-1 0,0 1 0,-1 0 0,0 1 0,0-1 0,0 1 0,-9-11 0,-119-122-1694,93 83-1674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52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1286 4418,'-3'-3'6286,"4"-4"-6222,0 0 1,0 0 0,1 0-1,0 1 1,0-1 0,1 0-1,0 1 1,0-1-1,0 1 1,8-10 0,49-60-101,-54 68 68,141-151-13,6 7 1,243-187-1,-147 159-10,-204 153-5,0 2 0,2 2 0,96-32-1,-49 29-4,98-13 0,102-1 9,-174 25 16,391-21-68,4 40 37,-48 32 158,0 29-50,-426-59-94,1447 233 43,-1356-212 9,172 59 0,116 75 72,287 98-1,-249-95 148,-20-5 104,-337-117-149,-3 5 1,117 75 0,365 282 27,-492-344-222,132 67-1,25 15 8,-200-116-43,1-2 0,2-2-1,0-2 1,54 15 0,51 20 4,-90-34-7,-46-16 4,0 0 1,23 11 0,-32-12-7,0-1 1,1 1-1,-1-1 1,1-1-1,0 0 1,10 1-1,-18-3 21,0 0 15,1 0-15,-2 0 66,1-22-86,-2 0-1,0 0 0,-2-1 1,0 1-1,-1 0 0,-1 1 1,-15-37-1,-29-74 16,28 70-15,-57-114-1,46 102-12,31 71 6,1 3-64,-1 0 68,1 0-1,0 0 1,0 0-1,0 0 1,0 0-1,-1 0 0,1 0 1,0 0-1,0-1 1,0 1-1,0 0 1,-1 0-1,1 0 0,0 0 1,0 0-1,0 0 1,-1 0-1,1 0 1,0 1-1,0-1 0,0 0 1,0 0-1,-1 0 1,1 0-1,0 0 0,0 0 1,0 0-1,0 0 1,-1 0-1,1 0 1,0 1-1,0-1 0,0 0 1,0 0-1,0 0 1,0 0-1,-1 1 1,1-1-1,0 0 0,0 0 1,0 0-1,0 0 1,0 1-1,0-1 1,0 0-1,0 0 0,0 0 1,0 1-1,-10 32-25,1 2 1,-5 42-1,1-4 50,-8 30-21,-107 438 15,63-370 13,65-171-27,0 1-1,-1-1 1,1 0 0,0 0 0,0 1-1,-1-1 1,1 1 0,0-1-1,0 0 1,-1 1 0,1-1 0,0 0-1,0 1 1,0-1 0,0 1-1,0-1 1,0 1 0,0-1 0,-1 0-1,1 1 1,0-1 0,0 1-1,1-1 1,-1 1 0,0-1 0,0 0-1,0 1 1,0-1 0,0 1-1,0-1 1,1 0 0,-1 1 0,0-1-1,0 0 1,0 1 0,1-1 0,-1 1-1,0-1 1,1 0 0,-1 0-1,0 1 1,1-1 0,-1 0 0,0 0-1,1 1 1,-1-1 0,0 0-1,1 0 1,-1 0 0,1 0 0,-1 1-1,0-1 1,1 0 0,-1 0-1,1 0 1,-1 0 0,1 0 0,-1 0-1,0 0 1,1 0 0,-1 0-1,1 0 1,-1-1 0,1 1 0,-1 0-1,0 0 1,1 0 0,0-1 0,33-13 3,-29 12-3,92-37 12,1 4-1,110-22 1,5-3-2208,-197 52 742,-16 8 1388,1 0 1,-1-1 0,0 1-1,0 0 1,0-1-1,0 1 1,1-1 0,-1 1-1,0 0 1,0-1 0,0 1-1,0 0 1,0-1 0,0 1-1,0 0 1,0-1 0,0 1-1,0-1 1,0 1-1,0 0 1,-1-1 0,1 1-1,0 0 1,0-1 0,0 1-1,0 0 1,-1-1 0,1 1-1,0 0 1,0-1 0,0 1-1,-1 0 1,1 0-1,0-1 1,-1 1 0,1 0-1,0 0 1,0 0 0,-1-1-1,1 1 1,-1 0 0,1 0-1,0 0 1,-1 0 0,1 0-1,0 0 1,-1 0 0,1 0-1,0 0 1,-1 0-1,0 0 1,-53-17-5025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55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36 446 1521,'0'0'5015,"0"-3"-4569,1-64-97,-4-121 237,0 151-354,-1-1-1,-19-71 1,21 106-38,1 12-173,0 25-130,1-27 112,3 146-35,24 163 0,27 109 51,-50-394-18,12 46 1,-13-152 168,-3 50-175,0-39-60,11-95 0,-8 139-57,1 1-1,0-1 1,2 1 0,0 1 0,1-1-1,1 1 1,1 0 0,0 1 0,15-20-1,-21 31 104,1 1 0,0 0 0,1 0 0,-1 0 0,1 1-1,0-1 1,0 1 0,1 0 0,-1 1 0,1-1 0,0 1 0,0 0-1,0 0 1,0 1 0,0 0 0,1 0 0,-1 1 0,1-1-1,-1 1 1,1 1 0,9-1 0,-13 1 16,0 1-1,1-1 1,-1 0 0,0 1-1,0 0 1,1 0 0,-1 0 0,0 0-1,0 0 1,0 1 0,0-1 0,0 1-1,0 0 1,-1 0 0,1 0-1,-1 0 1,1 1 0,-1-1 0,0 0-1,0 1 1,0 0 0,3 5-1,2 5 13,-1 0-1,0 1 0,-1-1 0,3 17 1,-5-22-4,10 44 123,-2 0 0,6 77 0,-5 111 354,-11-208-471,-1-17-63,0-12-63,-1 0 0,1 1 0,0-1 0,1 0 0,-1 0 0,0 0 0,1 0 0,0 0 0,-1 1 0,1-1 0,2 3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55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75 298 3490,'0'0'162,"27"-4"-119,7-2-37,-3 0 19,1 2-1,60 0 1,-37 5 326,-32 1-241,0-2 0,0 0 1,0-2-1,28-5 0,-50 7-79,0-1 0,1 0 0,-1 0 0,0 0 0,0 1 0,0-1 0,0 0 0,0 0 0,-1 0 0,1-1 0,0 1 0,0 0 0,-1 0 0,1 0 0,0-1 0,-1 1 0,1 0 0,-1-1 0,0 1 1,1 0-1,-1-1 0,0 1 0,0 0 0,0-1 0,0 1 0,0 0 0,0-1 0,0 1 0,-1-3 0,0-1 39,1 1 1,-1-1 0,0 0-1,-1 0 1,1 1-1,-1-1 1,0 1-1,-3-7 1,-9-6 4,-1 0 0,0 1 0,-1 1 1,-1 0-1,0 1 0,-1 1 0,-1 1 0,0 0 1,-1 2-1,-36-15 0,47 21 54,-1 1-1,1 0 1,-1 1 0,1 0-1,-1 1 1,0 0 0,0 0-1,-17 2 1,22-1-87,0 1 0,0 0-1,0 0 1,1 1 0,-1 0 0,0-1 0,1 2 0,0-1-1,-1 0 1,1 1 0,0 0 0,0 0 0,0 0 0,1 0-1,-1 1 1,1-1 0,0 1 0,-4 6 0,-4 7 97,1 1 0,2 0 0,-1 0 0,2 1 0,1 0 0,0 0 0,-4 28 1,6-21 20,1 1 1,1 0 0,1 0 0,2-1 0,3 28 0,-2-42-143,0-1 1,1 0-1,0 0 1,0 0-1,1 0 0,1-1 1,0 1-1,0-1 0,1-1 1,1 1-1,12 15 1,-9-14 12,1-1-1,1 0 1,0 0 0,0-2 0,0 1 0,1-1 0,0-1 0,15 6 0,5-1-293,0-2 0,1-1-1,-1-1 1,2-2 0,-1-2 0,69 1-1,-17-9-2116,-69 1 1470,0-1 0,17-6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56.0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31 285 2401,'0'0'1820,"0"21"-1193,0 100 1016,-6-124-138,2-8-1361,0 1 1,1-1 0,0 0 0,1 0-1,0 0 1,1-1 0,0-16-1,1 19-85,-2-16 11,0-1-35,1-1 1,4-37-1,-3 59-38,1-1-1,-1 1 1,1-1-1,1 1 1,-1-1-1,1 1 0,0 0 1,0 0-1,1-1 1,-1 2-1,1-1 1,0 0-1,1 0 1,-1 1-1,1 0 0,0 0 1,6-6-1,-8 9-2,1-1 0,-1 0 0,1 0-1,0 1 1,-1 0 0,1-1 0,0 1-1,0 0 1,0 0 0,0 1 0,0-1 0,0 1-1,0-1 1,0 1 0,0 0 0,0 0-1,0 0 1,0 1 0,0-1 0,0 1 0,0 0-1,0-1 1,0 1 0,0 0 0,0 1-1,0-1 1,-1 1 0,1-1 0,-1 1 0,1 0-1,-1 0 1,1 0 0,-1 0 0,0 0-1,0 0 1,0 1 0,1 2 0,6 8-6,0 0-1,-1 1 1,-1 0 0,-1 1 0,9 26 0,-1 7 63,-3 1 1,-2 0 0,-2 0-1,-2 1 1,-3 80-1,-3-190 1004,-1 36-1026,1 0 0,2 0 1,0 0-1,1 0 0,2 0 0,0 1 1,9-26-1,-3 26-74,2 1-1,1-1 1,0 2-1,2 0 1,0 1 0,1 0-1,1 1 1,1 1 0,1 1-1,0 1 1,1 0 0,37-21-1,-49 33 19,0 0 0,1 0 0,-1 1 0,0 0 0,1 1 0,9-2 0,-16 4 24,1 0-1,-1-1 0,0 1 0,1 0 0,-1 0 0,0 0 1,1 0-1,-1 1 0,0-1 0,1 1 0,-1-1 0,0 1 1,0 0-1,1 0 0,-1 0 0,0 0 0,0 0 0,0 0 1,0 1-1,0-1 0,0 1 0,-1-1 0,1 1 0,0 0 1,-1-1-1,0 1 0,3 4 0,0 8-2,0 0 0,0 0 0,-2 0 0,0 0 0,0 1 0,-2-1 0,-1 25-1,1-23 16,-18 290 954,17-289-865,-2 0 18,2 1 0,0-1 0,3 25 0,-2-39-98,0 1 0,1-1 1,-1 1-1,1-1 0,0 1 0,0-1 1,0 0-1,1 1 0,-1-1 1,1 0-1,0 0 0,0 0 0,0 0 1,0 0-1,0-1 0,1 1 0,-1-1 1,1 1-1,0-1 0,0 0 0,-1 0 1,6 3-1,9-1 35,0 0-1,0 0 1,0-2 0,1 0 0,-1-1-1,1-1 1,22-2 0,-29 2-29,19-1-131,-1-2 1,0-1-1,0-1 1,0-1-1,0-2 1,-1 0-1,-1-3 1,1 0-1,-2-1 1,28-18-1,-36 14-1182,-18 16 1213,0-1 0,1 1 0,-1-1 0,0 1 0,0-1 0,0 1 0,1 0 0,-1-1 0,0 1 0,0-1 0,0 1 0,0-1 0,0 1 0,0-1 0,0 1 0,0-1 0,0 1 0,0-1 1,0 1-1,0 0 0,-1-1 0,1 1 0,0-1 0,0 1 0,0-1 0,0 1 0,-1-1 0,1 1 0,0 0 0,-1-1 0,1 1 0,0 0 0,-1-1 0,1 1 0,0 0 0,-1-1 0,1 1 0,0 0 0,-1 0 1,1 0-1,-1-1 0,1 1 0,-1 0 0,1 0 0,-1 0 0,-49-13-4862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58.7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72 632 5282,'0'0'2244,"0"-26"-1934,1-6-238,0-12 55,-8-76-1,-58-290 1157,64 499-893,20 306-228,-6-196-63,-9-134-79,0 44 43,38 211 1,-40-310-215,0 0 0,1 0 0,0 0 0,1 0 1,0-1-1,0 1 0,1-1 0,9 13 0,-13-21-131,0-1 1,0 1-1,0 0 0,-1-1 0,1 1 1,0 0-1,0-1 0,0 1 1,0-1-1,0 1 0,0-1 0,0 0 1,0 1-1,2-1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59.0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173 21 3714,'0'0'2828,"-27"29"-2135,-7 5-301,-44 59 1,74-87-358,0 0 0,0 0 1,1 1-1,0-1 0,0 1 0,1 0 1,-1 0-1,2 0 0,-1 0 1,1 0-1,0 0 0,0 15 1,0-3 15,0 16 88,4 52 0,-2-77-126,1 1-1,0-1 0,1 1 1,0-1-1,0 0 1,1 0-1,0 0 0,1 0 1,7 10-1,-6-11-11,0-1 0,0 0-1,1-1 1,0 1 0,1-1 0,0-1 0,0 0-1,0 0 1,1 0 0,-1-1 0,18 7-1,-13-7 7,2-1-1,-1 0 0,0-1 0,1 0 0,-1-2 0,1 1 1,21-2-1,-30 0 5,0-1 0,0 1 0,0-1 1,0 0-1,-1 0 0,1-1 0,0 0 0,-1 0 1,0 0-1,1-1 0,-1 1 0,0-1 0,0-1 1,0 1-1,-1-1 0,1 1 0,-1-1 0,0-1 1,0 1-1,0-1 0,0 1 0,-1-1 0,0 0 1,0 0-1,0 0 0,-1-1 0,0 1 1,0-1-1,2-7 0,0-7 19,0 0 1,-1 0-1,-1-1 0,-2-36 1,0 41-15,-1-4 5,-1 1 0,0-1-1,-2 1 1,0-1 0,-1 1 0,-1 0-1,-1 1 1,-10-21 0,4 14-154,0 1 0,-2 0 0,-1 1 0,-1 0 0,-23-22 0,17 24-1404,12 17-1456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9:59.4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17 137 4402,'0'0'3546,"-2"4"-2615,-2 8-908,1 0 0,0 0 0,1 0 0,1 0 0,0 0 1,0 0-1,1 0 0,3 21 0,-1 10 25,-3-18-29,2 1 0,1-1 0,1 0 0,1 0 0,10 32 0,-12-50-22,0-1-1,0 1 0,1-1 1,0 0-1,0 0 1,1 0-1,0 0 0,0 0 1,0-1-1,0 1 0,1-1 1,0 0-1,0-1 1,0 1-1,1-1 0,0 0 1,0-1-1,0 1 1,0-1-1,0 0 0,0-1 1,1 1-1,0-1 0,11 2 1,-11-3 11,0 0 1,-1 0 0,1 0-1,1-1 1,-1 0-1,0 0 1,0-1 0,0 0-1,-1 0 1,1 0-1,0-1 1,0 0 0,-1-1-1,1 0 1,-1 0-1,1 0 1,-1 0 0,0-1-1,-1 0 1,1-1-1,-1 1 1,0-1 0,0 0-1,0 0 1,0 0-1,4-9 1,-1 1-1,0-1 1,-1 0-1,-1-1 1,0 0-1,-1 0 1,-1 0-1,0-1 1,1-18-1,0-16-9,-2-61 1,-3 97-3,0 5 1,0 6 5,1 1 1,-1-1-1,0 0 0,0 0 1,0 1-1,-1-1 0,1 0 0,-1 1 1,1-1-1,-1 0 0,0 1 1,0-1-1,0 1 0,0-1 0,-3-2 1,4 5-5,0-1 1,0 1-1,0 0 1,0 0-1,0 0 1,0-1 0,-1 1-1,1 0 1,0 0-1,0 0 1,0 0-1,0 0 1,-1-1-1,1 1 1,0 0-1,0 0 1,0 0 0,-1 0-1,1 0 1,0 0-1,0 0 1,0 0-1,-1 0 1,1 0-1,0 0 1,0 0-1,-1 0 1,1 0 0,0 0-1,0 0 1,0 0-1,-1 0 1,1 0-1,0 0 1,0 0-1,0 0 1,-1 0-1,1 1 1,0-1 0,0 0-1,0 0 1,-1 0-1,1 0 1,0 0-1,0 1 1,0-1-1,0 0 1,0 0-1,-1 0 1,1 0 0,0 1-1,0-1 1,-2 8-31,1-1 1,0 0-1,1 1 0,-1-1 1,1 1-1,2 12 1,-1 11 4,0-9 26,0-1 0,2 0 0,0 0 0,1 0 0,2 0 0,0-1 0,15 36 0,-15-44 1,0-1 0,0 1 0,1-1 1,0 0-1,1-1 0,1 1 0,-1-2 1,2 1-1,-1-1 0,1-1 0,0 0 1,1 0-1,0-1 0,14 7 0,-16-10 1,0-1-1,0 0 0,1 0 1,-1-1-1,1 0 0,-1-1 1,20 1-1,-23-2 6,1-1 1,-1 1-1,0-1 0,0 0 0,0-1 0,0 1 1,-1-1-1,1 0 0,0-1 0,-1 1 1,1-1-1,-1 0 0,9-8 0,-5 3 15,-2 0 0,1-1-1,-1 0 1,-1-1 0,0 0 0,0 0-1,-1 0 1,0 0 0,0-1 0,-1 0-1,-1 0 1,4-21 0,-3 7 116,0-1 0,-2 0 1,-1 0-1,-4-45 0,0 54-138,-1 0 1,0 1-1,-1-1 0,0 1 1,-2 0-1,0 0 0,0 1 1,-2 0-1,0 0 0,0 1 1,-1 0-1,-1 1 0,-1 0 0,0 1 1,0 0-1,-16-11 0,3 8-975,9 13-2654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00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52 321 4146,'0'0'501,"25"11"-378,85 33 117,-95-39-206,-1-1-1,1-1 0,0 0 0,0-1 1,0 0-1,0-2 0,0 1 1,19-3-1,9 0 3,-32 2-24,-1 0-1,0-1 0,1 0 0,-1-1 1,0 0-1,18-7 0,-24 8-5,0-1-1,-1 0 0,1 0 1,-1 0-1,0 0 1,0 0-1,0-1 0,0 1 1,0-1-1,0 0 1,-1 0-1,1 0 0,-1 0 1,0 0-1,0-1 1,0 1-1,0-1 0,-1 1 1,1-1-1,-1 0 0,1-4 1,0 1 62,-1 0 0,0 1 0,0-1 0,-1 0 1,0 0-1,0 0 0,0 0 0,-1 1 0,0-1 0,0 0 0,-1 1 0,0-1 1,0 1-1,-1-1 0,0 1 0,-5-10 0,2 9-42,1 0 1,-1 1-1,0-1 0,-1 1 0,1 0 0,-1 1 1,-1 0-1,1 0 0,-1 0 0,0 1 0,-11-4 1,-7-1 52,0 1 0,-1 1 1,0 1-1,0 2 0,-1 1 1,1 1-1,-31 2 1,51 0-60,0 0 0,0 1 0,0-1 0,-1 2 0,1-1 0,0 1 0,0 0 0,1 1 0,-1 0 0,0 0 0,1 0 0,0 1 0,0 0 0,0 0 0,0 0 0,0 1 0,1 0 0,0 0 0,0 0 0,0 1 0,1 0 0,0-1 0,0 2 0,0-1 0,1 0 0,0 1 0,0 0 0,1-1 0,-1 1 0,2 0 0,-1 0 0,1 0 0,-1 9 0,0 0-18,1 1 0,0 0 1,1 0-1,1-1 0,4 24 0,-2-30 3,-1 1 0,2-1 0,-1 0 1,1 0-1,1 0 0,0 0 0,0-1 0,1 0 0,9 12 0,-2-6-7,1 0 0,0-1 1,0-1-1,2 0 0,0-1 0,0-1 1,1 0-1,0-1 0,1-1 0,20 7 1,-12-7-47,0-1 1,1-2 0,0 0 0,0-2 0,1-1 0,48-1-1,-62-2 12,0-1-1,0-1 0,0 0 0,0-1 1,-1 0-1,1-1 0,-1-1 1,0 0-1,0 0 0,0-2 0,-1 1 1,0-2-1,0 1 0,-1-2 1,0 0-1,14-14 0,-14 11 35,-1 1 0,0-2 0,-1 0 1,0 0-1,-1 0 0,0-1 0,-1-1 0,-1 1 0,0-1 0,-1 0 1,-1 0-1,4-21 0,-3 1 164,-2-1-1,-1 1 1,-2-1 0,-6-46-1,6 75-85,-1 0-1,0 0 0,-1 1 0,0-1 0,0 1 0,-4-11 0,4 32 42,1 82-185,5 1-1,26 163 1,-26-241 81,8 32 151,-12-52-162,0 0 0,0 0 0,0 0 1,0 0-1,0 0 0,0-1 0,0 1 1,0 0-1,0 0 0,1 0 0,-1 0 1,0 0-1,0 0 0,0 0 0,0 0 1,0 0-1,0-1 0,0 1 0,0 0 1,0 0-1,0 0 0,0 0 0,1 0 0,-1 0 1,0 0-1,0 0 0,0 0 0,0 0 1,0 0-1,0 0 0,0 0 0,0 0 1,1 0-1,-1 0 0,0 0 0,0 0 1,0 0-1,0 0 0,0 0 0,0 0 1,0 0-1,0 0 0,1 0 0,-1-35 70,-4-12-29,-17-82 0,13 92-53,2-1 1,1 0-1,0-70 1,5 104-5,1 0-1,-1 1 1,1-1 0,0 0 0,0 0 0,1 1-1,-1-1 1,1 1 0,-1-1 0,1 1-1,0-1 1,1 1 0,-1 0 0,5-5 0,-1 3-29,-1 0 1,1 1 0,0 0-1,0 0 1,0 0 0,1 1-1,9-4 1,7-1-146,1 1 0,0 1-1,40-4 1,90-3-430,-90 9 560,-1-3 0,68-17 1143,-143 24-662,-21 4-207,24-1-203,1 0 0,0 1 0,-1 1 0,2-1 0,-1 1 0,0 0-1,1 1 1,0 0 0,0 0 0,1 0 0,-6 8 0,0 1 58,1 1 0,0 0 0,1 0 0,-10 24 0,12-20 60,1 1 0,1 0 1,0 1-1,2 0 1,0-1-1,2 1 0,-1 26 1,3-39-82,0 1 1,0-1 0,1 0-1,0 0 1,0 1 0,1-1-1,0 0 1,7 16-1,-6-19-31,1 0-1,0 0 1,0 0-1,1 0 1,0 0-1,0-1 1,0 0-1,0 0 1,1-1-1,0 1 1,11 5-1,-2-1-7,0-2-1,0 0 0,1-1 0,0 0 0,0-2 1,31 6-1,-5-5-142,70 0 0,-77-5-508,0-2 0,0-1-1,42-9 1,-36 0-1969,0-2 1,48-23-1,-88 37 2546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01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506 496 2801,'0'0'1700,"0"-31"-1036,0-193 790,0 215-1366,1-20 195,-2-1-1,0 1 1,-2-1 0,-2 1 0,-7-30 0,12 58-265,-1 0 15,1 0 1,0-1-1,0 1 1,-1-1-1,1 1 0,-1 0 1,1 0-1,-1-1 0,0 1 1,1 0-1,-1 0 1,0 0-1,0-1 0,0 1 1,0 0-1,0 0 0,0 1 1,0-1-1,-2-1 0,1 33 210,1 113-310,13 336 129,37-18 7,-46-446-38,-1-19 64,1-25 54,-2 11-143,-1-1 0,0 1 0,-2 0-1,0 0 1,-1 0 0,-1 0 0,0 0 0,-1 0-1,-1 1 1,-13-25 0,-1 6-116,-2 1 0,-40-48 0,47 66 68,0 0 1,-1 0-1,0 2 0,-1 0 1,-1 1-1,-24-14 1,33 23 24,0 0 1,0 1-1,0-1 1,-1 2-1,1-1 1,-1 1-1,0 1 1,1 0-1,-1 0 1,-14 2-1,19-1 9,0 1 0,0 0 0,1 0 0,-1 0 0,0 1 0,1-1 0,-1 1 0,1 0 0,0 1 0,-1-1 0,1 1 0,0 0 0,0 0 0,1 0 0,-1 0 0,1 1 0,0-1 0,-1 1 0,1 0 0,1 0 0,-1 0 0,1 1 0,0-1 0,0 0 0,-3 9 0,-2 6 10,2 0-1,0 0 0,1 1 0,1 0 1,-1 23-1,2-21 19,2-1-1,0 0 1,2 0 0,7 37 0,-6-46-2,0 0 0,1-1 1,0 1-1,1-1 1,1 0-1,0-1 1,0 1-1,1-1 0,14 17 1,-6-13-14,0 0-1,1-1 1,0-1 0,1-1 0,0 0 0,1-1-1,0-1 1,1 0 0,0-2 0,0 0 0,0-1-1,1-1 1,25 4 0,9-2-4,0-3 0,1-2 1,96-8-1,-123 3-14,1-1 0,-1-1 1,-1-2-1,54-20 0,-65 20-7,0 0 0,-1-1 1,0-1-1,0 0 0,0-1 0,-1 0 1,-1-2-1,0 1 0,14-17 0,-20 17 24,0 1 0,0-1-1,-1-1 1,-1 1-1,0-1 1,-1 0 0,0-1-1,0 1 1,-1 0-1,-1-1 1,0 0-1,-1 0 1,-1 1 0,0-1-1,0 0 1,-4-21-1,-3-7 10,-2 0-1,-2 0 0,-25-62 0,24 75 1,5 16-35,7 19-23,0-3 13,2 71-57,19 121 0,-10-95 143,6 28-28,-16-126-60,-1-1-32,0 0 1,0 0-1,0 0 1,1 0-1,-1 0 1,1 0-1,0-1 0,-1 1 1,1 0-1,0 0 1,0 0-1,0-1 1,0 1-1,1 0 1,-1-1-1,0 1 1,1-1-1,-1 0 1,3 2-1,5-1-2810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01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5362,'0'0'1153,"81"48"-7508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01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720 249 2641,'0'0'1665,"12"-31"-681,2-4-775,16-59-1,-30 91-202,1 1 1,-1 0 0,1 0 0,-1 0-1,0-1 1,0 1 0,0 0 0,0 0 0,-1-1-1,1 1 1,0 0 0,-1 0 0,0 0-1,1 0 1,-1 0 0,0 0 0,0 0-1,0 0 1,-1 0 0,1 0 0,0 0 0,-1 0-1,1 1 1,-1-1 0,-3-2 0,1 1 5,-1 1-1,0-1 1,0 1 0,0 0 0,0 1 0,0-1 0,-8 0 0,3 0 7,-11-3 88,-1 2-1,1 0 0,-1 1 1,1 2-1,-1 0 0,-42 6 1,57-4-93,0 0 1,0 1 0,1 0 0,-1 0-1,1 0 1,-1 1 0,1 0 0,0 0-1,0 1 1,1 0 0,0 0 0,-1 0-1,2 0 1,-1 1 0,0 0-1,1 0 1,0 0 0,1 1 0,0-1-1,0 1 1,-3 8 0,-1 5-10,1 1 1,0 0-1,2 0 1,1 0 0,0 0-1,1 23 1,1-22-4,2 0 1,0 0 0,5 25 0,-4-39-3,0 0 0,0 0 0,1 0 0,0 0 0,1 0 0,0-1-1,0 0 1,1 0 0,-1 0 0,12 13 0,-8-13 0,-1 0 0,1-1 0,1 0 0,-1 0 0,1 0 0,0-1 0,0-1 0,1 1 0,-1-1 0,1-1-1,0 0 1,0 0 0,13 1 0,-15-3 13,0 0 1,0-1-1,1 0 0,-1 0 0,0-1 1,0 1-1,1-2 0,-1 1 0,0-2 1,-1 1-1,1-1 0,0 0 0,-1 0 1,1-1-1,-1 0 0,13-9 0,-10 4 24,-1 0 0,-1 0 0,1-1 0,-1 0 0,-1-1 0,0 0 0,0 0 0,-1 0 0,-1-1 0,0 0 0,0 0 0,-1 0 0,2-15 0,-1 2 143,-1 0 0,-2 0 0,0 0 0,-2 0 0,-5-45 0,-3 25-62,8 43-116,-1 0 1,1 0-1,-1 0 1,1 0 0,-1 1-1,1-1 1,-1 0-1,0 0 1,0 1-1,0-1 1,0 0-1,0 1 1,-1-1-1,1 1 1,0-1-1,-1 1 1,1 0-1,-4-2 1,3 11-134,41 520-82,-6-175 186,-26 63 19,-7-382 11,-1 0 0,-3 0 0,0 0 1,-2-1-1,-21 64 0,22-84 26,0-1-1,-1 0 1,0 0 0,-1 0 0,0-1-1,-1 0 1,0 0 0,-1-1 0,0 0-1,-1-1 1,1 0 0,-2 0 0,0-1-1,0 0 1,0-1 0,-1-1-1,-23 11 1,12-10 32,-1 0-1,0-1 1,-1-2 0,1 0-1,-1-2 1,1-1-1,-1 0 1,0-2 0,0-1-1,1-1 1,0-1-1,-1-1 1,-43-16 0,52 13-21,0 0 0,1-1 0,0-1 0,0 0 0,1-1 0,1-1 1,0 0-1,0-1 0,1 0 0,1-1 0,0-1 0,1 1 0,1-2 1,0 1-1,1-1 0,1 0 0,0-1 0,1 0 0,1 0 0,0 0 1,-2-26-1,3 12-28,1 1 0,2-1 0,1 0 0,2 1 0,7-45 0,-5 54-36,1 1 1,1 0-1,0 0 0,2 1 0,0 0 1,1 0-1,1 1 0,23-32 0,-16 29 5,1 0 1,0 2-1,2 0 0,0 1 0,1 1 0,1 1 1,30-18-1,-37 26 2,1 0 0,0 1-1,0 1 1,0 1 0,1 0 0,0 1 0,0 0 0,0 2-1,1 0 1,-1 1 0,0 0 0,25 4 0,-39-3-19,-1 1 0,1-1 0,-1 1 0,1 0 0,-1 0 0,0 0 0,1 0 1,-1 0-1,0 1 0,0-1 0,0 1 0,0-1 0,0 1 0,0 0 0,0 0 0,-1-1 0,1 1 1,-1 1-1,1-1 0,-1 0 0,0 0 0,1 0 0,-1 1 0,0-1 0,-1 1 0,1-1 0,0 5 1,12 22-3450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02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 3650,'0'0'4642,"0"-5"-4317,3 190-389,6 126 198,-9-300-276,-1-8 10,1 0 1,0 0-1,0 0 1,0-1-1,1 1 0,-1 0 1,1 0-1,0 0 1,-1 0-1,1-1 0,0 1 1,1 0-1,-1-1 1,3 5-1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02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 1 5058,'0'0'1729,"-161"124"-1537,143-49 256,18-10 17,9-11-257,48-16 128,14-20-176,6-18-32,-8 0 64,-19-33-112,-23-17 48,-27-7 192,0 4 0,-21-1-320,-18 16-432,10 8-1441,20 9-1712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02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4914,'0'0'3826,"-3"29"-3701,-15 411 302,18 72 467,0-498-871,-1 1 9,1 0 0,1-1 0,1 1 0,4 21 0,-5-32-27,-1-1 0,1 0 0,0-1 0,1 1 0,-1 0 0,0 0 0,1 0 0,0-1 0,-1 1 0,1-1 0,0 1 0,1-1 0,-1 0 0,0 0 0,0 0 0,1 0 0,0 0 0,-1 0 0,1-1 0,0 1 0,0-1 0,-1 0 0,1 1 0,0-2 0,0 1 0,0 0 0,4 0 0,4 0 15,0-1 0,0-1 1,0 0-1,0 0 0,-1-1 1,1 0-1,0-1 0,-1 0 1,0 0-1,0-1 0,0-1 1,0 0-1,0 0 0,-1-1 1,9-7-1,6-6-465,0-1-1,-1-2 1,39-47-1,-3-8-2555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02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173 62 2545,'0'0'3682,"-152"-3"-3154,131 3 352,66-2-127,71-7-641,56 0 240,30-6-352,-3 3-1953,-33 0-3105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03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5571,'0'0'5042,"199"-56"-4690,-42 26-352,7 15-48,-25 9-3266,-38 6-1856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03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223 51 5603,'0'0'1520,"-190"48"-911,157-39 735,96-9-303,56-6-593,44-12-128,21-6-320,-9-3-2497,-14-5-3618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03.5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400 114 4610,'0'0'1889,"-28"-8"-406,-13-4-970,-46-7-1,82 18-461,-1 0-1,1 1 1,-1 0 0,0 0 0,1 0-1,-1 0 1,0 1 0,1 0 0,-1 0 0,1 1-1,0 0 1,-1 0 0,1 0 0,0 0 0,0 1-1,-5 3 1,2 1 43,1 0 1,-1 0-1,1 0 0,1 1 1,-1 1-1,-6 12 0,1-1 39,1 0 0,1 0-1,1 1 1,0 0 0,2 0-1,1 1 1,-4 23 0,2 2 113,3 0 1,1 64-1,4-85-159,2 0-1,0 0 1,10 45 0,-8-56-68,1-1 0,0 1 0,1-1 0,1 0 0,0 0 0,1-1 0,14 19 0,-9-16-15,0-1 0,2-1 0,0 0 0,0-1 0,1-1-1,1 0 1,0-1 0,0-1 0,1 0 0,1-1 0,26 8 0,-22-10-1,-1-1-1,1-1 1,0 0-1,0-2 1,1-1-1,-1-1 0,0-1 1,1-1-1,37-6 1,-49 4 0,-1 1-1,1-2 1,0 0 0,-1 0-1,0-1 1,0 0 0,-1-1-1,1 0 1,-1-1 0,0 0-1,12-13 1,-11 9 1,-1 0 0,0-1 0,-1 0 0,0-1 0,-1 0 0,-1-1 1,0 1-1,6-17 0,-3-2 12,-2 0 0,0 0 1,-3-1-1,0 0 1,-2 0-1,-2 0 1,-3-54-1,-1 60-8,-1-1 0,0 1 0,-3 1 0,0-1 0,-1 1-1,-2 0 1,0 1 0,-2 0 0,-1 1 0,-1 0 0,-26-34 0,30 45-11,-1 1-1,0 0 1,0 0 0,-1 1 0,-1 1-1,0 0 1,0 1 0,-1 0 0,0 1-1,-1 1 1,0 0 0,0 1 0,0 1-1,-1 0 1,0 1 0,1 0 0,-2 2-1,1 0 1,0 0 0,-24 2 0,28 1-158,0 0 1,0 1-1,0 0 1,1 1-1,-1 1 1,1-1-1,-1 2 1,2-1 0,-1 2-1,0 0 1,1 0-1,0 0 1,-13 12-1,-44 41-5663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06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95 4626,'0'0'3580,"-2"-5"-2833,-2-7-480,6 9-111,21 24-104,56 79 73,97 160 0,-122-176-121,178 283 49,-185-300-35,3-3 1,3-2-1,2-2 0,63 52 0,264 192 23,-259-211-45,-86-65 37,262 190-46,-234-176 264,1-3-1,127 54 0,499 135 248,16-57-345,-89-69 46,4-42-144,601 64 11,-142-1-50,-338-96-4,-352-20-8,720 8 15,-1022-17-14,0-3 1,-1-5-1,0-4 0,0-3 1,-2-5-1,96-36 0,188-59 36,-126 43-28,117-65 1,-132 47-39,-182 72 3,0-2 1,-1-1-1,-1-3 0,-2-2 1,0-2-1,-2-1 0,52-52 1,-10 2 33,104-129 0,-1-59-7,-45 61-37,-75 120 12,25-37 8,-44 57 13,1 2-1,4 2 1,77-72 0,-108 117-6,2 1 0,0 0 1,1 2-1,35-18 1,111-40-11,248-60 2,-292 107-24,196-17 1,-184 29 26,478-18 13,340 33 90,-758 17-92,-51-2-4,-17-9-23,27 1 0,156 28 0,54 54 28,-349-84-4,22 3 19,1-1 0,0-2 0,62-2 0,-64-2-18,41 2-7,391 7 45,-442-12-39,0-2 0,0-1-1,46-13 1,-36 8 11,6-1-10,3 1 7,-1-3-1,89-36 1,111-61-80,-231 101 72,1 0 0,21-16 1,-25 15-4,2 1 1,32-16-1,-29 16 7,1-2 0,-1 0 0,-1-1 0,0-1 1,17-17-1,-9 9-2,29-19 0,-14 11-16,-41 29 10,0 0-1,0 0 1,0 0-1,0 0 1,0 0-1,0 0 1,0 0 0,0-1-1,-1 1 1,1 0-1,0 0 1,0 0-1,0 0 1,0 0-1,0 0 1,0 0-1,0 0 1,0 0 0,0 0-1,0 0 1,0 0-1,0 0 1,0 0-1,0 0 1,0 0-1,0-1 1,0 1-1,0 0 1,0 0 0,0 0-1,0 0 1,0 0-1,0 0 1,0 0-1,0 0 1,0 0-1,0 0 1,0 0-1,0 0 1,0-1 0,0 1-1,0 0 1,0 0-1,0 0 1,0 0-1,0 0 1,0 0-1,0 0 1,0 0-1,0 0 1,0 0 0,0 0-1,0 0 1,0 0-1,0-1 1,0 1-1,0 0 1,0 0-1,0 0 1,1 0-1,-1 0 1,0 0 0,-13-2-78,-16 1 110,-18 4-17,1 2-1,-91 22 1,51-9-3,-10-3-1,1-5 1,-123-2-1,262-9 0,1-1 1,50-10-1,62-13-48,126-27-440,-47-10 465,-224 59 17,-1 1 1,1 0-1,0 1 1,18-1-1,-29 2 103,-3 13 863,-1-23 1050,-3-9-1615,4 58-299,-5 116-104,2 197-325,6-337-1833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5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444 169 2241,'0'0'2684,"1"-15"-2436,1 0-85,3-73 1691,-5 87-1823,-1-1 0,1 1 0,0 0 0,-1-1 0,0 1 0,1 0 0,-1-1 0,0 1 0,1 0 0,-1 0 0,0 0 0,0 0 0,0 0 0,0 0 0,0 0 0,0 0 0,0 0 0,-1 0 0,1 0 0,0 1 0,0-1 0,-1 1 0,1-1 0,0 1 0,-1-1 0,1 1 0,-1-1 0,1 1 0,-1 0 0,-1 0 0,-9-2-45,1 1 1,-21 0-1,26 2 62,-10-2-46,3 1 6,0 0 1,1 0-1,-1 1 1,0 0-1,1 1 1,-1 1-1,1 0 0,-14 5 1,11-2 3,0 2 1,0-1-1,1 2 0,0 0 1,1 0-1,0 2 1,0-1-1,1 1 0,-13 17 1,17-18-3,1 0 1,0 1 0,0-1-1,1 1 1,1 1-1,0-1 1,0 1-1,2 0 1,-1 0 0,1 0-1,1 0 1,-1 19-1,3-15 4,0 1 0,0-1 0,2 0 0,4 20-1,-4-28-5,1 1-1,0-1 0,0 1 0,1-1 1,1 0-1,-1 0 0,1-1 0,1 0 0,7 10 1,0-4 2,1 1 0,1-1 0,0-1 0,1-1 0,0 0 0,1-1 0,0 0 0,0-2 0,1 0 0,1 0 0,-1-2 1,1 0-1,0-1 0,1-1 0,-1-1 0,1 0 0,24-1 0,-8-1 14,41-3-1,-63 0-17,-1 0-1,1 0 1,-1-1-1,0-1 1,0 0-1,14-7 0,-14 5 3,-1 0-1,1-1 0,-2-1 0,1 0 0,-1 0 0,0-1 0,-1-1 0,0 1 1,-1-2-1,0 1 0,-1-1 0,0 0 0,7-13 0,-8 9-2,0-1 0,-2 0 0,1 0-1,-2 0 1,0 0 0,-1-1-1,-1 1 1,-1-1 0,0 0 0,-3-18-1,1 22-7,-1 1 0,0-1 0,-1 1 0,-1 0 0,0 0-1,0 0 1,-2 0 0,1 1 0,-2-1 0,-13-17-1,10 15 5,-1 1-1,-1 0 1,0 1-1,-1 1 0,-1 0 1,0 0-1,-24-14 0,30 22-14,0-1-1,0 1 1,0 0-1,0 0 1,0 1-1,-1 0 1,1 0-1,-1 1 0,1 0 1,-16 1-1,23 0-60,-1 0-1,1 0 0,-1 0 0,1 0 1,-1 0-1,1 0 0,0 1 0,-1-1 0,1 1 1,-1-1-1,1 1 0,0-1 0,-1 1 1,1 0-1,0 0 0,0-1 0,-1 1 1,1 0-1,0 0 0,0 0 0,0 0 0,0 1 1,0-1-1,1 0 0,-1 0 0,0 0 1,0 1-1,1-1 0,-1 2 0,-6 16-2050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6.0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332 104 3842,'0'0'3930,"-17"-17"-3514,-58-50-323,73 65-93,0 0 0,0 0 0,-1 1 1,1-1-1,0 1 0,-1 0 0,0-1 0,1 1 0,-1 0 0,0 0 0,0 1 1,1-1-1,-1 1 0,0-1 0,0 1 0,0 0 0,0 0 0,0 0 0,0 0 1,1 0-1,-1 1 0,0-1 0,0 1 0,0 0 0,0 0 0,1 0 0,-1 0 1,1 0-1,-4 2 0,4-2-1,-6 4-4,-1 0 1,1 0 0,0 1-1,1 0 1,0 1 0,0-1-1,0 1 1,1 1-1,0-1 1,-8 13 0,4-4 5,1 1 1,1-1 0,0 2-1,-8 27 1,11-19 28,0-1 0,2 1 0,1 0 1,1 0-1,5 48 0,-3-66-26,0 0 1,1 0-1,1 0 0,-1 0 0,1 0 0,1-1 1,-1 1-1,1-1 0,1 0 0,-1 0 1,1 0-1,1-1 0,-1 1 0,1-1 0,0 0 1,1-1-1,0 0 0,8 6 0,-3-4 3,1 0 0,-1 0 0,2-1-1,-1-1 1,1 0 0,0 0 0,0-2 0,0 0-1,0 0 1,17 0 0,-6-1 11,0-1 1,0-1-1,0-1 1,0-1-1,32-8 1,-46 8-12,0-2 1,0 1-1,-1-1 0,1-1 0,-1 0 1,0 0-1,-1-1 0,1 0 1,-1-1-1,0 0 0,-1 0 1,0-1-1,13-14 0,-12 10 4,-1-1-1,0 0 0,-1 0 1,0 0-1,-2-1 1,1 0-1,-2 0 0,6-24 1,-7 18-3,-1 0 1,0 0-1,-1-1 1,-2 1-1,-4-35 0,3 45-4,-1 0 0,0 1-1,0 0 1,-1-1 0,0 1 0,0 0-1,-1 1 1,-1-1 0,1 1-1,-1 0 1,-1 0 0,0 1-1,0 0 1,0 0 0,-1 0-1,0 1 1,-15-9 0,12 9-15,-1 0 0,0 0 0,0 1 0,0 1 0,-1 0 0,0 0 0,0 2 0,0-1 0,0 1 0,0 1-1,0 0 1,0 1 0,-20 2 0,29-1-124,0 0 0,-1 0 0,1 0 0,0 0 0,0 0-1,0 1 1,0 0 0,0 0 0,0 0 0,1 0-1,-1 1 1,1-1 0,-1 1 0,-4 5 0,-11 10-4686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384 121 1729,'0'0'2692,"-2"-14"-2071,-8-44-207,9 56-369,1 0 1,0 0-1,-1 0 0,0 0 1,1 0-1,-1 1 0,0-1 1,0 0-1,0 0 1,0 0-1,0 1 0,-1-1 1,1 0-1,0 1 1,-1-1-1,1 1 0,-1 0 1,0-1-1,0 1 0,1 0 1,-4-2-1,1 2 12,0 0 0,-1 0 0,1 1 0,0-1 0,0 1 0,0 0 0,-8 1-1,0-1-36,-3 0 18,0 0 0,-1 1 1,-17 4-1,26-3-30,0 0 0,-1 0 0,1 1 1,0 0-1,1 0 0,-1 1 0,0-1 0,-8 8 0,2-1 24,1 0-1,1 0 0,0 1 0,1 1 1,0 0-1,0 0 0,2 0 1,-1 1-1,2 1 0,0-1 1,1 1-1,0 0 0,1 1 1,-6 25-1,9-26-19,1 0 1,0 0 0,0 0-1,2 0 1,0 0 0,0 0-1,2 0 1,0 0 0,0-1-1,1 1 1,1-1-1,1 0 1,0 0 0,0 0-1,1-1 1,1 0 0,0 0-1,16 16 1,-7-10 0,2 0 1,0-1-1,1-1 1,1-1-1,0-1 1,1-1-1,1 0 1,0-2-1,0 0 1,1-2-1,1 0 1,0-2-1,0-1 1,1 0-1,-1-2 0,1-1 1,0 0-1,0-2 1,32-3-1,-48 2-6,1-1-1,-1 0 0,0-1 0,1 0 0,-1-1 0,0 0 0,-1 0 0,1-1 1,-1 0-1,1-1 0,-1 0 0,-1 0 0,1-1 0,-1 0 0,0 0 0,0-1 1,-1 0-1,0 0 0,0-1 0,-1 0 0,0 0 0,0 0 0,-1-1 0,0 0 1,-1 0-1,4-11 0,-2 3 5,-1 0 0,-1 0-1,-1 0 1,0 0 0,-1 0 0,-1-1 0,-1 1 0,-1 0 0,0-1 0,-1 1 0,-7-25 0,0 19-12,-2 1 0,0-1 0,-1 2 0,-2-1 1,0 2-1,-1 0 0,-1 0 0,-1 2 0,-33-29 1,39 37-7,-1 0 1,0 1 0,-1 1 0,0 0 0,0 0 0,0 1 0,-1 1 0,0 0 0,-1 1 0,1 0 0,-1 1 0,0 1 0,0 0 0,-27-2 0,41 5-7,0 0 1,-1 0-1,1 0 1,0 1-1,0-1 1,-1 0-1,1 0 1,0 1-1,0-1 1,0 0-1,-1 1 1,1-1-1,0 1 1,0 0-1,0-1 1,0 1-1,0 0 1,0 0-1,0-1 1,0 1-1,0 0 1,1 0-1,-1 0 0,0 0 1,1 0-1,-1 0 1,0 0-1,1 0 1,-1 2-1,0-1-114,1 1-1,-1 0 1,1-1-1,0 1 1,0-1-1,0 1 1,0 0-1,1-1 1,-1 1-1,1-1 0,-1 1 1,1-1-1,2 5 1,0-2-419,0 0 0,1 0 0,-1 0 0,8 7 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7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45 166 3858,'0'0'2977,"-34"-144"-1760,29 125-209,0 16 257,5 28-1265,0 37-112,0 29 112,0 18 16,0 9 16,10-2-16,18-10 0,6-12-16,8-27-1201,-9-38-4593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8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478 146 2721,'0'0'2145,"-11"-23"-1211,-3-7-519,-21-33 0,34 61-392,-1 0 1,0 0-1,1 0 1,-1 0-1,0 0 0,0 0 1,0 0-1,0 1 1,0-1-1,-1 1 1,1-1-1,0 1 1,-1 0-1,1 0 1,-1 0-1,1 0 1,-1 0-1,0 1 1,1-1-1,-1 1 0,0-1 1,1 1-1,-1 0 1,0 0-1,0 0 1,1 1-1,-1-1 1,-2 1-1,-9 0 28,6 0-41,-1 1 1,0-1 0,1 1 0,0 1-1,-1 0 1,1 0 0,0 0 0,0 1-1,1 0 1,-1 1 0,1-1-1,0 1 1,0 1 0,-9 8 0,-4 6-1,1 0 1,1 1-1,-19 30 0,21-27 26,2 0 0,0 0 1,2 1-1,1 1 0,1 0 0,1 0 0,2 1 0,1 0 0,1 0 0,1 1 0,0 38 0,4-53-21,0-1 0,1 1 0,0-1 0,1 1-1,1-1 1,0 0 0,7 18 0,-6-22-7,0 0 0,1 0 0,0-1 1,0 0-1,0 0 0,1 0 0,0 0 0,1-1 0,0 0 0,0 0 0,9 5 0,-5-4 3,0 0 1,1-1-1,-1-1 0,1 0 1,1 0-1,-1-1 0,24 4 1,-13-4 8,1-2 0,0 0 0,33-3 0,-41 0-12,0-1 1,0 0-1,-1-1 1,1-1-1,-1 0 1,0-1 0,0-1-1,-1 0 1,1-1-1,-1 0 1,-1-1-1,0-1 1,0 0 0,0-1-1,-2 0 1,1 0-1,-1-1 1,-1-1-1,0 0 1,-1 0 0,0-1-1,-1 0 1,0 0-1,-1-1 1,-1 0-1,0 0 1,6-27 0,-8 24-3,-1 0 0,0-1 0,-2 0 0,0 1 0,-1-1 0,-1 0 0,-1 1 0,-1-1 0,0 1 1,-1-1-1,-1 1 0,-1 0 0,-15-31 0,10 29-16,-2 0 0,0 0 0,-2 1 0,0 1 0,0 0 0,-28-22 0,33 31 2,-1 0 1,1 1-1,-2 0 1,1 0-1,-1 1 1,0 1-1,-1 0 1,1 0-1,-1 1 1,0 1-1,0 0 0,-24-2 1,35 5 3,-1-1 0,0 1 0,1 0-1,-1 0 1,0 0 0,0 1 0,1-1 0,-1 0 0,0 1 0,1 0 0,-1 0-1,1-1 1,-1 2 0,1-1 0,0 0 0,-1 0 0,1 1 0,0-1 0,0 1-1,0-1 1,0 1 0,-2 2 0,1 0-43,1 0 0,0 1 0,0-1 0,1 0 0,-1 1 1,1 0-1,0-1 0,0 1 0,1-1 0,-1 10 0,1-6-284,0 0 0,0-1 1,1 1-1,2 12 0,0-11-400,0 0-1,1-1 1,7 13 0,-11-20 630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65 205 3474,'0'0'1366,"0"7"-884,0 21-193,0-21 876,0-12 287,-1-4-1367,1-1 1,0 1-1,1-1 0,0 1 1,1-1-1,0 1 0,0 0 1,1 0-1,1 0 0,-1 0 1,1 0-1,1 1 1,0-1-1,0 1 0,1 0 1,8-9-1,-5 9-92,0 0 0,0 1 0,1-1 0,0 2 0,1 0-1,-1 0 1,1 1 0,0 0 0,1 0 0,-1 2 0,1-1 0,0 1 0,0 1 0,0 0-1,0 0 1,0 2 0,13-1 0,-22 1 4,1 0-1,0 0 1,-1 1-1,1-1 1,-1 1 0,1 0-1,-1 0 1,1 0-1,-1 0 1,0 0 0,1 1-1,-1-1 1,0 1-1,0 0 1,0 0-1,0 0 1,-1 0 0,1 1-1,-1-1 1,1 1-1,-1-1 1,0 1 0,0 0-1,0 0 1,0 0-1,-1 0 1,1 0 0,1 6-1,1 5-12,0 0 0,-2 1 0,0-1 0,0 1 0,-2 23 0,0-21 17,-1-1-1,-1 0 0,-1 0 1,0 0-1,-1-1 0,-1 1 1,-1-1-1,0 0 0,-1 0 1,-1 0-1,0-1 1,-1 0-1,0-1 0,-18 20 1,7-12 17,-1 0 0,0-1 1,-1-1-1,-1-1 1,-1-1-1,-1-2 0,-1 0 1,0-1-1,-41 16 1,61-28 45,1 0 0,-1 0 0,0 0 0,1-1 0,-1 0 0,0 0 0,-9 0 0,163-12 201,-72 3-253,487-8 39,-505 16-51,-26 0-7,-21-1-5,0 1-1,1 0 1,-1 0-1,0 1 1,0 0-1,1 1 1,20 7-1,-31-9-8,0 1 0,1 0 0,-1-1 0,0 1 0,1 0 0,-1 0 0,0 0 0,0 0 0,0 0 0,0 0 0,0 0 0,0 0-1,1 2 1,-2-2-6,0-1 0,0 1 0,1 0-1,-1-1 1,0 1 0,0-1 0,0 1-1,0 0 1,0-1 0,0 1 0,0-1-1,0 1 1,0 0 0,0-1-1,0 1 1,-1-1 0,1 1 0,0 0-1,0-1 1,-1 1 0,1-1 0,0 1-1,-1-1 1,1 1 0,0-1 0,-1 1-1,1-1 1,-1 1 0,1-1 0,-1 0-1,1 1 1,-1-1 0,0 1-1,-5 2-244,0-1-1,0 1 0,-1-1 0,1 0 0,0-1 0,-9 2 0,-70 6-2328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19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 49 3169,'0'0'2151,"-30"-11"-1383,10 2-691,-1 2 1,-1 0-1,-41-8 1,59 15-74,1 0 0,-1 0 1,1 0-1,0 1 1,-1-1-1,1 1 1,-1 0-1,1-1 1,0 1-1,0 1 1,-1-1-1,1 0 0,0 1 1,0 0-1,0-1 1,1 1-1,-1 0 1,0 1-1,1-1 1,-1 0-1,1 1 0,0-1 1,-3 5-1,-10 13 31,1 0 0,0 0-1,2 1 1,1 1 0,0 0-1,2 1 1,1 0 0,-8 33-1,9-20 55,1 1 0,2-1-1,1 1 1,6 72-1,-1-96-76,0 1-1,0 0 1,2-1-1,-1 0 1,2 0-1,0 0 1,1 0 0,0-1-1,1 1 1,16 20-1,-17-25-3,1 0 0,1 0 0,-1-1 0,1 0 0,1-1 0,-1 0 0,1 0-1,0-1 1,1 1 0,-1-2 0,1 0 0,0 0 0,0 0 0,0-1 0,17 2 0,-12-2 6,1-2 1,-1 0-1,1 0 1,0-1 0,0-1-1,23-4 1,-28 2-6,-1 1 1,1-2-1,-1 1 1,1-1-1,-1-1 1,0 0 0,-1 0-1,1-1 1,16-13-1,-11 6 2,-1-1 1,0-1-1,-1 0 0,-1-1 0,0 0 0,-1-1 0,-1 0 0,-1 0 1,-1-1-1,10-30 0,-11 25-1,-1-1 0,-1 1 0,-2-1 0,0 0 0,-2 0 0,0-1 0,-2 1 1,-5-30-1,4 43-12,-1 1 0,0-1 0,-1 1 0,0 0 0,0 0 0,-1 0 0,-1 0 0,0 1 0,0 0 0,-1 0 0,0 1 0,-1-1 0,0 1 0,0 1 0,-1 0 0,-9-7 0,8 7-2,-1 1 1,1 0-1,-1 0 0,0 1 0,-1 1 0,1 0 1,-1 0-1,0 1 0,0 0 0,0 1 0,-1 0 0,1 1 1,0 1-1,-20 0 0,28 1-16,0-1 1,0 0-1,0 1 1,0 0-1,0 0 1,0 0-1,0 0 0,1 0 1,-1 1-1,1 0 1,-1-1-1,1 1 1,-1 1-1,1-1 0,0 0 1,0 1-1,0-1 1,1 1-1,-1 0 1,1 0-1,-1 0 1,1 0-1,0 1 0,0-1 1,0 0-1,1 1 1,-1-1-1,1 1 1,0 0-1,0-1 0,0 1 1,1 0-1,-1 0 1,1-1-1,0 1 1,0 0-1,1 0 0,0 5 1,10 30-2281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0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109 209 3570,'0'0'1803,"-16"11"-1565,-48 31-126,39-28 538,25-14-615,-1 0 1,1 0-1,0-1 0,0 1 0,0 0 0,-1 0 0,1 0 0,0-1 0,0 1 0,0 0 0,0 0 0,-1 0 0,1-1 0,0 1 1,0 0-1,0 0 0,0 0 0,0-1 0,0 1 0,0 0 0,0 0 0,0-1 0,0 1 0,0 0 0,0 0 0,0-1 0,0 1 0,0 0 1,0 0-1,0-1 0,0 1 0,0 0 0,0 0 0,0 0 0,0-1 0,1 1 0,-1 0 0,0-1 0,1-8 142,0-2-142,0 1 0,1-1 0,0 0-1,1 0 1,1 1 0,-1-1 0,2 1-1,-1 0 1,1 0 0,1 1 0,0 0 0,1-1-1,0 2 1,0-1 0,1 1 0,0 0-1,0 1 1,14-10 0,-12 9-48,1 0-1,1 1 1,-1 1-1,1 0 1,0 0-1,0 1 1,1 0-1,0 1 1,0 1 0,0 0-1,0 1 1,0 0-1,1 0 1,-1 2-1,26 1 1,-35-1 9,0 1 0,1 0-1,-1 0 1,0 1 0,0-1 0,0 1 0,-1 0 0,1 0-1,0 0 1,-1 0 0,1 1 0,-1-1 0,0 1 0,0 0 0,0 0-1,0 0 1,0 0 0,-1 1 0,0-1 0,1 1 0,-1-1 0,-1 1-1,1 0 1,2 6 0,0 5-16,0 0 0,-1 0 0,-1 1 0,0-1 0,-1 19 0,0-10 15,-6 46 1,3-61 8,1 0 1,-2-1-1,1 1 0,-2 0 0,1-1 0,-1 0 1,0 0-1,-6 8 0,5-7 17,-1-1 0,0 0-1,-1 0 1,1-1 0,-2 1 0,1-1-1,-1-1 1,-12 9 0,20-15 0,-1 1 0,1-1-1,0 0 1,-1 0 0,1 1 0,0-1 0,-1 0 0,1 0 0,0 0-1,-1 1 1,1-1 0,-1 0 0,1 0 0,0 0 0,-1 0 0,1 0-1,-1 0 1,1 0 0,0 0 0,-1 0 0,1 0 0,-1 0 0,1 0-1,0 0 1,-1 0 0,1 0 0,-1 0 0,1-1 0,-1 1-1,0-11 502,11-14-237,-4 18-279,1-1-1,-1 2 0,1-1 0,0 1 1,1 0-1,0 0 0,10-5 0,-3 2-14,0 1 0,1 1 0,21-7 0,-26 10-3,1 1 0,-1 0-1,1 0 1,17-1 0,-26 4 6,0 0-1,1 0 0,-1 0 1,0 0-1,0 1 0,0-1 1,0 1-1,0-1 0,0 1 1,0 0-1,0 0 0,0 1 1,0-1-1,0 1 1,0-1-1,-1 1 0,1 0 1,-1 0-1,1 0 0,-1 0 1,0 0-1,3 4 0,1 3-3,-1 1-1,-1 0 1,1 0 0,-2 0-1,1 0 1,-1 0-1,-1 0 1,2 20-1,-2-6-3,-1 1 0,-5 46 0,0-49 18,-1-1 0,-1 0 0,0-1 0,-2 1 0,-1-1 0,0-1 0,-2 1 0,0-2 0,-1 1 0,-1-1-1,-1-1 1,0-1 0,-1 0 0,-1 0 0,-1-2 0,-29 21 0,37-28 2,-1-1 0,1 0 1,-1-1-1,0 0 0,0-1 0,-1 0 0,1 0 0,-1-1 1,0 0-1,0-1 0,0 0 0,0-1 0,-1 0 0,1-1 1,-13 0-1,22-1 1,0 1 0,-1 0-1,1-1 1,0 1 0,0-1 0,0 1 0,-1-1 0,1 0 0,0 0 0,0 0 0,0 0 0,0-1 0,1 1-1,-1 0 1,0-1 0,0 1 0,1-1 0,-1 1 0,-1-4 0,1 2 9,0-1 1,0 0-1,1 1 1,-1-1-1,1 0 1,0 0-1,0 0 1,0 1-1,1-1 1,-1-6-1,1 1 0,1 0-1,0 0 0,0 0 0,0 1 1,1-1-1,1 0 0,0 0 0,0 1 1,7-14-1,-4 14-20,0-1-1,1 1 1,0 1 0,0-1-1,1 1 1,0 0 0,0 1 0,0 0-1,1 0 1,15-7 0,-16 9-3,0 0 0,1 0 1,-1 1-1,1 0 1,0 1-1,0 0 0,0 1 1,0-1-1,0 1 0,0 1 1,1 0-1,13 1 1,-20 0 3,0-1 1,-1 1-1,1-1 0,0 1 1,-1 0-1,1 0 1,-1 0-1,1 0 1,-1 1-1,0-1 1,1 1-1,-1-1 1,0 1-1,0 0 1,0-1-1,0 1 1,-1 0-1,1 0 1,0 1-1,-1-1 1,0 0-1,1 0 1,-1 1-1,1 3 1,1 3-15,-1 0 0,-1 0 0,0 0 0,0 0 1,-1 14-1,0-18-102,0 0 0,0 0 0,0 1 0,-1-1 0,0 0 0,0 0 0,0 0 0,0 0 0,-1 0 0,0 0 1,0 0-1,-1-1 0,1 1 0,-1-1 0,0 1 0,-1-1 0,1 0 0,-1 0 0,1 0 0,-1-1 0,-6 5 0,-54 33-4154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437 38 4578,'0'0'779,"-23"-6"206,-78-21-508,93 26-421,0-1 0,0 1 0,0 1 0,0-1 0,-1 1 0,1 1 0,0-1 0,0 2 0,0-1 0,0 1 0,0 0 0,1 0 0,-1 1 0,1 0 0,-1 0 0,1 1 0,0-1 0,0 2 0,1-1 0,-1 1 0,1 0 0,0 0 0,0 1 1,-6 7-1,-2 5 38,1 0 1,1 1-1,0 1 1,2 0-1,0 0 1,-10 33-1,12-28-45,2 1 0,0 0 0,2 0 0,0 0 0,2 42 0,2-55-24,0 0 0,1 0-1,1 0 1,5 22 0,-5-28-17,1-1-1,0 1 1,1 0 0,-1-1-1,1 0 1,0 0-1,1 0 1,-1-1 0,1 1-1,7 5 1,-3-4 1,0 1 0,1-1 0,0 0 0,0-1 1,1-1-1,0 1 0,0-1 0,0-1 0,23 6 0,-13-5 8,1-2-1,0 0 1,0-2-1,37-1 0,-43-1 1,1 0-1,-1-2 1,0 0-1,0 0 1,-1-2-1,1 0 1,-1 0-1,0-1 1,-1-1-1,1-1 1,-1 0-1,19-14 1,-22 13-10,-1 1 0,0-2 0,0 0 0,-1 0 0,0 0 0,-1-1 0,-1 0 0,1-1 0,-2 1 0,0-1 0,0-1 0,-1 1 0,-1-1 0,5-23 1,-6 19 5,-1-1 0,0 1 0,-2-1 0,0 1 0,-3-20 0,1 27-11,0 1-1,0-1 1,-1 1-1,0 0 1,-1-1 0,0 2-1,-1-1 1,0 0-1,0 1 1,-10-12 0,2 5-4,-1 0 0,-1 2 0,-1-1 1,0 2-1,-22-14 0,26 19-2,1 1-1,-1 0 1,1 1-1,-1 0 0,-1 1 1,1 0-1,-1 1 1,0 0-1,-19-1 1,29 4-4,0-1 1,0 1 0,0 0-1,0 1 1,0-1 0,0 0-1,0 1 1,0-1 0,0 1-1,0 0 1,0 0 0,1 0-1,-1 1 1,-3 1 0,5-2-30,0 0 1,0 0 0,0 0-1,0 0 1,1 0 0,-1 1-1,0-1 1,1 0 0,-1 1-1,0-1 1,1 0 0,0 1-1,-1-1 1,1 1 0,0-1-1,0 0 1,0 1 0,0-1 0,0 1-1,0-1 1,0 1 0,1-1-1,-1 0 1,0 1 0,1-1-1,-1 0 1,1 1 0,1 1-1,-1 0-182,1-1 0,-1 1-1,1-1 1,0 1 0,-1-1-1,1 0 1,0 0 0,0 0-1,1 0 1,-1 0 0,0 0-1,1 0 1,3 1 0,9 4-2086,33 12-1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1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3570,'0'0'4172,"1"8"-4052,1 17-119,1 0 1,2 0-1,1 0 0,17 45 0,-17-55 8,0-1-1,1-1 1,0 1 0,1-1-1,1 0 1,0-1 0,1 1 0,0-2-1,1 0 1,12 11 0,-15-17-3,0-1 0,-1 0 0,1 0 0,1 0 1,-1-1-1,1 0 0,-1 0 0,1-1 0,0-1 1,14 2-1,-2-1 25,-1-2 1,1 0 0,31-5-1,-36 3-17,0-2-1,0 0 0,0-1 0,0 0 0,-1-2 1,0 1-1,0-2 0,-1 0 0,20-14 0,-25 16 2,-1-1 0,1 0-1,-1 0 1,0-1 0,-1 0-1,0 0 1,0-1 0,-1 1-1,0-2 1,-1 1 0,0 0 0,-1-1-1,0 0 1,6-20 0,-7 12 114,-1-1 1,0 1-1,-2-24 1,0 37-16,0-1 1,-1 1-1,0 0 0,0-1 1,0 1-1,-1 0 0,0 0 1,0 0-1,0 0 0,0 0 1,-1 0-1,0 1 0,0-1 1,0 1-1,-7-6 0,10 9-103,0 1-1,0-1 1,-1 1 0,1 0-1,0-1 1,-1 1-1,1 0 1,0-1-1,-1 1 1,1 0 0,0-1-1,-1 1 1,1 0-1,-1 0 1,1-1-1,-1 1 1,1 0 0,-1 0-1,1 0 1,-1 0-1,1 0 1,-1 0-1,1 0 1,-1 0 0,1 0-1,-1 0 1,1 0-1,-1 0 1,1 0-1,-1 0 1,1 0 0,-1 0-1,1 0 1,0 1-1,-1-1 1,1 0-1,-1 0 1,1 1 0,-1-1-1,1 0 1,0 1-1,-1-1 1,1 0-1,0 1 1,-1-1 0,1 0-1,0 1 1,0-1-1,-1 1 1,1 0-1,-7 28-77,6-22 102,-9 73 62,3 140-1,8-179-46,-2-17-31,2 0 0,2 0 0,0 0 0,1-1 1,13 39-1,42 90-1711,-39-108-4193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 75 3137,'0'0'2911,"-22"-16"-2057,11 6-721,3 4-63,1-1 0,-2 1 0,1 1 0,-1-1 0,-18-7-1,24 12-53,0 0 0,0 0 0,0 0 0,0 1 0,0-1 0,0 1 0,0-1 0,0 1 0,0 0-1,0 0 1,0 1 0,0-1 0,0 1 0,0-1 0,0 1 0,0 0 0,0 0 0,0 0 0,1 0 0,-1 1-1,0-1 1,1 1 0,-1-1 0,1 1 0,-1 0 0,1 0 0,0 0 0,-3 4 0,-8 8 49,1 2 0,1-1 0,0 1 0,2 1 0,-1-1 0,2 2 1,-11 32-1,12-23 3,0 0 0,3 1 0,0 0 0,0 46 0,4-58-45,1 0 0,0-1-1,1 1 1,0-1 0,1 0-1,1 1 1,1-1 0,0-1-1,1 1 1,1-1 0,0 0-1,1 0 1,1-1 0,0 0 0,1 0-1,0-1 1,13 11 0,-10-11-14,0-1 0,1 0 1,1-1-1,-1-1 0,2 0 1,-1-1-1,1 0 0,1-1 1,-1-1-1,1-1 0,0 0 1,1-1-1,-1-1 0,1 0 1,-1-1-1,1-1 0,0-1 1,0 0-1,28-4 0,-37 2-1,0 0-1,0 0 0,0-1 1,-1 0-1,1-1 0,-1 1 1,0-2-1,0 1 1,0-1-1,-1 0 0,0 0 1,0-1-1,0 0 0,-1 0 1,0-1-1,0 1 0,0-1 1,-1-1-1,0 1 1,-1-1-1,0 1 0,6-16 1,-2-2 5,0 0 0,-2 0 0,-1 0 0,-2-1 0,0 0 1,-1-37-1,-2 47-11,0 1 0,-2-1 0,1 1 0,-2-1 0,0 1 0,-1 0 0,-1 0 0,0 0 0,-1 1 0,-1-1 0,0 1 0,-1 1 0,0-1 0,-1 1 0,-1 1 0,-18-19 0,18 21-6,-1 0-1,0 1 1,-1 0-1,0 1 1,0 0-1,-1 1 1,0 0-1,0 1 1,-1 0-1,0 1 1,0 1-1,0 0 0,0 1 1,-1 0-1,0 1 1,1 0-1,-1 2 1,0-1-1,-23 4 1,36-3-14,1 0 1,-1 0 0,0 0-1,1 0 1,-1 1 0,0-1 0,1 0-1,-1 1 1,1 0 0,-1-1-1,1 1 1,-1 0 0,1 0-1,0-1 1,-1 1 0,1 0-1,0 0 1,0 1 0,0-1 0,0 0-1,0 0 1,0 0 0,0 1-1,0-1 1,0 0 0,1 1-1,-1-1 1,0 1 0,1-1-1,-1 1 1,1-1 0,0 1-1,0-1 1,-1 1 0,1-1 0,0 1-1,0 0 1,1-1 0,-1 1-1,0-1 1,0 1 0,1 1-1,10 26-2684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 4066,'0'0'4882,"267"-40"-4818,-117 38-64,-15 2-304,-28 0-2529,-45 0-241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2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0 1953,'0'0'4314,"-7"14"-4237,1-3-63,1 0 0,0 0 0,1 1 0,0 0 0,1 0-1,0 0 1,1 0 0,1 1 0,-1 17 0,3 349 984,-1-379-997,0-26 166,6-47 0,-5 64-163,1 0 0,1 0 0,0 0 0,0 0 0,0 1 0,2 0 1,-1 0-1,1 0 0,7-10 0,-5 10-7,0 1 0,0-1 0,0 2 0,1-1-1,0 1 1,1 0 0,0 1 0,-1 0 0,2 0 0,-1 1 0,14-5 0,-6 4-12,0 1 0,0 0 0,0 2 0,1 0 0,-1 0 0,20 2 1,-28 0 6,-1 1 0,1-1 1,-1 2-1,1-1 0,-1 1 1,0 0-1,0 1 1,1 0-1,-2 0 0,1 0 1,13 9-1,-13-6 0,-1 0 0,1 0 0,-2 1-1,1 0 1,-1 0 0,0 0 0,0 1 0,-1 0-1,0 0 1,6 15 0,-3-4-8,-2 0-1,0 0 1,-2 1 0,0 0 0,2 30-1,-5-20 8,-1 0-1,-1 0 1,-6 33-1,4-49 15,-1 0 0,-1 0 0,0 0 0,-1-1 0,0 0 0,-1 0 0,-1 0 0,0-1 0,-1 0 0,0 0 0,-1-1 0,-1 0 0,0-1 0,0 0 0,-17 11-1,16-13 33,1 0 0,-1-1-1,-1 0 1,1-1-1,-1-1 1,0 0 0,0 0-1,-1-1 1,1-1-1,-1 0 1,0-1 0,0 0-1,0-1 1,0 0 0,0-2-1,-26-2 1,36 2-17,1 0 0,-1 0 1,1 0-1,-1-1 0,1 0 1,0 1-1,-1-1 0,1 0 0,0 0 1,0-1-1,1 1 0,-1-1 1,0 1-1,1-1 0,-1 0 1,1 0-1,0 0 0,0 0 1,0 0-1,1 0 0,-1-1 0,1 1 1,0 0-1,0-1 0,0 1 1,-1-8-1,1 4 7,0 0 0,1 0 0,0 0 1,0 0-1,1 0 0,0 0 0,0 0 0,0 0 0,1 1 1,0-1-1,1 0 0,-1 1 0,6-9 0,-3 8-28,1 0 0,1 0-1,0 1 1,0-1 0,0 1 0,0 1 0,1-1-1,0 1 1,0 1 0,1-1 0,-1 2-1,1-1 1,0 1 0,0 0 0,0 0 0,1 1-1,-1 1 1,1-1 0,-1 1 0,1 1-1,-1 0 1,1 0 0,13 2 0,-19 0 0,0-1 0,0 1-1,0-1 1,0 1 0,-1 0 0,1 1 0,-1-1 0,0 0 0,1 1-1,-1 0 1,0 0 0,-1 0 0,1 0 0,0 0 0,-1 0 0,0 1-1,0-1 1,0 1 0,3 6 0,-3-3-199,1-1-1,-1 0 1,-1 1-1,1 0 1,-1-1-1,-1 1 1,1 0-1,-1 0 1,0-1 0,-2 11-1,-6 1-4345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554 23 704,'0'0'2132,"-30"-4"-859,-99-13-356,115 16-787,1 0 0,0 1 1,0 0-1,0 1 0,-1 1 0,1 0 0,0 0 0,0 1 0,1 1 0,-1 0 0,1 1 0,0 0 0,0 0 1,0 1-1,1 1 0,0 0 0,1 0 0,-1 1 0,1 1 0,-13 14 0,9-7-33,1 1 0,0 0 0,2 1 0,0 1 0,1-1 0,1 2 0,1-1 0,1 1 0,1 0 0,-7 39 0,8-29-18,2 1 0,0-1 1,3 1-1,0 0 0,6 35 0,-3-51-62,0 0 0,1 0 0,1 0 0,0-1 0,1 1 0,0-1 0,2-1 0,-1 1 0,2-1 0,0-1 1,0 1-1,15 13 0,-13-16-9,0 0 1,0-1-1,1 0 0,1-1 1,0 0-1,0 0 1,0-1-1,28 9 0,-23-11 5,1 0-1,-1-1 1,1-1-1,0-1 1,1-1-1,29-1 0,-35 0-4,0-2-1,0 1 0,0-2 0,0 0 1,0 0-1,0-1 0,-1-1 0,0 0 1,0-1-1,0 0 0,-1-1 0,0 0 1,0-1-1,-1 0 0,0-1 0,-1 0 1,0-1-1,0 0 0,-1 0 0,10-16 1,-8 10-3,-2 0 0,0 0 0,-1-1 0,-1-1 0,-1 1 0,0-1 1,-1 0-1,-1 0 0,-1 0 0,-1 0 0,0-1 0,-2 1 0,-2-26 1,1 31-2,0 0 0,-2 0 0,1 0 0,-2 0 1,0 1-1,0 0 0,-2-1 0,1 1 0,-2 1 1,1-1-1,-18-20 0,14 19-7,-2 1-1,0 1 1,0 0-1,-1 0 1,-1 1-1,0 1 1,0 0-1,-1 0 1,-20-7 0,19 10-5,1 1 0,-1 0 0,-1 1 0,1 1 0,0 1 0,-1 0 0,-21 0 0,36 2 6,-7 0-4,1 0 0,0 0 0,-16 3 0,22-2 4,0-1 0,0 1 0,0 0 0,0-1 1,0 1-1,0 0 0,1 0 0,-1 0 0,0 0 0,1 0 1,-1 1-1,1-1 0,-1 0 0,1 1 0,-1-1 1,1 1-1,0-1 0,0 1 0,0-1 0,-2 5 0,2-2-104,0 0-1,0 1 0,0-1 0,0 1 0,1 0 0,0-1 0,0 1 1,0-1-1,0 1 0,1-1 0,0 1 0,0-1 0,0 1 1,1-1-1,0 1 0,-1-1 0,1 0 0,5 6 0,-1-4-491,1-1 0,-1 1 0,2-2 0,-1 1 0,14 6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3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616 84 5362,'0'0'1236,"-33"-14"-735,-110-42 70,132 53-455,0 0-1,0 1 1,0 0-1,-1 0 1,1 1-1,-20 1 1,17 0-48,0 1 0,0 0 1,0 1-1,0 1 1,1 0-1,-1 1 1,1 0-1,0 1 0,0 0 1,0 1-1,1 0 1,0 1-1,0 0 0,1 1 1,0 1-1,-15 14 1,15-12-34,0 1 1,0 1-1,2 0 0,0 0 1,0 1-1,1 0 0,1 1 1,0-1-1,1 1 1,-7 31-1,11-36-18,0 1 0,0-1 1,1 1-1,1-1 0,0 1 0,0-1 0,1 1 1,1-1-1,0 1 0,0-1 0,1 0 0,0 0 1,1 0-1,0 0 0,1-1 0,0 1 1,12 15-1,-6-12-4,1 1 1,1-2-1,0 0 1,1-1-1,0 0 1,1 0-1,20 9 1,-11-8-3,0-1 0,1-1 0,1-1 0,34 8-1,-8-7-3,0-2-1,1-2 1,0-3-1,78-4 0,-121 1-2,-1-1-1,1 1 0,-1-2 0,1 0 0,-1 0 0,18-6 0,-24 6-1,0 1 0,0-1 0,0 0 0,0 0 0,0 0 1,0 0-1,0-1 0,-1 1 0,0-1 0,1 1 0,-1-1 0,0 0 0,0 0 0,0 0 0,-1 0 0,1 0 0,-1 0 0,0-1 0,0 1 0,0 0 0,1-4 0,-2 2 1,1 1-1,0-1 0,-1 0 1,0 1-1,0-1 1,-1 1-1,1-1 0,-1 1 1,0-1-1,0 1 1,-1-1-1,1 1 0,-1 0 1,0-1-1,-3-4 1,1 3-4,-1 1 0,1 0 0,-1 0 1,0 0-1,0 1 0,-1-1 0,1 1 1,-1 0-1,-10-5 0,-1 2-6,0 0-1,0 0 1,-1 2-1,0 0 0,0 1 1,0 1-1,-21-2 1,12 3 7,1 0 0,-1 2 0,0 1 1,1 1-1,-36 7 0,53-6 2,0-1 0,0 1 0,0 0 0,0 1 0,1 0 1,0 0-1,0 1 0,-8 6 0,11-7-1,0 0-1,1 0 1,0 1 0,0-1-1,0 1 1,0 0 0,1 0-1,0 1 1,0-1 0,0 1-1,1-1 1,0 1 0,-2 6-1,3-9-32,1 0 1,-1 0-1,0-1 0,1 1 0,0 0 0,0 0 1,0 0-1,0 0 0,1 0 0,-1 0 0,1 0 0,1 6 1,0-6-156,0 0 1,0 0-1,1-1 1,-1 1-1,1 0 1,-1-1-1,1 0 1,0 1-1,3 1 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4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 46 3570,'0'0'909,"-23"-8"-215,2 0-480,8 3-63,-1-1 0,0 2 0,0 0 0,0 1 0,0 0 0,-1 1 0,1 0 0,-1 1 0,-15 1-1,16 2-20,0 0-1,0 1 0,0 1 0,0 0 0,1 0 0,0 2 0,0-1 0,0 2 0,0-1 0,1 2 0,0 0 0,1 0 0,-15 14 0,6-3-32,1 0 0,0 1 1,2 1-1,1 0 0,1 1 0,-14 27 0,20-32-23,1 1 0,1 1 0,0-1 0,1 1 0,2 0 0,0 1 0,1-1 0,1 0 0,1 1 0,0 0 0,5 36 0,-2-48-68,0 1 0,0-1 0,1 0 0,0 1 0,0-1 0,1-1 0,0 1 0,0 0 0,1-1 0,0 0 0,1 0 0,6 7 0,-3-5 3,1-1 0,0 0 0,1 0 0,0-1 0,0 0-1,1-1 1,18 7 0,0-3 7,-1-1 0,2-1-1,-1-2 1,1-1 0,-1-1-1,43 0 1,-47-3-12,-1-2 1,1 0-1,0-1 0,-1-2 1,43-11-1,-57 12-3,1-2 0,-1 1 0,0-1 0,0-1 0,0 0 0,-1 0 0,0-1 0,0-1 0,-1 1 0,0-1 0,-1-1 0,1 1 0,12-20 0,-13 16-1,-2 0 0,0 0 0,0 0-1,-1-1 1,0 0 0,-2 0 0,1 0 0,-2 0 0,0-1-1,0 1 1,-2-1 0,1 1 0,-2-1 0,-3-19 0,2 16-1,-2 1 1,0 0 0,-1 0 0,-1 0-1,0 1 1,-2-1 0,1 1 0,-2 1 0,0 0-1,-1 0 1,-15-16 0,14 18-5,-1 0 1,0 1 0,-1 1-1,-1-1 1,1 2-1,-2 0 1,1 1-1,-1 0 1,0 1-1,-1 1 1,0 0-1,0 1 1,0 0 0,-1 1-1,0 1 1,0 1-1,-30-1 1,44 3 1,-6 0 0,0 0 1,1 1-1,-15 2 1,21-3-6,0 1 0,0-1 0,-1 1 1,2 0-1,-1 0 0,0 0 0,0 0 1,0 0-1,0 0 0,1 0 0,-1 1 1,0-1-1,1 0 0,-1 1 0,1-1 1,0 1-1,-1 0 0,1-1 0,-1 4 1,0-1-101,1-1 0,1 0 0,-1 1 1,0-1-1,1 1 0,0-1 0,-1 1 0,1-1 1,1 6-1,6 25-3112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344 31 2833,'0'0'1862,"-23"-6"-1088,-8-3-396,-41-6-1,68 15-334,0-1 1,0 1-1,-1 0 0,1 0 0,0 1 0,0-1 0,-1 1 1,1-1-1,0 1 0,0 1 0,0-1 0,0 0 1,0 1-1,0 0 0,-4 3 0,1 0 27,1 0 0,0 0 0,1 1 0,-1-1 0,-6 11 0,7-10-23,-7 11 76,0-1-1,2 1 1,0 1 0,1 0-1,0 0 1,2 1-1,-6 23 1,6-15 21,2 1 1,1 0-1,2 0 0,1 44 0,1-59-125,1 1 0,1-1 0,0 0 0,0 1 0,1-1 0,1 0 0,1-1 0,0 1 0,0-1-1,1 0 1,1 0 0,0 0 0,1-1 0,0 0 0,1 0 0,0-1 0,1 0 0,0-1 0,1 0 0,20 13 0,-15-12-13,1-1 1,0-1-1,0-1 1,1 0 0,0-1-1,0-1 1,1 0-1,-1-2 1,1 0 0,0-1-1,0 0 1,33-3-1,-36 1-10,-1-2 0,1 0-1,0-1 1,-1-1 0,1 0-1,-1 0 1,0-2 0,-1 0-1,1 0 1,-1-2-1,-1 1 1,1-2 0,-1 0-1,-1 0 1,16-15 0,-17 11-17,0 0-1,0-1 1,-2 0 0,1-1 0,-2 0 0,0 0-1,-1 0 1,-1-1 0,0 0 0,-2-1 0,1 1 0,-2-1-1,-1 1 1,0-1 0,-1-20 0,0 26 22,-1 0 1,0-1-1,-1 1 1,-1 0-1,0-1 1,0 1-1,-1 0 1,-1 0-1,0 0 0,0 1 1,-1 0-1,-1-1 1,0 1-1,0 1 1,-1-1-1,0 1 1,-1 0-1,0 1 1,0 0-1,-1 0 0,-18-12 1,12 10-1,-1 0 0,-1 1 0,1 1 0,-2 0 0,1 2 0,-1-1 0,0 2 0,0 1 0,-1 0 0,1 1 0,-1 0 0,0 2 0,0 0 0,0 1 0,-32 4 0,47-3-20,1 0 0,0 0 1,-1 0-1,1 0 0,0 0 0,0 1 1,0-1-1,0 1 0,0 0 0,0 0 1,0 0-1,1 0 0,-1 0 0,1 1 1,0-1-1,-1 1 0,1-1 0,0 1 1,1 0-1,-1 0 0,0 0 0,1 0 1,0 0-1,-1 0 0,1 0 0,1 0 1,-1 0-1,0 1 0,1-1 1,0 0-1,0 1 0,0-1 0,0 0 1,0 0-1,1 1 0,-1-1 0,3 5 1,-1-4-409,0 0 0,0 0 0,1 0 0,0-1 0,0 1 0,5 4 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555 94 2865,'0'0'2204,"-29"-17"-1193,-96-48 14,120 63-974,0 0 1,0 0-1,0 1 1,0 0-1,0 0 1,-1 0-1,1 0 1,0 1-1,-1-1 1,1 2-1,0-1 1,0 0-1,-1 1 1,1 0-1,-6 2 1,3 0 4,0 0 1,1 1-1,-1 0 1,1 1 0,0 0-1,-9 7 1,6-4-10,-12 10 23,1 0-1,1 2 1,1 0 0,1 1 0,1 1 0,0 0-1,2 1 1,1 1 0,1 1 0,1-1 0,2 2 0,0-1-1,2 1 1,1 1 0,1-1 0,1 1 0,-1 32-1,6-47-50,-1 0-1,2 1 1,0-1-1,0 0 1,1 0-1,1 1 0,0-1 1,9 21-1,-8-24-13,1-1 1,0 0-1,0-1 0,1 1 0,0-1 0,0 0 0,1 0 0,0-1 0,0 0 0,1 0 0,0 0 0,13 6 1,-5-3 3,1-2 0,1 0 0,-1 0 0,1-2 0,0 0 0,24 3 0,-15-4 6,1-2 1,1-1-1,41-2 1,-56 0-7,-1-1-1,1 0 1,0 0 0,-1-2 0,0 1-1,0-2 1,0 0 0,0 0 0,-1-1-1,17-10 1,-21 10-6,0 0 1,0-1-1,-1 0 1,0 0-1,-1 0 0,1-1 1,-1 0-1,-1 0 0,0 0 1,0-1-1,0 1 1,-1-1-1,-1 0 0,5-18 1,-4 10 3,0 0 0,-2-1 0,0 0 0,-1 1 0,-1-1 0,0 0 0,-7-32 0,5 39-5,-1-1-1,-1 1 1,0 0 0,-1 0-1,0 0 1,-1 0-1,0 1 1,0 0 0,-1 0-1,-1 1 1,0 0-1,-14-13 1,8 10-5,-1 0 1,-1 1-1,0 1 0,-1 0 1,0 1-1,0 1 0,-1 1 1,0 0-1,0 1 0,0 1 1,-1 1-1,0 0 0,0 1 1,0 1-1,-20 1 0,36 0 2,1 1 0,-1 0 0,0 0-1,1 0 1,-1 1 0,0-1 0,1 1-1,-1-1 1,1 1 0,-1 0 0,-3 1-1,5-1-6,0 0-1,0 1 0,0-1 1,0 0-1,1 0 1,-1 1-1,0-1 0,1 0 1,-1 1-1,0-1 1,1 1-1,0-1 0,-1 1 1,1-1-1,0 1 0,0-1 1,0 1-1,0 1 1,0-1-78,-1 1 0,1-1 0,0 0 1,0 1-1,1-1 0,-1 0 0,0 0 1,1 1-1,-1-1 0,1 0 1,0 0-1,0 0 0,0 1 0,2 2 1,2 0-560,0 0 0,1-1 0,0 1 1,-1-1-1,14 6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 55 2785,'0'0'942,"-30"0"125,-146 0 1220,235-5-503,685-44-1650,-720 49-116,-20 0 28,-11 4 29,-17 12 60,0 0 0,0 2 1,2 1-1,1 0 1,0 1-1,1 2 1,2 0-1,-18 27 1,22-24-31,1 1 0,1 1 0,2-1-1,1 2 1,1-1 0,1 1 0,2 0 0,1 1 0,1-1 0,2 1 0,3 38 0,-1-56-148,0 0-1,2 0 1,-1 0-1,1 0 1,1-1 0,0 0-1,0 1 1,1-1-1,1-1 1,9 14-1,11 17-3061,-17-19-3727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5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5026,'0'0'288,"151"-59"-208,-29 52-32,15 4 49,1 3-97,-16 0-225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6.4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71 375 496,'0'0'4338,"-6"-21"-3596,-20-77-139,24 91-559,1-1-1,1 1 1,-1-1 0,1 0-1,1 1 1,-1-1 0,2 0-1,-1 1 1,1-1 0,0 1 0,0 0-1,1-1 1,0 1 0,1 0-1,-1 1 1,1-1 0,1 1-1,-1-1 1,1 1 0,1 0 0,-1 1-1,1-1 1,9-6 0,-1 2-5,-1 1 0,1 0 0,1 1 0,0 1 1,0 0-1,0 1 0,1 0 0,0 2 0,26-6 0,-26 8-35,0 0-1,1 0 1,0 2-1,-1 0 1,1 1-1,26 4 0,-39-4-5,-1 0-1,0 0 1,1 0-1,-1 1 1,0-1-1,0 1 1,0 0-1,0 0 1,0 0-1,0 0 1,-1 0-1,1 1 1,-1-1-1,0 1 1,3 3-1,-2-2 2,0 1 0,-1 0 0,1 0 0,-1 1 0,0-1 0,-1 0 0,0 0 0,2 10 0,-2-3 9,-1 0-1,0 0 1,-1-1-1,0 1 1,-1 0 0,0-1-1,-1 1 1,-5 14-1,0-11 27,0 1-1,0-2 0,-2 1 1,0-1-1,-1 0 1,0-1-1,-1 0 1,-15 12-1,-118 86 709,136-105-680,-16 12 53,-2 0 77,0 1 1,-45 44 0,65-56-170,0 1 0,1 0 0,0 1 0,0 0 0,1 0 0,0 0 0,1 0 0,0 0 1,0 1-1,1 0 0,0 0 0,1 0 0,-1 13 0,2-16-20,0 0 0,1 0 0,0-1 0,0 1 0,1 0 1,-1 0-1,2-1 0,-1 1 0,1-1 0,0 1 0,0-1 0,1 1 0,0-1 0,0 0 0,1 0 0,-1-1 0,1 1 0,1-1 0,-1 1 0,1-1 0,0 0 1,0-1-1,1 1 0,-1-1 0,1 0 0,9 4 0,-2-1 0,0-1 1,1-1-1,0-1 0,0 1 1,0-2-1,27 4 1,88-2-28,-116-4 23,0-2 0,0 0 0,0 0 0,-1-1 0,23-6 0,-30 6 1,1 0 0,-1 0 0,0-1 0,0 0 0,0 0 0,0 0 0,-1 0 0,1-1 0,-1 1 0,0-1 0,0 0 0,0-1 0,-1 1 0,0 0 0,4-7 1,-1-1 3,-1-1 1,0 0 0,-1 0 0,-1 0 0,0-1-1,-1 1 1,0-1 0,-1 1 0,-1-1 0,0 0-1,-1 0 1,0 1 0,-1-1 0,-1 1 0,0-1-1,-1 1 1,-1 0 0,0 1 0,-7-14 0,-1 8-4,0-1 1,-1 2 0,-1 0 0,0 0 0,-2 2-1,0 0 1,0 0 0,-2 2 0,-20-13 0,-6 1-64,-1 2 0,-95-34-1,138 57-69,1-1-1,0 0 0,0 0 0,-1 0 0,1 0 0,0-1 0,0 1 1,0 0-1,-2-3 0,-5-15-4037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27.6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454 122 4386,'0'0'750,"27"-2"-174,88-5 40,-110 7-587,-1 0 0,0 0-1,0 0 1,0 1 0,0-1-1,0 1 1,0 0 0,0 0 0,0 0-1,0 1 1,0 0 0,0-1-1,-1 1 1,1 0 0,-1 1 0,1-1-1,-1 0 1,0 1 0,0 0-1,0 0 1,-1 0 0,1 0 0,3 6-1,-2-1 6,0 1-1,-1 0 1,0 0 0,0 1-1,-1-1 1,-1 1-1,1 11 1,0-6-4,-1 1 1,-1-1-1,-1 1 1,0-1-1,-6 25 1,5-30-20,-1-1 0,-1 1 1,1-1-1,-2 0 0,1 0 1,-1 0-1,-1-1 0,0 0 1,-12 15-1,8-14 24,0 0-1,-1 0 0,0-1 1,0 0-1,0-1 1,-1 0-1,-1-1 1,1-1-1,-1 1 0,-19 4 1,13-5 91,0-1 0,0-1 0,0-1 1,0 0-1,-1-2 0,-37-2 0,45 0-99,1-1-1,0 0 1,0 0 0,0-1 0,0 0-1,0 0 1,1-2 0,0 1-1,0-1 1,0 0 0,1-1 0,0 0-1,0-1 1,1 1 0,0-2-1,1 1 1,0-1 0,0 0-1,1 0 1,-10-19 0,11 19-5,1 0 1,0 0-1,1 0 0,0-1 1,0 1-1,1-1 1,0 0-1,1 0 0,0 1 1,1-1-1,0 0 1,1 0-1,0 0 0,0 0 1,1 1-1,1-1 0,-1 1 1,2-1-1,-1 1 1,1 0-1,1 0 0,0 0 1,0 1-1,7-10 1,1 6-22,-1-1 1,1 2 0,1 0 0,0 0-1,1 1 1,0 1 0,1 0 0,30-12-1,-15 8-3,2 2 0,-1 2 1,62-11-1,-62 15 2,0 1 0,1 2 0,51 2 0,-73 1 0,0 0 0,0 1 0,-1 0 0,1 0 0,0 1 0,-1 0 0,0 1 0,0 0 0,0 1 0,-1 0 0,1 0 0,-1 1 0,0 0 0,9 9 0,-8-4 3,0 1 0,-1-1 0,0 2 0,-1-1 0,-1 1 1,0 0-1,-1 1 0,0-1 0,-1 1 0,-1 0 0,0 1 0,-1-1 1,1 25-1,-2-18 48,-1-1 0,-2 0 0,0 0 0,-1 0 0,-1 0 0,-1 0 0,-1-1 0,-1 1 0,-13 31 0,7-31 53,0 0-1,0 0 1,-2-1-1,-1 0 1,-21 20-1,2-7 112,-68 51 1,57-52-325,0-1 0,-2-3 1,-1-2-1,-1-1 1,-1-3-1,-73 21 0,-120 4-3954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100 313 3634,'0'0'2257,"-12"13"-1996,-40 41-39,49-51-205,0 1 0,0 0 0,1 0 0,0 0 0,-1 0 0,1 0 0,-1 5 0,2-7 48,1 1 0,-1-1 0,0 0 0,0 0 0,0 0 0,0 0 1,-1 0-1,1-1 0,-3 4 504,4-11 199,-1-17-634,1 1-1,1-1 0,2 0 1,0 1-1,1 0 1,2-1-1,12-32 0,-9 35-136,1 1-1,1 0 1,1 0-1,19-21 1,-26 34-1,0 0 1,1 0-1,0 0 0,0 1 1,1 0-1,-1 0 1,1 1-1,0 0 1,0 0-1,1 0 0,0 1 1,-1 0-1,1 0 1,0 1-1,8-1 1,-13 2-1,0 1 1,0 0 0,0 0 0,-1 0 0,1 0-1,0 0 1,0 0 0,-1 1 0,1-1 0,0 1-1,-1 0 1,1 0 0,0 0 0,-1 0 0,1 0-1,-1 1 1,0-1 0,1 1 0,-1-1 0,0 1-1,0 0 1,0 0 0,0 0 0,0 0 0,-1 0-1,1 0 1,-1 0 0,1 1 0,-1-1 0,0 0-1,1 4 1,3 8-2,-1 0 1,0-1-1,-2 2 0,3 23 0,-5-31 6,7 331 31,-7-328-29,-1 0 0,1 0-1,-2-1 1,1 1 0,-5 13-1,-1-14 14,2-14 6,-2-18 23,3-27-38,5-94-1,0 128-43,1 1 0,0 0 0,2 0 0,0 0-1,1 1 1,0-1 0,1 1 0,1 0 0,0 0-1,1 1 1,10-14 0,-12 19 4,0 1-1,1-1 1,0 1 0,0 1-1,1-1 1,0 1-1,0 0 1,0 0 0,1 1-1,-1 1 1,1-1 0,1 1-1,-1 0 1,1 1-1,-1 0 1,1 1 0,0 0-1,15-1 1,-20 2 9,-1 1-1,0 0 1,0 0 0,0 0 0,0 1 0,0-1-1,0 1 1,1 0 0,-1 0 0,-1 0-1,1 1 1,0-1 0,0 1 0,5 4 0,-5-3 20,-1 0 1,0 0 0,0 1 0,0-1-1,0 1 1,0 0 0,-1 0 0,0 0-1,0 0 1,0 0 0,0 0 0,1 9-1,3 17 11,-1 1-1,-2 0 0,-1 0 1,-3 38-1,1-27 18,-1 7 64,-12 86 0,9-80-10,4-55-77,0 1 0,0-1-1,0 1 1,0 0 0,0-1 0,0 1 0,1-1 0,-1 1 0,0-1-1,0 1 1,1-1 0,-1 1 0,0-1 0,1 1 0,-1-1 0,1 1 0,-1-1-1,0 0 1,1 1 0,-1-1 0,1 1 0,-1-1 0,1 0 0,-1 0 0,1 1-1,0-1 1,-1 0 0,1 0 0,-1 0 0,1 1 0,-1-1 0,1 0 0,0 0-1,-1 0 1,1 0 0,0 0 0,27-3 63,-22 3-51,2-2-5,1 0 0,0 0 0,-1-1 0,1 0 0,-1-1 0,0 1 0,0-2 0,10-5 0,6-7-22,25-24 0,-38 32 0,13-12-105,-2 0 0,0-1 0,-1-2 0,-2 0 0,0-1 0,15-27 1,-26 37 58,0 0 0,-1-1 0,-1 0 0,-1-1 0,0 1 0,-1-1 0,-1 0 0,0 0 0,-2 0 0,0 0 0,-1 0 0,-2-20 0,1 31 63,-1 0-1,1 0 0,-1 0 1,0 0-1,-1 1 1,1-1-1,-1 1 0,0 0 1,-1-1-1,1 1 1,-1 0-1,0 1 1,-1-1-1,1 1 0,-1 0 1,0 0-1,0 0 1,0 1-1,0-1 1,-1 1-1,1 0 0,-1 1 1,-6-3-1,6 3 27,1 1-1,0-1 0,-1 1 0,0 0 0,1 0 1,-1 1-1,0-1 0,0 1 0,1 0 1,-1 1-1,0-1 0,1 1 0,-1 0 1,1 1-1,-1-1 0,1 1 0,-1 0 1,1 0-1,0 1 0,0 0 0,0-1 1,0 2-1,1-1 0,-1 0 0,-7 8 0,2 1 88,1 1 0,0 0-1,1 0 1,1 0 0,0 1-1,1 0 1,0 0 0,1 1-1,-5 26 1,2-1 258,3 0 0,-1 60 0,6-87-283,0 1 0,1-1 0,1 1 1,4 18-1,-4-25-65,0-1 0,1 1 0,0-1 1,0 0-1,1 0 0,-1 0 0,1-1 1,1 1-1,-1-1 0,9 8 0,-2-4-13,0-1 0,1 0 0,-1 0 0,2-1 0,-1-1 0,1 0 0,0-1 0,0 0 0,23 5 0,-3-3-319,1-1-1,63 2 1,18-9-2981,-18-11-1966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22 207 1329,'0'0'3396,"-3"20"-2801,-11 62-291,10-62 974,4-37-932,1 11-71,-1 3-228,-1-13 32,1 1 0,0 0 0,2-1 0,0 1 0,0 0-1,2 0 1,9-25 0,-7 26-80,1 0 0,0 0 0,2 1 0,-1 1 0,21-23 1,-25 30-8,1 0 0,1 0 1,-1 1-1,1 0 0,0 0 1,0 0-1,0 1 0,0 0 1,0 0-1,1 0 0,0 0 1,0 1-1,-1 1 0,1-1 1,10 0-1,-15 1 4,1 1-1,-1 0 1,1 0-1,-1 1 1,0-1-1,1 0 1,-1 1-1,0 0 1,1-1-1,-1 1 1,0 0-1,0 0 1,1 0-1,-1 0 1,0 0-1,0 1 1,-1-1-1,1 1 1,0-1 0,0 1-1,-1 0 1,1-1-1,-1 1 1,1 0-1,-1 0 1,0 0-1,0 0 1,0 0-1,0 0 1,0 0-1,1 5 1,1 6-4,0 0 0,-1 0 1,-1 1-1,1 18 0,-2-24 11,1 37 10,-7 69 0,4-94 3,-2 0 0,0-1 0,-2 0 0,0 1 1,-1-2-1,-11 20 0,6-15 41,-23 30 0,30-46-34,0-1 0,-1 0 0,1 0 1,-1 0-1,0-1 0,-1 1 0,1-2 1,-13 8-1,19-12-8,0 0-12,0 0 0,0 0-1,0-1 1,0 1 0,0 0-1,0 0 1,0 0 0,0 0 0,0-1-1,0 1 1,0 0 0,0 0-1,0 0 1,0 0 0,0-1 0,0 1-1,0 0 1,0 0 0,0 0-1,0 0 1,0-1 0,0 1 0,0 0-1,-1 0 1,1 0 0,0 0-1,0 0 1,0-1 0,0 1 0,0 0-1,-1 0 1,1 0 0,0 0-1,0 0 1,0 0 0,0 0 0,0 0-1,-1 0 1,1-1 0,0 1-1,0 0 1,0 0 0,-1 0 0,1 0-1,0 0 1,0 0 0,0 0 0,-1 0-1,1 0 1,0 0 0,0 0-1,0 0 1,0 1 0,-1-1 0,1 0-1,0 0 1,0 0 0,0 0-1,0 0 1,-1 0 0,1 0 0,0 0-1,0 0 1,0 1 0,0-1-1,0 0 1,0 0 0,-1 0 0,1 1-1,2-8 19,1 0-1,-1 0 0,1 1 0,1 0 1,-1 0-1,1-1 0,7-6 0,39-42 90,-23 27-91,90-105-48,-90 99 18,-1-1 1,22-42-1,-42 67 16,-1-1 1,0 0-1,-1 0 1,0 0 0,-1-1-1,0 0 1,-1 1-1,0-1 1,-1 0-1,-1-12 1,0 23-6,0 1-1,0 0 1,0 0 0,0-1 0,0 1-1,0 0 1,0 0 0,-1 0-1,1-1 1,0 1 0,0 0 0,0 0-1,0 0 1,0-1 0,-1 1-1,1 0 1,0 0 0,0 0 0,0 0-1,-1 0 1,1-1 0,0 1-1,0 0 1,-1 0 0,1 0-1,0 0 1,0 0 0,0 0 0,-1 0-1,1 0 1,0 0 0,0 0-1,-1 0 1,1 0 0,0 0 0,0 0-1,-1 0 1,1 0 0,0 0-1,0 0 1,-1 0 0,1 0-1,0 0 1,0 1 0,0-1 0,-1 0-1,1 0 1,0 0 0,0 0-1,0 0 1,-1 1 0,1-1 0,0 0-1,0 0 1,0 0 0,0 1-1,0-1 1,-1 0 0,1 0 0,0 0-1,0 1 1,0-1 0,0 1-1,-4 5 0,0 0 0,1 0 0,0 1-1,0-1 1,0 1 0,1 0-1,0 0 1,0 0 0,0 13 0,0-12 8,-7 64 255,3 1 1,6 83-1,0-136-203,1 1-1,1-1 1,1 0-1,1 0 1,1 0-1,11 28 0,-13-40-118,0-1-1,1 0 1,0-1-1,0 1 0,0-1 1,1 1-1,0-1 1,0 0-1,1-1 0,-1 1 1,1-1-1,1 0 0,-1-1 1,1 1-1,0-1 1,0 0-1,0-1 0,0 0 1,15 5-1,-11-6-854,-1-1-1,1 0 1,21 0-1,-31-1 888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0 3233,'0'0'2252,"-1"31"-1355,0-20-802,-5 228 1216,5-85-507,3 183-48,-1-329-740,-1 0 0,1 0 0,1 0-1,-1 0 1,2 0 0,5 14 0,-7-19-11,1 0 0,0 0 0,0 0 0,0-1 0,0 1 0,0-1 1,1 1-1,-1-1 0,1 0 0,-1 0 0,1 0 0,0 0 0,0 0 1,0-1-1,0 1 0,1-1 0,-1 0 0,7 2 0,-1-1 7,0 0-1,0-1 1,0 0-1,0 0 1,1-1-1,-1 0 1,0-1-1,0 0 1,1 0-1,-1-1 1,0 0-1,0 0 1,-1-1-1,12-5 1,-10 3-294,0 0 1,-1-1 0,1 0-1,-2-1 1,1 0 0,-1 0-1,0-1 1,0 0-1,-1 0 1,0 0 0,7-14-1,17-38-3749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4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 4498,'0'0'1985,"270"-2"-1873,-78 2-96,-8-5-16,-28-3-928,-53 4-1954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5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143 258 3842,'0'0'1595,"-20"19"-1189,-65 62-89,81-78-267,0 0 1,0 1-1,1 0 1,0 0-1,-1 0 0,1 0 1,1 0-1,-4 7 0,2-2 735,4-13-129,0-20-576,2 0-1,1 1 1,1 0 0,1-1-1,1 2 1,1-1-1,1 1 1,2 0-1,0 0 1,16-25-1,-18 35-80,0 0-1,1 0 0,0 1 0,0 0 0,23-19 0,-27 26-9,1-1 0,0 1 1,0 1-1,0-1 0,1 1 0,-1 0 0,1 1 1,0-1-1,0 1 0,0 0 0,0 1 0,0 0 1,0 0-1,9 0 0,-13 1 9,-1 0 1,1 1-1,-1-1 0,0 0 1,0 1-1,1 0 0,-1 0 1,0-1-1,0 1 0,0 1 1,0-1-1,0 0 0,0 0 1,0 1-1,0-1 0,0 1 1,-1-1-1,1 1 1,-1 0-1,1 0 0,-1-1 1,1 1-1,-1 0 0,0 0 1,0 0-1,0 1 0,-1-1 1,1 0-1,0 4 0,3 8-1,-2 0 0,0 0 0,0 25 0,-1-30 4,0 13 8,-1 166 46,-1-164-47,-2 0 0,-1-1 0,-1 1 0,-1 0 0,-16 38 0,21-60 40,1-6-25,0 0-4,1-22-4,2-1-1,0 1 0,2 0 1,1 0-1,12-30 0,-1 10-34,3 1-1,26-44 0,-45 88 18,10-18-66,22-30 0,-30 46 42,-1 0 0,1-1-1,0 1 1,0 0 0,0 1-1,0-1 1,0 0 0,1 1-1,-1 0 1,1 0 0,0 0-1,0 0 1,0 0 0,0 1-1,0 0 1,5-2 0,-8 3 22,0 0-1,0 0 1,0 0 0,0 1 0,-1-1 0,1 0 0,0 0-1,0 1 1,0-1 0,0 0 0,-1 1 0,1-1-1,0 1 1,0-1 0,-1 1 0,1-1 0,0 1-1,-1-1 1,1 1 0,0 0 0,-1-1 0,1 1 0,-1 0-1,1 0 1,-1-1 0,0 1 0,1 0 0,-1 0-1,0 0 1,0-1 0,1 1 0,-1 0 0,0 0-1,0 1 1,1 37 14,-1-29-12,-5 322 216,5-321-223,-1-7-142,1-1 1,0 0-1,-1 0 0,1 1 0,1-1 0,-1 0 1,1 0-1,-1 1 0,1-1 0,0 0 0,0 0 1,0 0-1,1 0 0,-1 0 0,1 0 0,3 5 1,-3-7-254,1 0 0,-1 1 0,1-1 0,-1 0 0,1 0 0,-1 0 0,1 0 0,4 0 0,-7-1 320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42 109 2385,'0'0'2799,"-1"-15"-2004,-1 1-677,-2-23 23,4 37-140,0 0 0,0 0 0,0 0-1,0 0 1,0 1 0,-1-1 0,1 0 0,0 0 0,0 0 0,0 0 0,0 0 0,0 0-1,0 0 1,0 0 0,0 0 0,0 0 0,-1 0 0,1 0 0,0 0 0,0 0 0,0 0-1,0 0 1,0 0 0,0 0 0,0 0 0,-1 0 0,1 0 0,0 0 0,0 0 0,0 0-1,0 0 1,0 0 0,0 0 0,0 0 0,0 0 0,-1 0 0,1 0 0,0 0 0,0 0-1,0 0 1,0 0 0,0 0 0,0 0 0,0 0 0,0 0 0,0 0 0,-1-1 0,1 1-1,0 0 1,0 0 0,0 0 0,0 0 0,0 0 0,0 0 0,0 0 0,0 0 0,0-1-1,0 1 1,0 0 0,0 0 0,0 0 0,0 0 0,0 0 0,0 0 0,0 0 0,0 0-1,0-1 1,0 1 0,0 0 0,-7 23 105,-2 24 132,2 0 0,3 0 0,2 49 0,2-87-216,0-1-1,0 1 1,1-1 0,1 0-1,-1 1 1,1-1 0,1 0-1,4 11 1,-5-16-18,0 0 1,0 1 0,0-1-1,1 0 1,-1 0-1,1-1 1,0 1 0,0 0-1,0-1 1,0 1-1,0-1 1,0 0 0,1 0-1,-1-1 1,1 1 0,0-1-1,-1 1 1,1-1-1,0 0 1,0 0 0,6 0-1,0 1 4,0-1 0,0-1 0,1 1 0,-1-2 0,0 1 0,1-1 0,14-4 0,-20 4-6,0-1-1,0 0 1,0 0 0,0 0-1,0-1 1,0 1 0,0-1-1,-1 0 1,1-1 0,-1 1-1,0-1 1,0 0 0,-1 0 0,1 0-1,4-6 1,-1-2-1,-1 0 0,0 0 0,-1 0 0,0-1 0,-1 0 0,-1 0 0,0 0 0,1-20 0,-1-12 20,-3-50 0,-1 71-8,1 17-7,0 0 0,0 0 0,-1 0 0,0 1 0,0-1 0,0 0 0,-1 0 0,-1 1 0,1-1 1,-5-7-1,7 14-6,0 0 0,0 1 1,1-1-1,-1 0 0,0 0 1,0 0-1,0 0 0,0 0 1,0 0-1,0 0 0,0 1 1,0-1-1,0 0 0,0 0 1,0 0-1,0 0 0,0 0 1,-1 0-1,1 0 0,0 1 1,0-1-1,0 0 1,0 0-1,0 0 0,0 0 1,0 0-1,0 0 0,0 0 1,0 0-1,0 0 0,0 1 1,-1-1-1,1 0 0,0 0 1,0 0-1,0 0 0,0 0 1,0 0-1,0 0 0,0 0 1,-1 0-1,1 0 0,0 0 1,0 0-1,0 0 0,0 0 1,0 0-1,0 0 0,-1 0 1,1 0-1,0 0 1,0 0-1,0 0 0,0 0 1,0 0-1,0 0 0,0 0 1,-1 0-1,1 0 0,0 0 1,0-1-1,-2 30 63,2 55 0,1-29 75,-1-26-196,1 0-1,1 0 1,2 0-1,0-1 1,3 0 0,0 0-1,2 0 1,17 36-1,-3-26-2390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6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0 235 3554,'0'0'245,"6"-24"-117,22-75-50,-27 94-30,0 1 1,1 0 0,-1 0 0,1 1 0,0-1-1,0 0 1,1 0 0,-1 1 0,1-1 0,0 1 0,6-5-1,-7 6-15,-1 1-1,1 0 1,0 0-1,0 0 1,0 0 0,0 0-1,0 1 1,0-1-1,0 1 1,0-1-1,0 1 1,0 0-1,0-1 1,1 1-1,-1 0 1,0 0-1,3 1 1,-1 0-16,0 0 0,0 1 0,0-1 0,0 1 0,0 0 0,0 0 0,-1 0 0,1 0 0,-1 0 0,0 1 0,0 0 0,0 0 0,0-1 0,0 2 0,0-1 0,-1 0 0,4 5 1,2 10 50,1-1 1,-2 1 0,-1 1 0,0-1 0,-2 1 0,4 27 0,-1 116 333,-7-161-401,-2 9 464,0-28 111,0-10-471,2 0 0,1-1 1,1 1-1,9-38 1,-9 58-109,0 0 1,1-1 0,0 1 0,0 0 0,1 1 0,0-1 0,0 0 0,1 1 0,0 0 0,1 0 0,-1 1 0,2-1 0,-1 1 0,0 0 0,1 1 0,0 0-1,1 0 1,-1 0 0,11-4 0,-12 6-3,1 1-1,0-1 1,0 1-1,0 1 0,0 0 1,1-1-1,-1 2 1,8-1-1,-12 1 3,0 0-1,-1 0 0,1 0 0,0 1 1,0-1-1,-1 1 0,1-1 1,0 1-1,-1 0 0,1 0 1,-1 0-1,1 0 0,-1 1 1,1-1-1,-1 1 0,0-1 0,0 1 1,0 0-1,0 0 0,0-1 1,0 2-1,0-1 0,1 3 1,3 7 2,-1 1 1,-1-1-1,0 1 1,-1 0 0,0 0-1,1 24 1,-4 86 20,-1-64-11,1-40 29,-1-24 94,-1-33 24,3 2-140,0 0 0,3 1 0,9-44 1,-10 65-24,1 0 0,1-1 0,0 2 0,1-1 0,1 1 0,0 0 0,1 0 1,0 0-1,1 1 0,19-20 0,-25 30 0,0-1-1,1 1 0,-1-1 1,0 1-1,1 0 1,-1 0-1,1 0 1,0 1-1,5-3 1,-8 4 4,0 0 1,0 0-1,0-1 1,0 1-1,1 0 1,-1 0-1,0 0 1,0 0-1,0 0 1,0 0-1,0 1 1,1-1-1,-1 0 1,0 0-1,0 1 1,0-1-1,0 1 0,0-1 1,0 1-1,0-1 1,0 1-1,0 0 1,0-1-1,-1 1 1,1 0-1,0 0 1,0 0-1,-1-1 1,1 1-1,0 0 1,-1 0-1,1 0 1,-1 0-1,1 0 1,-1 0-1,0 0 1,1 0-1,-1 2 1,4 18 2,0-1 1,-2 0-1,-1 1 1,-2 31-1,0-12 64,1 191 457,0-229-565,0-1 1,0 1-1,0 0 1,0-1-1,0 1 1,0-1-1,1 1 1,-1-1-1,0 1 0,1-1 1,0 1-1,0 1 1,0-3-108,0 1-1,0-1 1,-1 1-1,1-1 1,0 0 0,0 1-1,0-1 1,0 0-1,0 0 1,0 0 0,0 1-1,0-1 1,0 0-1,0 0 1,2-1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42 132 3089,'0'0'393,"0"-21"332,0-49-166,0 29 2385,-28 746-1781,25-652-1155,0 0 14,-3-89 178,5-125-115,1 151-82,0 0 0,1 0 0,0 1 0,0-1 0,1 0 0,1 1 1,0-1-1,4-8 0,-4 12-4,0 1 0,0 0 0,1 0 1,0 0-1,-1 1 0,2-1 0,-1 1 1,1 0-1,-1 0 0,1 0 0,0 1 0,0 0 1,1 0-1,9-4 0,-6 3-2,0 1-1,0 0 1,1 1-1,-1 0 1,1 0-1,18 0 1,-25 2 1,1 0 0,-1 0 1,0 0-1,1 0 0,-1 0 1,1 1-1,-1-1 0,0 1 0,0 0 1,1 0-1,-1 0 0,0 1 0,0-1 1,0 1-1,0-1 0,0 1 1,0 0-1,-1 0 0,1 0 0,-1 1 1,1-1-1,3 5 0,-3-1-2,0 1 0,-1-1 1,0 1-1,0 0 0,0-1 0,-1 1 0,1 11 0,-1 53 15,-2-37 12,1-23 15,0-1 1,-1 1-1,-1-1 1,0 1-1,0-1 0,-1 0 1,0 0-1,-1 0 1,-7 15-1,6-17 3,0-1 0,-1 1 0,0-1 1,0-1-1,0 1 0,-1-1 0,0 0 0,-1 0 0,1 0 0,-1-1 0,-13 6 1,12-6-98,0-1 1,0 0 0,-1 0-1,1-1 1,-1 0 0,0-1-1,0 0 1,0 0 0,0-1 0,-17 0-1,27-1-17,-1 0 0,1 0 0,-1 0 0,1 0 0,0 0 0,-1 0 0,1 0 0,0 0 0,-1 0 0,1 0 0,0 0 0,-1 0 0,1 0 0,0-1 0,-1 1 0,1 0 0,0 0 0,-1 0-1,1-1 1,0 1 0,-1 0 0,1 0 0,0 0 0,0-1 0,0 1 0,-1 0 0,1-1 0,0 1 0,0 0 0,0-1 0,-1 1 0,1 0 0,0 0 0,0-1 0,0 1 0,0-1 0,-1-26-4796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7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1 218 304,'0'0'3970,"24"4"-3951,75 14 23,-88-15 5,0-2 0,0 1 0,1-2 0,-1 1 0,13-2 0,-7 0-22,-15 0-13,1 1 0,0 0 0,0-1 0,0 0 0,0 0 0,-1 0 0,1 0 0,0 0 0,-1 0 0,1 0 0,-1-1 0,1 0 0,-1 1 0,0-1 0,0 0 0,0 0 0,0 0 0,0 0 0,0 0 0,0-1 0,-1 1 0,1 0 0,-1-1 0,0 1 0,0-1 0,0 1 0,0-1 0,1-3 0,1-7 129,-1 0 0,0 0 0,0 0 1,-2-21-1,1 30-105,-2 1 0,1 0 0,0-1 0,-1 1 0,0 0 0,1-1 0,-1 1 0,-1 0 0,1 0 0,0 0 0,-1 0 0,0 0 0,0 0 0,0 0 0,0 0 0,0 1 0,-5-5 0,3 4 20,-1-1 0,0 1 0,0 1 0,0-1 0,0 1 0,0 0 0,0 0 0,0 0 0,-1 0 1,-9 0-1,4 0 15,0 0 0,0 1 0,0 1 1,0 0-1,-21 2 0,28-1-62,0 0 0,-1 0 0,1 0 0,0 0-1,0 1 1,-1-1 0,1 1 0,0 0 0,1 0 0,-1 1 0,0-1-1,1 1 1,-1 0 0,1 0 0,0 0 0,0 0 0,-3 4-1,1 2 10,0 0-1,0 0 0,1 1 0,1-1 1,-1 1-1,2 0 0,-1 0 0,1 0 0,1 0 1,0 0-1,1 1 0,1 17 0,0-15 2,0-1-1,2 1 0,-1-1 0,2 0 0,0 1 0,0-1 0,1-1 1,1 1-1,13 20 0,-9-18-12,0-1 1,2 0-1,0-1 0,0 0 0,1 0 1,26 16-1,-32-23-3,1 0 1,0-1-1,0-1 1,1 1-1,-1-1 0,1 0 1,-1-1-1,1 0 1,0 0-1,0-1 1,0 0-1,0 0 0,0-1 1,0-1-1,9 0 1,-14 0-4,0-1 0,0 1 1,0-1-1,0 1 0,0-1 1,-1 0-1,1-1 0,-1 1 1,1 0-1,-1-1 0,0 0 0,0 0 1,0 0-1,-1 0 0,1 0 1,-1 0-1,0-1 0,0 1 1,0-1-1,0 0 0,2-6 1,3-9 12,-1-1 1,7-37-1,-12 53-10,7-49 48,-2-1 0,-3-88 0,-3 113-17,-13 366 105,15-372-24,-4-42 0,0 41-20,1 0 0,6-36 0,-5 67-103,1 0-1,0 0 1,1 0 0,-1 1 0,1-1 0,0 1-1,0-1 1,0 1 0,1-1 0,0 1 0,0 0 0,0 0-1,7-6 1,-5 6-20,1-1 0,0 1 0,0 0-1,0 1 1,1-1 0,0 1 0,-1 0 0,13-3 0,5 1-49,1 0 0,0 2 0,-1 1 0,42 1 0,-65 5 29,-3 10 67,0-1 0,0 1 0,-2-1 0,0 1 0,-8 20 0,-10 33 342,18-49-200,0-1 0,2 1 0,0 23 0,1-35-135,2 0 1,-1-1-1,1 1 1,0 0-1,0 0 1,1-1-1,0 1 1,0 0-1,0-1 0,1 0 1,-1 1-1,1-1 1,1 0-1,3 5 1,0-4-16,-1-1 0,1 1-1,0-1 1,0 0 0,1-1 0,-1 1 0,1-1 0,0-1 0,0 0 0,1 0 0,-1 0 0,14 2 0,-1-2-392,1 0 0,0-1 0,42-1 0,28-8-5254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576 65 1056,'0'0'897,"-28"0"-179,-186 0 1024,-120 0 2420,420 0-3410,371-27-472,-224 8-315,515 1-4356,-710 18 1723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1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33 3057,'0'0'4458,"-15"-8"-3865,5 2-523,7 3-53,-1 1 0,0 0-1,0 0 1,0 0 0,0 0-1,0 0 1,0 1 0,-6-2-1,9 3-14,1 0 0,-1 0-1,0 0 1,1 0-1,-1 1 1,0-1 0,0 0-1,1 0 1,-1 0 0,0 0-1,1 1 1,-1-1 0,0 0-1,1 1 1,-1-1-1,0 0 1,1 1 0,-1-1-1,1 1 1,-1-1 0,1 1-1,-1-1 1,0 2-1,0 0 2,0 0-1,0 0 0,0 0 0,1 0 0,-1 1 0,1-1 0,-1 0 1,1 1-1,0-1 0,0 0 0,0 3 0,-8 668 780,8-659-839,-1-11-177,1 1 0,0 0 0,0-1 0,0 1 0,1-1 0,-1 1-1,1-1 1,2 7 0,3-5-2567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32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0 3057,'0'0'2876,"0"9"-2788,0 19-51,-9 183 212,-3-126-84,-2 3-23,-1 109-1,15-195-117,0-11 4,-1-1 0,1 1 0,1-1 0,0 1-1,0-1 1,5-17 0,24-52-32,-20 56 13,8-19-9,37-63 0,-46 90 0,1 0 0,0 1-1,1 1 1,1-1 0,0 2-1,1 0 1,19-15 0,-25 23-5,-1 0 1,0 1-1,1 0 1,0 0-1,0 0 1,0 1-1,8-2 1,-13 3 1,-1 1 1,0-1-1,1 1 1,-1 0 0,1 0-1,-1-1 1,1 1 0,-1 0-1,1 0 1,-1 1-1,1-1 1,-1 0 0,0 0-1,1 1 1,-1-1 0,1 0-1,-1 1 1,0-1-1,1 1 1,-1 0 0,0 0-1,0-1 1,1 1 0,-1 0-1,0 0 1,0 0-1,0 0 1,0 0 0,0 0-1,0 0 1,-1 0 0,1 1-1,0-1 1,0 0-1,-1 0 1,1 1 0,-1-1-1,1 0 1,-1 1 0,1 2-1,1 25 11,-2 0-1,0 1 1,-2-1 0,-1 0-1,-2 0 1,-1 0 0,-12 33-1,17-56-3,-29 102 151,27-93-125,0 0 0,2 1 0,0-1 0,0 1 0,3 16 0,-2-30-28,0-1-1,1 1 0,-1 0 1,1-1-1,-1 1 0,1 0 1,-1-1-1,1 1 0,0-1 1,0 1-1,0-1 0,0 1 1,0-1-1,0 0 0,0 0 1,1 1-1,-1-1 0,0 0 0,1 0 1,-1 0-1,1 0 0,-1-1 1,1 1-1,0 0 0,-1 0 1,4 0-1,3 1 4,0-1 0,0 0 0,0-1 0,15 0 0,-13 0-4,6 0 1,0-1-1,0 0 1,-1-1 0,1-1 0,-1-1 0,0 0 0,1 0-1,-2-2 1,1 0 0,-1 0 0,0-1 0,0-1 0,-1 0-1,0-1 1,20-17 0,-16 11-21,-1 0 0,0-1-1,-1-1 1,-1-1 0,-1 1-1,-1-2 1,0 0 0,9-22 0,-13 25 9,-2-1 1,0-1 0,-1 1 0,0-1 0,-2 0-1,0 0 1,-1 0 0,-1 0 0,-1 0-1,-3-21 1,3 35 8,-1 0-1,0 1 1,1-1-1,-2 0 1,1 1-1,0-1 1,-1 1-1,1-1 1,-1 1-1,0 0 1,-1 0-1,1-1 1,0 1-1,-1 1 1,-5-6-1,4 5 1,-1 0-1,0 0 0,1 1 0,-1-1 0,0 1 1,-1 0-1,1 1 0,0-1 0,-1 1 0,1 0 1,-7-1-1,-1 1 16,0 0 0,0 0 0,0 1 0,-16 2 0,23-1 5,0 0 0,0 0 0,1 1 0,-1 0 0,1 0 0,-1 0 0,1 0 0,0 1 0,0 0 0,0 0 0,0 0 0,-5 5 0,3-1 40,0 1-1,0-1 1,1 1 0,0 1-1,1-1 1,0 1-1,0 0 1,0 0-1,-3 11 1,3-2 128,0 0 0,1 1 0,1-1 0,-1 22 0,3-30-101,1 1 1,0 0-1,1 0 0,0-1 0,6 20 1,-5-23-58,0 0 1,1-1 0,0 0-1,1 1 1,-1-1-1,1 0 1,1-1-1,-1 1 1,1-1 0,7 8-1,-1-5-2,-1 0 0,1 0 0,1-1 0,-1-1 0,1 1 0,0-2 0,18 6 0,-3-2 3,2-2 1,43 7-1,102 0-396,10-12-1554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15 225 2609,'0'0'782,"0"-20"-233,-5-153 1306,6 167-1568,-1 4-160,0 0 1,0 0-1,0 1 1,0-1-1,0 0 1,0 0-1,0 0 1,-1 1-1,1-1 1,-1 0-1,1 0 1,-2-1 0,1 3-116,1 1 1,-1 0-1,1 0 1,-1 0 0,0 0-1,1-1 1,0 1-1,-1 0 1,1 0 0,0 0-1,-1 0 1,1 0-1,0 0 1,0 0 0,0 0-1,0 0 1,0 0-1,0 0 1,0 0 0,0 0-1,1 0 1,-1 1-1,0 4 13,-1 84 44,4 118 132,-3-201-466,2 1-1,-1-1 1,1 1 0,4 8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3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 3378,'0'0'1024,"-67"133"-464,67-93 177,13-3-113,28-18-336,11-9-208,0-10 32,-3 0-32,-13-19-32,-15-11 16,-13-2 16,-8 5-80,0 4-32,-3 9-1168,-7 9-785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5 485 3810,'0'0'2195,"-5"1"-1454,5-1-719,36-27 294,-1 0 0,32-33-1,-39 34-266,0 1-41,-2-2 1,37-46 0,-55 63-4,-1 0-1,-1-1 1,1 0 0,-2 0 0,0 0 0,0-1 0,-1 1 0,-1-1 0,0 0 0,0-1 0,0-14 0,-3 24-3,0 1 1,0-1-1,0 1 0,0-1 1,-1 1-1,1 0 0,-1-1 1,0 1-1,1 0 0,-1-1 1,-1 1-1,1 0 0,0 0 1,0 0-1,-1 0 0,1 0 1,-4-4-1,1 4 8,1-1 0,0 1 0,-1 0 0,1 0 0,-1 0 0,0 1 0,0-1 0,1 1 0,-1 0 0,-6-2 0,-2 2 32,0-1 1,-1 1 0,1 1 0,0 0-1,-1 1 1,-21 4 0,32-5-36,0 0 0,0 1 0,0-1 0,0 1 1,0 0-1,0-1 0,1 1 0,-1 0 0,0 0 1,0 0-1,0 0 0,1 0 0,-1 1 0,1-1 0,-1 0 1,1 1-1,-1-1 0,1 1 0,0 0 0,0-1 0,0 1 1,0 0-1,0-1 0,0 1 0,1 0 0,-1 0 0,0 0 1,1 0-1,-1 3 0,1-2-5,0 1 1,1-1-1,-1 0 1,1 0-1,-1 0 1,1 0-1,0 0 1,1 0-1,-1-1 0,0 1 1,1 0-1,-1 0 1,1-1-1,0 1 1,0-1-1,0 1 1,1-1-1,-1 0 0,5 3 1,22 15 46,2-1-1,59 26 1,4 3-35,-59-29-11,-2 1 1,57 46-1,-80-56-2,0-1-1,0 1 1,-1 0-1,0 1 1,-1 0-1,0 0 1,-1 1-1,0 0 1,-1 0-1,-1 0 1,7 21-1,-9-22 1,-1-1 0,0 2 0,-1-1 0,0 0 0,0 0 0,-2 0 1,-1 13-1,2-19 1,-2 0 1,1 0-1,-1 0 1,1 0-1,-1 0 1,-1-1-1,1 1 1,-1 0-1,0-1 0,0 0 1,0 0-1,-1 0 1,1 0-1,-1 0 1,0-1-1,0 0 1,-6 4-1,-5 2 39,-1-1 0,0 0 0,0-1-1,-1-1 1,1-1 0,-1 0-1,-1-1 1,1 0 0,-1-2 0,1 0-1,-1-1 1,0 0 0,0-2 0,-29-3-1,45 3-13,0 1 0,0-1-1,0 0 1,0 0 0,0 0-1,1 0 1,-1 0 0,0 0-1,1 0 1,-1 0 0,0-1-1,1 1 1,0-1 0,-1 1-1,1-1 1,0 1-1,0-1 1,0 0 0,0 0-1,0 1 1,0-1 0,1 0-1,-1 0 1,1 0 0,-1 0-1,1 0 1,-1-2 0,1-1-4,0 1 1,-1 0 0,2-1-1,-1 1 1,0 0-1,1-1 1,0 1 0,0 0-1,0 0 1,1 0-1,3-8 1,0 5-23,1 1-1,-1 0 0,1 0 1,0 0-1,1 0 1,-1 1-1,1 0 1,0 1-1,1 0 0,-1 0 1,1 0-1,0 0 1,0 1-1,0 1 1,15-4-1,-7 2-3,1 1-1,-1 1 0,1 0 1,0 1-1,0 0 1,-1 2-1,25 2 1,-39-3-7,0 1 0,0-1-1,1 1 1,-1 0 0,0 0 0,0 0 0,0 0 0,0 0 0,0 0 0,0 0-1,0 1 1,0-1 0,-1 0 0,1 1 0,0 0 0,-1-1 0,0 1 0,1 0-1,-1 0 1,0 0 0,0 0 0,0 0 0,0 0 0,0 0 0,0 0 0,-1 0-1,1 0 1,-1 0 0,0 0 0,1 1 0,-1-1 0,0 0 0,-1 4 0,0 5-1695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109 406 352,'0'0'2201,"0"-24"-1248,0-154 898,2 115-332,-1 25-196,-4-60 0,0 93-964,0 11-262,-3 18-97,-20 151 283,-23 161 752,27 6-651,22-307-432,0-33-24,1 8-169,-1-10 203,0 0 0,0 0 0,0 0-1,0 1 1,0-1 0,0 0 0,0 0 0,0 0-1,0 0 1,0 0 0,0 0 0,0 0-1,1 0 1,-1 0 0,0 0 0,0 1-1,0-1 1,0 0 0,0 0 0,0 0 0,0 0-1,0 0 1,1 0 0,-1 0 0,0 0-1,0 0 1,0 0 0,0 0 0,0 0-1,0 0 1,0 0 0,1 0 0,-1 0 0,0 0-1,0 0 1,0 0 0,0 0 0,0 0-1,0 0 1,0 0 0,1 0 0,-1 0-1,0 0 1,0 0 0,0 0 0,0-1-1,0 1 1,0 0 0,0 0 0,0 0 0,0 0-1,0 0 1,1 0 0,-1 0 0,0 0-1,0 0 1,7-9-3595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4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351 1 1489,'0'0'6307,"-169"153"-5859,115-92-320,2-4-128,13-5 0,10-20-1953,22-15-3185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 3794,'0'0'3473,"223"-32"-3393,-83 22-80,3 10 0,-19 0-16,-25 0-576,-42 0-897,-41 0-1056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5:46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561 178 480,'0'0'4087,"6"-22"-3220,16-69-256,-21 89-585,-1 0 0,1 0-1,-1 1 1,0-1-1,0 0 1,1 0 0,-2 0-1,1 0 1,0 0-1,0 0 1,-1 0-1,1 0 1,-1 0 0,1 0-1,-1 0 1,0 0-1,0 0 1,-2-2-1,2 3 0,-1 0 0,1-1 0,-1 1-1,0 0 1,1 1 0,-1-1 0,0 0-1,0 0 1,1 1 0,-1-1 0,0 1-1,-2-1 1,-5-1 77,-12-2 79,0 0 0,0 2 0,0 0 0,-1 1 0,-33 4 0,40-3-93,1 1-21,1 0-1,0 1 1,0 0-1,0 1 1,0 0 0,0 1-1,0 1 1,1 0-1,0 0 1,-17 11-1,15-6 56,0-1-1,1 2 0,1 0 0,-1 0 0,2 1 0,0 1 0,-14 20 0,10-9 39,1 1 0,2 0 0,0 0-1,2 1 1,1 0 0,1 1 0,1 0 0,2 0 0,-3 40 0,6-37-38,1 1 0,2 0 0,7 45-1,-5-60-89,1 0 0,1 0 0,0 0 0,1-1 0,1 0-1,1 0 1,0 0 0,12 15 0,-4-9-18,2-1 0,0 0 1,1-1-1,1-2 0,1 1 1,1-2-1,0-1 0,1-1 0,1 0 1,0-2-1,1 0 0,1-2 1,-1-1-1,2-1 0,-1 0 0,49 5 1,-44-8-8,1-3 1,0 0-1,0-2 1,60-7-1,-78 5-4,-1 0 0,0-2 0,0 1 0,0-2 0,0 1 0,-1-2 0,1 0 0,-1 0 0,-1-1 1,1 0-1,-2-1 0,1 0 0,16-17 0,-18 16 0,-1-1 1,0-1-1,-1 0 0,0 0 1,0 0-1,-1-1 1,-1 1-1,0-1 0,3-17 1,-3 6 0,-1 0 1,-1 0-1,-1-1 0,-2-28 1,-2 25-4,-1 0 0,-2 0 0,-1 0 0,-1 0 1,-1 1-1,-1 0 0,-2 1 0,-1 0 0,0 0 0,-21-27 0,11 20 2,-2 1-1,-1 1 1,-1 2-1,-1 0 0,-2 2 1,-59-43-1,69 57-4,0 0-1,-1 2 1,0-1-1,-31-9 1,38 16-11,0 0 1,0 1-1,-1 0 0,0 1 1,1 1-1,-1 0 1,0 1-1,-18 1 1,29-1-83,-1 0 0,1 1 0,0-1 0,-1 1 0,1 0 0,-1 0 0,1 0 0,0 0 0,0 0 1,0 1-1,0-1 0,0 1 0,0 0 0,0 0 0,0 0 0,1 0 0,-1 0 0,1 1 0,-1-1 0,1 1 0,0-1 1,0 1-1,1 0 0,-1 0 0,-1 3 0,-6 29-5185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30 701 4978,'0'0'2583,"2"-17"-2452,4-53 174,-3 1 0,-8-93 0,5 159-300,-36-377 523,53 960-559,57 1 11,-62-519-825,-5-22-2117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0 4290,'0'0'2655,"-30"15"-2149,-5 2-205,-59 38-1,86-48-256,1 0 0,0 0-1,1 0 1,-1 1 0,1-1 0,1 2 0,0-1 0,0 0 0,0 1 0,1 0 0,0 0 0,1 1 0,0-1 0,1 1 0,0-1 0,-2 16 0,3-19-34,-3 28 61,0 0-1,4 68 0,0-94-65,1 1-1,0 0 1,1-1-1,0 0 1,0 1-1,1-1 1,0 0 0,0 0-1,1 0 1,0 0-1,0-1 1,1 0-1,0 1 1,0-2 0,1 1-1,0-1 1,0 0-1,1 0 1,-1 0-1,1-1 1,0 0-1,1 0 1,-1-1 0,1 0-1,0-1 1,0 1-1,0-2 1,0 1-1,1-1 1,10 2 0,-6-2 2,1 0 1,-1-1-1,1-1 1,-1 0-1,1-1 1,-1 0 0,15-3-1,-22 2-4,1 0 0,-1 0 0,0 0 0,-1-1 0,1 1-1,0-1 1,-1-1 0,1 1 0,-1-1 0,0 0 0,0 0 0,-1 0-1,1-1 1,-1 0 0,0 0 0,6-10 0,-3 3 3,-1-1 0,-1-1 0,0 1 1,-1-1-1,0 0 0,-1 0 0,-1 0 0,0 0 1,-1-1-1,0 1 0,-1 0 0,-1-1 0,0 1 1,-1 0-1,-1 0 0,0 0 0,-1 0 0,0 0 1,-1 0-1,-1 1 0,0 0 0,0 0 0,-2 1 1,1 0-1,-2 0 0,1 1 0,-14-13 0,19 21-6,-40-38-190,40 39 110,-1 0 0,1-1 0,0 1 0,-1 1 0,1-1 0,-1 0 0,0 1 0,1-1 0,-1 1 0,0 0 0,0 1 0,-6-2 0,1 4-2673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4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57 185 4066,'0'0'3583,"-8"0"-3276,6 0-305,0 0 0,0 1 0,0-1 0,0 0 0,1 0 0,-1 1 1,0-1-1,0 1 0,0 0 0,1-1 0,-1 1 0,0 0 0,1 0 1,-1 0-1,1 0 0,-1 1 0,1-1 0,-3 3 0,2-1 0,0 0 1,1 1-1,-1 0 0,1-1 0,0 1 0,0 0 0,0-1 1,1 1-1,-1 0 0,1 0 0,0 4 0,-2 30 25,2 0-1,2 0 1,8 49-1,-7-70-17,1 0-1,1 0 0,0-1 1,1 0-1,1 0 0,1 0 1,0-1-1,1 0 0,18 23 1,-24-34-7,1 1 1,0-1 0,0-1-1,0 1 1,0-1 0,1 1 0,0-1-1,-1 0 1,1-1 0,0 1-1,8 2 1,-4-3 4,1 0-1,-1 0 1,1-1 0,0 0-1,19-1 1,-23-1-6,0 0 1,0 1 0,0-2-1,0 1 1,-1-1-1,1 0 1,0 0-1,0 0 1,-1-1 0,0 0-1,8-5 1,-4 1-8,0 0 1,-1-1-1,0 0 1,0 0-1,12-18 1,-9 9-14,-1 0 1,-1-1 0,0 1 0,-2-2-1,0 1 1,-1-1 0,4-21 0,-3 2 16,-3-1 1,-1 1-1,-2-1 0,-6-59 1,-2 69 73,6 28-64,1 0 0,-1 0-1,1 0 1,-1 0-1,1 1 1,-1-1-1,1 0 1,-1 0 0,0 0-1,1 1 1,-1-1-1,0 0 1,0 1-1,0-1 1,1 1-1,-1-1 1,0 1 0,0-1-1,0 1 1,0 0-1,0-1 1,0 1-1,0 0 1,0 0 0,-1 0-1,1 0-7,1 0 1,-1 0-1,1 0 0,-1 0 1,1 0-1,-1 0 0,1 1 1,-1-1-1,1 0 0,-1 0 1,1 0-1,-1 1 0,1-1 0,0 0 1,-1 1-1,1-1 0,-1 1 1,1-1-1,0 0 0,0 1 1,-1-1-1,1 1 0,0-1 1,0 1-1,-1-1 0,1 1 0,0-1 1,0 1-1,0 0 0,-3 19-17,3-15 15,0 179-17,0-175 22,1 0 1,1 0-1,0 0 1,0 0 0,0 0-1,1-1 1,1 0-1,-1 1 1,1-1-1,1 0 1,8 12 0,-9-15 0,0-1 1,0 1 0,0-1 0,1 0-1,-1 0 1,1 0 0,0-1 0,0 1-1,0-1 1,1 0 0,-1-1 0,1 1 0,-1-1-1,1 0 1,0-1 0,0 0 0,0 1-1,9-1 1,-8 0 21,0-1 1,0 0-1,0-1 0,-1 1 0,1-1 1,0-1-1,-1 1 0,1-1 0,-1 0 1,1-1-1,-1 0 0,0 0 0,0 0 1,0 0-1,0-1 0,-1 0 0,1 0 0,-1-1 1,0 0-1,-1 1 0,1-2 0,-1 1 1,0 0-1,0-1 0,0 0 0,-1 0 1,0 0-1,0 0 0,2-8 0,0-1 28,-1 0 0,0 0-1,-1 0 1,1-31 0,-3-66 129,-2 62-200,-7-76-2741,8 107-177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2993,'0'0'2175,"26"15"-1668,89 44-278,-106-55-219,1-1 1,-1 0-1,1-1 1,-1 0-1,1 0 1,0-1-1,0 0 1,0-1-1,-1 0 1,11-2-1,10 1 3,-29 1-13,19 1 8,0-2 1,0 0-1,0-1 0,0-1 0,20-5 1,-36 6-7,1 1-1,-1-1 1,0 1 0,0-1 0,0 0 0,0-1 0,0 1 0,0-1 0,-1 0-1,1 1 1,-1-2 0,0 1 0,0 0 0,0-1 0,0 1 0,0-1 0,-1 0-1,0 0 1,0 0 0,0 0 0,0 0 0,0 0 0,-1-1 0,0 1 0,0-1 0,0 1-1,-1-1 1,1-6 0,-1 6 4,0 0 1,-1 0-1,1 0 0,-1 0 0,0 0 1,-1 0-1,1 0 0,-1 0 0,0 1 1,0-1-1,0 1 0,-1-1 1,0 1-1,0 0 0,0 0 0,0 0 1,-1 0-1,1 0 0,-1 1 0,0 0 1,0 0-1,0 0 0,0 0 0,-6-2 1,-10-5 113,-1 0 1,0 2 0,-1 0 0,-24-4-1,15 5 185,-1 3-1,1 0 0,-62 2 0,90 2-290,-1 0-1,0 1 1,0-1-1,0 1 1,1 0-1,-1 0 1,0 0-1,1 1 1,-1-1 0,1 1-1,-1 0 1,1 0-1,0 0 1,0 0-1,0 1 1,0-1-1,0 1 1,1 0 0,-1-1-1,1 1 1,0 1-1,-1-1 1,1 0-1,1 0 1,-4 7-1,-1 6-2,1-1 0,1 1-1,0 0 1,-3 29 0,2-11 4,2 0 0,3 67 1,1-89-14,0-1 0,1 1 0,0-1 0,1 1 1,0-1-1,1 0 0,0 0 0,1 0 0,0-1 1,1 0-1,0 1 0,9 10 0,-5-10-225,1 0 0,0-1 0,1 0 0,0 0 0,0-1 0,1-1 0,1 0-1,-1-1 1,1 0 0,0-1 0,0-1 0,1 0 0,0-1 0,0 0 0,27 2 0,48-3-3632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5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22 3874,'0'0'2433,"-14"28"-1929,-43 91-90,53-110-379,1 1 1,0-1-1,1 1 1,0 0 0,1 0-1,0-1 1,0 1-1,1 0 1,1 13 0,0 4 16,1 30-45,-1 5 751,-2-59-545,-1-8-21,-4-37 62,2 11-242,1-1-1,2 0 0,1 1 0,5-43 1,-4 69-39,1-1 1,0 1 0,0-1 0,1 1 0,-1 0 0,1 0 0,0 0 0,1 0 0,-1 0 0,1 1 0,0 0 0,0-1-1,0 1 1,1 1 0,-1-1 0,1 1 0,0 0 0,0 0 0,0 0 0,1 1 0,9-4 0,12-3-261,-1 1 0,2 1 1,33-4-1,-55 10 231,220-46-542,-215 46 924,-9 6 34,-14 16 137,4-9-541,-12 20 230,-47 87 651,60-104-693,1 0 0,0 0 0,2 1 0,-1 0 0,2-1 0,-2 26 0,4-36-120,1 0 1,0 0 0,0 1-1,0-1 1,1 0 0,-1 0-1,2 0 1,-1 0 0,0 0 0,1 0-1,0 0 1,0-1 0,0 1-1,1-1 1,-1 1 0,1-1-1,0 0 1,5 6 0,-2-5-25,1-1 1,-1 1 0,1-1 0,-1 0-1,1 0 1,0-1 0,1 0-1,-1 0 1,1-1 0,-1 0-1,12 2 1,7 0-381,48-1 0,28-2-3067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532 503 4338,'0'0'2799,"4"-9"-2319,2-8-430,-1 0-1,-1 0 1,0-1 0,-1 1 0,1-32 0,-4 18 100,1-3 1,-1-1 1,-2 1-1,-2-1 0,-8-39 1,4 48-24,-18-56 483,23 75-518,1 8-78,1 11-64,1-9 48,0 80-56,7 652 98,-7-727-42,3 32 21,-3-38-23,0-1 0,0 1-1,0 0 1,1-1 0,-1 1 0,1-1-1,-1 1 1,1 0 0,0-1 0,-1 0 0,1 1-1,0-1 1,0 1 0,0-1 0,0 0-1,0 0 1,1 1 0,0 0 0,-1-2-4,-1 0 1,1 0-1,-1 0 1,0 0-1,1 1 1,-1-1-1,1 0 0,-1 0 1,1 0-1,-1-1 1,0 1-1,1 0 1,-1 0-1,1 0 1,-1 0-1,1 0 1,-1 0-1,0-1 1,1 1-1,-1 0 1,1 0-1,-1-1 1,0 1-1,1 0 1,-1 0-1,0-1 0,0 1 1,1 0-1,-1-1 1,0 1-1,0-1 1,1 1-1,-1 0 1,0-1-1,0 1 1,0-1-1,0 1 1,1 0-1,-1-1 1,0 1-1,0-1 1,0 1-1,0-1 0,0 1 1,0-1-1,0 1 1,2-30-472,0 1-1,-4-49 1,0 47 256,1 16 128,-1-1 0,0 1 0,-1-1 0,-1 1 0,0 0 0,-1 0-1,-1 1 1,0-1 0,-1 1 0,-13-19 0,14 23 73,-2 0 0,1 1 0,-1 0-1,0 0 1,-1 1 0,0 0 0,-1 1 0,1 0 0,-1 0-1,-1 1 1,1 0 0,-1 1 0,0 0 0,-15-4 0,13 6 38,0 0 0,0 0 0,0 2 0,0-1 0,0 2 0,0 0 0,0 0 1,-1 1-1,-15 3 0,21-2 18,0 1 0,0 0 0,0 0 1,0 0-1,0 1 0,0 0 0,1 0 0,0 1 0,0 0 1,0 0-1,1 1 0,-1 0 0,1 0 0,-9 13 1,7-6 51,0 0 0,0 1 0,1 0 1,1 0-1,1 0 0,0 1 0,1 0 1,0 0-1,-2 23 0,4-25-24,1 0 0,1 0 0,0 0 0,0 1 0,2-1 0,-1 0-1,2 0 1,0 0 0,0-1 0,1 1 0,9 18 0,-6-19-42,1-1 0,0 0 1,0 0-1,1 0 0,1-2 0,0 1 0,0-1 1,1 0-1,0-1 0,22 13 0,-7-8-22,0 0 0,1-2-1,0-1 1,36 8 0,-12-7-785,0-3 0,0-2 1,78-2-1,-1-4-3365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4562,'0'0'3650,"0"-54"-3618,0 108-32,0 11 256,0-2-160,0-1-16,0-11-32,0-7-48,0-11-320,0-9-1345,3-16-512,12-8-944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6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1 2961,'0'0'4194,"-98"33"-4098,119-33 80,11 0-176,7 0-1584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906 111 1217,'0'0'4882,"-12"-18"-4159,4 4-593,4 7-73,-1-1 1,1 0 0,-2 1 0,-11-13-1,14 17-24,0 1 0,0-1 0,-1 0 0,1 1-1,-1 0 1,1 0 0,-1 0 0,0 0 0,0 1-1,0-1 1,0 1 0,0 0 0,-1 0 0,1 1 0,0-1-1,-5 1 1,0 0-2,1 0-1,0 0 1,-1 1 0,1 0-1,0 0 1,-1 1 0,1 0-1,0 1 1,0 0-1,1 0 1,-1 0 0,1 1-1,-1 0 1,1 1-1,0 0 1,1 0 0,-1 0-1,-9 10 1,5 0-28,0 0 0,1 0 0,1 0 0,1 1 1,0 1-1,0 0 0,2 0 0,0 0 0,1 0 0,1 1 0,1 0 1,0 0-1,1 0 0,1 0 0,1 0 0,4 36 0,-3-48-3,0-1 0,0 0 0,0 0 1,1 0-1,0 0 0,0 0 0,0 0 0,0-1 0,1 1 0,0 0 0,0-1 0,0 0 0,0 0 1,1 0-1,0 0 0,-1-1 0,1 1 0,1-1 0,-1 0 0,0 0 0,1 0 0,0-1 0,-1 0 0,1 0 1,5 2-1,4 0 0,0-1 1,0 0-1,0-1 1,0-1 0,1 0-1,-1-1 1,0 0 0,18-3-1,-25 2 3,-1 0 0,0-1-1,0 1 1,0-1 0,0 0-1,0-1 1,0 1 0,-1-1 0,1-1-1,-1 1 1,0-1 0,0 1-1,0-2 1,0 1 0,-1 0-1,1-1 1,-1 0 0,-1 0 0,1 0-1,-1 0 1,1-1 0,-1 1-1,-1-1 1,1 0 0,2-11-1,0-1 14,-2-1-1,0 0 0,0 1 0,-2-1 1,-1 0-1,0 0 0,-4-30 0,2 38 7,0 0 0,0 1 0,-1-1 0,0 1-1,-1-1 1,0 1 0,-1 0 0,0 0 0,0 1 0,-7-10-1,12 19-20,-1 1-1,1-1 1,0 0-1,0 0 0,0 0 1,0 0-1,0 1 1,0-1-1,0 0 0,0 0 1,0 0-1,0 0 1,0 1-1,0-1 1,-1 0-1,1 0 0,0 0 1,0 0-1,0 0 1,0 0-1,0 1 0,-1-1 1,1 0-1,0 0 1,0 0-1,0 0 0,0 0 1,-1 0-1,1 0 1,0 0-1,0 0 1,0 0-1,-1 0 0,1 0 1,0 0-1,0 0 1,0 0-1,-1 0 0,1 0 1,0 0-1,0 0 1,0 0-1,0 0 0,-1 0 1,1 0-1,0 0 1,0 0-1,0-1 0,0 1 1,0 0-1,-1 0 1,1 0-1,0 0 1,0 0-1,0-1 0,0 1 1,0 0-1,0 0 1,-1 0-1,1 0 0,0 0 1,0-1-1,0 1 1,0 0-1,-1 13-24,1 1 0,1 0 0,0 0 1,0-1-1,6 21 0,-2-1 15,20 131 5,4 175 0,-28-306 4,-5 326-26,1-316 23,-3-2 0,-1 1 0,-2-1 0,-2 0-1,-2-1 1,-25 57 0,28-78 4,0 0 0,-1-1 0,-1 0-1,-1-1 1,-1 0 0,-24 24 0,26-31 1,-1 1 0,0-2-1,0 0 1,0-1 0,-1 0 0,-1-1 0,1 0-1,-1-2 1,-24 7 0,15-6 4,-2-1 0,1-2 0,-1 0 0,1-2-1,-1 0 1,1-2 0,-1-1 0,1-1 0,-1-1 0,-29-10 0,42 10 12,-1 0 1,1-1-1,0-1 0,1 0 1,-1-1-1,1 0 0,1-1 1,-1-1-1,1 0 1,1 0-1,0-1 0,0 0 1,1-1-1,0 0 1,0 0-1,2-1 0,-1 0 1,2 0-1,-1-1 0,-4-16 1,4 7-1,2 0 0,0 0 0,2-1 0,0 0 1,2 1-1,0-1 0,2 0 0,0 0 0,2 0 0,0 1 0,2-1 0,0 1 1,1 0-1,2 1 0,18-41 0,-13 38-22,0 0 1,1 1-1,2 1 1,0 0-1,1 1 1,1 1-1,1 0 0,1 2 1,1 0-1,0 1 1,1 1-1,1 1 1,26-12-1,-34 20-2,0 1 0,0 0 0,1 2 0,0-1 0,0 2 0,0 0 0,33-1 0,-46 4 2,1-1 1,-1 1-1,0 0 1,0 1-1,1-1 1,-1 1-1,0-1 0,0 1 1,0 0-1,0 0 1,0 0-1,0 1 1,0-1-1,0 1 0,0-1 1,3 3-1,-4-1 1,0 0-1,0 0 1,0 0 0,0 0-1,0 0 1,-1 0-1,1 1 1,-1-1-1,0 1 1,0-1 0,0 1-1,0-1 1,-1 1-1,1 3 1,1 56-1451,3-49-1697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7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6 3762,'0'0'3825,"1"-6"-3282,-3 14-560,-16 326 728,17-192-4285,1-172 1798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227 1 624,'0'0'4354,"-191"41"-3970,162 7 241,23-4 143,6 4-336,47-19-224,25-14 161,5-15-225,-12 0-80,-20-9 96,-21-26 256,-24-4 96,0 0-416,-6 4-96,-15 8-560,12 12-1073,9 6-1840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0 4242,'0'0'4442,"-2"17"-4298,-9 283 1179,6-74-816,-7 119 80,12-342-583,0 0 0,0 0 0,0-1 0,0 1 0,0 0 0,1 0 0,-1 0 0,1 0 0,0-1 0,0 1 0,0 0 0,0-1 0,0 1-1,1-1 1,-1 1 0,1-1 0,0 0 0,3 4 0,-1-3 3,-1-1-1,1 0 0,0 0 1,0-1-1,0 1 0,0-1 1,0 0-1,0 0 0,1 0 1,-1-1-1,0 1 0,6-1 1,4 1-29,0 0 0,-1-1 0,1 0 0,0-1 1,0-1-1,0 0 0,-1-1 0,1-1 0,-1 0 1,0 0-1,21-11 0,-16 5-606,0-1 0,-1-1 1,-1 0-1,0-1 0,23-24 0,-28 23-672,-1 0 0,9-16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8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6195,'0'0'432,"160"-9"-336,3 6 160,16 3-176,-10 0-80,-29 0-480,-54-9-1105,-62-2-3009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80 196 3666,'0'0'515,"-4"-26"-361,-3-8 27,0 4 314,-4-59 1,11 73 273,0 31-165,-21 730-3,16-657-587,5-52 0,-3-1 0,0 0-1,-13 51 1,13-138 365,3 23-347,1 0 1,2 0-1,0 0 1,14-48-1,-13 63-27,1 1-1,0 1 0,0-1 0,2 1 0,-1 0 0,2 0 0,0 1 0,0 0 1,1 1-1,0-1 0,0 2 0,14-11 0,-13 12-7,1 1 0,0 0 0,0 0 0,1 1 0,0 1 0,0 0 0,0 1 0,0 0 1,1 1-1,0 0 0,0 1 0,-1 0 0,1 1 0,0 1 0,0 0 0,0 0 0,0 2 0,13 2 0,-21-3 3,0 1 0,-1 0 0,1 0-1,-1 0 1,1 1 0,-1-1 0,0 1 0,0 0 0,-1 0-1,1 1 1,0-1 0,-1 1 0,0 0 0,0 0 0,0 0 0,0 0-1,-1 0 1,0 0 0,0 1 0,0-1 0,0 1 0,1 7-1,1 4 31,-1 1 0,0-1 0,-2 1 0,0-1 0,-1 25 0,-1-33 12,0 0-1,0 0 0,0 0 1,-1-1-1,0 1 1,0 0-1,-1-1 1,0 0-1,-1 1 1,1-1-1,-1 0 0,-7 8 1,2-4 31,-1-1 1,0 1 0,-1-2-1,0 0 1,0 0-1,-14 7 1,-4 3 43,-1-2 0,-39 16 0,57-28-462,0-1-1,-1 0 1,1 0-1,-1-2 0,0 1 1,0-2-1,0 0 1,-23 0-1,14-6-3013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09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1 302 4402,'34'0'760,"110"-2"-608,-114 2-135,-1 1 0,1 1-1,44 10 1,-5 0 23,-49-9-32,0-2-1,0 0 1,0-1-1,32-5 1,-50 4-6,1 0 0,-1 0 0,1 0 0,-1 0 0,0 0 0,0-1 0,1 1 0,-1-1 0,0 0 0,-1 1 0,1-1 1,0 0-1,0 0 0,-1 0 0,1 0 0,-1-1 0,0 1 0,1 0 0,-1-1 0,0 1 0,-1 0 0,1-1 0,0 0 1,-1 1-1,1-1 0,-1 1 0,0-1 0,0 1 0,0-6 0,0 1 8,0 0-1,0 0 1,-1 0 0,0 0-1,-1 1 1,1-1 0,-1 0 0,0 1-1,-1-1 1,0 1 0,-3-7-1,-4-1 43,-1 0 0,0 1 0,-1 0 0,-1 1-1,0 0 1,0 1 0,-1 0 0,-1 1 0,1 1 0,-2 0-1,1 1 1,-1 1 0,0 1 0,-1 0 0,1 1 0,-1 0-1,0 1 1,-1 2 0,1-1 0,-32 1 0,43 3 3,0 0 1,-1 0 0,1 0-1,0 1 1,0 0-1,0 0 1,1 1 0,-1 0-1,0 0 1,1 0-1,0 0 1,-1 1 0,1 0-1,1 0 1,-1 0-1,1 1 1,-1 0 0,2-1-1,-1 2 1,0-1-1,1 0 1,0 1 0,0-1-1,0 1 1,1 0 0,-2 7-1,0 0 41,0 0 0,1 0 0,0 1 0,2 0-1,-1-1 1,2 1 0,-1 0 0,2 0 0,0-1 0,1 1 0,5 21 0,-2-22-58,1 0 1,0 0 0,0 0 0,2-1 0,-1 0 0,2-1-1,-1 1 1,2-2 0,-1 1 0,1-1 0,1-1 0,0 0 0,14 9-1,3 1-88,2-1-1,0-1 1,1-2-1,44 16 0,-41-20-1162,1-2-1,0-1 0,70 7 0,-11-13-3407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229 311 3394,'0'0'3316,"7"-5"-2817,25-16-230,-30 20-260,-1 1 0,0 0 0,0-1 0,0 1 0,1 0 0,-1 0 0,0-1 0,0 1 0,1 0 0,-1 0 0,0 0 0,0 1 0,1-1 1,-1 0-1,0 0 0,0 1 0,0-1 0,1 1 0,-1-1 0,0 1 0,2 1 0,7 2 27,-4-3-31,0 0 0,-1 0 1,1 0-1,0-1 0,0 0 1,-1 0-1,1 0 0,0-1 0,-1 1 1,1-2-1,0 1 0,-1 0 1,1-1-1,6-4 0,-8 4-2,-1 0-1,0-1 0,0 0 1,0 0-1,0 0 0,0 0 1,-1 0-1,0 0 0,1-1 1,-1 1-1,0-1 0,-1 0 1,1 0-1,-1 1 0,1-1 1,-1 0-1,0 0 0,-1 0 1,1 0-1,-1 0 0,1-5 1,-1 1-3,-1 1 0,1-1 1,-1 1-1,0-1 1,-1 1-1,0 0 1,0 0-1,-1 0 1,0 0-1,0 0 0,0 0 1,-1 1-1,0-1 1,0 1-1,-1 0 1,1 0-1,-2 1 1,1 0-1,0-1 0,-1 2 1,0-1-1,0 1 1,-11-6-1,6 3 4,-1 1-1,0 0 0,0 1 0,0 0 1,-1 1-1,1 1 0,-1 0 1,0 0-1,0 1 0,0 1 0,-1 0 1,-25 3-1,32-1 17,0 1 0,0-1 0,0 2 0,0-1 0,0 1 0,1 0 0,-1 0 0,1 1 0,0 0 0,0 0 0,0 1 0,0-1 0,1 1 0,0 0 0,0 1 0,0-1 0,0 1 0,1 0 0,0 0 0,1 1 0,-1-1 0,-4 14 0,2-4 49,1 0 1,1 0-1,0 0 1,1 1 0,1-1-1,1 1 1,0 0-1,1-1 1,2 19-1,-1-26-59,0 0 1,1-1-1,0 1 0,1-1 0,0 0 0,0 0 1,1 0-1,0 0 0,0-1 0,1 1 0,9 11 1,-6-10-12,1 0 1,0-1 0,0 0 0,1 0-1,0-1 1,0-1 0,19 10 0,-5-6-426,1-1 1,0-1 0,0-1 0,1-1-1,0-1 1,0-2 0,33 1 0,40-3-2289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0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 1969,'0'0'1425,"-27"9"-593,8-4-619,4-1-26,0 1 1,0 0-1,-23 13 0,31-15-88,0 2 0,1-1 1,0 1-1,0 0 0,0 0 0,1 0 0,0 1 1,0 0-1,0 0 0,0 0 0,1 0 0,-6 12 1,1 7 131,0-1 1,2 1-1,1 1 0,0-1 1,2 1-1,1 0 1,1 51-1,2-69-215,0-1-1,0 1 1,1-1-1,0 0 1,1 0 0,0 0-1,0 1 1,0-2-1,1 1 1,0 0-1,7 11 1,-7-13-11,1-1 0,-1 1-1,1-1 1,0-1 0,1 1 0,-1 0 0,1-1 0,0 0-1,0 0 1,0 0 0,0-1 0,0 0 0,0 0 0,1 0-1,8 1 1,-4 0 2,1-1-1,-1-1 1,1 0-1,-1 0 0,1-1 1,-1 0-1,1-1 1,-1 0-1,1-1 0,-1 0 1,0-1-1,0 0 1,0 0-1,16-9 0,-19 8-2,0 0-1,0-1 0,-1 0 1,0-1-1,0 1 0,0-1 1,0 0-1,-1 0 0,0-1 1,-1 0-1,1 0 0,-1 0 1,-1 0-1,1-1 0,-1 1 1,-1-1-1,1 0 0,-1 0 1,1-11-1,0 6 4,-1-1 0,-1 1 0,0-1-1,-1 0 1,0 1 0,-1-1 0,-1 1 0,0-1 0,-1 1-1,0 0 1,-1 0 0,-1 0 0,0 0 0,0 1 0,-8-13-1,-1 5 37,-1 1 0,-27-30 0,36 43-197,0 0 0,0 0-1,0 1 1,-1 0 0,1 1-1,-1-1 1,0 1-1,0 1 1,-1-1 0,1 1-1,-14-3 1,6 5-2506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65 335 3874,'0'0'3004,"-11"10"-2255,9-7-671,-33 24 337,34-27-407,1 1 0,-1-1 0,1 0 0,-1 1 1,1-1-1,-1 0 0,1 0 0,-1 1 0,1-1 0,-1 0 0,1 0 0,-1 0 0,0 0 0,1 0 0,-1 0 0,1 0 0,-1 0 0,0 0 0,1 0 0,-1 0 0,1 0 1,-1 0-1,0-1 0,0 1 1,1-1 1,0 0 0,-1 0-1,1 0 1,0 0-1,0 0 1,0 0 0,0 0-1,0 0 1,0 0 0,0 0-1,0 0 1,0 0-1,0 0 1,1 0 0,-1 0-1,0 0 1,1 0 0,-1 0-1,1-1 1,22-56 88,3 1 0,40-65-1,-55 102-73,24-30-1,-32 46-17,0 0-1,1 0 0,-1 0 0,1 1 0,0 0 1,0-1-1,0 1 0,0 1 0,0-1 1,1 0-1,-1 1 0,1 0 0,7-2 0,-10 4-6,-1 0 0,0 0 0,0 0 0,0 0 0,1 0 0,-1 0 0,0 1 0,0-1 0,0 0-1,0 1 1,0-1 0,0 1 0,0-1 0,0 1 0,0 0 0,0-1 0,0 1 0,0 0 0,0 0 0,0 0-1,0-1 1,0 1 0,-1 0 0,1 0 0,-1 0 0,1 0 0,0 0 0,-1 1 0,1-1 0,-1 0-1,0 0 1,1 0 0,-1 2 0,8 45-38,-8-43 38,6 316 86,-8-196-58,3-186 67,13-100 0,-11 139-74,2 0 0,0 0 0,1 0 0,1 1 0,1 0 0,1 0 0,1 1 0,16-24 0,-24 39-42,2 0 0,-1 0-1,0 1 1,1-1 0,0 1 0,0 0-1,0 0 1,1 0 0,-1 1 0,1-1-1,0 1 1,0 0 0,0 0-1,0 1 1,1 0 0,-1 0 0,1 0-1,-1 1 1,1-1 0,0 1 0,-1 0-1,11 1 1,-13 0-10,0 0 0,0 0 0,0 1 0,0-1 0,0 1 0,0 0 0,0 0 0,0 0 0,0 0 0,0 1 1,-1-1-1,1 1 0,-1-1 0,1 1 0,-1 0 0,3 2 0,0 1 5,-1 0 1,0 0 0,0 1 0,-1-1-1,0 1 1,1 0 0,1 7-1,3 10 9,-1-1 0,-1 1-1,3 30 1,-1 18 75,-3 107-1,-5-162 23,0-50-35,-2 14-81,2 0 0,0 1 0,2-1 1,0 1-1,1 0 0,0 0 0,10-27 0,-3 24-138,1 1 0,2 0 0,0 0 0,0 1 0,2 1 0,1 0 0,0 2 0,1-1 0,35-25 0,-44 37 3,1 1 0,0 0-1,0 0 1,0 1 0,1 0 0,17-4-1,-25 7 162,1 1 0,-1-1 0,1 0 0,-1 1 0,1 0 0,-1-1 0,1 1 0,-1 0 0,1 0 0,-1 1 0,1-1 0,-1 1 0,1-1 0,-1 1 0,1 0 0,-1-1 0,1 1 0,-1 1 0,0-1 0,0 0 0,0 0 0,0 1 0,0-1 0,0 1 0,0 0 0,0 0 0,0 0 0,-1-1 0,1 1 0,-1 1 0,1-1 0,0 3 0,1 6 72,0 0 0,-1 0 0,0 1-1,0-1 1,-2 1 0,0 22-1,0-15 110,-1 24 480,-1-1 0,-3 0-1,-10 49 1,12-79-564,-9 45 244,12-52-367,-1 0 0,1-1 0,0 1 0,0 0-1,0 0 1,1 0 0,-1 0 0,1-1 0,2 7 0,-2-10-57,-1-1 0,1 1-1,-1 0 1,0-1 0,1 1 0,0 0-1,-1-1 1,1 1 0,-1-1 0,1 1-1,0-1 1,-1 1 0,1-1 0,0 0-1,-1 1 1,1-1 0,0 0-1,0 1 1,-1-1 0,1 0 0,0 0-1,0 0 1,1 0 0,32 2-4121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1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6 360 5362,'0'0'1292,"31"-5"-1170,107-14-98,-105 15-132,-1-2-1,1-1 0,-1-2 0,42-16 0,-68 23 103,1-1 1,-1 0-1,1 0 0,-1-1 1,0 0-1,0 0 0,-1 0 0,1 0 1,-1-1-1,0 0 0,0 0 1,8-12-1,-10 12 37,-1 1-1,0-1 1,1 0 0,-1-1-1,-1 1 1,1 0-1,-1 0 1,0-1 0,0 1-1,-1-1 1,0 1 0,0-1-1,0 1 1,0-1 0,-1 1-1,0-1 1,-2-7 0,1 8 0,0-1 0,-1 1 0,1 0 1,-1-1-1,0 1 0,0 1 0,-1-1 1,0 0-1,1 1 0,-2 0 0,1 0 1,0 0-1,-1 0 0,1 1 0,-1-1 1,0 1-1,0 0 0,-1 1 0,1 0 1,-10-4-1,-4 0 123,-1 1-1,0 1 1,0 1 0,-35-2-1,46 5-104,0-1 0,1 2-1,-1-1 1,0 1 0,0 0-1,1 1 1,-1 0 0,1 0-1,0 1 1,-1 0-1,1 1 1,0-1 0,1 2-1,-1-1 1,1 1 0,0 0-1,0 0 1,0 1 0,1 0-1,0 1 1,0-1-1,0 1 1,1 0 0,0 0-1,-4 9 1,1-3 1,1 1 0,1 0-1,1 0 1,0 0 0,0 1 0,-4 29-1,5-12-24,2 0-1,1 37 1,1-64-24,1 0 1,-1 1-1,1-1 1,0 0-1,0 0 1,0 0-1,1 0 1,0 0 0,0 0-1,0 0 1,0 0-1,1-1 1,0 1-1,0-1 1,0 0-1,1 1 1,5 4 0,-3-4-2,0-1 0,0 0 0,1 0 0,-1-1 0,1 0 0,-1 0 0,1-1 0,0 0 0,0 0 1,0 0-1,0-1 0,12 1 0,0-1-20,-1 0 1,0-1-1,0-1 1,1 0-1,-1-2 0,0 0 1,0-1-1,-1-1 1,1 0-1,-1-2 1,0 0-1,-1 0 1,0-2-1,17-11 0,-8 3-76,0-1 0,-1-1 0,-2-1 0,0-1 0,29-35 0,-42 44 102,0 0 1,-1-1-1,-1 0 1,0 0-1,-1 0 1,0-1-1,-1 0 1,0 0-1,-2-1 1,1 1-1,-2-1 1,0 0-1,0-17 1,-2 21 37,-1-28 154,1 38-186,0 0 0,-1 0 0,1 0-1,0 0 1,0 0 0,0 0-1,-1 0 1,1 0 0,-1 0 0,1 0-1,-1 0 1,1 0 0,-1 0 0,1 0-1,-1 0 1,0 1 0,0-1-1,1 0 1,-1 0 0,0 1 0,0-1-1,0 1 1,0-1 0,1 1 0,-1-1-1,0 1 1,-2-1 0,3 1-11,-1 0 0,1 0 0,0 0 0,0 0 0,-1 0 0,1 0 0,0 0 0,-1 0 0,1 0 0,0 0 0,0 0 0,-1 0 0,1 0 0,0 0 0,0 0 0,-1 1 0,1-1 0,0 0 0,0 0 0,-1 0 0,1 0 0,0 1 1,0-1-1,0 0 0,0 0 0,-1 0 0,1 1 0,0-1 0,0 0 0,0 0 0,0 1 0,0-1 0,-1 0 0,1 0 0,0 1 0,0-1 0,0 0 0,0 1 0,0-1 0,0 0 0,0 0 0,0 1 0,0-1 0,0 0 0,0 0 0,0 1 0,0-1 0,1 0 0,-1 1 0,0-1 0,0 0 0,0 1 0,5 12-26,6 2 23,1-1 0,0 0-1,25 21 1,-18-18 3,-2 0 4,9 7-3,0 1 0,43 58 1,-62-74-4,-1 1 0,0 1 0,-1-1 0,0 1 1,-1 0-1,0 0 0,-1 0 0,0 0 0,0 1 0,-2 0 1,1-1-1,-1 1 0,-1 15 0,-1-21 11,0 1 1,-1-1-1,1 0 0,-1 1 0,0-1 1,-1 0-1,0 0 0,0 0 0,0-1 1,0 1-1,-1-1 0,0 0 0,0 0 0,-1 0 1,1 0-1,-1-1 0,0 0 0,0 0 1,0 0-1,-1-1 0,0 1 0,1-1 1,-11 3-1,5-1 157,0-1 0,0 0-1,0-1 1,-1 0 0,0-1 0,1 0 0,-1-1-1,0 0 1,0-1 0,0-1 0,1 0 0,-21-3 0,30 3-122,-1 0 0,1-1 0,-1 1 0,1 0 0,0-1 0,0 1 0,0-1 0,-1 0 0,2 0 0,-1 0 0,0 0 0,0 0 0,0 0 0,1 0 0,0-1 0,-1 1 0,1-1 0,0 1 0,0-1 0,0 1 0,0-1 0,1 1 0,-1-4 0,0 2-34,0 0-1,0 0 1,1 0-1,0 0 1,0 0-1,0 0 1,0 0-1,1 0 1,0 0-1,-1 0 1,1 0-1,1 0 1,-1 0-1,0 1 1,1-1-1,2-3 1,1 1-33,0 0-1,1 1 1,0-1 0,-1 1 0,2 0-1,11-6 1,49-26-1152,-25 16-1055,13-12-3715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2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255 108 2049,'0'0'1555,"-29"-3"-480,-156-10 1316,178 12-2103,6 2-207,-1-1 0,0 0 0,0 0 0,0 0 1,1-1-1,-1 1 0,0 0 0,1-1 0,-1 1 0,0-1 1,1 1-1,-1-1 0,0 0 0,1 0 0,-1 0 1,1 0-1,-1 0 0,-1-2 0,3 3-73,0 0-1,0 0 1,0 0-1,0-1 1,0 1 0,-1 0-1,1 0 1,0-1-1,0 1 1,0 0 0,0 0-1,0 0 1,0-1-1,0 1 1,0 0-1,1 0 1,-1 0 0,0-1-1,0 1 1,0 0-1,0 0 1,0-1 0,0 1-1,0 0 1,0 0-1,0 0 1,1 0-1,-1-1 1,0 1 0,0 0-1,0 0 1,0 0-1,1 0 1,-1 0 0,0-1-1,0 1 1,0 0-1,1 0 1,-1 0-1,0 0 1,0 0 0,0 0-1,1 0 1,-1 0-1,0 0 1,0 0 0,1 0-1,-1 0 1,0 0-1,0 0 1,13-3 21,0 1 1,0 1 0,0 0-1,15 1 1,21-1-23,177-13-2,223-20-184,-417 31 180,-26 4 2,0-1 0,1-1 0,-1 1 0,0-1 1,1 0-1,-1-1 0,0 0 0,0 0 0,6-2 0,-11 3 27,-5 2-12,-2 1-15,-1 0-1,1 1 1,0 0-1,0 0 1,1 1-1,-1 0 0,1 0 1,0 0-1,0 0 1,0 1-1,0 0 1,-5 8-1,-11 14 9,-20 36 0,25-38 10,-81 114 240,-116 129 1,207-262-196,5-5-33,0 0-1,-1 1 0,1-1 0,0 1 0,0-1 1,0 1-1,0-1 0,0 1 0,0 0 0,0-1 1,1 1-1,-1 0 0,1 0 0,-1-1 0,0 4 0,9-3 190,13-2-119,6 0 0,1-1-1,27-4 1,87-27 1,-49 10-198,132-37-3686,-137 26-1449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12 432 4386,'0'0'2607,"27"0"-2578,187 0 94,-165 1-94,-21 0-260,1 0 0,-1-2 0,1-2 1,-1 0-1,55-14 0,-79 15 186,0 1 0,0-1 0,0 0-1,0 0 1,-1 0 0,1-1 0,-1 1-1,1-1 1,-1 0 0,0 0-1,0 0 1,0-1 0,0 1 0,-1-1-1,1 1 1,-1-1 0,0 0 0,0 0-1,2-6 1,-3 5 47,1-1 1,-1 0-1,0 0 0,-1 0 0,0 1 0,0-1 0,0 0 1,0 0-1,-1 0 0,0 0 0,0 0 0,-1 1 1,1-1-1,-4-7 0,-1 2 89,0 0 1,0 1-1,-1-1 0,0 1 1,-1 0-1,0 1 0,0 0 1,-1 0-1,0 1 0,-1 0 1,0 1-1,-14-9 0,10 8 70,0 0 1,-1 2-1,0-1 0,0 2 0,0 0 0,0 1 0,-1 0 0,0 2 0,-18-2 1,17 3-23,1 1 0,-1 0 1,1 1-1,-18 4 0,27-3-98,0 0 0,0 0 0,0 0 0,1 1 0,0 0 0,-1 1 0,1-1 0,0 1 0,0 0 0,1 1 0,0-1 0,-6 6 0,0 3 23,1 0 0,0 0 0,1 1 0,0 0-1,1 0 1,1 1 0,0 0 0,-8 30 0,8-17 0,1 1 0,1 0 1,1 0-1,1 34 1,3-48-53,0 0 0,1 0 0,0 0 0,1 0 0,1 0-1,9 26 1,-8-33-9,-1 1-1,2-1 0,-1 0 0,1 0 0,1-1 1,-1 1-1,1-1 0,1 0 0,-1-1 0,1 0 1,0 0-1,11 8 0,-3-6-3,0 1 1,0-2-1,1 0 1,0-1-1,0 0 1,0-1-1,31 4 1,-2-3-220,80-1 1,-99-5-4,0-1 0,-1-2 0,1 0 0,0-2 0,-1 0 0,0-2-1,0-1 1,-1-1 0,0-1 0,-1-1 0,0-1 0,32-23 0,-32 20 140,-1-2 0,0-1 0,-2 0 1,0-2-1,24-30 0,-35 38 161,0-1 0,0-1 0,-2 1 1,0-1-1,0-1 0,-1 1 0,-1-1 0,0 0 1,-2-1-1,5-29 0,-8 45-75,3-34 506,-2-46 0,0 74-431,-2-1 0,1 1 0,-1 0 0,0-1 0,0 1 0,-1 0-1,0 0 1,0 0 0,0 0 0,-1 0 0,0 1 0,0-1 0,0 1 0,-7-9 0,9 13-47,0 0-1,0 0 1,1 1-1,-1-1 0,0 0 1,0 1-1,0-1 1,0 1-1,0-1 1,0 1-1,0-1 1,-1 1-1,1 0 1,0-1-1,-1 1 0,1 0-19,0 0 1,1 0-1,-1 0 0,1 0 0,-1 1 0,1-1 0,-1 0 0,1 0 0,-1 1 0,1-1 0,-1 0 0,1 1 0,0-1 0,-1 0 0,1 1 0,-1-1 0,1 0 0,0 1 0,-1-1 0,1 1 0,0-1 0,-1 1 0,0 3 6,0-1 0,0 0 0,0 1 1,0-1-1,0 1 0,1 0 0,0 5 0,3 426 1021,-3-430-836,0-11-78,0-29-41,-4-50-89,-6-4 32,-9-131-44,19 218 15,0 1 1,1-1 0,-1 1 0,0-1 0,0 0 0,1 1 0,-1-1-1,1 1 1,-1-1 0,1 1 0,0 0 0,0-1 0,-1 1 0,1-1-1,0 1 1,0 0 0,0 0 0,0 0 0,1 0 0,-1 0 0,0 0 0,0 0-1,1 0 1,-1 0 0,3-1 0,2-1-11,1 1 0,0 0 0,0 0 0,11-1 1,-5 1-4,194-27-308,-110 18 35,139-35 0,-205 33 440,-28 10-14,-21 9-4,4 0-65,1 1-1,0 0 1,0 1-1,1 0 1,0 1-1,0 0 1,1 1-1,0 1 1,1-1 0,-16 22-1,16-18 58,0 1 1,1 0-1,0 0 0,1 1 0,1 0 1,0 0-1,2 0 0,-1 1 1,-2 21-1,6-28-96,1 1 0,0 0 0,1-1 0,0 1 1,1-1-1,0 1 0,4 18 0,-3-23-27,0 0-1,1 0 1,0-1 0,-1 1-1,2-1 1,-1 1 0,1-1-1,0 0 1,0 0-1,0-1 1,0 1 0,1-1-1,10 7 1,-2-2-117,1-1 0,0-1 0,0 0 0,1-1-1,0 0 1,31 7 0,-12-7-1074,0-1 0,41 0 0,34-3-3210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6:13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 99 4802,'0'0'4840,"-20"6"-4413,11-3-365,0 0 1,0 1 0,0-1-1,0 2 1,1-1 0,-1 1-1,-13 12 1,17-11-13,0 0 0,1 0 0,-1 1-1,1 0 1,1 0 0,0 0 0,0 0 0,0 0 0,0 1-1,1-1 1,-1 11 0,-2 16 134,-1 42 0,5-71-173,0 12 28,1 0 1,1 0 0,0 1 0,1-1 0,0 0 0,9 27 0,-8-36-32,0 1 1,1-1 0,0-1 0,0 1 0,1 0-1,0-1 1,0 0 0,0 0 0,1-1 0,0 1-1,1-1 1,-1 0 0,1-1 0,12 8-1,-9-8-6,1 1 0,0-1-1,1-1 1,-1 0 0,0-1-1,1 0 1,0 0 0,0-2-1,0 1 1,0-1 0,0-1-1,17-2 1,-21 2-1,0-1-1,0 0 1,-1-1 0,1 0 0,0 0 0,-1-1-1,0 0 1,1 0 0,-1-1 0,-1 0 0,1 0-1,0-1 1,-1 1 0,0-1 0,0-1 0,0 1-1,-1-1 1,0 0 0,6-8 0,-4-1 8,0 1 1,-1-1-1,-1 0 1,-1 0-1,0 0 1,0-1-1,-2 0 1,0 1-1,-1-1 1,0 0-1,-1 0 1,-1 0-1,-1 0 1,0 1-1,-1-1 1,0 1 0,-2-1-1,1 1 1,-2 0-1,0 1 1,-1-1-1,-17-25 1,12 25 47,0 0 1,-1 1-1,-1 1 0,0 0 1,0 1-1,-2 1 1,1 0-1,-30-15 1,22 16-74,1 0 0,-1 2 0,0 1 0,-1 1 0,0 1 0,-35-3 0,-33-1-1558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2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423 7 4786,'0'0'2652,"4"-2"-2374,9-3-227,-10 8-11,-23 20 101,-6 1 239,-1-1 1,-60 39-1,-70 28 576,82-48-442,62-37-434,10-4-52,0 0 0,0 1-1,1-1 1,-1 0 0,0 1 0,0 0-1,1-1 1,-1 1 0,1 0 0,-1 0-1,1 1 1,-3 2 0,5-4 46,8-1 44,48 1-11,-1 2 1,1 3-1,98 23 1,-113-17-105,0 1 1,-1 2-1,-1 1 1,0 3-1,59 37 1,-92-52-134,-5-3-57,0 0 0,1 0 1,-1 0-1,0 0 1,1 0-1,-1 0 0,1-1 1,-1 1-1,1-1 1,0 1-1,-1-1 0,4 1 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3.5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484 10 3185,'0'0'5339,"0"-4"-5030,0 4-307,0-1-1,0 1 0,0 0 0,0 0 0,0 0 0,0 0 1,0-1-1,0 1 0,0 0 0,0 0 0,0 0 0,0-1 1,-1 1-1,1 0 0,0 0 0,0 0 0,0 0 0,0 0 1,0-1-1,0 1 0,0 0 0,-1 0 0,1 0 0,0 0 1,0 0-1,0 0 0,0-1 0,-1 1 0,1 0 0,0 0 1,0 0-1,0 0 0,0 0 0,-1 0 0,1 0 0,0 0 1,0 0-1,0 0 0,-1 0 0,1 0 0,0 0 0,0 0 1,0 0-1,-1 0 0,1 0 0,0 0 0,0 0 0,-17 8 49,-31 26 52,2-2 43,-177 73 1319,103-53-405,118-51-1040,1-1-1,-1 1 0,1 0 0,-1-1 1,1 1-1,-1 0 0,1 0 0,0 0 1,-1 0-1,1 0 0,0 1 0,0-1 1,0 0-1,-1 1 0,0 1 0,2-2-15,0 0 0,0-1 0,0 1 0,0-1-1,0 1 1,0-1 0,0 1 0,1 0 0,-1-1-1,0 1 1,0-1 0,0 1 0,1-1 0,-1 1-1,0-1 1,1 1 0,-1-1 0,0 1 0,1-1-1,-1 0 1,1 1 0,-1-1 0,1 0 0,-1 1-1,1-1 1,-1 0 0,1 1 0,0-1 0,7 4-1,1-1 1,0 0 0,-1-1-1,12 3 1,92 16 74,84 19-50,-151-29-30,0 3 1,55 24-1,-89-33-360,0 1-1,0 1 0,0 0 1,-1 0-1,0 1 1,15 15-1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4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394 0 4306,'0'0'4808,"-3"3"-4502,-55 46-199,-97 75 342,138-112-228,-2 0 0,1-2 0,-2 0 0,1-1 0,-1-1 0,-1-1 0,-22 5 0,164-9 649,-64-3-822,99 15 1,-130-11-204,-1 2 1,0 0-1,0 2 1,-1 1-1,0 0 1,28 17-1,-26-7-1854,-22-8-1704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4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468 30 4050,'0'0'4727,"2"-5"-4222,6-17-353,-8 22-152,0 0 1,0 0 0,0 0-1,0 0 1,0 1 0,0-1 0,0 0-1,-1 0 1,1 0 0,0 0-1,0 0 1,0 0 0,0 0-1,0 0 1,0 0 0,0 0 0,0 0-1,0 0 1,-1 0 0,1 0-1,0 0 1,0 0 0,0 0-1,0 0 1,0 0 0,0 0-1,0 0 1,0 0 0,0 0 0,-1 0-1,1 0 1,0 0 0,0 0-1,0 0 1,0 0 0,0 0-1,0 0 1,0 0 0,0-1 0,0 1-1,0 0 1,-1 0 0,1 0-1,0 0 1,0 0 0,0 0-1,0 0 1,0 0 0,0 0 0,0 0-1,0-1 1,0 1 0,0 0-1,0 0 1,0 0 0,0 0-1,0 0 1,0 0 0,0 0-1,0 0 1,0 0 0,0-1 0,0 1-1,0 0 1,0 0 0,-10 6-1,10-6 2,-86 59 36,-87 52 153,120-83 621,-99 37 1,177-63-706,189 22-59,-167-15-49,0 1 0,72 27 0,-54-8-171,-61-26-66,1-1 0,-1 1-1,0 0 1,0 1 0,0-1-1,0 1 1,0-1 0,-1 1-1,1 0 1,4 9 0,-4 9-3223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5.0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402 31 3890,'0'0'3847,"2"-8"-3607,3-14-214,-14 33-15,-23 29 67,8-18 158,-1-1 0,0-1 0,-2-1 1,0-1-1,-2-2 0,1 0 0,-2-2 1,0-1-1,-1-2 0,-61 15 0,171-23 359,-44-3-566,1 3-1,-1 0 1,0 3-1,56 15 1,-67-13-304,-1 0 0,0 1 0,-1 2 0,0 0 0,0 1 0,-1 1 0,29 25 0,-35-24-3174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5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379 9 3426,'0'0'4468,"-1"-4"-3913,1 4-551,0 0 0,0 0 0,0-1-1,0 1 1,0 0 0,-1 0 0,1-1 0,0 1-1,0 0 1,0 0 0,0 0 0,0-1 0,-1 1-1,1 0 1,0 0 0,0 0 0,0 0 0,-1-1-1,1 1 1,0 0 0,0 0 0,0 0 0,-1 0 0,1 0-1,0 0 1,0 0 0,-1 0 0,1 0 0,0-1-1,0 1 1,-1 0 0,1 0 0,0 0 0,0 0-1,-1 0 1,1 1 0,0-1 0,0 0 0,-1 0-1,1 0 1,0 0 0,-1 0 0,-14 11 71,-25 32-27,20-20 23,-4 1 214,0 0 0,-2-2 0,0-1 0,-2 0 1,0-3-1,-1 0 0,-1-2 0,-48 20 0,139-35 796,-11-2-1081,0 3 1,0 1 0,83 17-1,45 27-3385,-150-38-1508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6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19 244 2833,'0'0'5616,"-3"-15"-4767,-9-44-369,9 44-131,21 21-151,5 17-185,0 1 0,-2 1-1,-1 0 1,0 2 0,16 32 0,-18-30 14,-2 1 1,-2 0-1,16 47 0,-29-77-13,-1 0-1,0-1 1,0 1-1,0 0 1,0 0-1,0 0 1,0 0-1,0-1 1,1 1-1,-1 0 1,0 0-1,0 0 1,0 0-1,0 0 1,0-1-1,1 1 1,-1 0-1,0 0 1,0 0-1,0 0 1,1 0-1,-1 0 1,0 0-1,0 0 0,0 0 1,1 0-1,-1 0 1,0 0-1,0 0 1,0 0-1,1 0 1,-1 0-1,0 0 1,0 0-1,0 0 1,0 0-1,1 0 1,-1 0-1,0 0 1,0 1-1,0-1 1,0 0-1,1 0 1,-1 0-1,0 0 1,0 0-1,0 0 0,0 1 1,0-1-1,1 0 1,-1 0-1,0 0 1,0 0-1,0 1 1,0-1-1,0 0 1,0 0-1,0 0 1,0 1-1,8-24 581,-8 23-588,20-68 380,3-16-759,4 1-1,48-101 1,-50 142-2012,-6 15-1214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6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42 3970,'0'0'5424,"-9"-6"-4747,-3-1-509,7 4-60,-1 0-1,1 0 1,0-1 0,1 1-1,-9-10 623,23 14-669,9 4-58,-1 1 0,0 1 0,0 0 0,0 2-1,17 10 1,9 4 1,65 36 1,16 7 57,-125-66-61,1 0 0,-1 0 0,0 0 0,1 0 0,-1 0 0,0 0 0,1 0 0,-1 0 0,1 0 0,-1 0 0,0 0 0,1 1 0,-1-1 0,0 0-1,1 0 1,-1 0 0,0 1 0,0-1 0,1 0 0,-1 0 0,0 1 0,0-1 0,1 0 0,-1 0 0,0 1 0,0-1 0,0 0 0,1 1 0,-1-1 0,0 0 0,0 1 0,0-1 0,0 0 0,0 1 0,0-1 0,0 0 0,0 1 0,0-1 0,0 1 0,0-1 0,0 0 0,0 1-1,0-1 1,0 0 0,0 1 0,0-1 0,0 0 0,-1 1 0,-18 10 29,18-11-32,-378 174-937,364-169-1150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7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 21 3650,'0'0'5237,"-16"-3"-4338,-49-11-262,48 11-268,41 5-341,0 1 0,0 1 1,-1 1-1,0 1 0,36 15 1,-31-11-13,43 17 7,91 51 1,-23-10-1,-138-67-23,-1-1 1,0 0-1,1 0 1,-1 0-1,1 0 1,-1 0 0,0 1-1,1-1 1,-1 0-1,0 0 1,1 1-1,-1-1 1,0 0-1,0 1 1,1-1-1,-1 0 1,0 1-1,0-1 1,1 0 0,-1 1-1,0-1 1,0 1-1,0-1 1,0 0-1,1 1 1,-1-1-1,0 1 1,0-1-1,0 1 1,0-1 0,0 0-1,0 1 1,0-1-1,0 1 1,0-1-1,-1 1 1,1-1-1,0 0 1,0 1-1,0-1 1,0 1-1,-1-1 1,1 0 0,0 1-1,0-1 1,-1 0-1,1 1 1,0-1-1,0 0 1,-1 0-1,0 1 1,-22 17 32,-34 14-3,-88 35-1,74-37-56,5 0-996,-121 35 0,61-38-3286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1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514 184 3554,'0'0'3783,"-1"-17"-3127,-4-58-285,5 71-330,0 1 0,0-1 0,-1 0 0,1 1 1,-1-1-1,0 0 0,-1 1 0,1-1 0,0 1 0,-1 0 0,0-1 1,0 1-1,0 0 0,0 0 0,0 0 0,-1 0 0,1 0 0,-1 1 0,0-1 1,0 1-1,0 0 0,0 0 0,0 0 0,0 0 0,-1 0 0,1 1 1,-1-1-1,-4-1 0,-6 1 27,0-1 0,0 2 0,0 0 0,0 0 0,-25 3 0,15 0-122,13-1 70,0 1 0,1 0 0,-1 0 0,0 1 0,1 1 0,-1 0 0,1 0 0,0 1 0,1 1 0,-1-1 0,1 2-1,0-1 1,0 1 0,1 0 0,0 1 0,0 0 0,-11 16 0,3-3 32,2 0-1,0 0 0,2 1 1,0 1-1,2 0 1,-14 44-1,16-35 46,2 1-1,1 0 1,2 0 0,1 0-1,2 0 1,5 50-1,-4-73-77,1 1-1,0-1 0,1 0 1,0 0-1,0 0 0,1 0 1,1 0-1,-1-1 0,2 0 1,-1 0-1,12 13 0,-8-11 0,2 0 0,-1-1 1,1-1-1,1 0 0,0 0 0,0-1 0,24 11 0,-14-9-4,2-1 0,-1-1 1,1-1-1,0-2 0,1 0 0,-1-1 1,1-2-1,0 0 0,42-3 0,-55-1-1,-1 1 0,0-2-1,0 1 1,0-1-1,0-1 1,0 0 0,-1-1-1,1 0 1,-1-1-1,-1 1 1,1-2 0,-1 0-1,0 0 1,0 0 0,-1-1-1,0 0 1,-1-1-1,0 0 1,7-11 0,-4 3-9,0 0 0,-1 0 0,-2-1 0,1 0 0,-2 0 0,-1-1 0,0 0 0,-1 0 1,-1 0-1,1-31 0,-3 21-28,-2 1 1,0-1-1,-7-29 1,5 44 9,0 0 0,-1 0 1,-1 1-1,0-1 0,-1 1 0,0 0 1,-1 1-1,-8-12 0,7 12 5,-1 1 0,0 0-1,0 0 1,-1 1 0,-1 0-1,0 1 1,0 0 0,0 0-1,-1 2 1,-1-1 0,1 2-1,-1-1 1,0 2-1,-1 0 1,1 0 0,-1 1-1,0 1 1,-26-3 0,30 6-3,1-1 8,1 0 1,0 1 0,-1 1-1,-15 2 1,22-3-5,0 1 0,0-1-1,0 1 1,1 0 0,-1 0 0,0 0 0,0 0-1,1 0 1,-1 0 0,1 0 0,-1 0 0,1 1 0,0-1-1,-1 1 1,1-1 0,0 1 0,0-1 0,0 1-1,0 0 1,0-1 0,0 1 0,1 0 0,-1 0-1,0 3 1,-2 26-1703,3-13-2818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4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473 179 5715,'0'0'2569,"-12"16"-2540,-5 7-28,1 1 1,2 1-1,0 0 0,2 1 1,-14 43-1,-84 251-22,-24-10 61,108-256-31,13-26 1,-1 0 1,-1-1-1,-30 41 1,44-67-2,-1 1-18,1-8 129,2-11-91,0 0 0,2 0 1,0-1-1,1 2 0,9-27 1,42-86-56,-25 61 4,224-569 72,-239 595-36,-3 7-2,1 0 1,2 0 0,36-59-1,-50 93-11,-1 0-1,1 0 1,0 0-1,0 0 1,0 0-1,0 0 0,-1 0 1,1 0-1,1 0 1,-1 1-1,0-1 1,0 0-1,0 1 0,0-1 1,0 1-1,1-1 1,-1 1-1,0 0 1,0-1-1,1 1 1,-1 0-1,0 0 0,0 0 1,1 0-1,-1 0 1,2 0-1,-1 1-5,1 0-1,0 0 1,-1 0-1,1 0 1,-1 1 0,1-1-1,-1 1 1,0 0-1,0-1 1,0 1-1,0 0 1,2 3 0,18 23 5,-1 1 0,-1 1 0,-2 0 0,21 50 0,-14-29 34,123 287 48,5 10-57,-86-232-593,-66-110-1732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4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0 185 2609,'0'0'5091,"288"-68"-4995,-127 23-96,-1 6-673,-14 7-2272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4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18 600 3842,'0'0'632,"-3"22"-341,-9 67 0,9-67-97,19-27 95,0-9-158,0 0 0,-2-1 0,1-1 0,-2 0 0,0-1 0,11-20 0,-1 4-88,5-6-12,-3-2 1,-1 0-1,31-77 1,-44 90 33,-2 0 1,-2-1 0,0 0-1,-2 0 1,-1 0 0,-1-1-1,-1-36 1,-2 64-33,-1-1 0,1 1-1,0 0 1,0-1 0,-1 1 0,1 0 0,-1-1 0,0 1-1,0 0 1,0 0 0,0 0 0,0 0 0,0 0-1,-1 0 1,1 0 0,-1 0 0,1 0 0,-1 0 0,0 1-1,1-1 1,-1 1 0,0-1 0,0 1 0,0 0-1,0 0 1,0 0 0,-1 0 0,1 0 0,0 0 0,-4 0-1,-3-1 49,1 1 0,0 1-1,0-1 1,-1 1-1,1 1 1,0 0-1,-15 3 1,18-3-77,0 1-1,1-1 1,-1 1-1,1 0 1,-1 1-1,1-1 1,0 1-1,0 0 1,0 0-1,0 0 1,0 0-1,1 1 1,-1 0-1,1-1 1,0 1-1,0 0 1,1 1 0,-1-1-1,1 0 1,0 1-1,0-1 1,0 1-1,1 0 1,0 0-1,0 0 1,0-1-1,0 1 1,1 0-1,0 0 1,0 8-1,1-10-5,-1-1-1,1 1 0,0 0 0,0-1 0,0 1 1,0-1-1,0 0 0,1 1 0,-1-1 0,1 0 0,0 0 1,-1 0-1,1 0 0,0 0 0,0 0 0,3 2 1,41 19 3,-35-18 3,141 49 134,-100-38-113,-1 2 1,-1 2-1,81 46 0,-119-59-27,0 1 0,0 1 1,-1 0-1,0 0 0,-1 1 0,0 0 0,0 1 1,-1 0-1,-1 1 0,0 0 0,0 0 1,-2 0-1,1 1 0,-1 0 0,-1 1 0,-1-1 1,0 1-1,4 25 0,-6-27-10,0 0 0,-2 1 0,1-1 0,-2 0 0,1 1 0,-2-1 0,0 0 0,-6 21 0,5-25 9,0 0 0,-1 0 0,0 0-1,-1 0 1,0-1 0,0 0 0,0 0 0,-1 0-1,0-1 1,0 0 0,-1 0 0,-11 8 0,2-3 22,0-1 0,-1-1-1,0 0 1,0-1 0,-1-1 0,0-1 0,0 0 0,-1-2 0,0 0 0,1-1-1,-1 0 1,-36-1 0,49-2 14,0 0 0,1 0 0,-1 0 0,0-1 0,0 0 0,1 0 0,-1 0 0,1-1 0,-1 0 0,1 0 0,-1 0 0,1-1 0,-8-5 0,10 5 11,0 0 0,0-1 1,0 0-1,0 0 0,0 0 0,1 0 1,0 0-1,0-1 0,0 1 0,0 0 1,1-1-1,-1 0 0,1 1 0,0-1 1,1 0-1,-1-7 0,1 4-39,0 0-1,0 0 1,0 1-1,1-1 0,1 0 1,-1 1-1,1-1 1,0 1-1,1 0 1,0-1-1,0 1 1,1 0-1,-1 1 1,2-1-1,-1 1 1,1 0-1,0 0 1,0 0-1,0 0 1,1 1-1,0 0 1,0 0-1,0 1 1,8-5-1,-3 3-15,0 0 0,1 0 1,0 1-1,0 0 0,0 1 0,1 1 0,-1 0 0,1 0 0,0 1 1,0 1-1,0 0 0,0 1 0,0 1 0,13 1 0,-23-1 3,0 0-1,0 0 1,0 0-1,0 0 0,0 0 1,0 1-1,-1-1 1,1 1-1,0 0 0,-1 0 1,0 0-1,1 0 1,-1 0-1,0 1 0,0-1 1,0 1-1,0-1 1,0 1-1,-1 0 0,1 0 1,-1-1-1,0 1 1,0 0-1,0 0 0,0 0 1,0 1-1,0 4 1,1 3-40,-1 0 0,-1 0 0,0 0 0,0 0 0,-1 0 0,-3 18 0,3-27-52,1-1 0,0 1 0,-1 0 0,0 0 0,1 0 0,-1 0 0,0-1 0,0 1 0,0 0 0,0-1 0,0 1 0,0-1 0,-1 1-1,1-1 1,0 1 0,-1-1 0,-2 2 0,-1-1-686,0 0 1,1 0-1,-1-1 0,0 0 0,0 0 0,-9 1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5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77 245 4370,'0'0'1107,"-9"-31"-525,-2-4-437,-34-123 716,39 143-452,2 10-14,2 9 679,13 297-798,26 5-132,-20-174-111,69 511-2151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5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0 188 4530,'0'0'3009,"179"-39"-2272,-10 4-449,15-4-288,-12 3-144,-29 15-1345,-36 7-640,-48 11-208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5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5571,'0'0'720,"211"-72"-400,-54 22-64,9 5-256,-5 18 0,-22 21-544,-35 6-1297,-41 12-1873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6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1 295 5827,'0'0'1728,"178"-84"-1519,-30 34-145,19 2 16,8 4-80,-15 14-353,-23-9-3152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6.6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29 519 4946,'0'0'574,"0"7"-838,0-3 609,-5 15 3098,-3-59-3291,2 0 0,1-1 0,2 0 0,2 0 0,6-62 1,-4 94-171,1 1 1,0 0-1,1 0 1,0 0 0,0 0-1,1 0 1,0 1-1,0 0 1,1 0-1,0 0 1,0 0 0,1 1-1,-1-1 1,2 2-1,-1-1 1,0 0 0,1 1-1,9-5 1,-11 7 3,0 1 0,0-1 1,0 1-1,0 0 0,0 0 1,0 1-1,1 0 0,-1 0 0,1 0 1,-1 0-1,0 1 0,1 0 1,-1 0-1,1 0 0,-1 1 1,1 0-1,-1 0 0,0 0 1,1 1-1,-1 0 0,0 0 0,0 0 1,0 0-1,0 1 0,-1 0 1,1 0-1,-1 0 0,1 1 1,4 4-1,1 4-6,0 0 0,0 1 0,-1-1 0,-1 2 1,0-1-1,11 29 0,28 94 1,-34-82 31,-3 0 0,-2 0 0,-3 1-1,-2 99 1,-9-274 531,3 78-554,1 0 0,6-72 0,2 83-16,1 1 1,1 0 0,2 1-1,0 0 1,3 0-1,0 1 1,2 1 0,34-49-1,-38 61-50,1 1-1,0 0 1,23-21-1,-28 30 46,-1 0-1,1 0 1,0 1-1,0 0 1,0 0 0,0 1-1,1 0 1,-1 0-1,1 1 1,15-4-1,-20 6 27,0 0-1,0 0 0,0 0 1,0 0-1,0 1 0,0-1 1,0 1-1,0-1 0,0 1 1,0 0-1,0 0 0,0 1 1,0-1-1,0 1 0,-1-1 1,1 1-1,-1 0 0,1 0 0,-1 0 1,0 0-1,0 0 0,0 1 1,0-1-1,0 0 0,3 6 1,1 4-6,0 0 0,0 0 1,-1 1-1,5 21 0,0 13 40,-2 0 0,4 94 1,-10-91-1,3 0 1,15 75 0,-19-120-64,1 0 0,-1 0-1,1-1 1,-1 1 0,1 0 0,1-1-1,-1 1 1,1-1 0,-1 1 0,1-1 0,0 0-1,1 0 1,-1-1 0,1 1 0,0-1 0,0 1-1,0-1 1,0-1 0,7 5 0,-3-4-667,1 0 1,-1-1-1,16 3 1,-24-5 689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7.0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595 204 5026,'0'0'1118,"-24"-29"-1051,-78-89 218,97 112-228,-1 1-1,1 0 0,-1 0 1,0 1-1,0 0 0,-1 0 1,1 0-1,-1 1 0,0 0 1,0 0-1,0 1 0,0 0 1,0 0-1,-1 0 0,1 1 1,0 0-1,-1 1 0,1 0 1,-1 0-1,1 0 0,-14 3 1,-3-1 80,16-1-120,1 0 1,0 0-1,-1 1 0,1 0 0,0 0 1,0 0-1,0 1 0,0 0 1,1 1-1,-12 7 0,8-3-5,-1 0-1,1 1 0,1 0 1,0 1-1,-13 17 1,7-4-5,1 1 1,0 0-1,2 1 1,1 0-1,-10 33 1,11-18 29,1 1 0,2 0 0,2 0-1,0 78 1,5-108-22,1-1 0,-1 1 0,2-1-1,-1 0 1,1 0 0,1 0 0,6 18-1,-6-22-9,0-1 0,1 1 0,-1-1-1,1 0 1,0 0 0,0 0 0,0 0-1,1-1 1,-1 0 0,1 0 0,0 0-1,1-1 1,-1 1 0,7 2 0,1-1 5,0-1 1,0-1 0,0 0-1,1 0 1,0-1 0,-1-1-1,1 0 1,0-1 0,0-1-1,-1 0 1,22-5 0,-26 3-4,0 0 0,0-1 0,-1 0 1,1 0-1,-1-1 0,0 0 0,-1 0 1,1-1-1,-1 0 0,0 0 0,-1-1 0,1 0 1,-1 0-1,-1-1 0,1 0 0,-1 0 1,6-14-1,0 1 25,-1-2-1,-1 1 1,-1-1-1,-2 0 1,8-43 0,-9 13 108,-2-83 0,-3 90-60,0 38-44,0 1 21,1 0 1,-1 0-1,-1 0 0,1 0 0,-1 0 1,-1-1-1,1 2 0,-1-1 0,0 0 0,-1 0 1,-4-9-1,7 16-55,0 0 1,0 0-1,0 0 0,0 1 0,0-1 1,1 0-1,-1 0 0,0 0 1,0 0-1,0 0 0,0 0 1,0 1-1,0-1 0,0 0 1,0 0-1,0 0 0,0 0 0,0 0 1,0 1-1,0-1 0,0 0 1,0 0-1,0 0 0,0 0 1,0 0-1,0 1 0,-1-1 1,1 0-1,0 0 0,0 0 0,0 0 1,0 0-1,0 0 0,0 1 1,0-1-1,0 0 0,0 0 1,-1 0-1,1 0 0,0 0 1,0 0-1,0 0 0,0 0 0,0 0 1,0 0-1,-1 0 0,1 0 1,0 0-1,0 0 0,0 0 1,0 0-1,0 0 0,-1 0 1,1 0-1,0 0 0,0 0 0,0 0 1,0 0-1,0 0 0,-1 0 1,1 0-1,0 0 0,0 0 1,0 0-1,0 0 0,0 0 1,0 0-1,-1 0 0,1-1 0,-1 17-112,2 8 100,1 0 0,1 0 1,2 0-1,0-1 1,1 1-1,1-1 0,2 0 1,0-1-1,1 0 1,1-1-1,1 0 0,1 0 1,1-1-1,18 19 1,-26-32-139,1-1 0,0 0 1,0 0-1,0 0 0,1-1 1,0 0-1,0 0 1,1-1-1,-1 0 0,1-1 1,0 0-1,0 0 0,0-1 1,0 0-1,0 0 1,1-1-1,-1 0 0,0-1 1,1 0-1,14-2 0,41-13-3843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7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76 118 4194,'0'0'4506,"-12"-23"-4127,-40-65-355,45 81-58,3 10-10,3 22-54,55 373 55,-37-302 56,113 510 78,-122-579-84,2 0 0,22 46 0,-37-106 140,-8-5-149,7 20 5,-1-1 1,2 1-1,1-1 1,0-1-1,-1-26 1,4 25-23,1 1 1,1-1-1,7-39 0,-6 51 8,0 1 0,1-1 0,1 1 0,-1 0 0,1 1 0,1-1-1,-1 0 1,1 1 0,0 0 0,1 0 0,12-11 0,-9 10-17,1 0-1,1 0 1,0 1 0,0 0 0,0 1 0,1 0 0,0 1 0,0 0-1,0 1 1,1 0 0,-1 1 0,1 0 0,0 1 0,0 1 0,0 0-1,0 1 1,0 0 0,0 1 0,19 3 0,-27-2 16,1 0 0,-1 0 0,0 0 1,0 1-1,0-1 0,-1 1 0,1 1 0,-1-1 0,1 0 1,-1 1-1,0 0 0,0 0 0,-1 1 0,1-1 1,-1 0-1,0 1 0,0 0 0,-1 0 0,4 8 0,0 1 2,-1 1 0,0 0-1,-1 0 1,0 0-1,2 27 1,-4-16 26,-1 0-1,-2 29 1,0-46 7,0-1 1,-1 1-1,1 0 0,-2-1 1,1 0-1,-1 0 1,-1 1-1,0-2 0,0 1 1,-5 7-1,1-4-25,-1 0-1,0-1 1,-1 0 0,0-1-1,-1 0 1,0-1 0,0 0-1,-1-1 1,0 0 0,0 0-1,0-1 1,-1-1 0,0 0-1,0-1 1,0-1 0,-27 4-1,38-6-125,0-1 0,0 0 1,-1 1-1,1-1 0,0 0 0,0-1 0,-1 1 0,1 0 0,0-1 1,0 1-1,-1-1 0,-2-1 0,3 0-150,0 0-1,0 1 0,0-1 1,1 0-1,-1 0 1,1-1-1,-1 1 1,1 0-1,-2-5 1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8.3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1076 5458,'0'0'379,"27"11"-352,91 35 16,-96-37-14,2-1 0,31 7 0,-47-14-8,0 0 0,0 0 0,0-1-1,0 0 1,0 0 0,0-1 0,0 0 0,9-2-1,-13 1 10,0 0-1,0 0 1,0 0-1,0 0 0,-1-1 1,1 1-1,-1-1 0,0 0 1,1 0-1,-1 0 0,-1 0 1,1-1-1,0 1 0,-1-1 1,0 0-1,0 1 0,0-1 1,0 0-1,-1 0 0,1-1 1,0-3-1,5-16 246,-2 1 0,4-38 0,-8 54-241,6-64 236,-3 0 1,-3-1-1,-3 1 0,-4-1 0,-2 2 0,-21-83 1,28 149-271,-103-353 1163,91 330-1075,13 26-87,1 1-1,-1 0 1,0 0 0,0-1 0,0 1-1,0 0 1,-1 0 0,1 0-1,0-1 1,0 1 0,0 0 0,0 0-1,0-1 1,0 1 0,0 0-1,0 0 1,0 0 0,0-1 0,-1 1-1,1 0 1,0 0 0,0 0-1,0 0 1,0-1 0,-1 1 0,1 0-1,0 0 1,0 0 0,0 0 0,-1 0-1,1 0 1,0 0 0,0 0-1,0-1 1,-1 1 0,1 0 0,0 0-1,0 0 1,-1 0 0,1 0-1,0 0 1,0 0 0,0 0 0,-1 0-1,1 0 1,0 1 0,0-1-1,-1 0 1,1 0 0,0 0 0,0 0-1,-2 32-165,3 69 69,19 144 0,-17-223 101,19 129 20,70 260 1,-84-385-21,1-1 1,1 0 0,2 0-1,24 40 1,-31-58-24,0 1 0,1-1 0,0 0 0,0-1 0,1 1 0,0-1 0,0 0 0,0-1 0,1 0 0,0 0 0,0-1 0,0 0 0,0 0 0,1 0 0,-1-2 0,1 1 0,14 2 0,-6-4-89,1 0 0,-1-1 0,1-1 0,-1-1-1,0 0 1,0-1 0,0-1 0,0-1 0,0 0 0,-1-1 0,0-1 0,0 0 0,-1-2 0,0 1 0,0-2 0,17-14 0,1-4 3,-1-1 0,-2-1 0,0-2 0,-2-1 0,34-54 0,-48 66 130,-1 0-1,-1-1 1,-2 0 0,0-1 0,-1 0 0,-1 0-1,-1-1 1,-1 0 0,-2-1 0,0 1 0,-1-1-1,-2 0 1,-1 1 0,-2-27 0,2 45 19,-1 0 0,0 0 0,0-1 0,0 1 0,0 0 0,-1 1 0,0-1 0,-1 0 0,1 0 0,-1 1 0,0 0 0,0-1 0,-1 1 0,0 0 0,1 1 0,-2-1 0,1 1 0,0-1 0,-1 1 0,0 1 0,0-1 0,0 1 0,-1 0 0,1 0 0,-1 0 0,1 1 0,-1 0 0,0 0 0,0 0 0,0 1 0,-8-2 0,4 2-26,1 0-1,-1 1 0,1 0 1,-1 0-1,1 1 0,0 0 0,-1 0 1,1 1-1,0 1 0,0 0 1,0 0-1,-13 6 0,10-2-7,0 1 1,1 0-1,-1 0 0,2 1 1,-1 0-1,1 1 0,-15 19 0,6-2 15,1 0-1,2 2 1,0 0 0,2 0-1,2 1 1,-14 48-1,17-48 158,2 0 0,2 1 1,0 0-1,2 0 0,1 0 0,2 0 0,5 44 0,-3-64-145,0-1 0,0 1 0,1-1 0,0 0 0,1 0-1,1 0 1,-1-1 0,1 0 0,1 1 0,0-2 0,0 1 0,1-1 0,0 0 0,0 0 0,1-1 0,0 0 0,0 0 0,0-1-1,1 0 1,0 0 0,1-1 0,-1 0 0,1-1 0,17 5 0,4 0-13,1-2 1,0-1-1,0-2 1,1-1-1,-1-1 0,65-6 1,-50-1-399,-1-2 0,0-1-1,0-3 1,0-2 0,-2-2 0,77-36 0,64-52-6019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9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37 185 4066,'0'0'715,"-5"-27"-230,-3-9-341,0 0 184,-4-49 1,9 180 770,43 438-844,-18-323-217,-18-166-28,53 395 47,-50-424-60,-1-10 180,-3-54 58,-2 0 0,-8-69 1,4 77-209,-4-52-12,10-168 0,-1 245-24,0 0 0,1 1 0,1-1 0,1 1 0,0 0 0,1 0 0,1 1 0,0-1 1,0 2-1,2-1 0,15-19 0,-19 28 1,0-1-1,0 0 1,1 1 0,0 0-1,0 1 1,0-1 0,0 1-1,1 0 1,0 1 0,0-1 0,0 1-1,0 1 1,0-1 0,1 1-1,-1 1 1,1-1 0,-1 1-1,1 1 1,0-1 0,-1 1 0,1 1-1,0-1 1,-1 1 0,1 1-1,-1-1 1,8 4 0,-5-2-2,-1 1 1,0 1-1,0-1 1,0 2-1,0-1 0,-1 1 1,0 1-1,-1-1 1,1 1-1,-1 0 1,0 1-1,10 16 1,-1-1-8,-2 1 0,-1 0 0,16 42 0,-18-32 78,0 0 1,-2 1-1,-2 0 0,5 56 1,-6 144 358,-6-183-387,0-17-25,0-35-17,0 0 1,0 1-1,0-1 1,0 0-1,0 1 1,0-1-1,0 0 1,0 0-1,0 1 1,0-1-1,0 0 1,0 1-1,0-1 1,1 0-1,-1 0 1,0 1-1,0-1 1,0 0-1,0 0 0,1 1 1,-1-1-1,0 0 1,0 0-1,0 1 1,1-1-1,-1 0 1,0 0-1,1 0 1,-1 0-1,0 0 1,0 1-1,1-1 1,-1 0-1,0 0 1,0 0-1,1 0 1,-1 0-1,0 0 0,1 0 1,-1 0-1,0 0 1,1 0-1,-1 0 1,0 0-1,1 0 1,3 0-293,1 0 1,-1 0 0,1-1-1,-1 1 1,1-1 0,6-2 0,46-24-3897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9.7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571 258 3378,'0'0'1731,"-7"-30"-2158,-3-10 586,-15-44 0,23 80-112,0-1-1,0 0 1,-1 1 0,1 0 0,-1-1 0,0 1 0,0 0 0,-1 0 0,1 1 0,-1-1-1,0 1 1,0 0 0,0 0 0,0 0 0,-1 0 0,1 1 0,-1-1 0,1 1 0,-1 1 0,-7-3-1,3 1 53,-12-4 3,-1 1 0,0 1 1,-1 1-1,1 1 0,-1 1 0,1 1 1,-1 1-1,-32 4 0,47-3-100,1 0-1,-1 1 1,1 0-1,-1 0 1,1 0 0,0 1-1,0 0 1,0 1-1,0-1 1,0 1-1,1 1 1,0-1-1,-9 8 1,8-3-1,-1-1-1,1 1 1,0 0 0,1 1-1,0-1 1,0 1 0,1 1 0,-5 13-1,1 5 16,2 0 1,0 1-1,2 0 0,1 1 0,1 57 1,2-63 7,2-1 1,1 0-1,1 0 1,1 0-1,13 40 1,-13-52-21,1 0 1,0-1-1,1 1 0,0-1 0,1-1 1,0 1-1,1-1 0,0-1 0,1 0 1,0 0-1,0 0 0,20 13 0,-16-14 0,1-1-1,-1-1 0,1-1 0,0 1 1,1-2-1,-1 0 0,1-1 1,0 0-1,0-2 0,0 1 0,0-2 1,18-1-1,-25 1 6,0-1 0,-1 0 0,1 0-1,-1 0 1,1-1 0,-1 0 0,0-1 0,1 0 0,-1 0-1,-1-1 1,1 1 0,0-1 0,-1-1 0,0 1 0,7-8 0,-5 4 1,0-1 1,-1 0 0,0 0 0,0-1 0,-1 0 0,0 0 0,-1-1 0,-1 1 0,7-20 0,-5 3 13,-1-1 0,-1 1 0,-2-1 0,0 0 0,-4-33 0,2 19 13,0 20 25,-1 0 0,-1 0-1,-1 1 1,-1-1 0,-1 1-1,-1-1 1,-1 2 0,-17-38-1,23 90 219,3 7-228,2 0 1,1-1-1,3 1 0,1-1 0,1 0 0,3-1 0,1-1 0,1 0 1,2-1-1,37 58 0,-49-85-113,1 1 0,0-1 0,0 0 1,1 0-1,-1-1 0,2 0 0,-1 0 0,1 0 0,0-1 1,1 0-1,-1-1 0,1 0 0,0 0 0,11 3 0,-10-6-680,1 0-1,-1-1 0,1 0 1,12-1-1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0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1 600 5058,'0'0'777,"2"14"-575,-2-13-201,1 2 40,-1 1 0,1 0 0,-1-1 0,1 1 0,0 0 0,1-1 0,-1 1 0,0-1 0,1 1 0,3 4 0,-5-8-31,1 0-1,-1 0 1,1 1 0,-1-1-1,1 0 1,-1 0 0,1 1-1,-1-1 1,1 0-1,-1 0 1,1 0 0,0 0-1,-1 0 1,1 0 0,-1 0-1,1 0 1,-1 0-1,1 0 1,-1 0 0,1 0-1,0-1 1,-1 1 0,1 0-1,-1 0 1,1 0-1,-1-1 1,1 1 0,-1 0-1,1-1 1,3-2 29,0 0 0,-1 0 0,1-1 0,-1 1 0,0-1 0,3-4 0,22-32 64,-1 0-1,34-72 0,-49 87-39,-2-1-1,-1 0 1,-1 0-1,-1-1 1,-2 1-1,4-36 1,-9 51 22,2-9 17,-1 0 0,0 0 0,-2 0 0,-3-21 0,3 37-96,1 0 1,-1 0 0,0 0-1,0 0 1,-1 0-1,1 0 1,-1 1-1,0-1 1,0 1-1,0-1 1,-1 1 0,1-1-1,-1 1 1,1 0-1,-1 0 1,0 0-1,0 1 1,-1-1-1,1 1 1,0 0-1,-1 0 1,0 0 0,1 0-1,-1 0 1,-7-1-1,4 1 15,0 1-1,0-1 0,0 2 1,-1-1-1,1 1 1,0 0-1,-1 0 0,1 1 1,0 0-1,0 1 0,-11 2 1,14-2-15,0-1-1,1 1 1,-1 0 0,0 0 0,1 1 0,0-1 0,-1 1 0,1-1 0,0 1-1,0 0 1,0 0 0,1 0 0,-1 1 0,1-1 0,0 1 0,0-1-1,0 1 1,0 0 0,0 0 0,1 0 0,-1 4 0,1-5-6,-1 1 0,1 0 0,0 0 0,1 0 1,-1-1-1,1 1 0,0 0 0,0 0 0,0 0 0,0 0 1,1 0-1,-1 0 0,1 0 0,0-1 0,0 1 0,1 0 1,-1-1-1,1 1 0,-1 0 0,1-1 0,1 0 0,-1 0 1,0 1-1,1-1 0,-1 0 0,1-1 0,0 1 0,0-1 1,4 4-1,7 1 7,1 0 1,-1-1 0,1 0-1,0-1 1,1-1 0,18 3-1,102 16 38,-85-16-33,1 2 0,-1 2 0,64 23-1,-101-28-12,0-1 0,-1 2 0,0 0 0,0 1 0,-1 0-1,0 1 1,0 0 0,-1 1 0,0 0 0,0 1 0,-2 0-1,1 0 1,-1 1 0,-1 1 0,0-1 0,7 17-1,-8-12 2,-1 0 0,-1 0-1,0 0 1,-2 1 0,0 0-1,0-1 1,-2 1 0,0 0-1,-3 27 1,1-31 6,-1 0 0,0 0 0,-1-1 0,-1 1 0,0-1 0,-1 0 0,0 0 0,-1 0 0,0-1 0,-1 1 0,0-1 0,-15 16 0,14-18 22,-1 0 1,0-1-1,-1 0 0,0-1 1,0 0-1,-1-1 0,0 0 0,0 0 1,-1-2-1,0 1 0,0-1 1,0-1-1,-1 0 0,-21 4 0,32-8 1,0 0 0,1 0 0,-1 0 0,0 0 0,0 0 0,0 0 0,0 0 0,1-1 0,-1 1 0,0-1 0,0 1 0,0-1 0,1 1 0,-1-1 0,0 0 0,1 0 0,-1 0 0,1 0 0,-1 0 0,1-1 0,0 1 0,-1 0 0,1-1 0,0 1 1,0 0-1,0-1 0,0 0 0,0 1 0,0-1 0,0 0 0,1 1 0,-1-1 0,1 0 0,-1 0 0,1 1 0,-1-1 0,1 0 0,0 0 0,0 0 0,0 0 0,0-2 0,0-4-28,1 0 1,0 0-1,0 1 1,0-1 0,1 0-1,0 0 1,1 1-1,6-15 1,-4 14-14,1-1 0,0 1 1,1 0-1,0 1 0,0-1 0,1 1 1,0 1-1,0 0 0,0 0 0,1 0 1,0 1-1,0 0 0,0 1 0,0 0 0,1 0 1,0 1-1,0 1 0,0-1 0,0 1 1,0 1-1,16 0 0,-24 0 3,0 1 0,0 0 0,0 0 0,0 0-1,0 1 1,0-1 0,0 0 0,0 1 0,0-1 0,0 1-1,-1 0 1,1-1 0,0 1 0,0 0 0,-1 0 0,1 0-1,0 1 1,-1-1 0,1 0 0,-1 0 0,0 1 0,1-1 0,-1 1-1,0-1 1,0 1 0,0 0 0,1 2 0,0 3-96,0 0 1,-1 0 0,0 0-1,0 0 1,0 0-1,-2 11 1,1 17-1779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1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34 3922,'0'0'2652,"-8"-10"-2514,-13-12-182,21 22 43,0 0 1,-1 0-1,1-1 1,0 1-1,0 0 1,0 0-1,0 0 1,0 0-1,0 0 0,-1 0 1,1 0-1,0 0 1,0 0-1,0 0 1,0 0-1,-1 0 1,1 0-1,0 0 1,0 0-1,0 0 0,0 0 1,-1 0-1,1 0 1,0 0-1,0 0 1,0 0-1,0 0 1,0 0-1,-1 0 1,1 0-1,0 0 0,0 0 1,0 0-1,0 1 1,0-1-1,-1 0 1,1 0-1,0 0 1,0 0-1,0 0 1,0 0-1,0 0 0,0 1 1,0-1-1,0 0 1,0 0-1,0 0 1,-1 0-1,1 1 1,0-1-1,0 0 1,0 0-1,0 0 0,0 0 1,0 1-1,0-1 1,0 0-1,0 0 1,0 0-1,0 0 1,1 0-1,-1 1 1,0-1-1,0 0 0,0 0 1,0 0-1,0 1 1,21 75-12,92 337 116,-87-291-89,14 180-1,-39-279-9,13 294 997,-18-323-509,-4-16-364,1-1 0,1-1 1,0 1-1,-3-46 0,3-103 33,6 164-164,0 0 1,0 0-1,1 0 0,0-1 1,0 1-1,1 1 0,0-1 0,1 0 1,0 0-1,0 1 0,0-1 1,1 1-1,0 0 0,1 0 1,-1 1-1,1-1 0,0 1 0,1 0 1,0 0-1,0 1 0,0 0 1,1 0-1,-1 0 0,8-3 0,-1 2-12,-1 1-1,1 1 0,-1 0 0,1 1 0,0 1 0,0-1 0,1 2 0,-1 0 0,0 1 0,0 0 0,1 1 0,-1 0 0,0 1 0,26 7 0,-28-3 7,1-1 0,-1 2 0,-1-1-1,1 2 1,-1-1 0,0 1 0,-1 1-1,0 0 1,0 0 0,10 15 0,-3-2-7,-1 1 0,0 0 1,20 49-1,-24-45 11,-1 2 0,-2-1 0,0 1-1,6 50 1,-13-65 5,0-1-1,0 1 1,-1-1 0,-1 0-1,0 1 1,-1-1-1,0 0 1,-1 1-1,-1-1 1,0-1-1,-1 1 1,-11 22 0,7-23 19,0 1 1,-1-1-1,0-1 1,-1 0-1,-1 0 1,1-1 0,-2 0-1,1-1 1,-1-1-1,-1 0 1,-19 8-1,11-6-191,-1-2-1,0 0 0,0-2 1,-1-1-1,0 0 0,-37 1 1,52-5-228,0-1 1,-1 0 0,1 0-1,0-1 1,0 0 0,-12-4 0,16 3-171,-1-1 0,1 0 0,-1 0 0,1 0 0,0-1 0,0 0 0,-8-8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1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1 391 3650,'33'-1'128,"232"-4"-22,22 5 108,-281 0-196,0 0 0,0 0 0,0-1-1,0 0 1,-1 0 0,1 0 0,0-1 0,7-3 0,-11 4-1,0 0 0,0-1 0,-1 1 0,1-1 0,-1 1 0,1-1 0,-1 0 0,1 0 0,-1 1 0,0-1 0,0 0 0,0 0 0,0 0 0,0 0 0,-1 0 1,1 0-1,-1-1 0,1 1 0,-1 0 0,0 0 0,1 0 0,-1-1 0,0 1 0,-1-3 0,1-3 59,0-1 0,-1 1 0,0 0 0,0-1 0,-1 1 0,0 0 1,-1 0-1,0 0 0,0 0 0,-5-9 0,0 5-61,0 1-1,0 0 1,-1 1 0,-1-1 0,-18-15 0,10 11 23,0 0 1,-1 1-1,0 0 1,-1 2-1,-1 1 1,0 0 0,-1 1-1,0 2 1,0 0-1,-1 1 1,1 1 0,-27-2-1,47 7-32,-19-1 104,-1 1-1,-41 2 0,57 0-80,1 0 0,-1 0 0,0 0 0,1 1 0,-1 0 0,1 0 0,0 0 0,-1 1 0,1 0 0,0 0 0,0 0 0,1 0 0,-1 1 0,1 0 0,-7 7 0,5-3 26,-1 1 0,2 0 0,-1 1 0,2-1 0,-1 1 0,1 0 0,0 0 0,1 1 0,1-1 0,-3 15 0,2-1 153,1 0-1,2 0 1,3 38-1,-2-48-129,1 0-1,0-1 1,1 0-1,1 1 1,0-1-1,1 0 0,0-1 1,1 1-1,0-1 1,1 0-1,1 0 1,0-1-1,11 12 1,-5-9 2,0-1 0,1 0 0,0-1 0,1-1 0,1 0 0,0-1 0,0-1 0,27 10 0,0-4-506,0-2 0,1-2 1,0-2-1,1-3 0,-1-1 1,1-2-1,54-3 0,44-10-3357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1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284 229 7251,'0'0'350,"7"20"-449,1 5 110,17 33-1,-24-56-8,0 0 0,1 0-1,-1 0 1,1 0-1,-1 0 1,1 0-1,0-1 1,0 1-1,0 0 1,0-1-1,0 0 1,0 1 0,0-1-1,0 0 1,0 0-1,1 0 1,-1 0-1,1-1 1,-1 1-1,0-1 1,1 1-1,-1-1 1,1 0 0,-1 0-1,1 0 1,-1 0-1,1 0 1,3-2-1,5 2 21,2 0 12,-2 0 6,-1 0-1,0-1 1,16-2 0,-22 2-34,0 0 1,-1-1 0,1 1 0,-1-1 0,0 1 0,1-1-1,-1 0 1,0 0 0,0-1 0,0 1 0,0-1 0,-1 1-1,4-5 1,-1 0 4,1-1 0,-1 0 0,-1 0 0,0 0 0,0-1-1,0 1 1,-1-1 0,-1 0 0,1 0 0,-1 0 0,1-13-1,-3 16-12,1-1 0,-1 0 0,0 0-1,0 0 1,-1 0 0,0 0-1,0 0 1,-1 1 0,0-1-1,0 0 1,0 1 0,-1-1 0,0 1-1,0 0 1,-9-11 0,5 9-21,-1 0 0,0 1 1,0 0-1,0 1 0,-1 0 0,0 0 1,-1 0-1,1 2 0,-1-1 1,0 1-1,-15-4 0,4 2 4,-1 2 0,0 0 0,0 2 0,-35-1-1,47 3 19,0 0 0,1 1 0,-1 0 0,0 1 0,1 0 0,-1 1 0,1-1 0,0 2 0,0-1 0,-13 8 0,12-4 6,0 0 1,1 1 0,-1 0 0,2 0-1,-1 1 1,1 0 0,0 0 0,-6 12-1,5-7 29,1 1-1,0 1 0,1-1 1,1 1-1,0 1 0,1-1 0,1 1 1,1 0-1,0 0 0,1 0 0,1 0 1,0 0-1,2 0 0,2 19 0,-2-25-12,0 0 0,1-1 0,0 1 0,1-1 0,0 0 0,1 0 0,0 0 0,1 0 0,0-1 0,0 1 0,1-1 0,9 11 0,-5-10 3,0 0 0,0 0 0,0-1-1,1-1 1,1 0 0,-1 0-1,1-1 1,23 9 0,-11-7-311,0-1-1,0-2 1,1 0 0,0-2 0,0 0-1,0-2 1,0-1 0,1-1 0,-1 0-1,34-7 1,-29 0-919,48-16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2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 25 5298,'0'0'905,"-24"25"-798,11-11-100,-7 7-5,1 1 1,-16 24-1,27-33 6,0-1-1,1 2 1,1-1 0,0 1 0,0 0 0,2 0 0,-7 29 0,7-16 103,0 1-1,2 0 1,1 1 0,1-1 0,1 0-1,9 46 1,-8-65-91,0-1 0,0 1 0,1-1 0,0 1-1,1-1 1,0 0 0,0 0 0,0-1 0,1 1 0,1-1 0,-1 0 0,1 0 0,0-1 0,0 0-1,1 0 1,0 0 0,0-1 0,0 0 0,1 0 0,0-1 0,0 0 0,0 0 0,0-1 0,14 4 0,-10-4 11,-1-1 1,1 0 0,0 0 0,-1-1-1,1-1 1,0 0 0,-1-1 0,1 0-1,0 0 1,-1-1 0,1-1 0,20-7 0,-23 6 4,-1-1 0,1 1 1,-1-2-1,0 1 0,0-1 1,-1 0-1,1-1 1,-1 1-1,-1-1 0,0-1 1,0 0-1,0 1 0,-1-2 1,0 1-1,6-15 1,-5 11 15,-2 0 1,0-1 0,0 0 0,-1 0-1,-1 0 1,0 0 0,-1 0 0,0 0 0,-1 0-1,0-1 1,-1 1 0,-4-17 0,1 13-20,0 1-1,-2-1 1,0 1 0,-1 0 0,0 0 0,-2 1 0,1 0 0,-21-25-1,-2 2-663,-3 1 0,0 2 1,-55-43-1,53 51-2656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2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1128 4146,'0'0'1990,"-10"12"-523,6-5-1167,1-2-127,-1-1 1,1 1-1,0-1 0,-1 0 0,-8 7 1,12-11-150,-1 1 0,1-1 1,-1 0-1,1 1 0,-1-1 1,1 0-1,-1 0 0,0 1 1,1-1-1,-1 0 0,0 0 1,1 0-1,-1 0 0,1 0 1,-1 0-1,0 0 0,1 0 1,-1 0-1,0 0 0,1 0 1,-1 0-1,0 0 0,0-1 0,0 0 19,0 0 0,0 0 0,0 0 0,0 0 0,0 0 0,0 0 0,0-1 0,0 1-1,0 0 1,1 0 0,-1-1 0,1 1 0,-1-1 0,1 1 0,-1-3 0,-7-33 68,1-2 0,2 1 0,1-1 0,2 0 0,6-63 1,-3 87-113,2-1 0,0 0 1,0 1-1,1-1 0,1 1 1,1 0-1,0 1 0,1-1 1,0 1-1,2 1 0,-1-1 1,2 1-1,-1 1 0,2 0 1,0 0-1,0 1 0,1 0 1,0 1-1,19-12 0,-24 19-6,-1-1 0,1 1 0,-1 1 1,1-1-1,0 1 0,0 1 0,14-3 0,-17 4-1,-1 0 0,0 0 0,1 0 0,-1 0 0,0 1 0,0-1 0,1 1 1,-1 0-1,0 0 0,0 0 0,0 0 0,0 1 0,0-1 0,0 1 0,0 0 0,-1 0 0,1 0 1,-1 0-1,1 0 0,2 4 0,4 6-10,-1 0-1,-1 0 1,0 1 0,-1 0-1,0 0 1,7 25 0,19 94 5,-27-106 12,19 91 43,14 169-1,-37-271 47,-1-26 125,-1-12-108,1-40-4,-2 22-102,2 0 1,1-1-1,3 1 1,16-72-1,-12 84-195,2 0-1,0 1 1,2 1-1,2 0 0,0 0 1,2 1-1,0 1 0,2 1 1,25-27-1,-37 46 23,1-1 0,0 1-1,0 0 1,0 0 0,0 1-1,1 0 1,-1 0 0,1 0-1,13-3 1,-17 6 143,0 0 0,0 1 0,0-1 0,0 1 0,0 0 0,0 0 0,-1 0-1,1 0 1,0 1 0,0-1 0,0 1 0,0 0 0,0 0 0,0 1 0,-1-1 0,1 1 0,-1 0 0,1 0-1,-1 0 1,1 0 0,-1 0 0,0 1 0,3 3 0,0 1 25,0 1 0,-1 1 0,1-1 0,-1 1 0,-1 0 0,0 0 0,0 0 1,2 10-1,19 86 8,-12 5 505,-4 2-1,-5 120 0,-4-195-186,0-34 98,0-12 239,-1-53 33,4-145-175,0 156-583,3 0-1,12-54 1,-6 53-385,2 0-1,2 0 1,3 2-1,2 0 0,29-50 1,-44 90 293,1 0 1,0 0-1,1 1 0,0 0 1,0 0-1,11-8 0,-16 15 138,-1 0-1,1 0 0,0 0 0,0 0 0,0 0 0,0 1 1,0-1-1,0 1 0,0 0 0,1 0 0,-1 0 0,0 0 1,1 1-1,-1-1 0,0 1 0,1 0 0,-1 0 0,1 0 0,-1 1 1,0-1-1,1 1 0,-1-1 0,0 1 0,1 0 0,-1 1 1,3 1-1,-2-1 21,0 1-1,0 0 1,0 1 0,-1-1 0,1 1 0,-1 0 0,0-1-1,0 1 1,-1 1 0,1-1 0,-1 0 0,0 1 0,2 4-1,4 12 28,7 35-1,-15-55-24,14 71 245,7 133 0,-6-36 197,-13-153-392,1 0 1,0 0-1,1-1 1,0 1-1,9 18 1,-11-30-40,0 0 0,0 0 0,0 0 0,1 0 0,0-1 0,0 1 0,0-1 0,0 0 0,0 0 0,1 0 0,-1 0 0,1 0 0,0-1 1,0 0-1,0 1 0,0-1 0,0-1 0,1 1 0,-1-1 0,0 0 0,1 0 0,6 1 0,4-1 5,0-1 0,0-1 0,0 0 1,0-1-1,0 0 0,-1-2 0,1 1 0,-1-2 0,0 0 0,0 0 0,-1-2 1,1 0-1,-1 0 0,18-14 0,8-9-100,-1-2-1,-2-1 1,34-40-1,-26 25-38,-2-3 0,-2-1 0,-2-2 0,30-58 0,-52 81 134,-1-1 1,-2 0 0,-1-1-1,-1 0 1,-2-1 0,-1 0-1,-2-1 1,-2 1 0,1-42-1,-5 67 2,0 1 1,0-1-1,-1 0 0,-1 1 1,1-1-1,-1 0 0,-1 1 1,1 0-1,-2-1 0,-7-13 0,8 17 26,-1 0 1,1 1-1,-1-1 0,-1 1 0,1 0 0,0 0 0,-1 1 0,0-1 0,0 1 0,0 0 1,0 0-1,-1 1 0,1 0 0,-1 0 0,1 0 0,-12-2 0,7 2 34,1 0 0,0 1 0,0 0 0,-1 1 1,1 0-1,-1 0 0,1 1 0,0 0 0,0 1 0,-1 0 0,1 0 0,0 1 0,1 0 0,-1 1 0,0 0 0,1 0 0,-13 9 0,10-4-17,-1 1 0,1 1 0,1-1 0,0 2 1,1 0-1,0 0 0,0 0 0,2 1 0,-1 0 0,-7 22 0,3-5 154,1 1-1,1 1 1,2 0 0,2 0 0,0 0 0,3 1-1,0 0 1,2 0 0,2 0 0,8 64-1,-6-85-143,0 0 0,1-1-1,0 0 1,1 0-1,0 0 1,0-1 0,1 1-1,1-1 1,0-1-1,0 1 1,15 14-1,-10-14-33,0 0 0,0-1-1,1 0 1,0-1-1,1-1 1,-1 0 0,1-1-1,19 6 1,-1-3-29,0-2-1,1-2 1,-1 0 0,1-3 0,0 0 0,0-2-1,0-2 1,35-5 0,-28 0-198,0-2-1,-1-1 1,54-22-1,94-58-2538,-164 78 2320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3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178 259 2657,'0'0'3202,"-160"12"-2178,142-12 1633,21 0-1712,77 0-657,51-27-272,68-18 384,42-5-368,11-4 0,-14 10-64,-45 14 0,-53 12-224,-48 15-993,-54 3-1536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3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250 322 2817,'0'0'1969,"-196"50"-1056,149-47-81,41-3 577,27-12 31,86-32-911,65-13-305,54-5-96,20 5-96,-2 10-32,-36 8-48,-45 18-1569,-56 4-1376,-65-1-1874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4.2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598 34 6867,'-32'-6'910,"2"0"-720,3 0-51,1 0 0,-1 2 1,0 1-1,0 1 0,0 1 1,0 2-1,-28 3 0,41-1-41,1 1 0,0 0 0,0 0 0,0 2-1,1-1 1,0 2 0,0-1 0,0 2 0,1-1-1,0 2 1,1-1 0,0 2 0,0-1-1,1 1 1,0 1 0,-13 18 0,10-9-8,1 1 0,1 0 0,1 0 0,0 1 1,2 0-1,1 0 0,0 1 0,2 0 0,-2 25 0,2-1 11,2 0 0,2 0-1,12 90 1,-7-106-55,2-1 0,1 1 0,1-2 0,2 1 1,1-2-1,31 55 0,-21-50-30,2 0 1,2-1-1,1-2 1,1-1-1,1-1 1,2-1-1,1-2 0,1-1 1,0-2-1,2-1 1,1-2-1,0-1 1,1-2-1,1-1 0,1-2 1,0-2-1,0-2 1,53 7-1,95-9 35,-159-7-44,-1-2 1,1 0-1,-1-2 0,0-1 1,47-14-1,-59 13 1,-2 0 0,1 0 0,-1-1 0,0-1-1,0 0 1,-1-1 0,0 0 0,-1-1 0,0 0 0,-1-1 0,0-1 0,10-12 0,-11 9-2,0 0 0,-1-1 1,-1 0-1,0 0 0,-1 0 1,0-1-1,-2 0 1,0 0-1,2-24 0,-3 9-1,-2 0-1,-1 1 0,-1-1 1,-7-42-1,1 40-1,-2 1 0,-1-1 1,-1 2-1,-2 0 0,-1 0 0,-1 1 0,-2 1 1,-31-43-1,20 37-3,-1 1 0,-1 1 0,-2 2 0,-2 1 0,0 1 0,-40-25 0,41 35-14,0 0 0,-2 3 0,0 1-1,-1 1 1,0 2 0,-1 1 0,-1 3-1,1 0 1,-2 3 0,1 1 0,-43 0 0,65 4 7,-1 1 0,1 1 1,0 0-1,-1 2 1,1-1-1,0 2 1,0 0-1,-22 9 0,28-8-241,-1 1 0,1 0 0,1 1 0,-1-1 0,1 2 0,1-1 0,-1 1 0,1 1 0,0-1 0,1 2 0,0-1-1,-8 16 1,4-5-3193,-13 35-1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5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90 231 5346,'0'0'3015,"0"28"-2932,39 492 416,-23-371-249,7 0 0,45 157-1,-65-297-237,1 7 11,0 0 1,2-1-1,0 0 1,1 0-1,15 25 1,-21-57 312,-2-23-202,-2 0 0,-2 0 0,-14-52 0,-43-122-170,19 73 51,-67-290-42,84 320 62,24 103-33,-3-9 7,1-1-1,1 0 1,-2-33 0,5 48-14,0-2-23,10 3-6,3 3 34,1 0-1,-1 1 1,0 1 0,0 0-1,0 1 1,-1 0-1,1 1 1,-1 0-1,0 1 1,18 12 0,13 11 10,56 51 0,-36-23 0,-3 3-1,-3 2 0,-2 3 1,52 83-1,161 302 88,-262-437-82,-5-11-12,0 1 1,-1-1-1,1 0 1,0 0-1,1 0 1,-1-1 0,0 1-1,1 0 1,-1 0-1,1-1 1,-1 1-1,1-1 1,0 1-1,-1-1 1,1 1-1,3 0 1,-4-2 24,-1 0 0,1 0 0,-1 0 0,1 0-1,-1 0 1,0 0 0,1-1 0,-1 1 0,1 0 0,-1 0 0,1 0 0,-1-1 0,0 1-1,1 0 1,-1-1 0,0 1 0,1 0 0,-1-1 0,0 1 0,1 0 0,-1-1 0,0 1 0,0-1-1,1 1 1,-1-1 0,0 1 0,0 0 0,0-1 0,0 1 0,0-1 0,0 0 0,7-20 757,13-97 270,9-178 0,-25 237-889,39-687-420,-38 698-647,0 38-1615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5.3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33 5122,'0'0'825,"-15"30"-222,4-9-458,-1 2 101,0 0 0,2 1 0,1 0 0,0 1 0,2 0 0,1 0 0,-5 43 0,8-35 66,2 1 0,2-1 1,0 1-1,11 53 0,-10-75-290,2 0 0,-1 0-1,2 0 1,-1-1-1,2 0 1,-1 1 0,1-2-1,1 1 1,0-1-1,1 0 1,0 0 0,0-1-1,1 0 1,0-1 0,19 14-1,-15-14-6,1-1 0,-1-1 1,1 0-1,1-1 0,-1 0 0,1-1 0,-1-1 0,25 3 0,-19-4 6,-1-1 0,0 0 0,1-2 0,-1 0 0,0-2 0,25-5 0,-32 4-11,0-1-1,-1 1 1,0-2 0,0 0 0,-1 0-1,1-1 1,-1 0 0,-1-1 0,1 0-1,-1-1 1,-1 0 0,0 0 0,0-1-1,0 0 1,-2 0 0,1-1-1,-1 1 1,-1-2 0,0 1 0,0 0-1,-1-1 1,-1 0 0,0 0 0,0 0-1,-1 0 1,-1-1 0,0 1 0,-1-1-1,0 1 1,-1 0 0,0-1-1,-1 1 1,0 0 0,-1 0 0,-1 0-1,-5-12 1,3 11-15,-2 0 0,0 0 0,-1 1 1,0 0-1,-1 0 0,0 1 0,-21-18 0,-94-64-150,92 70 32,-119-91-3471,109 76-603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5.7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18 307 5715,'0'0'1125,"-2"38"-743,-13 242 1512,15-258-1737,0 0 0,1 0 0,1 0 0,1 0 0,1-1 0,1 1-1,10 25 1,-12-39-146,0 0-1,1 0 1,0 0-1,1 0 1,0-1-1,0 0 1,0 0-1,1 0 1,0-1-1,0 0 1,0 0-1,1 0 1,0-1-1,0 0 1,1 0-1,0-1 1,-1 0-1,1 0 1,1-1-1,15 5 1,-12-5 11,0-1 0,0-1 1,0 0-1,0 0 0,0-1 1,0-1-1,0 0 0,0 0 1,-1-1-1,1-1 1,0 0-1,-1 0 0,0-2 1,1 1-1,-2-1 0,1-1 1,0 0-1,-1 0 0,0-1 1,-1 0-1,0-1 1,0 0-1,0-1 0,-1 1 1,11-17-1,-4 4 64,-2 0 0,0 0 0,-2-2 0,0 1 0,-1-2 0,-2 1 0,0-1 0,-1-1 0,-2 1 0,0-1 1,1-33-1,-6 44-28,5-138 420,-6 132-421,0 0 0,-1 0 0,-1 1 0,-1-1-1,-8-23 1,6 29-26,2 12-38,2 11-41,-2 50-35,3 0-1,10 91 1,-5-122 88,1-1 0,1 0 0,1 0 0,2 0 0,0-1 0,2-1 0,1 1 0,18 28 0,-22-42 0,-1 0 1,2-1 0,0 0-1,0-1 1,1 0-1,0 0 1,1-1 0,0 0-1,0-1 1,1 0 0,0-1-1,0 0 1,1-1 0,0-1-1,0 0 1,0 0 0,28 4-1,-27-7 12,0 0 0,0-1 0,0-1 0,-1-1 0,1 0 0,0 0 0,0-2-1,-1 1 1,1-2 0,-1 0 0,0 0 0,0-2 0,-1 1 0,1-2 0,-1 1 0,0-2 0,-1 1-1,0-2 1,0 0 0,17-17 0,-12 6 27,0-1-1,-1 0 1,-2-2-1,0 1 1,-1-1 0,-1-1-1,-1 0 1,-1-1-1,-2 0 1,0 0-1,-2-1 1,0 1 0,-2-1-1,-1 0 1,-1 0-1,-1 0 1,-4-27-1,1 38-18,1 1 1,-2-1-1,0 1 0,-1-1 0,0 1 0,-1 1 0,0-1 0,-1 1 0,-1 0 0,0 1 0,-1 0 0,0 0 0,-1 1 0,0 0 0,-12-10 0,4 7-223,-1 0-1,0 1 1,-1 1 0,-1 1-1,0 1 1,0 0 0,0 2-1,-43-11 1,-14 1-4700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2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423 7 4786,'0'0'2652,"4"-2"-2374,9-3-227,-10 8-11,-23 20 101,-6 1 239,-1-1 1,-60 39-1,-70 28 576,82-48-442,62-37-434,10-4-52,0 0 0,0 1-1,1-1 1,-1 0 0,0 1 0,0 0-1,1-1 1,-1 1 0,1 0 0,-1 0-1,1 1 1,-3 2 0,5-4 46,8-1 44,48 1-11,-1 2 1,1 3-1,98 23 1,-113-17-105,0 1 1,-1 2-1,-1 1 1,0 3-1,59 37 1,-92-52-134,-5-3-57,0 0 0,1 0 1,-1 0-1,0 0 1,1 0-1,-1 0 0,1-1 1,-1 1-1,1-1 1,0 1-1,-1-1 0,4 1 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3.5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484 10 3185,'0'0'5339,"0"-4"-5030,0 4-307,0-1-1,0 1 0,0 0 0,0 0 0,0 0 0,0 0 1,0-1-1,0 1 0,0 0 0,0 0 0,0 0 0,0-1 1,-1 1-1,1 0 0,0 0 0,0 0 0,0 0 0,0 0 1,0-1-1,0 1 0,0 0 0,-1 0 0,1 0 0,0 0 1,0 0-1,0 0 0,0-1 0,-1 1 0,1 0 0,0 0 1,0 0-1,0 0 0,0 0 0,-1 0 0,1 0 0,0 0 1,0 0-1,0 0 0,-1 0 0,1 0 0,0 0 0,0 0 1,0 0-1,-1 0 0,1 0 0,0 0 0,0 0 0,-17 8 49,-31 26 52,2-2 43,-177 73 1319,103-53-405,118-51-1040,1-1-1,-1 1 0,1 0 0,-1-1 1,1 1-1,-1 0 0,1 0 0,0 0 1,-1 0-1,1 0 0,0 1 0,0-1 1,0 0-1,-1 1 0,0 1 0,2-2-15,0 0 0,0-1 0,0 1 0,0-1-1,0 1 1,0-1 0,0 1 0,1 0 0,-1-1-1,0 1 1,0-1 0,0 1 0,1-1 0,-1 1-1,0-1 1,1 1 0,-1-1 0,0 1 0,1-1-1,-1 0 1,1 1 0,-1-1 0,1 0 0,-1 1-1,1-1 1,-1 0 0,1 1 0,0-1 0,7 4-1,1-1 1,0 0 0,-1-1-1,12 3 1,92 16 74,84 19-50,-151-29-30,0 3 1,55 24-1,-89-33-360,0 1-1,0 1 0,0 0 1,-1 0-1,0 1 1,15 15-1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4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394 0 4306,'0'0'4808,"-3"3"-4502,-55 46-199,-97 75 342,138-112-228,-2 0 0,1-2 0,-2 0 0,1-1 0,-1-1 0,-1-1 0,-22 5 0,164-9 649,-64-3-822,99 15 1,-130-11-204,-1 2 1,0 0-1,0 2 1,-1 1-1,0 0 1,28 17-1,-26-7-1854,-22-8-1704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4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468 30 4050,'0'0'4727,"2"-5"-4222,6-17-353,-8 22-152,0 0 1,0 0 0,0 0-1,0 0 1,0 1 0,0-1 0,0 0-1,-1 0 1,1 0 0,0 0-1,0 0 1,0 0 0,0 0-1,0 0 1,0 0 0,0 0 0,0 0-1,0 0 1,-1 0 0,1 0-1,0 0 1,0 0 0,0 0-1,0 0 1,0 0 0,0 0-1,0 0 1,0 0 0,0 0 0,-1 0-1,1 0 1,0 0 0,0 0-1,0 0 1,0 0 0,0 0-1,0 0 1,0 0 0,0-1 0,0 1-1,0 0 1,-1 0 0,1 0-1,0 0 1,0 0 0,0 0-1,0 0 1,0 0 0,0 0 0,0 0-1,0-1 1,0 1 0,0 0-1,0 0 1,0 0 0,0 0-1,0 0 1,0 0 0,0 0-1,0 0 1,0 0 0,0-1 0,0 1-1,0 0 1,0 0 0,-10 6-1,10-6 2,-86 59 36,-87 52 153,120-83 621,-99 37 1,177-63-706,189 22-59,-167-15-49,0 1 0,72 27 0,-54-8-171,-61-26-66,1-1 0,-1 1-1,0 0 1,0 1 0,0-1-1,0 1 1,0-1 0,-1 1-1,1 0 1,4 9 0,-4 9-3223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5.0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402 31 3890,'0'0'3847,"2"-8"-3607,3-14-214,-14 33-15,-23 29 67,8-18 158,-1-1 0,0-1 0,-2-1 1,0-1-1,-2-2 0,1 0 0,-2-2 1,0-1-1,-1-2 0,-61 15 0,171-23 359,-44-3-566,1 3-1,-1 0 1,0 3-1,56 15 1,-67-13-304,-1 0 0,0 1 0,-1 2 0,0 0 0,0 1 0,-1 1 0,29 25 0,-35-24-3174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5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379 9 3426,'0'0'4468,"-1"-4"-3913,1 4-551,0 0 0,0 0 0,0-1-1,0 1 1,0 0 0,-1 0 0,1-1 0,0 1-1,0 0 1,0 0 0,0 0 0,0-1 0,-1 1-1,1 0 1,0 0 0,0 0 0,0 0 0,-1-1-1,1 1 1,0 0 0,0 0 0,0 0 0,-1 0 0,1 0-1,0 0 1,0 0 0,-1 0 0,1 0 0,0-1-1,0 1 1,-1 0 0,1 0 0,0 0 0,0 0-1,-1 0 1,1 1 0,0-1 0,0 0 0,-1 0-1,1 0 1,0 0 0,-1 0 0,-14 11 71,-25 32-27,20-20 23,-4 1 214,0 0 0,-2-2 0,0-1 0,-2 0 1,0-3-1,-1 0 0,-1-2 0,-48 20 0,139-35 796,-11-2-1081,0 3 1,0 1 0,83 17-1,45 27-3385,-150-38-1508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6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19 244 2833,'0'0'5616,"-3"-15"-4767,-9-44-369,9 44-131,21 21-151,5 17-185,0 1 0,-2 1-1,-1 0 1,0 2 0,16 32 0,-18-30 14,-2 1 1,-2 0-1,16 47 0,-29-77-13,-1 0-1,0-1 1,0 1-1,0 0 1,0 0-1,0 0 1,0 0-1,0-1 1,1 1-1,-1 0 1,0 0-1,0 0 1,0 0-1,0 0 1,0-1-1,1 1 1,-1 0-1,0 0 1,0 0-1,0 0 1,1 0-1,-1 0 1,0 0-1,0 0 0,0 0 1,1 0-1,-1 0 1,0 0-1,0 0 1,0 0-1,1 0 1,-1 0-1,0 0 1,0 0-1,0 0 1,0 0-1,1 0 1,-1 0-1,0 0 1,0 1-1,0-1 1,0 0-1,1 0 1,-1 0-1,0 0 1,0 0-1,0 0 0,0 1 1,0-1-1,1 0 1,-1 0-1,0 0 1,0 0-1,0 1 1,0-1-1,0 0 1,0 0-1,0 0 1,0 1-1,8-24 581,-8 23-588,20-68 380,3-16-759,4 1-1,48-101 1,-50 142-2012,-6 15-1214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6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42 3970,'0'0'5424,"-9"-6"-4747,-3-1-509,7 4-60,-1 0-1,1 0 1,0-1 0,1 1-1,-9-10 623,23 14-669,9 4-58,-1 1 0,0 1 0,0 0 0,0 2-1,17 10 1,9 4 1,65 36 1,16 7 57,-125-66-61,1 0 0,-1 0 0,0 0 0,1 0 0,-1 0 0,0 0 0,1 0 0,-1 0 0,1 0 0,-1 0 0,0 0 0,1 1 0,-1-1 0,0 0-1,1 0 1,-1 0 0,0 1 0,0-1 0,1 0 0,-1 0 0,0 1 0,0-1 0,1 0 0,-1 0 0,0 1 0,0-1 0,0 0 0,1 1 0,-1-1 0,0 0 0,0 1 0,0-1 0,0 0 0,0 1 0,0-1 0,0 0 0,0 1 0,0-1 0,0 1 0,0-1 0,0 0 0,0 1-1,0-1 1,0 0 0,0 1 0,0-1 0,0 0 0,-1 1 0,-18 10 29,18-11-32,-378 174-937,364-169-1150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17:27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 21 3650,'0'0'5237,"-16"-3"-4338,-49-11-262,48 11-268,41 5-341,0 1 0,0 1 1,-1 1-1,0 1 0,36 15 1,-31-11-13,43 17 7,91 51 1,-23-10-1,-138-67-23,-1-1 1,0 0-1,1 0 1,-1 0-1,1 0 1,-1 0 0,0 1-1,1-1 1,-1 0-1,0 0 1,1 1-1,-1-1 1,0 0-1,0 1 1,1-1-1,-1 0 1,0 1-1,0-1 1,1 0 0,-1 1-1,0-1 1,0 1-1,0-1 1,0 0-1,1 1 1,-1-1-1,0 1 1,0-1-1,0 1 1,0-1 0,0 0-1,0 1 1,0-1-1,0 1 1,0-1-1,-1 1 1,1-1-1,0 0 1,0 1-1,0-1 1,0 1-1,-1-1 1,1 0 0,0 1-1,0-1 1,-1 0-1,1 1 1,0-1-1,0 0 1,-1 0-1,0 1 1,-22 17 32,-34 14-3,-88 35-1,74-37-56,5 0-996,-121 35 0,61-38-3286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1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514 184 3554,'0'0'3783,"-1"-17"-3127,-4-58-285,5 71-330,0 1 0,0-1 0,-1 0 0,1 1 1,-1-1-1,0 0 0,-1 1 0,1-1 0,0 1 0,-1 0 0,0-1 1,0 1-1,0 0 0,0 0 0,0 0 0,-1 0 0,1 0 0,-1 1 0,0-1 1,0 1-1,0 0 0,0 0 0,0 0 0,0 0 0,-1 0 0,1 1 1,-1-1-1,-4-1 0,-6 1 27,0-1 0,0 2 0,0 0 0,0 0 0,-25 3 0,15 0-122,13-1 70,0 1 0,1 0 0,-1 0 0,0 1 0,1 1 0,-1 0 0,1 0 0,0 1 0,1 1 0,-1-1 0,1 2-1,0-1 1,0 1 0,1 0 0,0 1 0,0 0 0,-11 16 0,3-3 32,2 0-1,0 0 0,2 1 1,0 1-1,2 0 1,-14 44-1,16-35 46,2 1-1,1 0 1,2 0 0,1 0-1,2 0 1,5 50-1,-4-73-77,1 1-1,0-1 0,1 0 1,0 0-1,0 0 0,1 0 1,1 0-1,-1-1 0,2 0 1,-1 0-1,12 13 0,-8-11 0,2 0 0,-1-1 1,1-1-1,1 0 0,0 0 0,0-1 0,24 11 0,-14-9-4,2-1 0,-1-1 1,1-1-1,0-2 0,1 0 0,-1-1 1,1-2-1,0 0 0,42-3 0,-55-1-1,-1 1 0,0-2-1,0 1 1,0-1-1,0-1 1,0 0 0,-1-1-1,1 0 1,-1-1-1,-1 1 1,1-2 0,-1 0-1,0 0 1,0 0 0,-1-1-1,0 0 1,-1-1-1,0 0 1,7-11 0,-4 3-9,0 0 0,-1 0 0,-2-1 0,1 0 0,-2 0 0,-1-1 0,0 0 0,-1 0 1,-1 0-1,1-31 0,-3 21-28,-2 1 1,0-1-1,-7-29 1,5 44 9,0 0 0,-1 0 1,-1 1-1,0-1 0,-1 1 0,0 0 1,-1 1-1,-8-12 0,7 12 5,-1 1 0,0 0-1,0 0 1,-1 1 0,-1 0-1,0 1 1,0 0 0,0 0-1,-1 2 1,-1-1 0,1 2-1,-1-1 1,0 2-1,-1 0 1,1 0 0,-1 1-1,0 1 1,-26-3 0,30 6-3,1-1 8,1 0 1,0 1 0,-1 1-1,-15 2 1,22-3-5,0 1 0,0-1-1,0 1 1,1 0 0,-1 0 0,0 0 0,0 0-1,1 0 1,-1 0 0,1 0 0,-1 0 0,1 1 0,0-1-1,-1 1 1,1-1 0,0 1 0,0-1 0,0 1-1,0 0 1,0-1 0,0 1 0,1 0 0,-1 0-1,0 3 1,-2 26-1703,3-13-2818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4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473 179 5715,'0'0'2569,"-12"16"-2540,-5 7-28,1 1 1,2 1-1,0 0 0,2 1 1,-14 43-1,-84 251-22,-24-10 61,108-256-31,13-26 1,-1 0 1,-1-1-1,-30 41 1,44-67-2,-1 1-18,1-8 129,2-11-91,0 0 0,2 0 1,0-1-1,1 2 0,9-27 1,42-86-56,-25 61 4,224-569 72,-239 595-36,-3 7-2,1 0 1,2 0 0,36-59-1,-50 93-11,-1 0-1,1 0 1,0 0-1,0 0 1,0 0-1,0 0 0,-1 0 1,1 0-1,1 0 1,-1 1-1,0-1 1,0 0-1,0 1 0,0-1 1,0 1-1,1-1 1,-1 1-1,0 0 1,0-1-1,1 1 1,-1 0-1,0 0 0,0 0 1,1 0-1,-1 0 1,2 0-1,-1 1-5,1 0-1,0 0 1,-1 0-1,1 0 1,-1 1 0,1-1-1,-1 1 1,0 0-1,0-1 1,0 1-1,0 0 1,2 3 0,18 23 5,-1 1 0,-1 1 0,-2 0 0,21 50 0,-14-29 34,123 287 48,5 10-57,-86-232-593,-66-110-1732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4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0 185 2609,'0'0'5091,"288"-68"-4995,-127 23-96,-1 6-673,-14 7-2272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4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18 600 3842,'0'0'632,"-3"22"-341,-9 67 0,9-67-97,19-27 95,0-9-158,0 0 0,-2-1 0,1-1 0,-2 0 0,0-1 0,11-20 0,-1 4-88,5-6-12,-3-2 1,-1 0-1,31-77 1,-44 90 33,-2 0 1,-2-1 0,0 0-1,-2 0 1,-1 0 0,-1-1-1,-1-36 1,-2 64-33,-1-1 0,1 1-1,0 0 1,0-1 0,-1 1 0,1 0 0,-1-1 0,0 1-1,0 0 1,0 0 0,0 0 0,0 0 0,0 0-1,-1 0 1,1 0 0,-1 0 0,1 0 0,-1 0 0,0 1-1,1-1 1,-1 1 0,0-1 0,0 1 0,0 0-1,0 0 1,0 0 0,-1 0 0,1 0 0,0 0 0,-4 0-1,-3-1 49,1 1 0,0 1-1,0-1 1,-1 1-1,1 1 1,0 0-1,-15 3 1,18-3-77,0 1-1,1-1 1,-1 1-1,1 0 1,-1 1-1,1-1 1,0 1-1,0 0 1,0 0-1,0 0 1,0 0-1,1 1 1,-1 0-1,1-1 1,0 1-1,0 0 1,1 1 0,-1-1-1,1 0 1,0 1-1,0-1 1,0 1-1,1 0 1,0 0-1,0 0 1,0-1-1,0 1 1,1 0-1,0 0 1,0 8-1,1-10-5,-1-1-1,1 1 0,0 0 0,0-1 0,0 1 1,0-1-1,0 0 0,1 1 0,-1-1 0,1 0 0,0 0 1,-1 0-1,1 0 0,0 0 0,0 0 0,3 2 1,41 19 3,-35-18 3,141 49 134,-100-38-113,-1 2 1,-1 2-1,81 46 0,-119-59-27,0 1 0,0 1 1,-1 0-1,0 0 0,-1 1 0,0 0 0,0 1 1,-1 0-1,-1 1 0,0 0 0,0 0 1,-2 0-1,1 1 0,-1 0 0,-1 1 0,-1-1 1,0 1-1,4 25 0,-6-27-10,0 0 0,-2 1 0,1-1 0,-2 0 0,1 1 0,-2-1 0,0 0 0,-6 21 0,5-25 9,0 0 0,-1 0 0,0 0-1,-1 0 1,0-1 0,0 0 0,0 0 0,-1 0-1,0-1 1,0 0 0,-1 0 0,-11 8 0,2-3 22,0-1 0,-1-1-1,0 0 1,0-1 0,-1-1 0,0-1 0,0 0 0,-1-2 0,0 0 0,1-1-1,-1 0 1,-36-1 0,49-2 14,0 0 0,1 0 0,-1 0 0,0-1 0,0 0 0,1 0 0,-1 0 0,1-1 0,-1 0 0,1 0 0,-1 0 0,1-1 0,-8-5 0,10 5 11,0 0 0,0-1 1,0 0-1,0 0 0,0 0 0,1 0 1,0 0-1,0-1 0,0 1 0,0 0 1,1-1-1,-1 0 0,1 1 0,0-1 1,1 0-1,-1-7 0,1 4-39,0 0-1,0 0 1,0 1-1,1-1 0,1 0 1,-1 1-1,1-1 1,0 1-1,1 0 1,0-1-1,0 1 1,1 0-1,-1 1 1,2-1-1,-1 1 1,1 0-1,0 0 1,0 0-1,0 0 1,1 1-1,0 0 1,0 0-1,0 1 1,8-5-1,-3 3-15,0 0 0,1 0 1,0 1-1,0 0 0,0 1 0,1 1 0,-1 0 0,1 0 0,0 1 1,0 1-1,0 0 0,0 1 0,0 1 0,13 1 0,-23-1 3,0 0-1,0 0 1,0 0-1,0 0 0,0 0 1,0 1-1,-1-1 1,1 1-1,0 0 0,-1 0 1,0 0-1,1 0 1,-1 0-1,0 1 0,0-1 1,0 1-1,0-1 1,0 1-1,-1 0 0,1 0 1,-1-1-1,0 1 1,0 0-1,0 0 0,0 0 1,0 1-1,0 4 1,1 3-40,-1 0 0,-1 0 0,0 0 0,0 0 0,-1 0 0,-3 18 0,3-27-52,1-1 0,0 1 0,-1 0 0,0 0 0,1 0 0,-1 0 0,0-1 0,0 1 0,0 0 0,0-1 0,0 1 0,0-1 0,-1 1-1,1-1 1,0 1 0,-1-1 0,-2 2 0,-1-1-686,0 0 1,1 0-1,-1-1 0,0 0 0,0 0 0,-9 1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5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77 245 4370,'0'0'1107,"-9"-31"-525,-2-4-437,-34-123 716,39 143-452,2 10-14,2 9 679,13 297-798,26 5-132,-20-174-111,69 511-2151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5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0 188 4530,'0'0'3009,"179"-39"-2272,-10 4-449,15-4-288,-12 3-144,-29 15-1345,-36 7-640,-48 11-208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5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5571,'0'0'720,"211"-72"-400,-54 22-64,9 5-256,-5 18 0,-22 21-544,-35 6-1297,-41 12-1873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6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1 295 5827,'0'0'1728,"178"-84"-1519,-30 34-145,19 2 16,8 4-80,-15 14-353,-23-9-3152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6.6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29 519 4946,'0'0'574,"0"7"-838,0-3 609,-5 15 3098,-3-59-3291,2 0 0,1-1 0,2 0 0,2 0 0,6-62 1,-4 94-171,1 1 1,0 0-1,1 0 1,0 0 0,0 0-1,1 0 1,0 1-1,0 0 1,1 0-1,0 0 1,0 0 0,1 1-1,-1-1 1,2 2-1,-1-1 1,0 0 0,1 1-1,9-5 1,-11 7 3,0 1 0,0-1 1,0 1-1,0 0 0,0 0 1,0 1-1,1 0 0,-1 0 0,1 0 1,-1 0-1,0 1 0,1 0 1,-1 0-1,1 0 0,-1 1 1,1 0-1,-1 0 0,0 0 1,1 1-1,-1 0 0,0 0 0,0 0 1,0 0-1,0 1 0,-1 0 1,1 0-1,-1 0 0,1 1 1,4 4-1,1 4-6,0 0 0,0 1 0,-1-1 0,-1 2 1,0-1-1,11 29 0,28 94 1,-34-82 31,-3 0 0,-2 0 0,-3 1-1,-2 99 1,-9-274 531,3 78-554,1 0 0,6-72 0,2 83-16,1 1 1,1 0 0,2 1-1,0 0 1,3 0-1,0 1 1,2 1 0,34-49-1,-38 61-50,1 1-1,0 0 1,23-21-1,-28 30 46,-1 0-1,1 0 1,0 1-1,0 0 1,0 0 0,0 1-1,1 0 1,-1 0-1,1 1 1,15-4-1,-20 6 27,0 0-1,0 0 0,0 0 1,0 0-1,0 1 0,0-1 1,0 1-1,0-1 0,0 1 1,0 0-1,0 0 0,0 1 1,0-1-1,0 1 0,-1-1 1,1 1-1,-1 0 0,1 0 0,-1 0 1,0 0-1,0 0 0,0 1 1,0-1-1,0 0 0,3 6 1,1 4-6,0 0 0,0 0 1,-1 1-1,5 21 0,0 13 40,-2 0 0,4 94 1,-10-91-1,3 0 1,15 75 0,-19-120-64,1 0 0,-1 0-1,1-1 1,-1 1 0,1 0 0,1-1-1,-1 1 1,1-1 0,-1 1 0,1-1 0,0 0-1,1 0 1,-1-1 0,1 1 0,0-1 0,0 1-1,0-1 1,0-1 0,7 5 0,-3-4-667,1 0 1,-1-1-1,16 3 1,-24-5 689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7.0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595 204 5026,'0'0'1118,"-24"-29"-1051,-78-89 218,97 112-228,-1 1-1,1 0 0,-1 0 1,0 1-1,0 0 0,-1 0 1,1 0-1,-1 1 0,0 0 1,0 0-1,0 1 0,0 0 1,0 0-1,-1 0 0,1 1 1,0 0-1,-1 1 0,1 0 1,-1 0-1,1 0 0,-14 3 1,-3-1 80,16-1-120,1 0 1,0 0-1,-1 1 0,1 0 0,0 0 1,0 0-1,0 1 0,0 0 1,1 1-1,-12 7 0,8-3-5,-1 0-1,1 1 0,1 0 1,0 1-1,-13 17 1,7-4-5,1 1 1,0 0-1,2 1 1,1 0-1,-10 33 1,11-18 29,1 1 0,2 0 0,2 0-1,0 78 1,5-108-22,1-1 0,-1 1 0,2-1-1,-1 0 1,1 0 0,1 0 0,6 18-1,-6-22-9,0-1 0,1 1 0,-1-1-1,1 0 1,0 0 0,0 0 0,0 0-1,1-1 1,-1 0 0,1 0 0,0 0-1,1-1 1,-1 1 0,7 2 0,1-1 5,0-1 1,0-1 0,0 0-1,1 0 1,0-1 0,-1-1-1,1 0 1,0-1 0,0-1-1,-1 0 1,22-5 0,-26 3-4,0 0 0,0-1 0,-1 0 1,1 0-1,-1-1 0,0 0 0,-1 0 1,1-1-1,-1 0 0,0 0 0,-1-1 0,1 0 1,-1 0-1,-1-1 0,1 0 0,-1 0 1,6-14-1,0 1 25,-1-2-1,-1 1 1,-1-1-1,-2 0 1,8-43 0,-9 13 108,-2-83 0,-3 90-60,0 38-44,0 1 21,1 0 1,-1 0-1,-1 0 0,1 0 0,-1 0 1,-1-1-1,1 2 0,-1-1 0,0 0 0,-1 0 1,-4-9-1,7 16-55,0 0 1,0 0-1,0 0 0,0 1 0,0-1 1,1 0-1,-1 0 0,0 0 1,0 0-1,0 0 0,0 0 1,0 1-1,0-1 0,0 0 1,0 0-1,0 0 0,0 0 0,0 0 1,0 1-1,0-1 0,0 0 1,0 0-1,0 0 0,0 0 1,0 0-1,0 1 0,-1-1 1,1 0-1,0 0 0,0 0 0,0 0 1,0 0-1,0 0 0,0 1 1,0-1-1,0 0 0,0 0 1,-1 0-1,1 0 0,0 0 1,0 0-1,0 0 0,0 0 0,0 0 1,0 0-1,-1 0 0,1 0 1,0 0-1,0 0 0,0 0 1,0 0-1,0 0 0,-1 0 1,1 0-1,0 0 0,0 0 0,0 0 1,0 0-1,0 0 0,-1 0 1,1 0-1,0 0 0,0 0 1,0 0-1,0 0 0,0 0 1,0 0-1,-1 0 0,1-1 0,-1 17-112,2 8 100,1 0 0,1 0 1,2 0-1,0-1 1,1 1-1,1-1 0,2 0 1,0-1-1,1 0 1,1-1-1,1 0 0,1 0 1,1-1-1,18 19 1,-26-32-139,1-1 0,0 0 1,0 0-1,0 0 0,1-1 1,0 0-1,0 0 1,1-1-1,-1 0 0,1-1 1,0 0-1,0 0 0,0-1 1,0 0-1,0 0 1,1-1-1,-1 0 0,0-1 1,1 0-1,14-2 0,41-13-3843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7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76 118 4194,'0'0'4506,"-12"-23"-4127,-40-65-355,45 81-58,3 10-10,3 22-54,55 373 55,-37-302 56,113 510 78,-122-579-84,2 0 0,22 46 0,-37-106 140,-8-5-149,7 20 5,-1-1 1,2 1-1,1-1 1,0-1-1,-1-26 1,4 25-23,1 1 1,1-1-1,7-39 0,-6 51 8,0 1 0,1-1 0,1 1 0,-1 0 0,1 1 0,1-1-1,-1 0 1,1 1 0,0 0 0,1 0 0,12-11 0,-9 10-17,1 0-1,1 0 1,0 1 0,0 0 0,0 1 0,1 0 0,0 1 0,0 0-1,0 1 1,1 0 0,-1 1 0,1 0 0,0 1 0,0 1 0,0 0-1,0 1 1,0 0 0,0 1 0,19 3 0,-27-2 16,1 0 0,-1 0 0,0 0 1,0 1-1,0-1 0,-1 1 0,1 1 0,-1-1 0,1 0 1,-1 1-1,0 0 0,0 0 0,-1 1 0,1-1 1,-1 0-1,0 1 0,0 0 0,-1 0 0,4 8 0,0 1 2,-1 1 0,0 0-1,-1 0 1,0 0-1,2 27 1,-4-16 26,-1 0-1,-2 29 1,0-46 7,0-1 1,-1 1-1,1 0 0,-2-1 1,1 0-1,-1 0 1,-1 1-1,0-2 0,0 1 1,-5 7-1,1-4-25,-1 0-1,0-1 1,-1 0 0,0-1-1,-1 0 1,0-1 0,0 0-1,-1-1 1,0 0 0,0 0-1,0-1 1,-1-1 0,0 0-1,0-1 1,0-1 0,-27 4-1,38-6-125,0-1 0,0 0 1,-1 1-1,1-1 0,0 0 0,0-1 0,-1 1 0,1 0 0,0-1 1,0 1-1,-1-1 0,-2-1 0,3 0-150,0 0-1,0 1 0,0-1 1,1 0-1,-1 0 1,1-1-1,-1 1 1,1 0-1,-2-5 1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8.3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1076 5458,'0'0'379,"27"11"-352,91 35 16,-96-37-14,2-1 0,31 7 0,-47-14-8,0 0 0,0 0 0,0-1-1,0 0 1,0 0 0,0-1 0,0 0 0,9-2-1,-13 1 10,0 0-1,0 0 1,0 0-1,0 0 0,-1-1 1,1 1-1,-1-1 0,0 0 1,1 0-1,-1 0 0,-1 0 1,1-1-1,0 1 0,-1-1 1,0 0-1,0 1 0,0-1 1,0 0-1,-1 0 0,1-1 1,0-3-1,5-16 246,-2 1 0,4-38 0,-8 54-241,6-64 236,-3 0 1,-3-1-1,-3 1 0,-4-1 0,-2 2 0,-21-83 1,28 149-271,-103-353 1163,91 330-1075,13 26-87,1 1-1,-1 0 1,0 0 0,0-1 0,0 1-1,0 0 1,-1 0 0,1 0-1,0-1 1,0 1 0,0 0 0,0 0-1,0-1 1,0 1 0,0 0-1,0 0 1,0 0 0,0-1 0,-1 1-1,1 0 1,0 0 0,0 0-1,0 0 1,0-1 0,-1 1 0,1 0-1,0 0 1,0 0 0,0 0 0,-1 0-1,1 0 1,0 0 0,0 0-1,0-1 1,-1 1 0,1 0 0,0 0-1,0 0 1,-1 0 0,1 0-1,0 0 1,0 0 0,0 0 0,-1 0-1,1 0 1,0 1 0,0-1-1,-1 0 1,1 0 0,0 0 0,0 0-1,-2 32-165,3 69 69,19 144 0,-17-223 101,19 129 20,70 260 1,-84-385-21,1-1 1,1 0 0,2 0-1,24 40 1,-31-58-24,0 1 0,1-1 0,0 0 0,0-1 0,1 1 0,0-1 0,0 0 0,0-1 0,1 0 0,0 0 0,0-1 0,0 0 0,0 0 0,1 0 0,-1-2 0,1 1 0,14 2 0,-6-4-89,1 0 0,-1-1 0,1-1 0,-1-1-1,0 0 1,0-1 0,0-1 0,0-1 0,0 0 0,-1-1 0,0-1 0,0 0 0,-1-2 0,0 1 0,0-2 0,17-14 0,1-4 3,-1-1 0,-2-1 0,0-2 0,-2-1 0,34-54 0,-48 66 130,-1 0-1,-1-1 1,-2 0 0,0-1 0,-1 0 0,-1 0-1,-1-1 1,-1 0 0,-2-1 0,0 1 0,-1-1-1,-2 0 1,-1 1 0,-2-27 0,2 45 19,-1 0 0,0 0 0,0-1 0,0 1 0,0 0 0,-1 1 0,0-1 0,-1 0 0,1 0 0,-1 1 0,0 0 0,0-1 0,-1 1 0,0 0 0,1 1 0,-2-1 0,1 1 0,0-1 0,-1 1 0,0 1 0,0-1 0,0 1 0,-1 0 0,1 0 0,-1 0 0,1 1 0,-1 0 0,0 0 0,0 0 0,0 1 0,-8-2 0,4 2-26,1 0-1,-1 1 0,1 0 1,-1 0-1,1 1 0,0 0 0,-1 0 1,1 1-1,0 1 0,0 0 1,0 0-1,-13 6 0,10-2-7,0 1 1,1 0-1,-1 0 0,2 1 1,-1 0-1,1 1 0,-15 19 0,6-2 15,1 0-1,2 2 1,0 0 0,2 0-1,2 1 1,-14 48-1,17-48 158,2 0 0,2 1 1,0 0-1,2 0 0,1 0 0,2 0 0,5 44 0,-3-64-145,0-1 0,0 1 0,1-1 0,0 0 0,1 0-1,1 0 1,-1-1 0,1 0 0,1 1 0,0-2 0,0 1 0,1-1 0,0 0 0,0 0 0,1-1 0,0 0 0,0 0 0,0-1-1,1 0 1,0 0 0,1-1 0,-1 0 0,1-1 0,17 5 0,4 0-13,1-2 1,0-1-1,0-2 1,1-1-1,-1-1 0,65-6 1,-50-1-399,-1-2 0,0-1-1,0-3 1,0-2 0,-2-2 0,77-36 0,64-52-6019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9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37 185 4066,'0'0'715,"-5"-27"-230,-3-9-341,0 0 184,-4-49 1,9 180 770,43 438-844,-18-323-217,-18-166-28,53 395 47,-50-424-60,-1-10 180,-3-54 58,-2 0 0,-8-69 1,4 77-209,-4-52-12,10-168 0,-1 245-24,0 0 0,1 1 0,1-1 0,1 1 0,0 0 0,1 0 0,1 1 0,0-1 1,0 2-1,2-1 0,15-19 0,-19 28 1,0-1-1,0 0 1,1 1 0,0 0-1,0 1 1,0-1 0,0 1-1,1 0 1,0 1 0,0-1 0,0 1-1,0 1 1,0-1 0,1 1-1,-1 1 1,1-1 0,-1 1-1,1 1 1,0-1 0,-1 1 0,1 1-1,0-1 1,-1 1 0,1 1-1,-1-1 1,8 4 0,-5-2-2,-1 1 1,0 1-1,0-1 1,0 2-1,0-1 0,-1 1 1,0 1-1,-1-1 1,1 1-1,-1 0 1,0 1-1,10 16 1,-1-1-8,-2 1 0,-1 0 0,16 42 0,-18-32 78,0 0 1,-2 1-1,-2 0 0,5 56 1,-6 144 358,-6-183-387,0-17-25,0-35-17,0 0 1,0 1-1,0-1 1,0 0-1,0 1 1,0-1-1,0 0 1,0 0-1,0 1 1,0-1-1,0 0 1,0 1-1,0-1 1,1 0-1,-1 0 1,0 1-1,0-1 1,0 0-1,0 0 0,1 1 1,-1-1-1,0 0 1,0 0-1,0 1 1,1-1-1,-1 0 1,0 0-1,1 0 1,-1 0-1,0 0 1,0 1-1,1-1 1,-1 0-1,0 0 1,0 0-1,1 0 1,-1 0-1,0 0 0,1 0 1,-1 0-1,0 0 1,1 0-1,-1 0 1,0 0-1,1 0 1,3 0-293,1 0 1,-1 0 0,1-1-1,-1 1 1,1-1 0,6-2 0,46-24-3897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0:59.7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571 258 3378,'0'0'1731,"-7"-30"-2158,-3-10 586,-15-44 0,23 80-112,0-1-1,0 0 1,-1 1 0,1 0 0,-1-1 0,0 1 0,0 0 0,-1 0 0,1 1 0,-1-1-1,0 1 1,0 0 0,0 0 0,0 0 0,-1 0 0,1 1 0,-1-1 0,1 1 0,-1 1 0,-7-3-1,3 1 53,-12-4 3,-1 1 0,0 1 1,-1 1-1,1 1 0,-1 1 0,1 1 1,-1 1-1,-32 4 0,47-3-100,1 0-1,-1 1 1,1 0-1,-1 0 1,1 0 0,0 1-1,0 0 1,0 1-1,0-1 1,0 1-1,1 1 1,0-1-1,-9 8 1,8-3-1,-1-1-1,1 1 1,0 0 0,1 1-1,0-1 1,0 1 0,1 1 0,-5 13-1,1 5 16,2 0 1,0 1-1,2 0 0,1 1 0,1 57 1,2-63 7,2-1 1,1 0-1,1 0 1,1 0-1,13 40 1,-13-52-21,1 0 1,0-1-1,1 1 0,0-1 0,1-1 1,0 1-1,1-1 0,0-1 0,1 0 1,0 0-1,0 0 0,20 13 0,-16-14 0,1-1-1,-1-1 0,1-1 0,0 1 1,1-2-1,-1 0 0,1-1 1,0 0-1,0-2 0,0 1 0,0-2 1,18-1-1,-25 1 6,0-1 0,-1 0 0,1 0-1,-1 0 1,1-1 0,-1 0 0,0-1 0,1 0 0,-1 0-1,-1-1 1,1 1 0,0-1 0,-1-1 0,0 1 0,7-8 0,-5 4 1,0-1 1,-1 0 0,0 0 0,0-1 0,-1 0 0,0 0 0,-1-1 0,-1 1 0,7-20 0,-5 3 13,-1-1 0,-1 1 0,-2-1 0,0 0 0,-4-33 0,2 19 13,0 20 25,-1 0 0,-1 0-1,-1 1 1,-1-1 0,-1 1-1,-1-1 1,-1 2 0,-17-38-1,23 90 219,3 7-228,2 0 1,1-1-1,3 1 0,1-1 0,1 0 0,3-1 0,1-1 0,1 0 1,2-1-1,37 58 0,-49-85-113,1 1 0,0-1 0,0 0 1,1 0-1,-1-1 0,2 0 0,-1 0 0,1 0 0,0-1 1,1 0-1,-1-1 0,1 0 0,0 0 0,11 3 0,-10-6-680,1 0-1,-1-1 0,1 0 1,12-1-1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0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1 600 5058,'0'0'777,"2"14"-575,-2-13-201,1 2 40,-1 1 0,1 0 0,-1-1 0,1 1 0,0 0 0,1-1 0,-1 1 0,0-1 0,1 1 0,3 4 0,-5-8-31,1 0-1,-1 0 1,1 1 0,-1-1-1,1 0 1,-1 0 0,1 1-1,-1-1 1,1 0-1,-1 0 1,1 0 0,0 0-1,-1 0 1,1 0 0,-1 0-1,1 0 1,-1 0-1,1 0 1,-1 0 0,1 0-1,0-1 1,-1 1 0,1 0-1,-1 0 1,1 0-1,-1-1 1,1 1 0,-1 0-1,1-1 1,3-2 29,0 0 0,-1 0 0,1-1 0,-1 1 0,0-1 0,3-4 0,22-32 64,-1 0-1,34-72 0,-49 87-39,-2-1-1,-1 0 1,-1 0-1,-1-1 1,-2 1-1,4-36 1,-9 51 22,2-9 17,-1 0 0,0 0 0,-2 0 0,-3-21 0,3 37-96,1 0 1,-1 0 0,0 0-1,0 0 1,-1 0-1,1 0 1,-1 1-1,0-1 1,0 1-1,0-1 1,-1 1 0,1-1-1,-1 1 1,1 0-1,-1 0 1,0 0-1,0 1 1,-1-1-1,1 1 1,0 0-1,-1 0 1,0 0 0,1 0-1,-1 0 1,-7-1-1,4 1 15,0 1-1,0-1 0,0 2 1,-1-1-1,1 1 1,0 0-1,-1 0 0,1 1 1,0 0-1,0 1 0,-11 2 1,14-2-15,0-1-1,1 1 1,-1 0 0,0 0 0,1 1 0,0-1 0,-1 1 0,1-1 0,0 1-1,0 0 1,0 0 0,1 0 0,-1 1 0,1-1 0,0 1 0,0-1-1,0 1 1,0 0 0,0 0 0,1 0 0,-1 4 0,1-5-6,-1 1 0,1 0 0,0 0 0,1 0 1,-1-1-1,1 1 0,0 0 0,0 0 0,0 0 0,0 0 1,1 0-1,-1 0 0,1 0 0,0-1 0,0 1 0,1 0 1,-1-1-1,1 1 0,-1 0 0,1-1 0,1 0 0,-1 0 1,0 1-1,1-1 0,-1 0 0,1-1 0,0 1 0,0-1 1,4 4-1,7 1 7,1 0 1,-1-1 0,1 0-1,0-1 1,1-1 0,18 3-1,102 16 38,-85-16-33,1 2 0,-1 2 0,64 23-1,-101-28-12,0-1 0,-1 2 0,0 0 0,0 1 0,-1 0-1,0 1 1,0 0 0,-1 1 0,0 0 0,0 1 0,-2 0-1,1 0 1,-1 1 0,-1 1 0,0-1 0,7 17-1,-8-12 2,-1 0 0,-1 0-1,0 0 1,-2 1 0,0 0-1,0-1 1,-2 1 0,0 0-1,-3 27 1,1-31 6,-1 0 0,0 0 0,-1-1 0,-1 1 0,0-1 0,-1 0 0,0 0 0,-1 0 0,0-1 0,-1 1 0,0-1 0,-15 16 0,14-18 22,-1 0 1,0-1-1,-1 0 0,0-1 1,0 0-1,-1-1 0,0 0 0,0 0 1,-1-2-1,0 1 0,0-1 1,0-1-1,-1 0 0,-21 4 0,32-8 1,0 0 0,1 0 0,-1 0 0,0 0 0,0 0 0,0 0 0,0 0 0,1-1 0,-1 1 0,0-1 0,0 1 0,0-1 0,1 1 0,-1-1 0,0 0 0,1 0 0,-1 0 0,1 0 0,-1 0 0,1-1 0,0 1 0,-1 0 0,1-1 0,0 1 1,0 0-1,0-1 0,0 0 0,0 1 0,0-1 0,0 0 0,1 1 0,-1-1 0,1 0 0,-1 0 0,1 1 0,-1-1 0,1 0 0,0 0 0,0 0 0,0 0 0,0-2 0,0-4-28,1 0 1,0 0-1,0 1 1,0-1 0,1 0-1,0 0 1,1 1-1,6-15 1,-4 14-14,1-1 0,0 1 1,1 0-1,0 1 0,0-1 0,1 1 1,0 1-1,0 0 0,0 0 0,1 0 1,0 1-1,0 0 0,0 1 0,0 0 0,1 0 1,0 1-1,0 1 0,0-1 0,0 1 1,0 1-1,16 0 0,-24 0 3,0 1 0,0 0 0,0 0 0,0 0-1,0 1 1,0-1 0,0 0 0,0 1 0,0-1 0,0 1-1,-1 0 1,1-1 0,0 1 0,0 0 0,-1 0 0,1 0-1,0 1 1,-1-1 0,1 0 0,-1 0 0,0 1 0,1-1 0,-1 1-1,0-1 1,0 1 0,0 0 0,1 2 0,0 3-96,0 0 1,-1 0 0,0 0-1,0 0 1,0 0-1,-2 11 1,1 17-1779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1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34 3922,'0'0'2652,"-8"-10"-2514,-13-12-182,21 22 43,0 0 1,-1 0-1,1-1 1,0 1-1,0 0 1,0 0-1,0 0 1,0 0-1,0 0 0,-1 0 1,1 0-1,0 0 1,0 0-1,0 0 1,0 0-1,-1 0 1,1 0-1,0 0 1,0 0-1,0 0 0,0 0 1,-1 0-1,1 0 1,0 0-1,0 0 1,0 0-1,0 0 1,0 0-1,-1 0 1,1 0-1,0 0 0,0 0 1,0 0-1,0 1 1,0-1-1,-1 0 1,1 0-1,0 0 1,0 0-1,0 0 1,0 0-1,0 0 0,0 1 1,0-1-1,0 0 1,0 0-1,0 0 1,-1 0-1,1 1 1,0-1-1,0 0 1,0 0-1,0 0 0,0 0 1,0 1-1,0-1 1,0 0-1,0 0 1,0 0-1,0 0 1,1 0-1,-1 1 1,0-1-1,0 0 0,0 0 1,0 0-1,0 1 1,21 75-12,92 337 116,-87-291-89,14 180-1,-39-279-9,13 294 997,-18-323-509,-4-16-364,1-1 0,1-1 1,0 1-1,-3-46 0,3-103 33,6 164-164,0 0 1,0 0-1,1 0 0,0-1 1,0 1-1,1 1 0,0-1 0,1 0 1,0 0-1,0 1 0,0-1 1,1 1-1,0 0 0,1 0 1,-1 1-1,1-1 0,0 1 0,1 0 1,0 0-1,0 1 0,0 0 1,1 0-1,-1 0 0,8-3 0,-1 2-12,-1 1-1,1 1 0,-1 0 0,1 1 0,0 1 0,0-1 0,1 2 0,-1 0 0,0 1 0,0 0 0,1 1 0,-1 0 0,0 1 0,26 7 0,-28-3 7,1-1 0,-1 2 0,-1-1-1,1 2 1,-1-1 0,0 1 0,-1 1-1,0 0 1,0 0 0,10 15 0,-3-2-7,-1 1 0,0 0 1,20 49-1,-24-45 11,-1 2 0,-2-1 0,0 1-1,6 50 1,-13-65 5,0-1-1,0 1 1,-1-1 0,-1 0-1,0 1 1,-1-1-1,0 0 1,-1 1-1,-1-1 1,0-1-1,-1 1 1,-11 22 0,7-23 19,0 1 1,-1-1-1,0-1 1,-1 0-1,-1 0 1,1-1 0,-2 0-1,1-1 1,-1-1-1,-1 0 1,-19 8-1,11-6-191,-1-2-1,0 0 0,0-2 1,-1-1-1,0 0 0,-37 1 1,52-5-228,0-1 1,-1 0 0,1 0-1,0-1 1,0 0 0,-12-4 0,16 3-171,-1-1 0,1 0 0,-1 0 0,1 0 0,0-1 0,0 0 0,-8-8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1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1 391 3650,'33'-1'128,"232"-4"-22,22 5 108,-281 0-196,0 0 0,0 0 0,0-1-1,0 0 1,-1 0 0,1 0 0,0-1 0,7-3 0,-11 4-1,0 0 0,0-1 0,-1 1 0,1-1 0,-1 1 0,1-1 0,-1 0 0,1 0 0,-1 1 0,0-1 0,0 0 0,0 0 0,0 0 0,0 0 0,-1 0 1,1 0-1,-1-1 0,1 1 0,-1 0 0,0 0 0,1 0 0,-1-1 0,0 1 0,-1-3 0,1-3 59,0-1 0,-1 1 0,0 0 0,0-1 0,-1 1 0,0 0 1,-1 0-1,0 0 0,0 0 0,-5-9 0,0 5-61,0 1-1,0 0 1,-1 1 0,-1-1 0,-18-15 0,10 11 23,0 0 1,-1 1-1,0 0 1,-1 2-1,-1 1 1,0 0 0,-1 1-1,0 2 1,0 0-1,-1 1 1,1 1 0,-27-2-1,47 7-32,-19-1 104,-1 1-1,-41 2 0,57 0-80,1 0 0,-1 0 0,0 0 0,1 1 0,-1 0 0,1 0 0,0 0 0,-1 1 0,1 0 0,0 0 0,0 0 0,1 0 0,-1 1 0,1 0 0,-7 7 0,5-3 26,-1 1 0,2 0 0,-1 1 0,2-1 0,-1 1 0,1 0 0,0 0 0,1 1 0,1-1 0,-3 15 0,2-1 153,1 0-1,2 0 1,3 38-1,-2-48-129,1 0-1,0-1 1,1 0-1,1 1 1,0-1-1,1 0 0,0-1 1,1 1-1,0-1 1,1 0-1,1 0 1,0-1-1,11 12 1,-5-9 2,0-1 0,1 0 0,0-1 0,1-1 0,1 0 0,0-1 0,0-1 0,27 10 0,0-4-506,0-2 0,1-2 1,0-2-1,1-3 0,-1-1 1,1-2-1,54-3 0,44-10-3357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1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284 229 7251,'0'0'350,"7"20"-449,1 5 110,17 33-1,-24-56-8,0 0 0,1 0-1,-1 0 1,1 0-1,-1 0 1,1 0-1,0-1 1,0 1-1,0 0 1,0-1-1,0 0 1,0 1 0,0-1-1,0 0 1,0 0-1,1 0 1,-1 0-1,1-1 1,-1 1-1,0-1 1,1 1-1,-1-1 1,1 0 0,-1 0-1,1 0 1,-1 0-1,1 0 1,3-2-1,5 2 21,2 0 12,-2 0 6,-1 0-1,0-1 1,16-2 0,-22 2-34,0 0 1,-1-1 0,1 1 0,-1-1 0,0 1 0,1-1-1,-1 0 1,0 0 0,0-1 0,0 1 0,0-1 0,-1 1-1,4-5 1,-1 0 4,1-1 0,-1 0 0,-1 0 0,0 0 0,0-1-1,0 1 1,-1-1 0,-1 0 0,1 0 0,-1 0 0,1-13-1,-3 16-12,1-1 0,-1 0 0,0 0-1,0 0 1,-1 0 0,0 0-1,0 0 1,-1 1 0,0-1-1,0 0 1,0 1 0,-1-1 0,0 1-1,0 0 1,-9-11 0,5 9-21,-1 0 0,0 1 1,0 0-1,0 1 0,-1 0 0,0 0 1,-1 0-1,1 2 0,-1-1 1,0 1-1,-15-4 0,4 2 4,-1 2 0,0 0 0,0 2 0,-35-1-1,47 3 19,0 0 0,1 1 0,-1 0 0,0 1 0,1 0 0,-1 1 0,1-1 0,0 2 0,0-1 0,-13 8 0,12-4 6,0 0 1,1 1 0,-1 0 0,2 0-1,-1 1 1,1 0 0,0 0 0,-6 12-1,5-7 29,1 1-1,0 1 0,1-1 1,1 1-1,0 1 0,1-1 0,1 1 1,1 0-1,0 0 0,1 0 0,1 0 1,0 0-1,2 0 0,2 19 0,-2-25-12,0 0 0,1-1 0,0 1 0,1-1 0,0 0 0,1 0 0,0 0 0,1 0 0,0-1 0,0 1 0,1-1 0,9 11 0,-5-10 3,0 0 0,0 0 0,0-1-1,1-1 1,1 0 0,-1 0-1,1-1 1,23 9 0,-11-7-311,0-1-1,0-2 1,1 0 0,0-2 0,0 0-1,0-2 1,0-1 0,1-1 0,-1 0-1,34-7 1,-29 0-919,48-16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2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 25 5298,'0'0'905,"-24"25"-798,11-11-100,-7 7-5,1 1 1,-16 24-1,27-33 6,0-1-1,1 2 1,1-1 0,0 1 0,0 0 0,2 0 0,-7 29 0,7-16 103,0 1-1,2 0 1,1 1 0,1-1 0,1 0-1,9 46 1,-8-65-91,0-1 0,0 1 0,1-1 0,0 1-1,1-1 1,0 0 0,0 0 0,0-1 0,1 1 0,1-1 0,-1 0 0,1 0 0,0-1 0,0 0-1,1 0 1,0 0 0,0-1 0,0 0 0,1 0 0,0-1 0,0 0 0,0 0 0,0-1 0,14 4 0,-10-4 11,-1-1 1,1 0 0,0 0 0,-1-1-1,1-1 1,0 0 0,-1-1 0,1 0-1,0 0 1,-1-1 0,1-1 0,20-7 0,-23 6 4,-1-1 0,1 1 1,-1-2-1,0 1 0,0-1 1,-1 0-1,1-1 1,-1 1-1,-1-1 0,0-1 1,0 0-1,0 1 0,-1-2 1,0 1-1,6-15 1,-5 11 15,-2 0 1,0-1 0,0 0 0,-1 0-1,-1 0 1,0 0 0,-1 0 0,0 0 0,-1 0-1,0-1 1,-1 1 0,-4-17 0,1 13-20,0 1-1,-2-1 1,0 1 0,-1 0 0,0 0 0,-2 1 0,1 0 0,-21-25-1,-2 2-663,-3 1 0,0 2 1,-55-43-1,53 51-2656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2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1128 4146,'0'0'1990,"-10"12"-523,6-5-1167,1-2-127,-1-1 1,1 1-1,0-1 0,-1 0 0,-8 7 1,12-11-150,-1 1 0,1-1 1,-1 0-1,1 1 0,-1-1 1,1 0-1,-1 0 0,0 1 1,1-1-1,-1 0 0,0 0 1,1 0-1,-1 0 0,1 0 1,-1 0-1,0 0 0,1 0 1,-1 0-1,0 0 0,1 0 1,-1 0-1,0 0 0,0-1 0,0 0 19,0 0 0,0 0 0,0 0 0,0 0 0,0 0 0,0 0 0,0-1 0,0 1-1,0 0 1,1 0 0,-1-1 0,1 1 0,-1-1 0,1 1 0,-1-3 0,-7-33 68,1-2 0,2 1 0,1-1 0,2 0 0,6-63 1,-3 87-113,2-1 0,0 0 1,0 1-1,1-1 0,1 1 1,1 0-1,0 1 0,1-1 1,0 1-1,2 1 0,-1-1 1,2 1-1,-1 1 0,2 0 1,0 0-1,0 1 0,1 0 1,0 1-1,19-12 0,-24 19-6,-1-1 0,1 1 0,-1 1 1,1-1-1,0 1 0,0 1 0,14-3 0,-17 4-1,-1 0 0,0 0 0,1 0 0,-1 0 0,0 1 0,0-1 0,1 1 1,-1 0-1,0 0 0,0 0 0,0 0 0,0 1 0,0-1 0,0 1 0,0 0 0,-1 0 0,1 0 1,-1 0-1,1 0 0,2 4 0,4 6-10,-1 0-1,-1 0 1,0 1 0,-1 0-1,0 0 1,7 25 0,19 94 5,-27-106 12,19 91 43,14 169-1,-37-271 47,-1-26 125,-1-12-108,1-40-4,-2 22-102,2 0 1,1-1-1,3 1 1,16-72-1,-12 84-195,2 0-1,0 1 1,2 1-1,2 0 0,0 0 1,2 1-1,0 1 0,2 1 1,25-27-1,-37 46 23,1-1 0,0 1-1,0 0 1,0 0 0,0 1-1,1 0 1,-1 0 0,1 0-1,13-3 1,-17 6 143,0 0 0,0 1 0,0-1 0,0 1 0,0 0 0,0 0 0,-1 0-1,1 0 1,0 1 0,0-1 0,0 1 0,0 0 0,0 0 0,0 1 0,-1-1 0,1 1 0,-1 0 0,1 0-1,-1 0 1,1 0 0,-1 0 0,0 1 0,3 3 0,0 1 25,0 1 0,-1 1 0,1-1 0,-1 1 0,-1 0 0,0 0 0,0 0 1,2 10-1,19 86 8,-12 5 505,-4 2-1,-5 120 0,-4-195-186,0-34 98,0-12 239,-1-53 33,4-145-175,0 156-583,3 0-1,12-54 1,-6 53-385,2 0-1,2 0 1,3 2-1,2 0 0,29-50 1,-44 90 293,1 0 1,0 0-1,1 1 0,0 0 1,0 0-1,11-8 0,-16 15 138,-1 0-1,1 0 0,0 0 0,0 0 0,0 0 0,0 1 1,0-1-1,0 1 0,0 0 0,1 0 0,-1 0 0,0 0 1,1 1-1,-1-1 0,0 1 0,1 0 0,-1 0 0,1 0 0,-1 1 1,0-1-1,1 1 0,-1-1 0,0 1 0,1 0 0,-1 1 1,3 1-1,-2-1 21,0 1-1,0 0 1,0 1 0,-1-1 0,1 1 0,-1 0 0,0-1-1,0 1 1,-1 1 0,1-1 0,-1 0 0,0 1 0,2 4-1,4 12 28,7 35-1,-15-55-24,14 71 245,7 133 0,-6-36 197,-13-153-392,1 0 1,0 0-1,1-1 1,0 1-1,9 18 1,-11-30-40,0 0 0,0 0 0,0 0 0,1 0 0,0-1 0,0 1 0,0-1 0,0 0 0,0 0 0,1 0 0,-1 0 0,1 0 0,0-1 1,0 0-1,0 1 0,0-1 0,0-1 0,1 1 0,-1-1 0,0 0 0,1 0 0,6 1 0,4-1 5,0-1 0,0-1 0,0 0 1,0-1-1,0 0 0,-1-2 0,1 1 0,-1-2 0,0 0 0,0 0 0,-1-2 1,1 0-1,-1 0 0,18-14 0,8-9-100,-1-2-1,-2-1 1,34-40-1,-26 25-38,-2-3 0,-2-1 0,-2-2 0,30-58 0,-52 81 134,-1-1 1,-2 0 0,-1-1-1,-1 0 1,-2-1 0,-1 0-1,-2-1 1,-2 1 0,1-42-1,-5 67 2,0 1 1,0-1-1,-1 0 0,-1 1 1,1-1-1,-1 0 0,-1 1 1,1 0-1,-2-1 0,-7-13 0,8 17 26,-1 0 1,1 1-1,-1-1 0,-1 1 0,1 0 0,0 0 0,-1 1 0,0-1 0,0 1 0,0 0 1,0 0-1,-1 1 0,1 0 0,-1 0 0,1 0 0,-12-2 0,7 2 34,1 0 0,0 1 0,0 0 0,-1 1 1,1 0-1,-1 0 0,1 1 0,0 0 0,0 1 0,-1 0 0,1 0 0,0 1 0,1 0 0,-1 1 0,0 0 0,1 0 0,-13 9 0,10-4-17,-1 1 0,1 1 0,1-1 0,0 2 1,1 0-1,0 0 0,0 0 0,2 1 0,-1 0 0,-7 22 0,3-5 154,1 1-1,1 1 1,2 0 0,2 0 0,0 0 0,3 1-1,0 0 1,2 0 0,2 0 0,8 64-1,-6-85-143,0 0 0,1-1-1,0 0 1,1 0-1,0 0 1,0-1 0,1 1-1,1-1 1,0-1-1,0 1 1,15 14-1,-10-14-33,0 0 0,0-1-1,1 0 1,0-1-1,1-1 1,-1 0 0,1-1-1,19 6 1,-1-3-29,0-2-1,1-2 1,-1 0 0,1-3 0,0 0 0,0-2-1,0-2 1,35-5 0,-28 0-198,0-2-1,-1-1 1,54-22-1,94-58-2538,-164 78 2320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3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178 259 2657,'0'0'3202,"-160"12"-2178,142-12 1633,21 0-1712,77 0-657,51-27-272,68-18 384,42-5-368,11-4 0,-14 10-64,-45 14 0,-53 12-224,-48 15-993,-54 3-1536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3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250 322 2817,'0'0'1969,"-196"50"-1056,149-47-81,41-3 577,27-12 31,86-32-911,65-13-305,54-5-96,20 5-96,-2 10-32,-36 8-48,-45 18-1569,-56 4-1376,-65-1-1874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4.2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598 34 6867,'-32'-6'910,"2"0"-720,3 0-51,1 0 0,-1 2 1,0 1-1,0 1 0,0 1 1,0 2-1,-28 3 0,41-1-41,1 1 0,0 0 0,0 0 0,0 2-1,1-1 1,0 2 0,0-1 0,0 2 0,1-1-1,0 2 1,1-1 0,0 2 0,0-1-1,1 1 1,0 1 0,-13 18 0,10-9-8,1 1 0,1 0 0,1 0 0,0 1 1,2 0-1,1 0 0,0 1 0,2 0 0,-2 25 0,2-1 11,2 0 0,2 0-1,12 90 1,-7-106-55,2-1 0,1 1 0,1-2 0,2 1 1,1-2-1,31 55 0,-21-50-30,2 0 1,2-1-1,1-2 1,1-1-1,1-1 1,2-1-1,1-2 0,1-1 1,0-2-1,2-1 1,1-2-1,0-1 1,1-2-1,1-1 0,1-2 1,0-2-1,0-2 1,53 7-1,95-9 35,-159-7-44,-1-2 1,1 0-1,-1-2 0,0-1 1,47-14-1,-59 13 1,-2 0 0,1 0 0,-1-1 0,0-1-1,0 0 1,-1-1 0,0 0 0,-1-1 0,0 0 0,-1-1 0,0-1 0,10-12 0,-11 9-2,0 0 0,-1-1 1,-1 0-1,0 0 0,-1 0 1,0-1-1,-2 0 1,0 0-1,2-24 0,-3 9-1,-2 0-1,-1 1 0,-1-1 1,-7-42-1,1 40-1,-2 1 0,-1-1 1,-1 2-1,-2 0 0,-1 0 0,-1 1 0,-2 1 1,-31-43-1,20 37-3,-1 1 0,-1 1 0,-2 2 0,-2 1 0,0 1 0,-40-25 0,41 35-14,0 0 0,-2 3 0,0 1-1,-1 1 1,0 2 0,-1 1 0,-1 3-1,1 0 1,-2 3 0,1 1 0,-43 0 0,65 4 7,-1 1 0,1 1 1,0 0-1,-1 2 1,1-1-1,0 2 1,0 0-1,-22 9 0,28-8-241,-1 1 0,1 0 0,1 1 0,-1-1 0,1 2 0,1-1 0,-1 1 0,1 1 0,0-1 0,1 2 0,0-1-1,-8 16 1,4-5-3193,-13 35-1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5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90 231 5346,'0'0'3015,"0"28"-2932,39 492 416,-23-371-249,7 0 0,45 157-1,-65-297-237,1 7 11,0 0 1,2-1-1,0 0 1,1 0-1,15 25 1,-21-57 312,-2-23-202,-2 0 0,-2 0 0,-14-52 0,-43-122-170,19 73 51,-67-290-42,84 320 62,24 103-33,-3-9 7,1-1-1,1 0 1,-2-33 0,5 48-14,0-2-23,10 3-6,3 3 34,1 0-1,-1 1 1,0 1 0,0 0-1,0 1 1,-1 0-1,1 1 1,-1 0-1,0 1 1,18 12 0,13 11 10,56 51 0,-36-23 0,-3 3-1,-3 2 0,-2 3 1,52 83-1,161 302 88,-262-437-82,-5-11-12,0 1 1,-1-1-1,1 0 1,0 0-1,1 0 1,-1-1 0,0 1-1,1 0 1,-1 0-1,1-1 1,-1 1-1,1-1 1,0 1-1,-1-1 1,1 1-1,3 0 1,-4-2 24,-1 0 0,1 0 0,-1 0 0,1 0-1,-1 0 1,0 0 0,1-1 0,-1 1 0,1 0 0,-1 0 0,1 0 0,-1-1 0,0 1-1,1 0 1,-1-1 0,0 1 0,1 0 0,-1-1 0,0 1 0,1 0 0,-1-1 0,0 1 0,0-1-1,1 1 1,-1-1 0,0 1 0,0 0 0,0-1 0,0 1 0,0-1 0,0 0 0,7-20 757,13-97 270,9-178 0,-25 237-889,39-687-420,-38 698-647,0 38-1615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5.3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33 5122,'0'0'825,"-15"30"-222,4-9-458,-1 2 101,0 0 0,2 1 0,1 0 0,0 1 0,2 0 0,1 0 0,-5 43 0,8-35 66,2 1 0,2-1 1,0 1-1,11 53 0,-10-75-290,2 0 0,-1 0-1,2 0 1,-1-1-1,2 0 1,-1 1 0,1-2-1,1 1 1,0-1-1,1 0 1,0 0 0,0-1-1,1 0 1,0-1 0,19 14-1,-15-14-6,1-1 0,-1-1 1,1 0-1,1-1 0,-1 0 0,1-1 0,-1-1 0,25 3 0,-19-4 6,-1-1 0,0 0 0,1-2 0,-1 0 0,0-2 0,25-5 0,-32 4-11,0-1-1,-1 1 1,0-2 0,0 0 0,-1 0-1,1-1 1,-1 0 0,-1-1 0,1 0-1,-1-1 1,-1 0 0,0 0 0,0-1-1,0 0 1,-2 0 0,1-1-1,-1 1 1,-1-2 0,0 1 0,0 0-1,-1-1 1,-1 0 0,0 0 0,0 0-1,-1 0 1,-1-1 0,0 1 0,-1-1-1,0 1 1,-1 0 0,0-1-1,-1 1 1,0 0 0,-1 0 0,-1 0-1,-5-12 1,3 11-15,-2 0 0,0 0 0,-1 1 1,0 0-1,-1 0 0,0 1 0,-21-18 0,-94-64-150,92 70 32,-119-91-3471,109 76-603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05.7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18 307 5715,'0'0'1125,"-2"38"-743,-13 242 1512,15-258-1737,0 0 0,1 0 0,1 0 0,1 0 0,1-1 0,1 1-1,10 25 1,-12-39-146,0 0-1,1 0 1,0 0-1,1 0 1,0-1-1,0 0 1,0 0-1,1 0 1,0-1-1,0 0 1,0 0-1,1 0 1,0-1-1,0 0 1,1 0-1,0-1 1,-1 0-1,1 0 1,1-1-1,15 5 1,-12-5 11,0-1 0,0-1 1,0 0-1,0 0 0,0-1 1,0-1-1,0 0 0,0 0 1,-1-1-1,1-1 1,0 0-1,-1 0 0,0-2 1,1 1-1,-2-1 0,1-1 1,0 0-1,-1 0 0,0-1 1,-1 0-1,0-1 1,0 0-1,0-1 0,-1 1 1,11-17-1,-4 4 64,-2 0 0,0 0 0,-2-2 0,0 1 0,-1-2 0,-2 1 0,0-1 0,-1-1 0,-2 1 0,0-1 1,1-33-1,-6 44-28,5-138 420,-6 132-421,0 0 0,-1 0 0,-1 1 0,-1-1-1,-8-23 1,6 29-26,2 12-38,2 11-41,-2 50-35,3 0-1,10 91 1,-5-122 88,1-1 0,1 0 0,1 0 0,2 0 0,0-1 0,2-1 0,1 1 0,18 28 0,-22-42 0,-1 0 1,2-1 0,0 0-1,0-1 1,1 0-1,0 0 1,1-1 0,0 0-1,0-1 1,1 0 0,0-1-1,0 0 1,1-1 0,0-1-1,0 0 1,0 0 0,28 4-1,-27-7 12,0 0 0,0-1 0,0-1 0,-1-1 0,1 0 0,0 0 0,0-2-1,-1 1 1,1-2 0,-1 0 0,0 0 0,0-2 0,-1 1 0,1-2 0,-1 1 0,0-2 0,-1 1-1,0-2 1,0 0 0,17-17 0,-12 6 27,0-1-1,-1 0 1,-2-2-1,0 1 1,-1-1 0,-1-1-1,-1 0 1,-1-1-1,-2 0 1,0 0-1,-2-1 1,0 1 0,-2-1-1,-1 0 1,-1 0-1,-1 0 1,-4-27-1,1 38-18,1 1 1,-2-1-1,0 1 0,-1-1 0,0 1 0,-1 1 0,0-1 0,-1 1 0,-1 0 0,0 1 0,-1 0 0,0 0 0,-1 1 0,0 0 0,-12-10 0,4 7-223,-1 0-1,0 1 1,-1 1 0,-1 1-1,0 1 1,0 0 0,0 2-1,-43-11 1,-14 1-4700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19.0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58 394 4642,'0'0'2921,"0"-26"-2827,0-88-54,0 79 3,-9-65-1,6 84 107,0 1-1,-2-1 0,0 1 1,-14-29-1,13 31 313,5 13-458,1 0 0,0 0 0,0 0 0,-1 0 0,1 0 1,0 0-1,0 0 0,-1 1 0,1-1 0,0 0 0,0 0 0,0 0 0,-1 0 0,1 0 0,0 0 0,0 0 0,0 1 0,-1-1 0,1 0 0,0 0 0,0 0 0,0 0 0,0 1 0,0-1 0,0 0 0,-1 0 0,1 0 0,0 1 0,0-1 0,0 0 0,0 0 0,0 1 0,0-1 0,0 0 0,0 0 0,0 1 0,0-1 0,0 0 0,0 0 0,0 0 0,0 1 0,0-1 0,0 0 0,0 0 0,0 1 0,0-1 0,0 0 0,1 0 0,-3 20-76,1 428 14,4-389 69,2-1-1,17 76 0,-14-100-13,1 0-1,2-1 0,2 0 1,0-1-1,22 36 0,-29-57 5,1 1 0,1-1 0,0 0 0,0-1 0,1 0 0,0 0 0,1-1 0,0 0 0,0-1 0,1 0 0,0-1 0,1 0 0,-1 0 0,1-1 0,0-1 0,1 0 0,23 6 0,-16-8 5,1 0 0,0-1 0,0-1-1,0-1 1,0-1 0,-1-1 0,1-1-1,0 0 1,-1-2 0,0 0 0,0-2-1,0 0 1,-1-1 0,0 0 0,0-2-1,-1-1 1,-1 0 0,1-1 0,-2 0-1,0-2 1,0 0 0,-2-1 0,1 0-1,-2-1 1,0-1 0,20-36 0,-22 32 12,0-2 0,-2 1 0,-1-1 1,-1-1-1,0 1 0,-2-1 1,3-42-1,-4-11 31,-5-80 0,0 144-45,-1-25 38,-1-1 1,-17-70 0,16 90-5,-2 0 0,-1 0 1,0 1-1,-1 1 1,-1-1-1,0 1 1,-17-22-1,25 37-44,0 0-1,-1 0 1,1 1-1,0-1 1,0 1-1,-1-1 0,1 1 1,-1-1-1,0 1 1,1 0-1,-1 0 1,0 0-1,0 0 1,1 0-1,-1 0 1,0 0-1,0 0 1,0 1-1,0-1 1,-4 1-1,5 0-87,-1 1-1,1 0 1,0 0 0,0 0-1,-1 0 1,1 0 0,0 0 0,0 0-1,0 0 1,0 1 0,0-1-1,0 0 1,1 0 0,-1 1-1,0-1 1,1 1 0,-1-1-1,1 1 1,-1-1 0,1 1-1,0-1 1,0 1 0,-1-1-1,1 1 1,0-1 0,1 4-1,-5 48-3201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19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4 4082,'0'0'5106,"-68"-3"-5170,86 124 64,0 25 80,2 32 16,-8 0 0,-3-2-32,0-19-48,-6-23 16,9-27-32,-3-21-144,3-33-1633,-3-35-1232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19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30 442 3506,'-4'-32'237,"-2"-4"-114,0 2 101,1 0 0,2 1 0,1-2 0,3-36 0,0 64-179,-1 0-1,1 0 0,1 0 1,-1 0-1,1 0 1,0 0-1,0 0 0,1 0 1,0 1-1,0 0 0,1-1 1,0 1-1,0 0 1,0 1-1,1-1 0,0 1 1,0 0-1,0 0 0,0 0 1,1 1-1,0 0 1,0 0-1,0 0 0,1 1 1,-1 0-1,1 0 0,-1 1 1,1 0-1,13-3 1,-6 2 4,1 1 1,-1 0-1,1 2 1,0-1-1,0 2 1,25 3-1,-31-3-38,0 2-1,0-1 0,0 1 0,0 0 1,0 1-1,-1 0 0,1 1 0,-1-1 0,0 2 1,0-1-1,10 11 0,-5-3 15,-1 0 0,-1 1 0,0 0 0,-1 1 0,0 1 0,-2-1 0,0 1 0,0 1 0,-1 0 0,-2 0 0,1 0 0,-2 0 0,0 1 0,-1 0 0,-1 0 0,-1 0 0,0 0 0,-4 32 0,2-43-6,0 1 1,-1-1-1,0 0 1,0 0-1,-1 0 0,0 0 1,0 0-1,-1 0 1,1-1-1,-2 0 0,1 1 1,0-2-1,-7 8 1,3-6 5,-1 0 0,0 0 0,0-1 0,0 0 0,0 0 0,-1-1 1,0 0-1,-13 4 0,-2-2 31,0 0 0,-1-2-1,0 0 1,0-2 0,0-1 0,-46-3-1,65 1-43,0 0-1,1 0 0,-1-1 1,1-1-1,-1 1 0,1-1 1,-1 0-1,1 0 0,0 0 1,0-1-1,0 0 0,0-1 1,-8-5-1,10 5-49,0 0 0,1-1 0,0 1 0,0-1 0,0 1 0,0-1 0,1 0 0,0 0-1,0 0 1,0 0 0,1 0 0,-1-1 0,1 1 0,0 0 0,1-1 0,0-9 0,-1 9-211,1 0 0,0-1-1,0 1 1,1 0 0,-1 0-1,2 0 1,-1-1 0,4-10-1,1 7-471,0 1-1,0-1 1,1 1-1,15-15 1,-19 20 511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2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36 321 6019,'0'0'1318,"-4"-33"-1028,-11-107 225,9 91-41,2 21 149,0-43 1,1 130-64,17 555-448,11 373-1363,-26-942-1118,-4-30-880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2.5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136 433 4770,'-4'-30'632,"-2"-3"-350,0 9-126,2-1-1,1 1 1,1-1 0,1 0-1,1 1 1,3-29 0,-1 45-141,-1 0 0,1 1-1,0-1 1,0 0 0,1 1 0,0-1 0,1 1 0,-1 0 0,1 0 0,1 1 0,-1-1 0,1 1 0,1 0-1,-1 0 1,1 0 0,0 1 0,12-9 0,-8 8 15,0 1 0,1 0 0,-1 1 1,1 0-1,0 0 0,0 1 0,1 1 0,-1 0 0,1 0 0,-1 1 0,20 1 0,-20 0-21,0 1 0,0 0 0,0 1 0,-1 0 0,1 1 0,-1 0 0,1 1 0,-1 0 0,0 0 0,-1 1 0,1 0 0,-1 1 0,12 10 0,-8-5-1,-1 0 0,-1 1 0,0 0 0,-1 1 0,-1 0 1,1 0-1,-2 1 0,10 21 0,-7-9 10,-1 0-1,-2 1 1,0-1 0,-2 1-1,-1 1 1,-1-1-1,-1 1 1,-2 0-1,0 0 1,-6 41 0,3-57-5,0 0 0,-1 0 0,0 0 0,-1-1 1,0 0-1,-1 1 0,0-1 0,-1-1 1,0 1-1,-1-1 0,0 0 0,0 0 1,-1-1-1,-1 0 0,1-1 0,-1 0 1,-1 0-1,0-1 0,0 0 0,-11 6 0,-1-2 50,-1-2 0,0 0 0,0-1 0,0-1-1,-1-2 1,0 0 0,-1-1 0,-45 0 0,55-3-44,0-1 1,0-1-1,0-1 1,1 0-1,-1 0 1,1-2-1,-20-6 1,27 7-19,0 0 0,0-1 0,1 1 0,-1-2 1,1 1-1,0 0 0,0-1 0,1 0 0,-1-1 0,1 1 1,0-1-1,1 0 0,-1 0 0,1-1 0,1 1 1,-5-9-1,5 8-109,1 0 1,-1 0-1,1 0 1,0-1-1,1 1 1,-1 0-1,1-1 1,1 1-1,0-1 1,0 1-1,0-1 1,1 1-1,0-1 1,0 1-1,1 0 1,5-14-1,0 9-540,1 1 0,0 0-1,1 0 1,14-13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3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0 283 800,'0'0'3658,"34"16"-3282,108 48-176,-132-59-191,0-1 0,0-1-1,0 0 1,0 0 0,1-1-1,-1 0 1,1-1 0,0 0-1,18-1 1,-6 0 11,13 0 20,-9 1 125,51-5 1,-71 3-152,0 0 0,1-1 1,-1 0-1,-1 0 0,1 0 0,0-1 0,0 0 1,-1 0-1,0-1 0,0 0 0,11-9 1,-14 10-8,0 0 0,-1-1 0,1 1 1,-1-1-1,0 1 0,0-1 1,-1 0-1,1 0 0,-1 0 0,0 0 1,0 0-1,0 0 0,0 0 1,0-8-1,-1-3 44,0-1 1,-4-26 0,2 34-32,0 0 0,-1 0 1,0 0-1,0 0 1,0 0-1,-1 1 0,-1-1 1,1 1-1,-1 0 0,0 1 1,-1-1-1,1 1 0,-1 0 1,0 0-1,-1 1 0,0 0 1,0 0-1,0 1 0,-14-8 1,4 4 15,-1 0 1,0 1-1,0 1 1,-1 1-1,0 0 1,0 1-1,-34-2 1,42 6-14,0 0 0,1 0 0,-1 1 0,0 0 1,1 1-1,-21 6 0,24-6-26,1 1 1,0 0-1,-1 1 0,1-1 1,0 1-1,1 0 1,-1 1-1,1 0 0,-1-1 1,2 2-1,-7 7 0,2-1-1,0 1-1,1 0 1,1 1-1,0 0 0,1 0 1,0 0-1,2 1 0,-1 0 1,-1 16-1,1 1 2,2 1 0,1-1 0,4 43 0,-1-61-1,0 0 1,1-1 0,1 1-1,1 0 1,0-1 0,0 0 0,1 0-1,1 0 1,0 0 0,1-1-1,15 21 1,-10-19 5,0 0 0,1-1 0,0 0 0,1-1 0,0-1 0,1 0 0,0-1 0,28 14 0,-22-15 5,-1-1 0,1-1 0,0-1 0,1 0-1,-1-2 1,1 0 0,0-2 0,0 0 0,0-2-1,28-2 1,-42 1-3,1 0-1,0-1 1,-1 0-1,0-1 1,1 0 0,-1 0-1,0-1 1,0 1-1,-1-2 1,1 1 0,-1-1-1,0 0 1,7-8-1,-5 4 6,-1 0-1,1-1 0,-2-1 1,0 1-1,0-1 1,-1 0-1,0-1 0,5-13 1,-1-8 22,-1 0 1,-1 0-1,-2 0 1,-2-1-1,2-62 1,-5 42 8,1 3 136,-6-59 0,3 107-123,1 1 1,0-1-1,0 1 1,-1-1-1,0 1 0,1-1 1,-1 1-1,0-1 0,0 1 1,0 0-1,0 0 0,-4-5 1,5 7-49,0 0 0,0 0 0,0 0 0,-1 0 0,1 0 0,0 0 0,0 0 0,0 0 0,-1 0 1,1 0-1,0 0 0,0 0 0,-1 0 0,1 0 0,0 0 0,0 0 0,0 0 0,-1 0 0,1 0 0,0 0 0,0 0 0,0 0 0,-1 0 1,1 1-1,0-1 0,0 0 0,0 0 0,0 0 0,-1 0 0,1 0 0,0 1 0,0-1 0,0 0 0,0 0 0,0 0 0,0 0 0,-1 1 1,1-1-1,0 0 0,0 0 0,0 0 0,0 1 0,0-1 0,-5 25-63,-4 498 112,10-512-43,-1-4 4,0 1 1,0 0-1,1-1 0,0 1 0,0-1 0,1 0 0,0 1 0,0-1 0,5 10 0,-4-48 583,-23-272 93,15 248-1012,3 0 0,4-60 0,-2 110 261,1-1 0,-1 1 1,1 0-1,1-1 0,-1 1 1,1 0-1,0 0 1,0 0-1,0 0 0,0 0 1,1 0-1,0 1 0,5-7 1,-3 7 26,0-1 0,0 1 0,0 0 0,1 0 0,0 0 0,-1 1 0,1 0 0,0 0 0,1 1 0,10-4 0,14-1-70,1 1 0,-1 2 0,56-1 1,-27 2-61,190-25-394,-238 27 820,-21 6 392,-7 3-552,1 3-87,2-1 0,-1 2 0,2 0 0,-1 0 0,2 1-1,0 0 1,-15 24 0,11-13 83,0 1 0,2 1 0,-19 51 0,26-57-8,2 1 0,0-1 0,1 1 1,1 0-1,1 0 0,1 0 0,2 22 0,-1-34-82,0 0 0,1-1 1,0 1-1,1 0 1,-1-1-1,2 0 0,-1 0 1,1 0-1,0 0 0,1 0 1,0-1-1,0 0 0,0 0 1,1 0-1,0-1 1,0 0-1,1 0 0,0 0 1,0-1-1,0 0 0,1-1 1,12 7-1,2-2-231,0 0 1,1-1-1,0-2 0,0 0 1,1-2-1,-1 0 0,31 0 1,82-1-3378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3.9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511 147 5747,'0'0'1654,"-5"-28"-1267,-17-83 181,19 103 749,2 23-1162,2 37-400,26 168 297,-6-63 35,3 154-43,23 156-11,-45-454-31,0-4-39,-2-17-21,-1-11 23,0-7-169,-1-1 0,-1 1 0,-2-1 0,-1 1 0,0 1 0,-2-1 0,-20-43 0,12 37 73,-1 1 1,-1 1 0,-2 1-1,-1 0 1,-35-38 0,46 57 117,0 1 1,-1 0-1,0 0 1,0 1-1,-1 0 1,0 1-1,0 1 1,0 0-1,-1 0 1,-14-3-1,20 7 11,1 0 0,-1 1 0,0 0-1,1 0 1,-1 0 0,0 1 0,0 0-1,0 1 1,1 0 0,-1 0 0,0 0-1,0 1 1,1-1 0,-1 2-1,1-1 1,0 1 0,0 0 0,0 0-1,0 1 1,0-1 0,1 1 0,-9 8-1,4-1-3,1 0-1,0 1 1,0 0-1,1 1 0,0 0 1,2 0-1,-1 0 1,1 1-1,1 0 1,1 0-1,0 1 0,-3 20 1,4-19 14,1 1 0,1-1 1,1 1-1,0-1 0,1 1 0,0-1 0,2 1 1,0-1-1,0 0 0,2 0 0,9 22 1,-4-19-2,1-1 1,0 0 0,2 0-1,0-1 1,1-1 0,1 0-1,0-1 1,1-1 0,1 0 0,0-1-1,1-1 1,0 0 0,27 11-1,-13-8 8,0-2-1,1-1 1,1-1 0,0-2-1,0-1 1,1-2-1,51 2 1,-84-8-15,27 2 12,0-1 0,0-2 1,43-6-1,-63 5-10,0 0 0,0-1 0,0 0 1,0 0-1,-1-1 0,0 0 0,1 0 1,-1-1-1,-1 0 0,1-1 0,-1 0 1,0 0-1,0 0 0,11-15 0,-9 8 11,0-1 0,-1 0-1,0-1 1,-1 0 0,-1 0-1,0 0 1,-1-1 0,-1 0-1,5-32 1,-3-9 109,-3-86 0,-3 109-52,0 19-28,-4-99 93,2 101-19,0-1 1,-1 1-1,0 0 1,-1-1-1,0 2 1,-8-15-1,5 16 260,3 14-262,1 23-214,-3 400 185,6-419-207,4 46 370,-4-51-344,1-1-1,-1 1 0,1 0 0,-1 0 0,1-1 0,0 1 1,-1 0-1,1-1 0,0 1 0,0-1 0,0 1 0,0-1 1,1 1-1,-1-1 0,0 0 0,0 1 0,1-1 0,-1 0 1,1 0-1,-1 0 0,1 0 0,0 0 0,-1 0 0,3 0 1,14 0-3431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4.1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7203,'0'0'304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4.6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1131 168 3826,'0'0'1451,"-23"-27"-632,-79-82-45,98 106-735,0-1 1,0 1-1,0 0 1,-1 1-1,1-1 1,-1 1-1,1 0 1,-1 0-1,0 0 1,0 1-1,0-1 1,0 1-1,0 1 1,0-1-1,-1 1 1,1-1-1,0 2 1,0-1 0,0 0-1,0 1 1,-9 2-1,1 0-1,6-2-33,0 0 1,0 1-1,0 0 0,0 1 1,0 0-1,0 0 1,0 0-1,1 1 0,0 0 1,0 0-1,0 0 1,0 1-1,-5 6 0,3-3-4,1 1-1,0 0 0,1 0 0,0 1 0,1 0 0,0 0 0,0 0 0,-3 11 0,1 2-3,2-1 0,0 1-1,2 0 1,0 0 0,1 1 0,2-1 0,4 44 0,-2-56 0,0 0 1,0 0 0,1 0 0,1 0 0,0-1 0,0 0-1,1 0 1,0 0 0,1 0 0,0-1 0,1 0 0,-1 0-1,2-1 1,-1 1 0,1-2 0,1 1 0,17 12 0,-14-13 13,0 0 0,0-1-1,1 0 1,0-1 0,-1-1 0,2 0 0,-1 0 0,0-1 0,1-1 0,0 0 0,-1-1 0,1-1 0,0 0 0,20-3 0,-29 2 1,-1 1 0,1-1 1,0-1-1,0 1 0,-1-1 0,1 0 0,-1 0 1,1 0-1,-1-1 0,0 1 0,0-1 0,0 0 1,0 0-1,-1-1 0,6-4 0,-5 1 74,1 1 0,-1-1 1,0 0-1,0 0 0,-1 0 0,0 0 0,-1-1 0,4-14 0,-2-7 260,0-1-1,-2 0 0,-4-60 0,1 81-332,-1-14 65,-1 0 0,-1 0 0,-10-29 0,12 43-41,-2 53-370,24 213-4,-2-85 343,2 577-38,-24-638 28,-19 114-1,15-174 4,-3 0 0,-2-1 0,-2-1 0,-30 68 1,36-99 1,0 1 0,-1-2 0,-1 1 0,-1-2 1,0 1-1,-1-1 0,-1-1 0,0-1 0,-1 0 1,-1-1-1,0 0 0,-1-1 0,0-1 1,0-1-1,-2 0 0,1-2 0,-1 0 0,0-1 1,-1 0-1,1-2 0,-23 4 0,9-5 13,0-1 0,0-1-1,-1-2 1,1-1 0,-53-9 0,65 6-12,-1-1 0,1-1 1,0-1-1,0-1 1,1-1-1,0 0 1,1-2-1,0 0 1,-23-18-1,22 11 5,1 0 0,0-1-1,1-1 1,2-1 0,0-1 0,1 0 0,1-1 0,1 0-1,1-1 1,1 0 0,1-1 0,1 0 0,2-1 0,-9-51-1,11 45-34,2-1-1,1 1 1,2 0-1,1-1 1,2 1-1,1 0 1,1 0-1,2 0 0,1 1 1,2 0-1,25-55 1,-21 58-38,1 0-1,2 2 1,0 0 0,2 1-1,1 0 1,1 2 0,0 1-1,44-35 1,-50 46 57,1 0-1,0 1 1,1 1 0,0 0 0,0 2 0,1 0-1,0 0 1,0 2 0,0 0 0,1 1 0,0 1-1,0 1 1,0 1 0,0 0 0,29 3 0,-43-1 4,0-1 0,0 1 0,0 0 0,0 0 0,1 0 0,-2 1 0,1 0 0,0 0 0,0 0 0,0 1 0,-1 0 0,0-1 1,1 2-1,-1-1 0,0 0 0,-1 1 0,1 0 0,0-1 0,-1 2 0,0-1 0,0 0 0,4 8 0,-3-1-56,0 1 0,-1 0 1,0 0-1,0 0 0,-2 0 0,1 0 0,-1 0 0,-2 14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4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67 3842,'0'0'4146,"-4"-14"-3335,-10-38-464,11 125-425,1 69 73,-1-22 35,16 149 1,-12-266-35,0 13-54,2 1 0,7 24-1,-4-30-932,-5-11 947,-1 0 1,0 1-1,0-1 1,0 0-1,1 0 0,-1 0 1,0 0-1,0 0 1,0 0-1,1 0 0,-1 0 1,0 0-1,0 0 1,1 0-1,-1 0 0,0 0 1,0 0-1,1 0 1,-1 0-1,0 0 0,0-1 1,0 1-1,1 0 1,-1 0-1,0 0 0,0 0 1,0 0-1,1 0 1,-1-1-1,0 1 0,0 0 1,0 0-1,0 0 1,0-1-1,0 1 0,1 0 1,-1 0-1,0-1 1,4-19-2097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5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 0 4402,'0'0'1521,"-149"175"-1185,149-133-176,6-15 144,33-6 400,11-21 177,-8 0-385,-10 0-240,-11-30 80,-18 6-48,3 0-288,-6 12-368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5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39 3346,'0'0'5754,"-7"-11"-5327,-8-12-374,15 23-53,0-1 1,0 1-1,0 0 0,-1 0 1,1-1-1,0 1 0,0 0 1,0 0-1,-1-1 0,1 1 1,0 0-1,0 0 0,-1 0 1,1-1-1,0 1 0,-1 0 0,1 0 1,0 0-1,-1 0 0,1 0 1,0-1-1,-1 1 0,1 0 1,0 0-1,-1 0 0,1 0 1,0 0-1,-1 0 0,1 0 1,0 0-1,-1 0 0,1 1 1,-1-1-1,-1 5 1,1 0 0,-1 0-1,1 0 1,0 0 0,1 0 0,-1 1 0,1-1-1,0 0 1,1 10 0,-1 539 447,-1-506-415,2 1-1,3-1 1,1 1-1,2-1 1,17 55-1,-21-93-1,1 1 1,0-1-1,0 0 1,1 0-1,11 15 1,-14-22-24,1 1 1,1 0-1,-1-1 0,1 1 1,-1-1-1,1 0 1,0 0-1,0-1 0,0 1 1,0-1-1,1 0 1,-1 0-1,1 0 0,8 2 1,-4-2-98,0-1 0,0 0 0,0 0 1,0-1-1,0 0 0,1 0 0,-1-1 1,0 0-1,0-1 0,0 0 0,0-1 0,-1 1 1,1-2-1,-1 1 0,1-1 0,-1-1 0,0 1 1,-1-1-1,1-1 0,-1 1 0,0-1 1,0 0-1,-1-1 0,11-13 0,-6 3-1814,16-33-1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5.6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 7571,'0'0'1121,"243"-6"-1809,-70 6 688,8 0-48,-21-6-561,-38-2-1520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6.3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99 3233,'0'0'5267,"-89"-98"-5011,86 98-256,0 41-32,-3 19 32,0 14 80,-3 3-80,6-5-528,3-10-2257,0-20-433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6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0 2513,'0'0'4034,"-39"78"-3922,21 2 112,18 9-176,0 0-48,18-21 0,21-14-2993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6.8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589 292 2721,'0'0'4453,"4"-33"-4290,9-103 165,-12 132-293,-1 1 0,0-1 0,0 0 0,0 0 0,-1 0 0,0 0 0,1 1 0,-1-1 0,-1 0 0,1 1 0,0-1 0,-1 0 0,0 1 0,0 0 0,0-1 0,0 1 0,0 0 0,-1 0 0,1 0 0,-1 1 0,0-1 0,0 0 0,0 1 0,0 0 0,0 0 0,0 0 0,-1 0 0,1 0 0,-1 1 0,1-1 0,-6 0 0,0-2 5,-2 0-12,-1-1 0,0 2 0,0 0 0,0 0 0,-1 1 0,-17-1-1,23 3-26,-1 0-1,1 0 1,-1 1-1,1 0 0,-1 1 1,1-1-1,0 1 1,0 1-1,-1-1 0,2 1 1,-1 0-1,-8 6 0,5-2-1,1 1 0,0 1-1,1-1 1,0 1 0,0 1-1,1 0 1,0 0-1,1 0 1,0 1 0,0-1-1,-7 23 1,2 1-3,1 0-1,-10 67 1,9 4 35,4 1 0,13 183 0,15-76 29,2 97 73,-22-302-127,-1 0 1,-1 1-1,1-1 1,-1 0 0,-1 0-1,0 1 1,0-1-1,-4 10 1,4-15-21,0 0 0,0 0-1,0 0 1,0 0 0,-1-1 0,1 1-1,-1-1 1,1 0 0,-1 0 0,0 0 0,0 0-1,0 0 1,0 0 0,0-1 0,0 0-1,-1 1 1,1-1 0,0 0 0,-1-1 0,1 1-1,-5 0 1,-1 0-323,0 0-1,0-1 1,0 0-1,0-1 1,-11-1-1,-56-18-3704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7.0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83 8372,'0'0'208,"256"-26"-192,-90 11-32,1 0 0,-10 6 0,-23 6-624,-27-3-1761,-48-3-2866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7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48 176,'0'0'9042,"0"9"-9077,1 119 46,21 142-1,-21-254-2,-1-13-3,-1-1 1,1 1-1,0-1 0,1 1 0,-1-1 0,0 1 0,1-1 0,-1 0 1,1 1-1,0-1 0,0 1 0,0-1 0,2 3 0,-2-22 251,-3-22-211,-1 0 0,-2 0 0,-1 0 0,-15-45-1,11 49-45,3 12-23,0 0 0,2-1-1,0 0 1,-2-40 0,7 62 5,1 1-1,-1-1 1,0 1 0,0-1 0,1 1 0,-1-1 0,1 1 0,-1-1 0,1 1 0,0 0-1,0-1 1,-1 1 0,1 0 0,0-1 0,0 1 0,0 0 0,0 0 0,1 0-1,-1 0 1,0 0 0,0 0 0,1 0 0,-1 1 0,0-1 0,1 0 0,-1 1-1,1-1 1,1 0 0,6-1-106,0-1 1,0 2-1,17-2 0,-15 2 24,210-8-1589,-50 5 736,-167 6 1113,-7 6 228,-16 14 543,7-10-627,-3 6-239,1 1 0,0 0 0,2 1 0,0 0 0,2 0 0,0 1 0,1 1 0,1 0 0,1 0 0,1 1 0,1-1 1,1 1-1,1 0 0,1 0 0,1 1 0,2 25 0,-1-44-101,0 1-1,1-1 1,-1 1 0,1-1 0,0 1 0,1-1 0,-1 1 0,1-1 0,0 0-1,1 0 1,-1 0 0,1 0 0,0 0 0,0 0 0,0-1 0,1 0 0,0 1 0,0-1-1,0-1 1,0 1 0,0 0 0,10 4 0,-4-3-523,0-1 0,0 0 1,0-1-1,11 2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7.8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27 259 6019,'0'0'592,"31"0"-653,105-1 58,-14 9 26,-94-5-8,1-2 0,-1 0 0,38-5 0,-63 3-11,-1 1 1,1-1 0,0 0-1,0 0 1,-1 0 0,1 0-1,0 0 1,-1-1 0,1 1-1,-1-1 1,0 0 0,1 1-1,-1-1 1,0 0 0,0-1-1,0 1 1,-1 0 0,1 0-1,0-1 1,-1 1 0,0-1-1,1 1 1,1-7 0,-2 6 10,0-2 0,0 1 0,0 0-1,-1 0 1,1 0 0,-1 0 0,0 0 0,0-1 0,0 1 0,-1 0 0,1 0 0,-1 0 0,0 0-1,-1 0 1,1 0 0,-3-5 0,-1 1 14,0 1 0,-1 0 0,0 0 0,0 0 0,0 1 0,-1 0 1,-11-8-1,0 1 18,0 1 0,-23-11 0,25 16 41,1 1 1,-1 1 0,0 1-1,-1 0 1,1 0 0,-1 2-1,1 0 1,-27 1-1,36 1-46,0 0-1,0 1 1,0 0-1,0 0 0,0 1 1,0 0-1,0 0 1,1 0-1,-1 1 0,1 0 1,0 0-1,-1 1 1,2 0-1,-8 5 0,5-2 7,1 1 0,0 0 0,0 0 1,0 0-1,1 1 0,1-1 0,-1 1 0,-7 19 0,6-7 30,0 0 0,1 1 0,1 0 0,1 0 0,1 0 0,1 0 0,1 0 0,3 37 0,0-45-60,0 1 0,1-2 1,1 1-1,0 0 0,0-1 1,2 0-1,0 0 0,0 0 0,1-1 1,1 0-1,0 0 0,0-1 0,12 12 1,-8-11-110,0 0 0,2-1 1,-1 0-1,1-1 0,0 0 1,1-2-1,1 1 0,-1-2 1,1 0-1,25 7 0,-13-8-1329,45 5-1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8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26 316 6787,'0'0'-168,"31"-6"-48,6-1 184,11-2 27,1 2-1,50-2 1,19 10 7,35-3-103,-152 1 108,0 1 0,0 0 0,-1 0 0,1-1-1,0 1 1,0-1 0,0 1 0,0-1 0,-1 1 0,1-1-1,0 0 1,-1 1 0,1-1 0,0 0 0,-1 0 0,1 1 0,-1-1-1,1 0 1,-1 0 0,1 0 0,-1 0 0,0 1 0,1-1-1,-1 0 1,0 0 0,0 0 0,0 0 0,1 0 0,-1 0 0,0 0-1,0 0 1,-1 0 0,1-1 0,-4-31 267,1 24-251,0 1 1,-1 0-1,0 0 0,0 0 0,-1 0 1,0 1-1,-1 0 0,-10-11 0,-5-4 56,-28-22-1,39 36-15,0 0 0,-1 1 0,0 0 0,0 1 0,0 0 0,-1 1 0,0 0 0,0 1 0,0 0 0,-1 1 1,1 1-1,-1-1 0,0 2 0,1 0 0,-1 1 0,-22 1 0,26 1-19,-1 0-1,1 0 1,0 1-1,0 0 1,0 0-1,0 1 1,0 0-1,1 1 1,0 0 0,0 0-1,0 1 1,1 0-1,-1 0 1,2 0-1,-1 1 1,1 0-1,0 1 1,0 0 0,-5 9-1,1-1 60,1 0 0,1 1 0,0 0 1,1 0-1,1 0 0,1 1 0,1 0 0,0 0 0,-2 25 0,6-31-81,-1 0-1,1 0 0,1 1 0,1-1 0,-1 0 1,2 0-1,0-1 0,0 1 0,1 0 1,0-1-1,1 0 0,1 0 0,-1 0 1,2-1-1,0 0 0,0 0 0,0 0 0,1-1 1,1 0-1,0-1 0,0 0 0,0 0 1,16 9-1,-5-4-84,1-1-1,1-1 1,0 0 0,0-2 0,1 0 0,43 9-1,-34-11-1042,1-3 0,44 2-1,27-5-4303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8.5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45 2801,'0'0'6054,"5"-5"-5913,-1 2-131,-1 0-1,1 1 1,0-1-1,1 0 1,-1 1-1,0 0 1,1 0-1,-1 1 1,1-1-1,0 1 1,-1 0 0,6-1-1,66-3 44,-49 5-62,225-7-308,-255 15 213,-20 27 158,-1 0 1,-2-2 0,-33 34-1,10-13 45,-173 204 715,212-247-737,7-8-35,0 0 0,1 0 1,-1 0-1,1 0 0,0 0 0,0 0 0,0 1 0,-1 3 0,4-6-32,0-1 0,0 1 0,0 0 1,1-1-1,-1 1 0,0-1 0,0 0 0,0 1 0,1-1 0,-1 0 0,0 0 0,0 1 1,1-1-1,-1 0 0,0 0 0,0-1 0,1 1 0,-1 0 0,2-1 0,2 1 12,59 1 32,1-3 1,95-16-1,68-40-4568,-141 25-761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8.8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58 357 6659,'0'0'1513,"33"-3"-1561,110-7-171,26-5-1771,-166 15 2006,-1 0 1,1 0 0,-1-1-1,1 1 1,-1-1 0,1 0 0,-1 1-1,0-1 1,1 0 0,-1-1-1,0 1 1,0 0 0,1-1-1,-1 1 1,0-1 0,-1 0-1,1 1 1,0-1 0,0 0-1,-1 0 1,1 0 0,-1 0 0,0-1-1,2-2 1,-1-2 205,0-1 0,-1 1-1,0 0 1,0-1 0,-1 1 0,-1-14 0,1 2 22,0 5-130,0 0 0,-1 1 0,0-1 1,-1 0-1,-8-25 0,8 33-97,-1 0 0,1 1-1,-1-1 1,0 1 0,-1 0 0,1 0 0,-1 0 0,0 1-1,0-1 1,-1 1 0,1 0 0,-1 0 0,0 1 0,0-1-1,0 1 1,-7-3 0,3 2 9,0 0-1,-1 1 0,1 0 1,-1 1-1,0 0 1,0 1-1,1 0 1,-1 0-1,0 1 1,0 0-1,0 1 0,0 0 1,0 0-1,1 1 1,-1 1-1,0 0 1,1 0-1,0 0 0,0 1 1,0 1-1,0 0 1,1 0-1,0 0 1,0 1-1,0 0 0,0 1 1,1 0-1,0 0 1,-6 10-1,1-1 25,0 1 1,1 1-1,2 0 0,-1 0 0,2 1 1,1 0-1,0 0 0,1 1 0,-4 25 1,8-33-29,0-1 0,1 1 0,0 0 0,1-1 1,0 1-1,1-1 0,0 1 0,1-1 0,0 1 0,1-1 1,0 0-1,1 0 0,0 0 0,1 0 0,0-1 1,1 0-1,12 17 0,-7-15 2,0-1-1,1-1 1,0 0 0,1-1 0,0 0-1,1-1 1,0-1 0,0 0 0,0 0-1,1-2 1,0 0 0,26 6 0,-11-6-291,0 0 0,0-2 1,0-1-1,1-2 0,52-5 1,-45-2-1830,39-11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9.5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107 594 1281,'0'0'4412,"-19"19"-4020,-56 57-247,62-58 155,14-18-295,-1 0 0,0 1 0,0-1 0,0 0 1,0 0-1,0 1 0,0-1 0,0 0 0,0 0 0,0 0 0,1 1 0,-1-1 0,0 0 0,0 0 0,0 0 0,1 0 0,-1 1 0,0-1 0,0 0 0,0 0 0,1 0 0,-1 0 0,0 0 0,0 0 0,0 0 0,1 1 1,-1-1-1,0 0 0,0 0 0,1 0 0,-1 0 0,0 0 0,0 0 0,1 0 0,-1 0 0,0 0 0,1-1 0,21-3 225,-22 4-221,9-4 40,-2-1 1,1 1 0,0-1 0,-1-1 0,0 1 0,0-1 0,-1 0 0,10-11 0,44-63 69,-53 70-95,26-37 76,38-73 0,-61 100-31,-2-1 0,0 0 0,0 0 0,-2 0 0,-1-1 0,4-38 0,-7 43-3,-1-1-1,-1 1 1,-1 0 0,0 0 0,-6-26 0,6 39-34,1 0 1,-1 0 0,0 1-1,-1-1 1,1 0 0,-1 1-1,1-1 1,-1 1 0,0 0 0,-1 0-1,1-1 1,0 1 0,-1 1-1,0-1 1,1 0 0,-1 1 0,0-1-1,-1 1 1,1 0 0,0 0-1,0 0 1,-1 0 0,0 1-1,1-1 1,-1 1 0,0 0 0,1 0-1,-1 1 1,0-1 0,-7 0-1,11 1-31,-1 0 0,1 0-1,0 0 1,0 0 0,-1 0-1,1 0 1,0 0 0,0 0 0,-1 0-1,1 0 1,0 0 0,0 0-1,-1 0 1,1 1 0,0-1-1,0 0 1,-1 0 0,1 0-1,0 0 1,0 0 0,0 0-1,-1 1 1,1-1 0,0 0-1,0 0 1,0 0 0,-1 1-1,1-1 1,0 0 0,0 0-1,0 1 1,0-1 0,0 0-1,0 0 1,0 0 0,0 1-1,-1-1 1,4 16-21,-3-16 20,3 9-14,1-1 1,-1 1-1,1-1 1,0 0 0,1 0-1,0-1 1,12 14-1,52 48 0,-19-20 24,-22-19 4,-1 1 1,25 39-1,-42-54-11,-1-1 0,0 2 0,-1-1 0,-1 1 0,0 0 0,-2 0-1,6 24 1,-8-23-3,-1-1 0,0 1-1,-1 0 1,-3 27-1,2-39 2,-1 0 0,0-1-1,0 1 1,-1 0-1,1-1 1,-1 1 0,0-1-1,-1 1 1,0-1-1,0 0 1,0 0-1,0 0 1,-1 0 0,1-1-1,-1 0 1,-9 8-1,5-6 22,-1-1 0,1 0-1,-1-1 1,0 1-1,0-2 1,0 1 0,-1-2-1,-15 4 1,2-3 215,-1 0 1,-31-1-1,51-2-193,0 0 0,0 0 0,-1 0-1,1 0 1,0-1 0,0 0-1,0 0 1,0 0 0,0 0 0,0-1-1,0 1 1,1-1 0,-7-4-1,8 4-32,0 0-1,0 0 1,1-1-1,-1 1 1,1 0-1,-1-1 1,1 0-1,0 1 1,0-1-1,0 0 1,0 0-1,0 1 1,1-1-1,-1 0 1,1 0-1,0 0 1,0 0-1,0 0 1,1-4-1,-1 3-53,0 0-1,1-1 1,0 1-1,-1-1 1,2 1 0,-1 0-1,0 0 1,1 0-1,0 0 1,0 0-1,0 0 1,4-5-1,2-1-394,1 0 0,0 1-1,12-9 1,-19 17 374,80-66-4221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9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57 4642,'0'0'6323,"9"-56"-6323,-9 112 0,-12 18 32,-3 4 16,0-4-48,6-12-352,9-23-3170,0-24-1872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29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 1 4978,'0'0'2113,"18"213"-1745,-48-132-240,-3-13-128,-8-23-2945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2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37 246 4242,'0'0'523,"-4"-29"45,0-15-322,-15-99 1245,18 139-1512,-6-22 2824,6 44-2621,1 662-233,0-662-58,0 33 191,9 76 1,-8-115-471,2 1 0,-1 0 0,2-1 0,-1 1 0,2-1 0,0 0 0,0-1 0,1 1 1,0-1-1,1 0 0,10 11 0,-13-17-285,1-1-1,0 1 1,0-2 0,0 1 0,11 5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2.6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295 58 3105,'0'0'1953,"-29"-12"-899,29 12-1054,-33-13 456,-59-17 1,89 29-440,0 1 0,0-1 0,0 1 0,0 0 0,-1 0 0,1 0 1,0 0-1,0 0 0,0 1 0,0-1 0,0 1 0,0 0 0,0 0 1,0 0-1,0 0 0,0 1 0,1-1 0,-1 1 0,0-1 0,1 1 1,-5 4-1,3-1 0,0 0 1,0 1-1,0 0 1,1-1-1,0 1 1,0 1-1,-2 6 0,1-3 24,-4 13 46,0 1 0,2 0 1,1 0-1,0 0 0,2 1 0,1-1 0,1 1 0,4 42 0,-3-57-79,1-1 0,1 0 0,0 1-1,0-1 1,1 0 0,0 0-1,0-1 1,1 1 0,0-1-1,0 0 1,1 0 0,1 0-1,-1 0 1,1-1 0,12 12-1,-9-12 5,0 0-1,0 0 0,1-1 0,0 0 0,0-1 0,1 0 0,0-1 0,0 0 0,0 0 0,0-1 0,0-1 0,16 2 0,-5-1 18,-1-1 0,1-1 0,-1-1 0,36-5 0,-52 5-20,0-1 0,0 0 0,0 0 0,-1 0 0,1-1 0,0 0 0,-1 0 0,1 0 0,-1 0 0,1-1 0,-1 0 0,0 1 0,0-2 0,0 1 0,-1 0 0,1-1 0,-1 0 0,0 0 0,0 0 0,0 0 0,0 0 0,-1 0 0,0-1 0,0 1 0,3-10 0,-3 3 8,0 0-1,0 0 1,-2 1-1,1-1 1,-1 0 0,-1 0-1,0 0 1,0 0-1,-1 1 1,-1-1-1,0 1 1,0-1 0,-1 1-1,0 0 1,-1 0-1,0 1 1,0-1-1,-11-12 1,-88-106-1580,66 86-1095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3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0 3442,'0'0'2657,"-7"28"-2217,0 0-300,-1 2-20,1 0-1,1 1 1,2 0 0,-1 34 0,4-44-107,1-1-1,0 1 1,2-1 0,0 1 0,9 30-1,-10-46-9,1 0-1,0 0 0,0-1 1,1 1-1,-1 0 0,1-1 1,0 0-1,0 0 0,1 0 1,-1 0-1,1 0 0,0 0 1,0-1-1,0 0 0,0 0 1,0 0-1,1 0 0,0-1 1,-1 0-1,1 0 0,0 0 0,0 0 1,0-1-1,0 0 0,0 0 1,0 0-1,8-1 0,-7 1 22,1 0 0,-1-1 0,0-1 0,0 1-1,1-1 1,-1 0 0,0 0 0,0 0 0,0-1-1,0 0 1,0 0 0,-1-1 0,12-6 0,-9 3-6,-1-1 0,1 0 1,-1-1-1,0 1 0,-1-1 1,1 0-1,9-19 1,-5 5-24,0-1 0,-1 0 0,-1-1 0,-2 0 0,0-1 1,-1 1-1,-2-1 0,-1 0 0,0-1 0,-2-25 0,-2 122-55,-1-18-17,7 69 1,-3-107 68,0 0 0,1 0 0,0-1 1,2 1-1,-1-1 0,2 0 1,0-1-1,0 1 0,12 17 0,-13-25 22,1 0-1,-1 0 1,1 0-1,0-1 0,1 1 1,-1-1-1,1-1 1,0 0-1,0 0 0,0 0 1,1-1-1,-1 0 0,1 0 1,9 2-1,-12-4 0,-1 0-1,1 0 0,0 0 1,0-1-1,0 0 0,0 0 1,0 0-1,-1 0 0,1-1 1,0 0-1,0 0 0,-1 0 1,1 0-1,0-1 0,-1 0 1,1 0-1,-1 0 1,0 0-1,0-1 0,0 0 1,0 0-1,0 0 0,-1 0 1,6-6-1,-4 2 54,0-2 0,0 1 0,-1 0 0,0-1 0,-1 0 0,1 0 0,-2 0 0,1 0 0,-1-1 0,1-17 0,-1-11 284,-3-52 0,0 73-349,-1-10-63,-9-39-1,6 40-1176,-2-44-1,6 33-1710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3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0 257 2737,'0'0'811,"27"8"-424,0 1-302,-7-3-53,0 1-1,0-2 0,1-1 1,-1-1-1,1 0 0,29-1 0,-31-2-26,-1-1-1,1-1 1,0-1 0,-1-1-1,26-8 1,-35 10 25,-1-2 0,0 1 0,0-1 1,0 0-1,0 0 0,-1-1 0,0 0 1,0-1-1,0 1 0,0-1 0,-1-1 1,0 1-1,8-12 0,-12 14 29,1 0 1,-1 0-1,-1 0 0,1 0 1,0 0-1,-1 0 0,0 0 1,0-1-1,0 1 0,-1 0 1,1-1-1,-1 1 0,0 0 1,0-1-1,-1 1 0,1 0 1,-1-1-1,0 1 0,0 0 1,0 0-1,-1-1 0,0 1 1,1 0-1,-2 1 0,1-1 1,0 0-1,-1 1 0,1-1 0,-1 1 1,0-1-1,0 1 0,0 0 1,-6-3-1,-1 0-3,-1 0-1,0 1 0,1 0 1,-2 1-1,1 0 1,0 1-1,-1 1 1,-21-3-1,11 3 19,0 1 0,0 2 0,-41 4 0,55-3-69,-1 0 0,1 0 0,0 1 0,0 0 1,0 1-1,0-1 0,1 1 0,-1 1 0,1 0 0,0 0 0,0 0 0,1 1 0,-1 0 0,1 0 0,1 0 0,-1 1 0,1 0 1,0 0-1,1 0 0,-5 10 0,2-3 2,1 1-1,1 0 1,0 0 0,1 0 0,0 0 0,1 1-1,1-1 1,1 1 0,0 0 0,2 19 0,0-25-9,0 0 1,1-1 0,0 1 0,0-1-1,1 1 1,1-1 0,-1 0 0,2 0 0,-1-1-1,1 1 1,0-1 0,10 12 0,-5-9-5,0-1 0,1 0 0,0-1 0,1 0 0,0-1 1,0 0-1,24 11 0,-6-7-17,0-1 0,1-1 0,0-2 0,1-1 1,0-1-1,0-2 0,32 0 0,-40-2-50,-1-2 0,0-1 0,1 0 0,30-7 0,-46 6 70,-1 0 1,0-1-1,-1 0 1,1 0-1,0 0 1,-1-1-1,0 0 1,1 0-1,-2 0 1,1-1-1,0 0 0,-1 0 1,0-1-1,0 1 1,-1-1-1,1 0 1,5-12-1,-3 5 30,-2-1-1,1 1 1,-2-1-1,0-1 1,0 1 0,-1 0-1,1-20 1,-2-104 497,-3 108-356,1 12-118,-1 1 0,-1-1 1,0 1-1,-1 0 1,-1 0-1,-1 0 0,-1 0 1,-14-31-1,20 49-46,0-1-1,0 0 1,0 0 0,0 0-1,0 0 1,0 0 0,0 0-1,0 0 1,0 0 0,0 0-1,0 0 1,-1 0-1,1 0 1,0 0 0,0 0-1,0 0 1,0 0 0,0 0-1,0 0 1,0 0 0,0 0-1,0 0 1,0 0 0,0 0-1,-1 0 1,1 0-1,0 0 1,0 0 0,0 0-1,0 0 1,0 0 0,0 0-1,0 0 1,0 0 0,0 0-1,0 0 1,0 0-1,-1 0 1,1 0 0,0 0-1,0 0 1,0 0 0,0 0-1,0 0 1,0 0 0,0 0-1,0 0 1,0 0 0,0 0-1,0-1 1,0 1-1,0 0 1,0 0 0,0 0-1,0 0 1,0 0 0,-1 13-33,1-12 29,0 52-96,3 150 45,0-153 63,2-1 1,13 54 0,-13-76-7,-4-20 8,0 0-1,0 0 1,1-1-1,0 1 1,0-1-1,0 0 1,6 11-1,-5-16 100,-2-13 144,-1 12-248,-9-251 1002,6 223-1010,0 2-2,0 0 0,3-38 0,0 58-13,0 0 1,1 0 0,0 0-1,0 0 1,1 0 0,0 1-1,0-1 1,0 0 0,0 1-1,1 0 1,0 0 0,0-1-1,0 2 1,1-1-1,0 0 1,5-5 0,4 1-59,0 0 0,0 1 1,1 1-1,0 0 0,0 1 1,0 0-1,1 1 0,0 1 1,0 0-1,28-2 0,17 0-263,85 4-1,-97 2 344,3 0 355,-59 1-325,1 1-1,-1 0 1,1 0-1,-1 1 0,1 0 1,0 0-1,0 0 1,0 1-1,1 0 1,-1 0-1,1 1 1,0 0-1,0 0 0,-8 9 1,0 1 60,1 0 1,1 0-1,0 1 1,-18 31-1,25-34 1,-1 0 0,2 0 0,-1 1 0,2 0 0,0 0 0,1 0 0,0 1 0,1-1 0,1 0 0,1 20 0,0-26-38,-1 0 0,2-1 0,-1 1 0,1 0 0,0-1 1,0 0-1,1 1 0,0-1 0,0 0 0,1 0 0,0-1 1,8 12-1,-5-10-17,1-1 1,0 1-1,0-2 1,0 1-1,1-1 1,-1 0-1,2 0 1,12 5-1,5 0-33,0-2 0,1-1 0,0-1 0,0-2 0,0 0 0,31 0 0,-21-3-475,68-5 0,20-19-3285,-125 22 3717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0.9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400 415 5058,'0'0'475,"2"-30"107,13-186 2030,-20 253-2429,-1-1 0,-2-1 0,-2 1 0,-20 50 0,-74 137-286,69-152 200,-168 327-17,188-365-425,38-77-89,8-17 404,327-592-217,-326 603 248,4-11 4,4 1 0,83-97 0,-113 146-4,-8 8-2,0 1 1,0 0-1,0 0 1,0 0-1,0 0 1,1 0 0,-1 0-1,1 0 1,-1 1-1,1-1 1,0 1-1,-1 0 1,4-2 0,-5 3-3,-1 0 0,0 0 1,1 0-1,-1 0 0,1 0 1,-1 0-1,1 0 0,-1 0 1,1 0-1,-1 0 0,1 0 1,-1 0-1,0 1 0,1-1 0,-1 0 1,1 0-1,-1 0 0,0 1 1,1-1-1,-1 0 0,0 0 1,1 1-1,-1-1 0,0 0 1,1 1-1,-1-1 0,0 0 1,1 1-1,-1-1 0,0 0 1,0 1-1,0-1 0,1 1 1,4 20-81,-4-15 62,29 216 23,-7-36 236,25 82 65,-31-197-373,44 117 0,-51-157-1264,-9-19-1889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1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75 5795,'0'0'1136,"267"-59"-1072,-116 53-64,-8 3-320,-15-3-4354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1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27 319 2593,'0'0'1686,"-4"20"-1107,-14 61-21,14-173 2531,5 75-3070,1 0 0,0 0-1,1-1 1,1 1 0,1 1 0,1-1-1,0 1 1,8-16 0,-10 24-22,-1 1 0,1 1 1,0-1-1,1 1 0,0-1 1,0 1-1,0 0 0,0 1 0,1-1 1,0 1-1,0 1 0,1-1 1,0 1-1,-1 0 0,1 0 1,0 1-1,1 0 0,-1 0 1,1 1-1,8-2 0,-13 3-6,0 1 0,-1 0 1,1 0-1,0 0 0,0 0 0,0 1 0,0-1 0,0 1 0,-1 0 0,1 0 0,0 0 1,-1 0-1,1 0 0,0 1 0,-1-1 0,0 1 0,1-1 0,-1 1 0,0 0 0,0 0 0,0 0 1,0 0-1,0 0 0,0 1 0,0-1 0,-1 0 0,0 1 0,1 0 0,0 2 0,4 9-6,-1 0 0,-1 0 0,0 1 0,2 20 0,-5-30 18,7 57 17,-4 1 0,-4 84-1,-1-62 104,0-112-82,2 0 1,1 0 0,1 0-1,2 0 1,0 0-1,16-44 1,-9 41-111,0 1 0,2 1-1,1 1 1,1 0 0,1 0 0,2 2 0,0 0 0,43-40 0,-59 62 27,1-1 0,-1 1 0,1 0 0,0 0 0,0 1 0,1-1 0,-1 1 0,0 0 0,1 0 0,0 0 0,-1 0 0,1 1 0,0 0 0,0 0 0,9 0 0,-13 1 37,0-1 1,0 1-1,0 0 1,0 0-1,0 0 0,0 0 1,0 1-1,0-1 1,0 0-1,-1 0 1,1 0-1,0 1 1,0-1-1,0 1 1,0-1-1,0 0 0,-1 1 1,1 0-1,0-1 1,0 1-1,-1-1 1,1 1-1,0 0 1,-1-1-1,1 1 1,0 1-1,3 7-7,0 0-1,0 0 1,-1 0 0,0 0-1,-1 0 1,0 1 0,-1-1-1,1 11 1,0 90 61,-2-80-27,0 0-3,-1 0-14,1 1 1,2-1-1,1 1 0,13 56 0,-16-83-48,1-1 0,0 0-1,1 0 1,-1 0 0,1 0-1,-1 0 1,1 0 0,0-1-1,0 1 1,0-1-1,3 4 1,-2-4-202,0-1 0,-1 1 0,1-1 0,0 0 1,0 0-1,0 0 0,0 0 0,0-1 0,5 1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1.9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368 253 4226,'6'-31'349,"46"-190"1598,-52 220-1909,1 17 194,13 597 751,-2-223-616,-12-363-362,-1-19 0,1 0 0,-1-1-1,2 1 1,-1 0 0,1-1 0,0 1 0,1 0 0,3 8-1,-5-16-1,0 0-1,0 0 0,0 1 1,0-1-1,0 0 0,0 0 1,1 0-1,-1 0 0,0 0 0,0 0 1,0 0-1,0 1 0,0-1 1,1 0-1,-1 0 0,0 0 1,0 0-1,0 0 0,0 0 0,0 0 1,1 0-1,-1 0 0,0 0 1,0 0-1,0 0 0,0 0 1,1 0-1,-1 0 0,0 0 0,0 0 1,0 0-1,0 0 0,1 0 1,-1 0-1,0 0 0,0-1 1,0 1-1,0 0 0,1 0 1,-1 0-1,0 0 0,0 0 0,0 0 1,0-1-1,7-10 220,-1-27-99,-1 0-1,-2-1 1,-2 0 0,-1 1 0,-6-42-1,4 67-134,-1-1 0,0 1 0,-1 0 1,-1-1-1,0 2 0,-1-1 0,0 1 0,-1 0 0,0 0 0,-1 1 0,0 0 0,-1 0 0,0 1 0,-13-11 1,15 14-4,-1 1 1,1 0-1,-1 0 1,-1 1-1,1 0 1,-1 1-1,0 0 1,0 0-1,0 1 1,-1 0-1,1 0 1,-1 1-1,0 1 1,1 0-1,-1 0 1,0 0-1,0 2 1,0-1-1,1 1 1,-18 4-1,19-2 14,-1 0-1,1 0 0,0 1 1,0 1-1,0-1 0,1 1 1,0 0-1,0 1 1,0 0-1,0 0 0,1 0 1,0 1-1,1 0 0,-1 0 1,1 1-1,-4 8 0,1-1 18,1 0 1,0 0-1,1 0 0,0 1 0,2 0 0,0 0 1,-3 29-1,6-38-11,1 0 0,-1 0 1,2 0-1,-1 0 1,1 0-1,0-1 0,0 1 1,1 0-1,0 0 1,0-1-1,1 1 0,0-1 1,0 1-1,0-1 0,1 0 1,0-1-1,0 1 1,1 0-1,-1-1 0,1 0 1,0 0-1,0-1 0,1 1 1,0-1-1,-1 0 1,1-1-1,9 5 0,8 1-25,0 0 0,0-1 0,1-1 0,0-2 0,0 0 0,41 2 0,90-3-1351,-7-4-3242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4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552 572 3233,'0'0'1137,"-4"-28"-190,2 9-795,-6-36 522,-1-92-1,8 83-81,-1 23 21,2 0 1,2 1 0,10-64 0,-11 101-566,-1 1 0,1-1 0,0 1 1,-1-1-1,1 1 0,0-1 0,0 1 0,1 0 0,-1-1 0,0 1 0,4-3 0,-5 4-47,0 1 0,0 0 0,1 0 0,-1 0 0,0 0 0,0 0 0,1 0 0,-1 0 0,0 0 0,0 0 0,0 0 0,1 1 0,-1-1 0,0 0 0,0 0-1,1 0 1,-1 0 0,0 0 0,0 0 0,0 0 0,1 0 0,-1 1 0,0-1 0,0 0 0,0 0 0,0 0 0,1 0 0,-1 1 0,0-1 0,0 0 0,0 0 0,0 1 0,0-1 0,0 0 0,0 0 0,1 0 0,-1 1 0,0-1 0,0 0-1,5 26-113,6 416 17,-13-284 146,2 189-10,0-337-37,-1-9-3,1 0 0,0 0 0,0 0-1,0 1 1,0-1 0,0 0 0,0 0 0,0 0 0,0 1 0,0-1 0,0 0 0,1 0-1,-1 0 1,0 0 0,1 0 0,-1 0 0,1 1 0,0-1 0,-1 0 0,1 0 0,0 1-1,0-2 1,-1 0 0,0 0 0,0 0 0,0 0 0,0 0 0,0 0 0,0 0 0,0 0 0,0 0 0,1 0 0,-1 0 0,0 0 0,0 0 0,0 0 0,0 0 0,0 0 0,0 0 0,0 0 0,0 0 0,1 0 0,-1 0 0,0 0-1,0 0 1,0 0 0,0 0 0,0 0 0,0 0 0,0-1 0,0 1 0,0 0 0,0 0 0,0 0 0,1 0 0,-1 0 0,0 0 0,0 0 0,0 0 0,0 0 0,0 0 0,0 0 0,0-1 0,0 1 0,0 0 0,0 0 0,0 0 0,0 0-1,0 0 1,0 0 0,0 0 0,0 0 0,0-1 0,0 1 0,0 0 0,0 0 0,0 0 0,0 0 0,0 0 0,0 0 0,0 0 0,0 0 0,0-1 0,0 1 0,0 0 0,-1 0 0,3-17-98,-1 1 0,0-1 0,-2 0 0,0 0 0,-1 0 0,-1 0 0,0 1 0,-1 0 0,-7-18 0,6 21 15,-1 0 0,-1 1 0,0 0 0,-1 0 1,0 1-1,0-1 0,-1 2 0,-1-1 0,0 1 0,0 1 0,-19-14 1,14 14 36,-1-1 0,0 2 1,0 0-1,-1 1 1,0 1-1,0 0 1,-1 1-1,0 1 1,0 1-1,1 1 1,-2 0-1,1 1 1,0 1-1,-28 3 1,39-2 42,0 0 1,0 1 0,1 0-1,-1 0 1,0 0-1,1 1 1,0 0 0,-1 0-1,1 1 1,0 0 0,1 0-1,-1 0 1,1 1 0,0-1-1,0 1 1,0 1 0,1-1-1,-1 1 1,1-1 0,1 1-1,-1 1 1,-2 6 0,0 2 9,0-1 1,2 1-1,-1 0 1,2 1-1,0-1 0,1 1 1,1-1-1,1 29 1,0-36-5,1 0 0,0-1 0,0 1 1,1 0-1,0-1 0,1 1 0,-1-1 0,1 0 0,1 0 1,0 0-1,-1 0 0,2-1 0,4 7 0,-1-4 0,1 0-1,-1-1 0,1 0 0,1-1 1,-1 0-1,1-1 0,21 11 0,-5-6 5,1-1 0,1-1-1,-1-2 1,1 0 0,0-2 0,47 2-1,-12-3-15,1-4 0,113-13 0,-143 8-6,0-2-1,-1-2 1,0-1 0,0-1 0,-1-2 0,58-32 0,-68 32 16,-1-2-1,-1 0 1,0 0 0,-1-2 0,0-1-1,-2 0 1,19-24 0,-26 26 13,1 0 0,-2 0 1,0 0-1,-1-1 0,-1-1 0,0 1 1,-1-1-1,-1 0 0,-1-1 0,3-27 1,-3 10 147,-3-1 0,0 0 0,-6-43 0,-4 48-60,9 30-84,-1 1 0,1 0 0,-1-1 0,1 1 0,-1-1 0,0 1 0,0 0 0,0-1-1,0 1 1,0 0 0,0 0 0,0 0 0,0 0 0,0 0 0,0 0 0,-1 0 0,1 0 0,-2-1 0,2 3-18,1-1 1,-1 0 0,1 0 0,-1 0-1,1 1 1,-1-1 0,1 0-1,-1 0 1,1 1 0,0-1-1,-1 0 1,1 1 0,-1-1-1,1 1 1,0-1 0,-1 1 0,1-1-1,0 0 1,0 1 0,-1-1-1,1 1 1,0-1 0,0 1-1,0 0 1,0-1 0,0 1 0,-1-1-1,1 1 1,0-1 0,0 1-1,0-1 1,0 1 0,0-1-1,1 1 1,-1 0 0,-1 6-5,-6 59 16,3 0 0,5 84 0,1-48 0,-3-87-33,1 22-371,0-36 336,0 0 0,0 0 0,0 0 0,0 1 0,1-1 0,-1 0 0,0 0 0,1 0 0,-1 0-1,0 0 1,1 0 0,-1 0 0,1 0 0,0 0 0,-1 0 0,1-1 0,0 1 0,-1 0 0,1 0 0,0 0 0,0-1 0,0 1 0,1 1 0,13-1-3228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5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4370,'0'0'656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5.6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1114 181 3602,'0'0'2692,"1"-27"-1799,1 1-758,-2 1-1,-3-37 0,2 60-126,1 0 1,0 0-1,-1 0 0,0 0 0,1 1 0,-1-1 0,0 0 1,0 0-1,0 1 0,0-1 0,0 1 0,0-1 0,-1 1 1,1-1-1,-1 1 0,1 0 0,-1 0 0,1-1 1,-1 1-1,1 0 0,-1 0 0,0 1 0,0-1 0,1 0 1,-4 0-1,-2 0 11,1 0 1,-1 0 0,1 1-1,-1 0 1,-10 1-1,2 0 17,2-1-8,-1 0 0,0 1 0,1 0 0,-1 1 0,1 0 0,0 2 0,-1-1 0,1 2 0,1-1 0,-1 2 0,1 0 1,0 0-1,0 1 0,1 1 0,0 0 0,0 0 0,1 1 0,0 0 0,0 1 0,-15 21 0,13-14-22,1-1 1,1 2-1,0-1 0,2 1 0,0 1 0,1 0 0,0 0 1,2 0-1,0 1 0,2-1 0,0 1 0,1 0 0,1 0 1,0 0-1,6 39 0,-5-53-4,1 0 0,1-1 0,-1 1 0,1 0 0,0-1 0,0 1 0,0-1 0,1 1 0,0-1 1,0 0-1,0 0 0,1-1 0,0 1 0,0-1 0,0 1 0,0-1 0,0 0 0,1-1 0,0 1 0,0-1 0,0 0 0,0 0 0,1-1 0,7 4 0,6-1 14,0 0 0,0-1 0,1-1 0,-1-1 0,1-1 0,20-1 0,-25 0-1,0-1 0,0 0 1,-1-1-1,1 0 1,-1-2-1,1 0 0,-1 0 1,24-11-1,-28 9 7,0 0 0,0 0 0,-1-1 0,0 0 0,0-1 0,-1 0 0,1 0 0,-2-1 0,1 0 0,-1 0 1,10-19-1,-11 16 71,0 0 1,-1-1 0,-1 1 0,0-1-1,-1 0 1,0 0 0,1-14 0,0-93 571,-4 89-592,0 22-57,0 5-13,1 1-1,-1-1 0,0 1 1,0-1-1,0 0 1,0 1-1,-1-1 0,0 1 1,1-1-1,-1 1 0,0-1 1,-1 1-1,1 0 1,-1-1-1,1 1 0,-1 0 1,0 0-1,-4-5 1,4 8-36,2 6-38,0 848-324,-1-777 398,-3 0 0,-25 137 0,22-179-3,-2-2 0,-1 1 0,-2-1 1,-1-1-1,-1 0 0,-2-1 0,-1 0 0,-34 44 0,36-58 0,0-1-1,-1-1 1,0 0-1,-1-2 1,-1 0-1,0 0 0,-1-2 1,-1 0-1,1-1 1,-1-2-1,-1 0 1,-34 9-1,18-8 15,1-3-1,-1 0 1,0-3 0,0-1-1,-1-2 1,-59-7-1,71 4 6,0-2-1,0 0 0,1-2 1,0-1-1,0-1 0,-45-24 1,56 25 2,1 0 0,0-1 0,0-1 0,1 0 0,0 0 0,1-1 1,0-1-1,1 0 0,0-1 0,1 1 0,0-2 0,-12-24 0,14 20 5,0 1 1,1-1-1,1 0 0,1 0 0,1-1 0,0 0 1,1 1-1,1-1 0,1 0 0,0 0 0,5-27 0,0 23-31,0 1-1,2 0 0,0 0 0,2 1 1,0 0-1,1 1 0,1-1 0,22-29 0,-11 23-13,1 0 0,1 2 0,1 0 0,1 2 0,1 1 0,1 1-1,0 1 1,2 2 0,1 0 0,0 3 0,1 0 0,41-12 0,-37 17 7,1 2 1,0 2 0,-1 1 0,69 1 0,-97 3 8,0 1 0,0 0 0,-1 1 0,1 0 0,0 0 0,-1 1 1,1 0-1,13 5 0,-18-5-1,-1 0 0,1 0 1,0 0-1,-1 0 0,0 0 0,0 1 1,1-1-1,-1 1 0,-1-1 0,1 1 1,0 0-1,-1 0 0,1 0 0,-1-1 1,0 2-1,0-1 0,0 0 0,0 0 1,-1 0-1,1 0 0,-1 0 0,0 5 1,1 68-2335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5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 2977,'0'0'5299,"2"-15"-4638,-1 4-605,5-29-18,-5 37-50,0 4-7,0 26-30,-3 92 46,0-25 43,14 147 0,-9-224-25,-2-2-181,2 0 0,-1 0 1,8 19-1,-6-27-1165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6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 1 4178,'0'0'1216,"-86"175"-687,86-125 31,21-20-352,35-24 32,12-6 384,-11 0-287,-10-44-129,-29-7 240,-18 1 64,0-1-512,-6 18-496,-18 13-2273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6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1226 2113,'0'0'2801,"36"21"-2014,-4-2-662,1-2-1,60 23 1,-88-38-118,1-1 0,-1 0 0,1 0 0,0-1 0,-1 0 0,1 0 0,0 0 0,0 0 0,-1-1 1,1 0-1,0 0 0,-1-1 0,1 1 0,8-5 0,-2-1 1,0 0 0,-1 0-1,0-1 1,12-11 0,-6 5 4,1 0 56,-1-1 0,0 0 1,-1-1-1,0-1 0,-2-1 0,0 0 0,-1-1 0,-1 0 0,0-1 0,-2 0 1,0-1-1,-1 0 0,-2 0 0,10-43 0,-11 22 171,-3 0 0,-1-1-1,-2 1 1,-2-1 0,-9-56 0,-58-208 71,6 32 447,58 233-221,50 765-507,-43-709-36,27 177 98,-24-171-131,0-1 0,1 0 0,1 0 0,0-1-1,2 0 1,0 0 0,15 21 0,1-14-1785,-11-21-2430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6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5170,'0'0'128,"211"0"-448,-69 0 384,7 0-64,-33 0-672,-42 0-2946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7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3057,'0'0'3202,"32"68"-3234,-14 12 128,-6 6-64,-9 0-16,-3-5 0,0-13 32,0-17-48,0-22-1153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7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208 1 3746,'0'0'784,"-172"65"-640,142-8 544,24 2 113,6-11-385,51-1-240,20-23 0,12-24 64,-6 0 80,-17-30 17,-24-17 175,-28-4-160,-8 1-352,0 8-384,-29 10-2193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8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1 572 128,'0'0'5517,"15"-12"-4482,34-25-923,-1-3 0,74-80 0,-107 102-31,0-1 0,-2-1 0,0 0 0,15-34 0,-22 40 44,0 0 0,-2 0 0,1 0 0,-2-1 0,0 0-1,-1 0 1,0 0 0,-1-20 0,-1 32-99,0 0 0,0 0 0,0-1-1,-1 1 1,1 0 0,-1 0 0,0 0-1,0 0 1,0 0 0,0 0 0,0 0-1,-1 0 1,1 1 0,-1-1 0,0 0 0,0 1-1,0-1 1,0 1 0,-3-3 0,1 3 11,0-1 1,-1 1 0,1 0 0,-1 0-1,0 1 1,1-1 0,-1 1 0,0 0-1,0 0 1,0 0 0,-7 1 0,0-1 4,5 0-9,0 1 1,0 0 0,0 0-1,-14 2 1,20-2-33,-1 0 1,1 1 0,-1-1-1,1 1 1,-1 0 0,1-1 0,-1 1-1,1 0 1,0 0 0,-1 0-1,1 0 1,0 0 0,0 0 0,0 0-1,0 1 1,0-1 0,0 0-1,0 0 1,0 1 0,0-1 0,0 1-1,1-1 1,-1 1 0,1-1-1,-1 1 1,1 1 0,-1 0-6,1-1 1,-1 1-1,1 0 1,0-1-1,0 1 1,0-1-1,1 1 1,-1 0-1,0-1 1,1 1-1,0-1 1,0 1-1,0-1 1,0 1-1,0-1 0,2 4 1,1-1-2,0 0 0,0 0 1,0-1-1,1 1 0,-1-1 0,10 6 0,24 14 18,2-1 0,0-2 0,51 18 0,69 35-36,-142-63-2,0 0 1,-1 1-1,0 0 0,-1 2 1,0 0-1,16 19 0,-24-22 13,0 0 0,0 1-1,-1-1 1,-1 1-1,0 1 1,-1-1 0,0 1-1,-1 0 1,0 0-1,3 24 1,-6-28 6,0 1 0,-1 0-1,1 0 1,-2 0 0,1-1 0,-2 1 0,1 0 0,-1-1 0,-1 1-1,0-1 1,0 1 0,0-1 0,-1 0 0,-1 0 0,-8 12 0,6-12 5,-1-1 0,0 1 0,-1-1 1,1-1-1,-2 1 0,1-2 0,-1 1 0,0-1 1,0-1-1,-1 0 0,-16 6 0,8-5 29,-1-1-1,1 0 0,-1-1 1,-1-2-1,-35 2 0,54-4-16,-1 0-1,1 0 1,0 0-1,0 0 1,0 0 0,0-1-1,0 1 1,0 0-1,0-1 1,0 1-1,0-1 1,0 0-1,1 0 1,-1 0-1,0 0 1,0 0-1,1 0 1,-1 0-1,0-1 1,1 1-1,-1-1 1,1 1 0,0-1-1,0 1 1,-2-3-1,2 0-3,0 1 0,0-1-1,0 1 1,1-1 0,0 0 0,-1 1-1,1-1 1,0 0 0,1 1 0,-1-1-1,1 0 1,-1 1 0,3-5-1,-1 1-8,0 1 0,1 0-1,0 0 1,0 0 0,0 0-1,1 1 1,0-1-1,0 1 1,1 0 0,-1 0-1,1 0 1,0 1 0,1 0-1,-1 0 1,1 0-1,-1 1 1,1-1 0,0 1-1,0 1 1,10-4-1,-3 2-5,0 0 0,1 0 0,-1 1 0,1 1 0,0 1 0,0 0 0,0 0 0,0 1 0,17 3 0,-26-2-37,0 0 1,0 1-1,0 0 1,0 0-1,0 0 1,0 0 0,-1 1-1,1 0 1,-1 0-1,0 0 1,1 0-1,-1 1 1,-1 0-1,1-1 1,-1 2-1,1-1 1,-1 0-1,0 0 1,0 1-1,-1 0 1,0 0 0,0-1-1,3 10 1,-2 5-2784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8.8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2 126 3570,'0'0'3356,"0"-25"-2305,0-49-486,0 48-299,0 51 154,0 506-324,0-526-145,0-4-2,-1 0 0,1-1 1,0 1-1,0 0 1,0 0-1,-1-1 1,1 1-1,0 0 0,0 0 1,0 0-1,0-1 1,1 1-1,-1 0 1,0 0-1,0-1 0,0 1 1,1 0-1,-1-1 1,0 1-1,1 0 0,-1 0 1,0-1-1,1 1 1,-1-1-1,1 1 1,-1 0-1,1-1 0,-1 1 1,1-1-1,0 1 1,-1-1-1,1 0 1,0 1-1,-1-1 0,1 0 1,0 1-1,1-1 1,10 1-3077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9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1 3538,'0'0'2129,"-122"217"-1361,122-143-272,39-18-304,26-23-96,15-24 176,-5-9 369,-16-15-129,-11-29-80,-31-7 112,-17-8-79,0 5-417,-6 16-48,-14 11-1153,11 15-1776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39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49 342 1841,'0'0'4260,"-8"3"-2910,7-2-1317,0 0-1,-1 0 0,1-1 0,0 1 0,0-1 0,0 1 0,-1-1 0,1 1 0,0-1 0,-1 0 1,1 0-1,0 0 0,-1 0 0,1 0 0,0 0 0,-1 0 0,1 0 0,0 0 0,-1 0 0,1-1 1,-3 0-1,3-1-15,0 0 1,0 0 0,0 0 0,0-1-1,0 1 1,0 0 0,0-1-1,1 1 1,-1 0 0,1-1 0,0 1-1,0 0 1,-1-1 0,2 1-1,-1-5 1,0-7 13,0-11 49,5-41 0,-4 57-66,1 1 0,0-1 0,1 1-1,-1 0 1,2 0 0,-1 0 0,1 1-1,8-13 1,-6 11-11,1 0 0,0 0 0,0 1 0,0 0 0,1 0 0,1 1 0,-1 0 0,1 1 0,1-1 0,-1 2 1,1-1-1,0 1 0,0 1 0,0 0 0,1 0 0,-1 1 0,1 0 0,0 1 0,0 1 0,16-2 0,-23 3-7,1 1 0,-1-1 0,0 1 0,1-1 0,-1 1 0,0 1 0,1-1 0,-1 0 0,0 1 0,0 0 0,0 0 0,0 0-1,-1 1 1,1-1 0,-1 1 0,6 5 0,-3-1 0,-1-1 0,0 1 0,0 0 0,-1 0 0,0 0 0,0 1 0,-1-1 0,4 12 0,0 9 0,-1 0 1,-1 0-1,-1 0 1,-1 37-1,-1-24 18,0 81-3,-2-108-7,-2 0 0,1-1 0,-2 0 0,1 1 0,-2-1 1,-6 18-1,-4-11-2,14-19 0,-1-1 0,1 0 1,0 1-1,0-1 0,0 0 1,0 1-1,0-1 0,-1 0 1,1 0-1,0 1 0,0-1 1,-1 0-1,1 0 0,0 1 1,0-1-1,-1 0 0,1 0 1,0 0-1,-1 0 0,1 1 1,0-1-1,-1 0 0,1 0 1,0 0-1,-1 0 0,1 0 1,0 0-1,-1 0 0,1 0 1,0 0-1,-1 0 0,1 0 1,0 0-1,-1 0 0,1 0 1,0 0-1,-1 0 0,1 0 1,0-1-1,0 1 0,-1 0 1,1 0-1,0 0 0,-1 0 1,1-1-1,0 1 0,0 0 1,-1 0-1,1-1 0,0 1 1,0 0-1,0 0 0,-1-1 1,1 1-1,0 0 0,0-1 1,0 1-1,0 0 0,0-1 1,0 1-1,-1-1 0,0-10 36,0-1-1,0 0 0,1 1 1,0-1-1,3-13 0,-2 14-28,2-10-16,1 1 1,1-1 0,0 1 0,2 0-1,1 1 1,0-1 0,1 1 0,18-27-1,2 3-290,1 2 0,49-51 0,-70 82 184,41-39-492,-46 46 562,0 0 1,0 0-1,0 1 0,1-1 0,-1 1 0,1 0 0,-1 0 0,1 1 0,0-1 1,0 1-1,9-1 0,-14 2 41,1 0 0,0-1 1,0 1-1,0 0 0,0 1 0,0-1 1,0 0-1,0 0 0,0 0 0,0 0 1,0 1-1,-1-1 0,1 1 0,0-1 1,0 0-1,0 1 0,0-1 0,-1 1 1,1 0-1,0-1 0,-1 1 0,1-1 1,0 1-1,-1 0 0,1 0 1,-1-1-1,1 1 0,0 1 0,5 29 6,-6-23-5,6 299 893,-8-181-413,1-96-500,0-19 46,0 0-1,1-1 0,1 1 0,2 16 0,-3-25-90,1 0 1,-1 0 0,1 0-1,0 0 1,0 0 0,0 0-1,0 0 1,0 0 0,0 0-1,0 0 1,1 0-1,-1-1 1,1 1 0,-1 0-1,1-1 1,0 0 0,0 1-1,-1-1 1,1 0 0,0 0-1,0 0 1,0 0 0,0 0-1,0 0 1,1-1 0,1 2-1,52 1-3485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0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365 378 5987,'0'0'371,"8"0"-315,4 0-39,-6 1 9,0-1 0,1 0 1,-1 0-1,1 0 0,-1-1 0,1 0 1,-1 0-1,1-1 0,-1 1 1,0-2-1,0 1 0,0 0 0,0-1 1,0 0-1,9-8 0,-9 6-15,-1-1-1,-1 0 1,1 0-1,-1-1 1,0 1 0,0-1-1,-1 0 1,0 0-1,0 0 1,-1-1 0,0 1-1,0-1 1,0 1-1,-1-1 1,0-7-1,-1 8-2,0 0-1,0 0 0,0 0 1,-1 1-1,0-1 1,0 0-1,-1 1 0,0-1 1,0 1-1,-1-1 0,0 1 1,0 0-1,0 0 0,-1 0 1,0 0-1,0 1 0,-5-6 1,0 2 0,-1 1 1,0 1 0,0-1-1,0 1 1,-1 1-1,0 0 1,-1 1 0,1 0-1,-1 0 1,-14-3 0,1 3 34,-1 0 0,0 2-1,-51-1 1,69 4-39,0 0-1,0 1 0,0 0 0,0 0 1,0 1-1,1-1 0,-1 2 0,0-1 1,1 1-1,-1 0 0,1 1 0,0 0 1,0 0-1,0 1 0,1-1 0,0 1 0,-1 1 1,2-1-1,-1 1 0,1 0 0,0 0 1,0 1-1,0 0 0,1-1 0,0 1 1,1 1-1,-4 7 0,0 3 1,1-1 0,1 2 0,0-1 0,1 0-1,1 1 1,1-1 0,0 1 0,2 0 0,0 0 0,1 0 0,1-1 0,1 1-1,0-1 1,2 1 0,0-1 0,1 0 0,0-1 0,2 1 0,13 22-1,-8-21-6,1 0 0,1-1-1,0-1 1,1-1-1,1 0 1,1-1 0,0 0-1,1-2 1,1 0-1,0-2 1,0 0 0,1-1-1,1-1 1,0 0-1,0-2 1,0-1 0,35 5-1,-32-8-45,0-1 1,-1-1-1,38-4 0,-52 2 37,1-1 0,-1 0-1,1-1 1,-1 0-1,0 0 1,0-1 0,-1 0-1,1-1 1,-1 0 0,13-10-1,-9 4 8,0 0 0,-1-1 0,0 0 0,-1-1-1,0-1 1,-1 0 0,15-27 0,-14 18 47,-1-1 0,-1 1 0,-1-2 0,9-39 0,-7-10 221,-3 0 0,-3-120 0,-4 147-140,1 35-78,-1 10-36,1 0 1,-1 0 0,0 0 0,0 0-1,0 0 1,0 0 0,0 1-1,0-1 1,0 0 0,-1 0-1,1 0 1,-1 0 0,1 1-1,-1-1 1,-1-2 0,-1 12 49,-7 92 170,6 187 0,6-152-103,-2 10-35,3-659 143,-3 508-252,0 1-1,0 0 0,1 0 0,-1 0 1,1 0-1,1 0 0,-1 0 0,1 0 0,-1 0 1,1 0-1,1 0 0,-1 1 0,6-9 1,-3 8-29,-1 1 1,1-1 0,0 1-1,0 1 1,0-1-1,0 1 1,1 0 0,0 0-1,-1 0 1,1 1 0,9-3-1,27-5-369,1 2-1,-1 2 0,1 2 1,56 1-1,21-3-90,-69 3 1126,-56 3-565,-1 1 0,0 0 0,1 1 0,-1-1 0,0 1 0,1 0 0,0 1 0,0-1 0,-1 1 0,2 0 0,-1 0 0,0 1 0,1-1 0,-1 1 0,1 0 0,0 0 0,0 1 0,-4 6 0,-2 3 106,1 0 0,0 0 0,1 0-1,0 1 1,-8 25 0,11-24-75,0 1 1,1-1-1,1 1 1,0-1-1,1 1 1,1 0-1,1 0 1,0 0 0,5 30-1,-3-37-103,0-1 1,1 0-1,0 0 0,0 0 0,1 0 0,0-1 1,1 0-1,0 1 0,0-2 0,1 1 0,0-1 1,0 1-1,1-2 0,-1 1 0,2-1 1,-1 0-1,1 0 0,11 6 0,-7-6-479,0 0 1,0-1-1,0-1 0,14 4 0,44 2-4318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0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22 354 5635,'0'0'1016,"38"-10"-976,126-27-13,-134 31-33,0 2 0,1 2 0,-1 1 0,33 2 0,-6 1-143,23-2-235,-79 0 385,0 0 0,0 0 1,0 0-1,0 0 0,0 0 1,0-1-1,-1 1 0,1 0 0,0 0 1,0-1-1,0 1 0,0-1 1,-1 1-1,1-1 0,0 1 1,0-1-1,-1 1 0,1-1 0,0 0 1,-1 1-1,1-1 0,-1 0 1,1 0-1,0-1 0,0 0 20,0-1-1,0 1 1,-1 0-1,1-1 1,-1 1-1,1-1 1,-1 1-1,0-1 1,0-3-1,-1-1 52,1 1 0,-1-1-1,-1 1 1,1-1 0,-1 1 0,0 0-1,-4-8 1,-4-1-17,0 0 0,0 1 0,-1 0 0,-1 1 0,-1 1-1,1 0 1,-2 0 0,0 1 0,0 1 0,-1 1 0,0 0 0,-1 0 0,1 2 0,-2 0 0,1 1 0,-1 0 0,0 2 0,0 0 0,0 0 0,-1 2-1,-24-1 1,36 3-13,-1 1-1,0 0 1,0 0-1,0 1 0,1 0 1,-1 0-1,1 0 0,-1 1 1,1 0-1,0 0 1,0 1-1,0-1 0,1 1 1,-1 1-1,1-1 1,0 1-1,0 0 0,1 0 1,-1 0-1,-6 12 0,0 0 111,1 1-1,1-1 1,1 2-1,1 0 0,0 0 1,-4 23-1,5-14 142,0 0 0,3 0 0,-2 38 0,5-53-219,0-1 0,1 0 0,1 1 0,0-1-1,0 0 1,1 0 0,1 0 0,0 0 0,0-1 0,8 15 0,-5-16-54,1-1 0,-1 0-1,1 0 1,1-1 0,0 0-1,0 0 1,1-1 0,-1 0-1,2 0 1,-1-1 0,1-1-1,13 6 1,1-2-58,1-1-1,-1 0 1,1-2 0,39 4-1,-33-8-808,54-2 0,23-10-3416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1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511 351 704,'0'0'5670,"0"-6"-4902,1 1-699,0-1-1,0 1 1,1-1 0,-1 1 0,1 0-1,0-1 1,0 1 0,6-9 0,-4 8-63,0-1 0,-1 1-1,-1-1 1,1 0 0,-1 0 0,0 0 0,0 0 0,1-10 0,-3 16-4,0-8 12,1 0 1,-2 0-1,1 1 0,-3-16 1,2 21-12,0-1 0,-1 1-1,1 0 1,-1 0 0,1 0 0,-1 0 0,0 1 0,0-1 0,0 0 0,-1 1 0,1-1 0,0 1 0,-1 0-1,0 0 1,-4-3 0,-5-2 5,-1 0 0,0 1-1,0 1 1,-1 0-1,1 0 1,-1 1 0,0 1-1,-1 1 1,-25-2-1,27 3 6,0 1 0,0 0 0,0 1 0,0 0 0,1 2 0,-1-1 0,0 1 0,1 1 0,0 0 0,0 1 0,-16 8 0,15-4-10,0 1-1,1 0 0,0 0 1,0 2-1,1-1 0,1 1 1,0 1-1,0 0 0,1 0 1,1 1-1,0 0 0,1 0 1,-6 18-1,4-4 4,1 1 1,0 0-1,3 0 1,0 0-1,2 0 0,1 39 1,1-52-5,2-1 0,0 1 0,1 0 1,0 0-1,2-1 0,5 18 0,-6-25-2,0 0 0,1 0 0,1-1 0,-1 1-1,1-1 1,0 0 0,1 0 0,-1-1 0,1 1 0,1-1-1,-1-1 1,14 9 0,-7-6-3,1-1 0,0-1 0,0 0 0,1-1 0,0-1 0,0 0 0,0-1 1,0 0-1,1-1 0,-1-1 0,1-1 0,-1 0 0,1-1 0,-1-1 0,0 0 0,1-1 0,-1 0 0,28-12 0,-32 9-4,-1 0 0,0-1 0,0 0 0,-1 0 0,0-1-1,0 0 1,-1-1 0,0 0 0,-1 0 0,0-1 0,0 0 0,-1 0 0,8-17 0,-5 6 19,-1-1 1,-1 1 0,0-1-1,-2-1 1,0 1 0,1-27-1,-2-118 139,-4 132-109,-2 26-51,-2 9-53,-5 19-44,2 20 109,1 1-1,2 1 1,1-1 0,5 60-1,-1-83 4,-1-3-3,2-1 0,0 0 0,0 0-1,1 0 1,1 0 0,0 0 0,1-1 0,0 0-1,1 0 1,12 20 0,-15-27 1,0-1-1,1 1 1,-1-1-1,1 0 1,0 0-1,0 0 1,0 0-1,0-1 1,1 0-1,-1 1 1,1-2-1,0 1 1,0-1 0,0 1-1,0-1 1,0-1-1,0 1 1,1-1-1,-1 0 1,1 0-1,-1 0 1,1-1-1,-1 0 1,1 0-1,-1 0 1,1-1-1,-1 0 1,9-2-1,-8 0 5,-1 0-1,1-1 0,-1 1 1,0-1-1,0 0 0,0 0 1,-1-1-1,1 1 0,-1-1 1,0 0-1,-1 0 0,1 0 1,-1-1-1,5-9 0,2-3 9,8-11-11,-1-1 0,-2 0 0,-1-1 0,-1 0 0,-2-1 1,-1-1-1,-1 0 0,-2 0 0,-2 0 0,-1-1 0,0-41 0,-4-171 185,5 255-182,99 124-64,-72-96 71,-1 1 0,-2 2-1,-2 1 1,36 72 0,-58-99-11,0-1-1,-1 1 0,0 0 0,-1 0 0,-1 0 1,1 27-1,-3-35-4,0 0-1,0 0 1,0 0 0,-1-1-1,0 1 1,0 0 0,-1 0-1,0-1 1,0 1 0,0-1-1,0 0 1,-1 1 0,0-1-1,0 0 1,-1-1 0,1 1-1,-1 0 1,-8 6 0,1-3 16,-1 0 1,0-1 0,-1-1 0,0 0 0,0 0 0,0-2-1,0 1 1,-1-2 0,0 0 0,0 0 0,0-2-1,0 1 1,-18-2 0,32 0-7,-1 0 0,1 0 0,0 0 0,0 0 0,-1 0 0,1 0-1,0 0 1,0 0 0,-1 0 0,1 0 0,0 0 0,0 0 0,0 0 0,-1 0 0,1-1 0,0 1 0,0 0 0,0 0-1,-1 0 1,1 0 0,0 0 0,0-1 0,0 1 0,-1 0 0,1 0 0,0 0 0,0 0 0,0-1 0,0 1-1,0 0 1,0 0 0,0 0 0,-1-1 0,1 1 0,0 0 0,0 0 0,0-1 0,0 1 0,0 0 0,0 0-1,0-1 1,0 1 0,0 0 0,0 0 0,0-1 0,0 1 0,1-2 22,-1 0-1,0 0 1,0 0 0,1 0-1,-1 0 1,1 1-1,0-1 1,0 0 0,-1 0-1,1 0 1,0 1 0,0-1-1,1 1 1,-1-1 0,0 1-1,0-1 1,1 1 0,2-3-1,38-21 83,-39 24-104,30-15 15,1 1-1,68-18 1,77-7-1010,9-2-663,-154 32 1206,1-2 0,-2-1 1,41-21-1,-64 28 422,0 1-1,-1-1 1,0-1-1,0 0 1,-1 0-1,0 0 1,0-1-1,-1 0 1,10-14 0,-13 16 60,-1 1 0,0-1 1,-1 0-1,0 0 0,1 0 1,-2 0-1,1 0 0,-1-1 1,0 1-1,0 0 0,-1-1 1,0 1-1,0-1 0,0 1 1,-1-1-1,0 1 0,-2-10 1,-1 7 60,1 0 0,-2 0 0,1 1 1,-1 0-1,0-1 0,-1 1 1,0 1-1,0-1 0,0 1 1,-1 0-1,0 1 0,-12-9 0,6 6 52,-1-1-1,1 2 1,-1 0-1,-1 1 0,0 0 1,-26-8-1,30 13-73,0-1-1,1 2 0,-1-1 0,0 1 0,0 1 1,0 0-1,0 1 0,0 0 0,-14 3 0,18-2-46,0 0-1,1 0 1,-1 1 0,0 0-1,1 0 1,0 1-1,-1 0 1,1 0-1,1 0 1,-1 1-1,1-1 1,0 1-1,0 1 1,-7 8-1,1 2 46,0 1-1,1 1 1,1-1-1,1 1 1,0 1-1,1 0 1,1 0-1,1 0 1,1 1-1,1 0 1,0-1-1,1 1 0,2 0 1,0 0-1,1 0 1,3 20-1,-1-30-54,-1-1-1,2 0 0,-1 0 0,1 0 0,1-1 1,-1 1-1,2-1 0,-1 0 0,1-1 0,0 1 0,0-1 1,1 0-1,0-1 0,1 1 0,-1-1 0,1-1 1,0 0-1,0 0 0,1 0 0,10 3 0,6 3-37,1-2-1,1-1 0,-1-1 0,1-1 1,51 5-1,-32-7-898,0-2 0,1-2 1,80-10-1,-99 4-380,0-2 0,34-15 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2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608 281 5795,'0'-33'557,"0"-109"-271,0 102-129,0 27 340,0-1 0,-3-25 0,0 97 1078,3 56-1580,27 602 919,0-555-762,-22-141-139,0-1 0,2 1 0,0-1 0,1-1 0,17 30 0,-10-33 33,-15-15-42,0 0-1,1 0 0,-1 0 0,0 0 0,1 0 0,-1 0 0,0 0 0,1 0 0,-1 0 1,0 0-1,0-1 0,1 1 0,-1 0 0,0 0 0,1 0 0,-1 0 0,0 0 0,0-1 0,1 1 1,-1 0-1,0 0 0,0 0 0,0-1 0,1 1 0,-1 0 0,0 0 0,0-1 0,0 1 1,0 0-1,1 0 0,-1-1 0,0 1 0,0 0 0,0-1 0,5-35 151,-4 2-128,-2 0 0,-7-55 0,4 70-28,-1-1 1,0 1 0,-1 0-1,-1 1 1,-18-35 0,13 31-14,-1 1 0,-1 1 0,-1 0-1,0 0 1,-2 2 0,0 0 0,-31-25 0,37 35 7,-1 1-1,1-1 1,-1 2-1,-1 0 1,1 1-1,-1 0 1,0 0-1,0 2 1,0-1-1,0 2 1,-1 0-1,1 0 1,-1 1-1,0 1 1,-18 2-1,19 0 8,-1 1 0,1 0 0,0 1 0,0 1 0,0 0 0,0 1-1,1 0 1,0 0 0,0 2 0,1-1 0,0 2 0,0-1 0,1 2-1,0-1 1,1 1 0,-11 15 0,8-10 63,1 1 1,0 1-1,2-1 0,0 2 1,0-1-1,2 1 0,0 1 1,1-1-1,1 1 0,1 0 0,-2 20 1,6-34-46,-1 1 0,1-1 0,0 1 1,0-1-1,1 1 0,0-1 0,0 1 1,0-1-1,1 0 0,-1 1 0,1-1 0,0 0 1,1 0-1,-1 0 0,1-1 0,0 1 1,0-1-1,1 1 0,-1-1 0,1 0 0,0 0 1,0-1-1,8 6 0,2 0-7,0-2 0,1 0 0,0 0 0,1-2 0,-1 1 0,1-2 0,19 3 0,31 3-917,1-3 0,127-4 0,-26-11-5274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2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295 502 1473,'0'0'2822,"0"-27"-1589,3-166 1381,-4 138-798,-9-66-1,8 108-1381,2 21-181,1 18-265,38 795 227,-22-588-182,-16-224 142,-1-18-97,0-41-82,-1 11-7,1-1023-1705,0 1060 1715,0 1-1,1 0 1,-1 0-1,0-1 1,-1 1-1,1 0 0,0-1 1,0 1-1,0 0 1,-1 0-1,1-1 1,-1 1-1,1 0 0,-1 0 1,1 0-1,-1 0 1,0 0-1,0 0 1,1 0-1,-1 0 0,0 0 1,0 0-1,-1-1 1,0 2-4,1 0 0,0 0 1,-1-1-1,1 1 1,-1 0-1,1 0 0,0 1 1,-1-1-1,1 0 0,-1 0 1,1 1-1,0-1 1,-1 1-1,1-1 0,0 1 1,-1 0-1,1-1 1,0 1-1,0 0 0,0 0 1,0 0-1,-2 2 0,-8 7-3,1 1-1,0 0 0,1 1 1,-12 20-1,2-4 12,-30 40 1,-51 78 101,89-128-164,2 1 0,0 1 0,1-1 0,1 1 0,1 0 0,-5 28 0,4 30-2369,6-8-2753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3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 5923,'0'0'624,"154"-51"-560,-41 24 80,18 10 160,-6 8-304,-15 6-48,-24 3-2273,-45-3-1937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4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222 96 4658,'0'0'4648,"-8"-5"-4312,7 4-329,-1 0 0,0 0 0,0 0 1,0 0-1,0 0 0,0 0 0,0 0 0,0 1 1,0-1-1,0 1 0,0-1 0,0 1 1,-4 0-1,5 0-6,0 0 0,1 1 0,-1-1 0,0 0 0,1 1-1,-1-1 1,0 1 0,1-1 0,-1 0 0,1 1 0,-1-1 0,1 1 0,-1 0 0,1-1 0,-1 1 0,1-1 0,0 1 0,-1 0 0,1 0 0,-6 28 20,5-27-19,1 1 1,0-1-1,0 1 0,0-1 0,0 0 0,0 1 1,0-1-1,1 1 0,-1-1 0,1 1 1,1 2-1,-1-4-1,0 0 0,0 0 0,0 0 0,0-1 0,0 1 0,1 0 0,-1-1 0,0 1 0,0 0 0,1-1 0,-1 1-1,0-1 1,1 0 0,-1 0 0,1 1 0,-1-1 0,0 0 0,1 0 0,-1 0 0,1 0 0,0-1 0,2 2 12,-1-1 0,1 0 0,-1 0 0,0 0 0,1-1-1,-1 1 1,0-1 0,1 0 0,-1 0 0,6-2 0,-8 1-7,0 1 0,0-1 1,0 1-1,0-1 0,0 1 0,0-1 1,0 1-1,-1-1 0,1 0 0,0 1 1,-1-1-1,1 0 0,-1 0 0,0 0 1,0 1-1,0-1 0,0 0 0,0 0 1,0 0-1,0 1 0,0-1 0,-2-3 1,2 3-6,0 0 1,-1 0 0,1 0-1,-1 0 1,0 0 0,0 0 0,1 0-1,-1 0 1,-1 0 0,1 0-1,0 0 1,0 1 0,-1-1-1,1 0 1,-1 1 0,1-1 0,-3 0-1,0-1-1,-1 0-1,1 0 1,-1 1-1,1 0 1,-1 0 0,-10-2-1,-3 0 1,0 1 0,-1 1 0,-19 0-1,-35 2 68,72 0-69,0 1 0,0-1 1,0 0-1,0 0 0,0 1 0,0-1 0,0 0 1,0 1-1,0-1 0,0 1 0,0-1 0,1 1 1,-1-1-1,0 1 0,0 0 0,1-1 0,-1 1 1,0 0-1,1 0 0,-1-1 0,1 1 0,-1 0 1,1 0-1,-1 0 0,1 0 0,-1 0 1,1 0-1,0 0 0,0 0 0,0-1 0,-1 1 1,1 0-1,0 0 0,0 0 0,0 0 0,0 0 1,0 0-1,1 0 0,-1 0 0,0 0 0,0 0 1,1 0-1,-1 0 0,1 0 0,-1 0 0,0 0 1,1 0-1,0-1 0,-1 1 0,1 0 0,1 1 1,2 0-3,0 1 1,0-1 0,0 0 0,0 0-1,1-1 1,-1 0 0,1 1-1,-1-1 1,5 0 0,49 5-12,-44-5 15,31 0 2,-44-1 1,-1-1 0,0 1-1,1 0 1,-1-1 0,1 1-1,-1 0 1,0-1 0,1 1-1,-1 0 1,0-1 0,1 1-1,-1-1 1,0 1 0,0 0-1,0-1 1,1 1 0,-1-1-1,0 1 1,0-1 0,0 1-1,0-1 1,0 1 0,0-1-1,0 1 1,0-1 0,0 1-1,0-1 1,0 1 0,0-1-1,0 1 1,0-1-1,-1 0 1,-2-16-21,1 12-60,-1 1 0,0 0 0,0 0 0,0 0 0,0 0 1,0 0-1,-5-3 0,-5-6-825,-14-19-2862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6.4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229 558 1137,'-1'1'4951,"2"-6"-4860,6-12 95,-1 0 1,-1-1-1,0 0 1,-2 0-1,0-1 0,-1 1 1,0-30-1,-1-29 220,-2-88 466,-2 151-726,1 12-49,1 12 42,21 430-46,14 51 184,-43-1370-4,10 810-273,0 34-15,-4-38 0,3 73 15,0-1-1,0 1 0,0 0 1,0 0-1,0-1 1,0 1-1,0 0 0,0-1 1,0 1-1,0 0 1,0 0-1,0-1 0,0 1 1,0 0-1,-1 0 1,1-1-1,0 1 0,0 0 1,0 0-1,0-1 1,0 1-1,-1 0 0,1 0 1,0 0-1,0-1 1,-1 1-1,1 0 0,0 0 1,0 0-1,-1 0 1,1 0-1,0 0 0,0-1 1,-1 1-1,1 0 1,0 0-1,0 0 0,-1 0 1,1 0-1,0 0 1,0 0-1,-1 0 0,1 0 1,0 0-1,-1 0 1,1 0-1,0 1 0,0-1 1,-1 0-1,1 0 1,0 0-1,0 0 0,-1 0 1,1 0-1,0 1 1,0-1-1,0 0 0,-1 0 1,1 0-1,0 1 1,0-1-1,0 0 0,-1 0 1,1 0-1,0 1 1,0-1-1,0 0 0,0 1 1,0-1-1,-16 22-66,-103 187 64,43-75 229,18-29-2885,40-79-1714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6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1 131 4418,'0'0'4226,"169"-62"-3922,-21 35-240,10 3-64,-10 12-368,-23 7-673,-39 5-511,-41 0-273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7.4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386 176 2689,'0'0'2596,"-5"-28"-1483,-18-85-81,23 111-1000,0 0 0,-1 0 0,1 1 0,-1-1 0,0 0 0,0 1 0,1-1 0,-1 1-1,0-1 1,0 1 0,-1-1 0,1 1 0,0 0 0,0-1 0,-1 1 0,1 0 0,-1 0 0,1 0 0,-1 0 0,1 0 0,-1 0 0,1 1-1,-1-1 1,0 0 0,0 1 0,1 0 0,-1-1 0,0 1 0,0 0 0,1 0 0,-1 0 0,0 0 0,0 0 0,0 0 0,1 0 0,-1 0 0,-3 2-1,-6-1 151,4-1-126,0 1-1,0 0 0,0 0 0,0 0 0,1 1 1,-1 0-1,1 0 0,-1 1 0,1 0 0,0 0 1,0 0-1,0 1 0,0 0 0,1 0 1,-1 0-1,-8 10 0,1 2 21,0 0 0,0 1 0,2 0-1,-15 28 1,10-11 69,0 1 1,3 1-1,1-1 0,1 2 0,-9 58 0,14-47-20,2 0 0,1 0 0,9 96 1,-4-131-117,0 0 0,1 0 0,0 0 0,0-1 0,2 1 0,0-1 0,0 0 0,1 0 1,0-1-1,1 0 0,0 0 0,1 0 0,16 16 0,-12-16-2,0-1 0,1 0 0,0 0-1,1-2 1,0 0 0,0 0 0,1-1 0,-1-1 0,2 0 0,29 6-1,-22-7-11,0-1 0,0 0 0,1-2 0,-1-1-1,1-1 1,-1-1 0,1-1 0,-1-1 0,29-8 0,-37 7-28,0-1 1,-1 0-1,0-2 1,0 1-1,0-2 1,-1 0-1,0 0 1,0-2-1,-1 1 1,0-1-1,-1-1 1,0 0-1,-1-1 1,17-24-1,-17 20 17,-1-1-1,0 0 0,-1-1 1,-1 0-1,-1 0 1,-1-1-1,4-21 0,-4 4 19,-1 0 0,-2-66-1,-3 77 4,-2 0 0,0 0 0,-2 0-1,-1 1 1,-1 0 0,0 0-1,-2 0 1,-1 1 0,-22-36 0,20 40 1,0 0 0,-2 0 0,0 2 0,-1 0 0,-1 0 0,-1 1 1,0 1-1,-1 1 0,0 1 0,-35-20 0,42 28-10,0 0-1,0 1 1,0 1-1,-1-1 0,1 2 1,-1-1-1,0 2 1,0 0-1,-14 0 1,23 1-5,0 0-1,1 0 1,-1 0 0,0 0 0,0 0 0,0 1-1,1 0 1,-1-1 0,0 1 0,1 0-1,-1 0 1,0 1 0,1-1 0,0 0 0,-1 1-1,1-1 1,0 1 0,-1 0 0,-2 3 0,2 1-418,0-1 1,0 1-1,0-1 1,1 1-1,-1 0 0,1 0 1,-1 10-1,-9 23-6040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7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11 223 3794,'0'0'1056,"-2"-27"-101,0-3-475,-2-55 72,3 5 3125,0 268-3457,17 454 235,-8-528-4894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8.1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262 0 784,'0'0'6900,"-110"166"-6580,71-79-288,1-4-32,-1-6-1377,3-9-1824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8.3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2833,'0'0'2513,"178"9"-2144,-59-24-257,11 12-64,1 3-48,-6 0 0,-24 0-224,-18 0-1665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8.7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22 149 4290,'0'0'1777,"-3"-27"-651,-11-80 264,11 92 259,2 21-1119,1 34-829,0-22 470,27 746 526,-23-732-1162,2 33 1114,-4-23-7191,-2-61 2001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8.8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298 0 2321,'0'0'4466,"-172"42"-4322,127 41-112,4 24-32,2-6-2193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8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1633,'0'0'2817,"163"9"-1905,-47-9-751,12 0-113,-3-15 16,-9 3-64,-27 6-385,-30 0-3760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9.6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2 183 4658,'0'0'760,"0"-26"-101,0-71 111,0 37 2585,-1 333-3160,2 329 541,7-469-1899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9.7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 0 4978,'0'0'785,"-163"220"-785,133-125-1745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49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0 113 4082,'0'0'1473,"187"-35"-737,-56 11-496,11-3-208,-2 15-32,-18 3-704,-21 4-1521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50.4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195 319 4642,'0'0'854,"-26"26"-115,-82 85-200,101-103-487,0-1 0,0 1 0,1 1 0,0-1 0,0 1 0,-4 11 1,5-10 9,1-5 1419,2-10-837,4-22-318,-1 16-21,3-27-199,3-1-1,1 1 1,2 1 0,2 0 0,1 0 0,31-59 0,-36 79-101,1 0 0,1 1 0,1 0 0,0 1 0,21-22 0,-26 31-8,0 1 1,0 0 0,0 0-1,0 1 1,1-1-1,0 1 1,-1 1 0,2-1-1,-1 1 1,0 1 0,1-1-1,-1 1 1,1 0 0,0 1-1,-1 0 1,10 0 0,-15 1-2,1 0 0,-1 0 0,0 1 1,0-1-1,1 1 0,-1 0 0,0-1 0,0 1 1,0 0-1,0 0 0,0 0 0,0 1 1,0-1-1,0 0 0,0 1 0,0-1 1,-1 1-1,1 0 0,-1 0 0,1-1 1,-1 1-1,0 0 0,0 0 0,1 0 1,-1 0-1,-1 1 0,1-1 0,1 2 1,1 8-6,0 0 1,-1 1 0,0-1 0,1 13 0,-3-22 8,3 43 32,-1 1 1,-3 0-1,-2-1 0,-1 1 1,-15 60-1,11-75 49,-2 0 1,-1 0-1,-1-1 0,-2 0 1,-1-2-1,-1 1 0,-2-2 1,-26 33-1,15-27 234,-48 41-1,22-22 241,54-50-498,8-2-28,349-2 196,7-27-330,-262 19-39,-65 7-56,-25 2-44,0 0 1,0-2-1,19-3 1,-30 5 217,0-1 1,0 1 0,0 0-1,0 0 1,0 0-1,0 0 1,-1 0-1,1 0 1,0 0-1,0 0 1,0 0 0,0 0-1,0 0 1,0 0-1,0 0 1,-1-1-1,1 1 1,0 0-1,0 0 1,0 0-1,0 0 1,0 0 0,0 0-1,0-1 1,0 1-1,0 0 1,0 0-1,0 0 1,0 0-1,0 0 1,0-1 0,0 1-1,0 0 1,0 0-1,0 0 1,0 0-1,0 0 1,0-1-1,0 1 1,0 0-1,0 0 1,0 0 0,0 0-1,0 0 1,0 0-1,0-1 1,0 1-1,0 0 1,1 0-1,-1 0 1,0 0-1,0 0 1,0 0 0,0 0-1,0 0 1,0 0-1,0-1 1,1 1-1,-1 0 1,0 0-1,0 0 1,0 0 0,-18-6-1419,-42-5-1891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50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 4514,'0'0'5768,"0"-7"-5400,0-7-317,0 21-41,1 43 63,4 27 243,7 205 614,-12-267-952,0 18-76,2 0-1,1 0 0,10 47 0,-7-64-1202,-6-16 1220,0-1 0,0 1-1,0 0 1,0 0-1,1-1 1,-1 1-1,0 0 1,0 0 0,0 0-1,0-1 1,0 1-1,0 0 1,0 0 0,0 0-1,4-3-1384,-4 3 1385,0 0 0,0 0-1,1 0 1,-1 0-1,0 0 1,0 0-1,1 0 1,-1 0 0,0 1-1,0-1 1,0 0-1,1 0 1,-1 0 0,0 0-1,0 0 1,0 0-1,1 0 1,1 4-1385,-2-4 1385,3-22-3027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51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0 3490,'0'0'4274,"-98"83"-4322,68-20-1953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51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98 3714,'0'0'2465,"178"-6"-2145,-74-26-160,3 11-160,-3 0-512,-12 3-2049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51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170 273 2465,'0'0'4311,"-23"16"-3910,-73 53-268,88-63-70,2-1 1,-1 2-1,0-1 0,-7 11 1,7-11 1225,6-23 23,1 17-1295,0-16 41,0 1 1,1-1-1,1 1 1,0 0-1,1-1 1,1 1-1,0 0 1,1 1-1,0-1 1,2 1-1,-1 0 1,2 0-1,0 1 1,17-21-1,-12 18-73,0 1-1,1 1 1,1 0 0,1 1-1,0 1 1,20-13-1,-26 20-14,0 0 1,0 0-1,0 0 1,1 1-1,-1 1 0,1 0 1,0 0-1,0 1 0,0 1 1,0 0-1,1 0 0,18 2 1,-27 0 14,-1-1 1,1 1-1,-1-1 0,1 1 1,-1 0-1,1 0 1,-1 0-1,0 0 0,1 1 1,-1-1-1,0 1 0,0-1 1,0 1-1,0 0 1,0 0-1,-1 0 0,1 0 1,0 0-1,-1 0 1,1 0-1,-1 0 0,0 1 1,0-1-1,0 1 1,0-1-1,0 1 0,0 2 1,2 8-11,-1 0 1,0 1-1,-1-1 1,-1 16-1,0-17 21,0-11 3,1 36 10,-7 70-1,4-94 0,0-1 1,-1 0-1,-1-1 0,0 1 0,0-1 0,-1 1 1,0-1-1,-1 0 0,-13 16 0,-12 8 43,29-33-22,0 0-1,-1 0 0,1 0 1,0-1-1,-1 1 1,1-1-1,-1 0 1,0 0-1,1 0 1,-1 0-1,0 0 1,0 0-1,1-1 0,-5 1 1,6-5 278,2-1-296,0 0-1,0 0 1,0 0 0,1 0 0,-1 0 0,1 1 0,1-1-1,-1 1 1,0-1 0,1 1 0,0 0 0,0 0 0,0 0-1,1 0 1,-1 1 0,1-1 0,0 1 0,0 0 0,0 0 0,1 0-1,4-2 1,2-1-54,0 0 1,0 1-1,0 1 0,0-1 0,1 2 0,0-1 1,0 2-1,13-2 0,-14 3-50,0 0-1,0 0 1,0 1-1,0 1 1,15 3-1,-22-3 83,-1 0-1,1 0 1,-1 1-1,1 0 1,-1-1-1,0 1 1,0 0-1,0 1 1,0-1-1,0 1 1,0-1-1,-1 1 1,1 0-1,-1 0 1,0 0-1,0 0 1,0 0-1,3 7 1,1 5-2,0 0 0,-1 0 0,-1 0 0,0 1 0,-1 0 0,1 18 0,-2 1 42,-4 62 1,0-80 5,0-1 0,-1 1 0,-1 0 0,-1-1 0,0 0 1,-1 0-1,-1-1 0,0 1 0,-1-1 0,-1-1 0,0 0 0,-1 0 0,-1-1 0,0 0 0,0 0 1,-2-2-1,1 1 0,-20 12 0,10-10 13,0 0 0,-1-1 0,0-2 0,-1 0 0,0-2 0,-1 0 0,0-2 0,0-1 0,-1-1 0,0-1 0,-32 1 0,48-4-36,-42-2 47,49 0-54,1 1-1,0 0 0,0-1 0,-1 0 1,1 1-1,0-1 0,0 0 0,0 0 1,0 0-1,0 0 0,0 0 0,0-1 1,1 1-1,-1-1 0,0 1 0,1-1 1,-1 0-1,-2-3 0,2 2-3,0 0 0,1 0 0,-1-1 0,1 1 0,0 0 0,-1-1 0,1 1 0,1-1 0,-1 0 0,1 1 0,-1-1 0,1 1 0,0-1 0,0 0 0,1 1 0,-1-1 0,1 1 0,0-1 0,1-3 0,0 2 1,0 1 0,1 0 0,-1 0 0,1 0 0,0 0 0,1 0-1,-1 1 1,0-1 0,1 1 0,0 0 0,0 0 0,7-4 0,2 0 1,1 0 0,0 1 0,0 1 0,1 0 0,0 1 0,0 0 0,0 1 0,16 0 0,-22 2-9,1 0 0,0 1 0,-1 0 0,1 1 0,14 3 0,-22-4 3,1 1 1,-1 0 0,0 0 0,0 0-1,1 0 1,-1 0 0,0 0 0,0 1-1,0-1 1,0 1 0,0 0-1,0-1 1,-1 1 0,1 0 0,0 0-1,-1 0 1,0 0 0,1 0 0,-1 0-1,0 1 1,0-1 0,0 0-1,0 1 1,0 2 0,1 0-37,-1 1 0,0 0 0,0-1 0,0 1 0,-1 0 0,0 0 0,0-1 0,0 1-1,-1 0 1,1 0 0,-1-1 0,-1 1 0,1 0 0,-1-1 0,0 0 0,-1 1 0,1-1 0,-1 0 0,0 0 0,0 0 0,-6 6 0,-33 18-2714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52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11 235 3826,'0'0'1030,"0"-29"-67,0-95 171,0 42 2955,-8 367-3372,6 166 87,2-441-880,0 0 0,1 0 1,1 0-1,0-1 0,0 1 0,0 0 0,2-1 1,-1 0-1,1 0 0,0 0 0,8 12 0,-2-13-2616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52.5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215 0 2081,'0'0'5811,"-155"149"-5683,128-63-128,-5-6-2481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52.7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99 7219,'0'0'801,"193"-36"-481,-92 6-96,9 9-208,-6 10-16,-18 11-1889,-15 0-2193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1:53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20 5859,'0'0'3839,"-1"30"-3684,-22 338 77,16-322-210,1-6-5,2 0-1,1 0 0,3 59 1,0-98-17,0 0 1,1 0 0,-1 0 0,0 0 0,0 0 0,0 0-1,1 0 1,-1 0 0,0 0 0,1 0 0,-1 0-1,1 0 1,-1-1 0,1 1 0,0 0 0,-1 0 0,1-1-1,0 1 1,-1 0 0,1-1 0,0 1 0,0 0 0,0-1-1,-1 1 1,1-1 0,2 1 0,26 1 15,-18-2-14,50 1-560,0-3 1,0-2-1,91-19 0,-116 15 159,-2-1 0,1-2 0,-2-1 0,1-2 0,34-21-1,-57 29 491,-1-1-1,0 0 1,0-1 0,0 0-1,-1-1 1,0 0-1,-1-1 1,0 0-1,0 0 1,-1 0-1,0-1 1,-1 0-1,-1 0 1,1-1-1,-2 0 1,0 1-1,0-2 1,2-12-1,0-18 660,-2 0 1,-1 0-1,-2 0 0,-3-1 0,-8-60 0,9 96-547,-1 1 1,0-1-1,0 1 1,0 0-1,-1 0 1,0 0-1,-4-8 0,7 15-191,0 0 0,0 0 0,0 0 0,0-1 0,0 1 0,0 0-1,0 0 1,0 0 0,0 0 0,0 0 0,0-1 0,0 1 0,0 0-1,0 0 1,0 0 0,0 0 0,-1 0 0,1-1 0,0 1 0,0 0-1,0 0 1,0 0 0,0 0 0,0 0 0,0 0 0,0 0 0,0 0-1,-1 0 1,1-1 0,0 1 0,0 0 0,0 0 0,0 0 0,0 0-1,-1 0 1,1 0 0,0 0 0,0 0 0,0 0 0,0 0 0,0 0-1,-1 0 1,1 0 0,0 0 0,0 0 0,0 0 0,0 0 0,0 0-1,-1 0 1,1 0 0,0 0 0,0 0 0,0 1 0,0-1 0,0 0-1,0 0 1,0 0 0,-1 0 0,1 0 0,-2 17 189,2 124 98,27 218-1,53 145-9,-9-144-1653,-38-216-1893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09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3 266 144,'0'0'5192,"0"0"-5154,0 0 0,0 0 0,0 0 0,0 0-1,1 1 1,-1-1 0,0 0 0,0 0 0,0 0 0,0 0 0,0 0 0,1 0 0,-1 0 0,0 0 0,0 0 0,0 0 0,0 0 0,0 0 0,1 0 0,-1 0-1,0 0 1,0 0 0,0 0 0,0 0 0,0 0 0,1 0 0,-1 0 0,0 0 0,0 0 0,0 0 0,0-1 0,0 1 0,1 0 0,-1 0 0,0 0 0,0 0 0,0 0-1,0 0 1,0 0 0,0 0 0,0-1 0,0 1 0,1 0 0,-1 0 0,0 0 0,0 0 0,0 0 0,0-1 0,0 1 0,0 0 0,0 0 0,0 0 0,0 0-1,0-1 1,0 1 0,0 0 0,0 0 0,0 0 0,0 0 0,0 0 0,0-1 0,0 1 0,0 0 0,0 0 0,0 0 0,-1 0 0,1-1 0,3-51 440,-2-1 1,-13-102-1,15 196-384,-4 55 0,0 5-42,34 308 293,-17-251-311,-14-138-30,0 7 16,1-1 0,1 1-1,9 29 1,-13-55-76,1 1 1,-1 0 0,1 0 0,0-1-1,-1 1 1,1 0 0,0-1 0,0 1-1,0-1 1,0 1 0,0-1 0,1 1-1,-1-1 1,0 0 0,1 1 0,2 1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0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385 149 320,'0'0'5939,"-5"-24"-5184,-17-71-174,22 93-553,-1 1-1,1-1 0,-1 0 0,1 1 0,-1-1 0,0 1 0,1-1 0,-1 1 0,0-1 0,0 1 0,0-1 0,0 1 0,0 0 0,-1 0 0,1 0 0,0 0 1,-1 0-1,-2-2 0,3 3-4,0-1 0,-1 1 0,1 0 0,-1 0 0,1 0 1,-1-1-1,1 2 0,-1-1 0,1 0 0,0 0 1,-1 0-1,-1 1 0,-4 1 87,2-2-97,0 1-1,1-1 0,-1 1 0,1 0 1,-1 1-1,1-1 0,-1 1 0,1 0 1,0 0-1,0 0 0,0 1 1,0-1-1,0 1 0,-6 7 0,-4 3-12,1 2-1,-15 20 1,17-21 25,-11 17 24,0 0-1,2 1 0,1 2 0,2 0 1,-17 49-1,24-55-17,2 0-1,1 1 0,1 1 1,2-1-1,1 0 1,1 1-1,3 44 1,1-61-21,0 0-1,1 0 1,0-1 0,1 1 0,1-1-1,0 0 1,0 0 0,1-1-1,1 1 1,0-1 0,1-1 0,-1 0-1,2 0 1,0 0 0,18 15 0,-14-14-3,0-1 0,1 0 0,1-1 0,0 0 0,0-1 0,0-1 0,1-1 0,0 0 0,0-1 0,1 0 0,29 3 0,63-5-143,-74-4 51,-24 1 79,0-1 1,0 0 0,0-1-1,0 0 1,0-1 0,0 0-1,-1-1 1,1 0 0,-1 0-1,0-1 1,0-1 0,-1 1-1,0-2 1,0 1 0,0-1-1,-1-1 1,0 0 0,0 0-1,-1 0 1,0-1 0,0 0-1,-1 0 1,0-1 0,-1 0-1,0 0 1,-1 0 0,0 0-1,4-15 1,-4 4 18,-1 0-1,0 0 1,-2 0 0,0 0 0,-1-1-1,-1 1 1,-2 0 0,-6-32 0,2 25-10,-2 1 1,-1-1-1,-1 1 1,-1 1-1,-25-40 1,10 25 35,-30-38 1,46 66-26,0 1 0,-1 0 0,0 0-1,-1 1 1,0 1 0,-22-14 0,32 22-116,-1 0 1,1 0-1,-1 1 1,0-1-1,1 1 1,-1 0-1,0 0 0,0 0 1,0 0-1,0 1 1,0 0-1,0 0 1,0 0-1,0 0 0,0 0 1,1 1-1,-1 0 1,0-1-1,0 2 1,0-1-1,1 0 0,-1 1 1,0-1-1,1 1 1,-1 0-1,1 1 1,-4 2-1,-14 15-3388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39 309 2017,'0'0'3964,"0"-24"-2731,0-16-783,1-2 47,-6-47-1,-4 29 130,8 55-381,0 1 1,0-1-1,-1 0 0,0 1 1,0-1-1,0 1 0,0-1 1,-1 1-1,0 0 0,-3-4 0,6 30 84,9 322-506,-1-247-306,32 153 1,-37-237-104,0 0 0,0 0 0,1 0 0,1-1 0,0 0 0,1 1-1,0-2 1,15 21 0,11-1-4251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4434,'0'0'6227,"-18"15"-6195,18 89-32,18 24 32,3 11-32,6-2 0,5-9-1057,-5-24-1808,-6-33-3938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1 190 4930,'0'0'2786,"0"-178"-1666,0 166 1169,3 42-2289,15 50 16,8 30 320,4 21 16,-9 2-288,0-2-64,2-9-128,4-18-656,0-27-1985,0-30-2402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2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49 313 1185,'0'0'7045,"0"-9"-5999,1-7-877,1 0 0,0 0 0,2 0 1,-1 0-1,2 1 0,0-1 0,13-26 0,-11 29-176,-1 0 0,2 0 1,0 1-1,1 0 0,0 0 1,0 1-1,1 1 1,1-1-1,16-11 0,-23 19 2,-1 0-1,1 1 1,0 0 0,0 0-1,1 0 1,-1 0-1,0 1 1,0 0 0,1 0-1,-1 0 1,1 0-1,-1 1 1,1-1 0,0 1-1,-1 0 1,1 1-1,-1-1 1,1 1 0,6 1-1,-6 0-3,0 1-1,0-1 1,0 1-1,0-1 0,-1 1 1,1 1-1,-1-1 1,0 1-1,0-1 0,0 1 1,0 1-1,-1-1 1,1 0-1,-1 1 0,4 7 1,1 5 2,0 0 1,-1 1 0,-1-1 0,-1 1 0,7 37-1,-7-12 27,-1 66 0,-4-91-13,-1 0-1,0-1 1,-1 1-1,-1 0 1,-1 0-1,-1-1 1,0 0-1,-1 0 0,-1 0 1,0-1-1,-14 22 1,-1-4 32,0-2 0,-2-1 0,-2 0 0,-35 32 0,10-18 368,-88 61-1,134-102-317,11-4-42,17 0-36,0-1 0,1-2-1,36-8 1,-31 5-11,75-15-27,292-53-417,-276 56 139,157-2 0,-225 18 7,-37 1-157,0 0-1,0 1 1,0 1 0,26 4 0,-36-1-674,-12 2-116,-43 9-1477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2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104 318 4162,'0'0'3249,"-62"-220"-2352,38 170-225,12 17 577,6 18 1040,6 18-1809,6 65-480,24 42 0,8 27 80,-2 14 0,-6 1-80,-3-12-48,-4-22-528,4-28-801,3-37-1488,-1-41-2610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3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51 390 4322,'0'0'1793,"-8"14"-875,-34 58 399,43-74-1241,-1 0 0,1 1 0,-1-1 0,0 0 0,0 0 0,1 0 0,-1 1 0,0-1 0,0 0 0,-1 0 0,1 0 0,-1-1 0,0-10 25,2-7-32,0-1 0,2 1 0,0 0 1,2 0-1,0 1 0,1-1 0,1 1 0,13-25 0,-7 18-49,2 0 0,1 2 0,1-1 0,1 2 0,24-24 0,-34 39-22,-1 2 0,1-1 0,0 1 0,1 0 1,0 1-1,-1 0 0,19-7 0,-24 10-3,1 1 1,-1 0-1,0 0 0,1 0 0,-1 0 0,0 1 1,1-1-1,-1 1 0,1 0 0,-1 0 0,1 0 1,-1 0-1,1 1 0,-1 0 0,0-1 0,1 1 1,-1 0-1,0 1 0,0-1 0,0 0 0,1 1 1,-1 0-1,-1 0 0,1 0 0,0 0 0,4 4 1,-3 0 5,0 1 0,0-1 0,0 0 0,-1 1 0,0 0 0,0 0 0,-1 0 0,0 0 0,0 0-1,-1 0 1,1 9 0,1 16 48,-2 39 0,-1-51-28,0 12 10,1-2 32,-7 60 0,4-79 3,0-1-1,-1 0 0,0 0 1,0 0-1,-1-1 1,0 1-1,-1-1 1,0 0-1,-11 14 0,23-30 55,1 1 0,0 0 0,0 0 0,0 0 0,0 1 0,1 1 0,0-1-1,14-4 1,-19 7-130,1 0-1,0 1 1,-1-1 0,1 1-1,0 0 1,-1 0-1,1 1 1,0-1 0,0 1-1,0 0 1,0 1-1,-1-1 1,1 1 0,0 0-1,0 0 1,-1 0-1,1 1 1,-1-1 0,1 1-1,-1 0 1,0 1-1,1-1 1,-1 1 0,0 0-1,5 4 1,-1 3-5,-1 1 0,0 0 1,-1 0-1,1 0 0,-2 1 0,0 0 1,0 0-1,-2 0 0,1 1 0,-1-1 1,1 17-1,0 5 29,-1 1 0,-2 0 0,-3 37 1,0-60-4,1-1 0,-2 1 1,0-1-1,0 0 0,-1 0 1,0 0-1,-1 0 1,-1-1-1,1 0 0,-1 0 1,-1 0-1,0-1 0,0 0 1,-1 0-1,0-1 0,-1 0 1,0-1-1,0 1 1,0-2-1,-1 1 0,0-1 1,-1-1-1,1 0 0,-1 0 1,0-1-1,0-1 0,0 1 1,0-2-1,-1 0 0,-15 1 1,22-2-2,-1 0 0,1-1 0,0 0-1,-1-1 1,1 1 0,-1-1 0,1 0 0,0 0 0,-1 0 0,1-1 0,0 0 0,-10-5 0,12 5 1,-1-1 0,1 0 0,-1 0 1,1 0-1,0-1 0,0 1 1,0-1-1,1 1 0,-1-1 1,1 0-1,0 0 0,0 0 0,1 0 1,-1 0-1,-1-9 0,0 5-5,1-1 0,1 1 1,-1-1-1,2 0 0,-1 1 0,1-1 0,0 0 0,1 0 0,2-8 0,-3 13-5,1 1-1,0 0 1,0 0-1,1 0 1,-1 0 0,1 0-1,-1 1 1,1-1 0,0 0-1,0 1 1,0-1-1,0 1 1,0 0 0,1 0-1,-1 0 1,1 0 0,0 0-1,-1 0 1,1 0-1,0 1 1,0 0 0,0-1-1,0 1 1,0 0-1,0 1 1,6-2 0,-3 1-12,-1 0 1,1 0 0,0 1 0,0 0-1,0 0 1,0 0 0,0 0-1,-1 1 1,1 0 0,0 1 0,9 2-1,-12-2 0,0 0 0,1 0-1,-1 0 1,0 1 0,-1-1-1,1 1 1,0 0 0,-1 0-1,1 0 1,-1 0 0,0 0-1,0 0 1,0 1 0,-1-1-1,1 0 1,-1 1 0,0 0-1,2 6 1,-1 0-177,0-4-169,0 0-1,-1 1 1,0-1 0,0 1-1,0 10 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4882,'0'0'4002,"95"0"-4658,3 0-1201,3 0-960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4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 3378,'0'0'1760,"181"-9"-1936,-97-15-1937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4818,'0'0'1761,"176"3"-1409,-84-3-224,15 0-128,-3-9-768,-21-5-3730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5955,'0'0'3313,"146"0"-3745,-27 0-1841,14-6-2865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0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2865,'0'0'2513,"202"0"-2513,-107-9-32,12-9-2193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72 5314,'0'0'1681,"214"-35"-1393,-110 17 145,0 3-385,-12 12-48,0 3-1361,-24 0-1937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9124,'0'0'1361,"246"0"-1697,-74-27-2786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5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1 104 8932,'0'0'2081,"157"-50"-1825,-47 29 48,15 3 16,8 3-175,13 15-145,-1 0-81,-17 0-1407,-27 0-3458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6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39 455 3522,'0'0'1534,"-4"-33"-939,-16-107 344,13 92 105,3 0-1,0-57 1,4 95-939,1 14-67,-1-1 1,1 1-1,0 0 1,0-1-1,0 1 1,0-1-1,3 6 0,4 10-36,175 449 333,-152-391-310,-20-51-13,24 61 38,55 99 1,-79-174-25,-3-17 29,-1-28 45,-5 24-97,55-419 86,-22 123-53,-34 300-35,1-12 3,0 0 1,2-1-1,0 1 1,1 1-1,1-1 1,11-22-1,-17 38-5,0 0 1,1 0-1,-1 1 1,0-1-1,1 1 0,-1-1 1,1 0-1,-1 1 1,1-1-1,-1 1 1,1-1-1,-1 1 0,1-1 1,-1 1-1,1 0 1,0-1-1,-1 1 0,1 0 1,0-1-1,-1 1 1,1 0-1,0 0 0,0 0 1,-1 0-1,1-1 1,0 1-1,-1 0 0,1 0 1,0 0-1,0 1 1,-1-1-1,1 0 1,0 0-1,0 0 0,1 2-3,0-1-1,0 0 0,0 0 0,-1 0 1,1 1-1,0-1 0,-1 1 1,1 0-1,-1-1 0,0 1 0,3 3 1,19 40-7,-2 0 0,-2 1 0,21 76 0,-38-115 12,141 519 95,-140-511-88,9 29-11,-12-41 6,1-1 0,0 0 0,0 0 0,0 0 0,0 1 0,0-1 1,1 0-1,-1-1 0,1 1 0,-1 0 0,1 0 0,-1 0 0,1-1 0,3 3 0,-5-4-2,1 0 1,0 0-1,-1 0 1,1 1 0,-1-1-1,1 0 1,0 0-1,-1 0 1,1 0 0,0 0-1,-1 0 1,1 0-1,-1 0 1,1-1 0,0 1-1,-1 0 1,1 0-1,-1 0 1,1-1 0,0 1-1,-1 0 1,1-1-1,-1 1 1,1 0 0,-1-1-1,1 1 1,-1-1-1,0 1 1,1-1 0,-1 1-1,1-1 1,-1 0-1,14-23 181,-13 21-150,35-91 787,42-174 0,-44 144-725,-14 50-159,-1 1-541,3 0 0,37-82-1,-39 120-2108,-9 19-1754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3185,'0'0'4939,"0"12"-4745,34 390 722,-17-246-850,36 290 33,-51-660 106,0 183-234,2 1 1,1 0-1,1 0 0,20-58 0,-20 72 13,1 1 0,0 0 1,0 0-1,2 1 0,0 0 0,0 0 1,1 1-1,1 1 0,0-1 1,22-16-1,-27 24 4,1 1 0,0 0 0,0 0 0,0 1 0,1 0 1,9-3-1,-13 5 7,-1 0-1,0 0 1,1 0 0,-1 1 0,0 0 0,1-1 0,-1 1-1,1 1 1,-1-1 0,0 0 0,1 1 0,-1 0 0,0-1-1,1 1 1,-1 1 0,0-1 0,4 2 0,-3 0-1,-1 0 1,0 0-1,0 1 1,0-1-1,0 1 1,-1-1-1,0 1 1,1 0-1,-1 0 1,-1 0-1,1 0 1,1 5-1,14 59 3,-7 15 294,-3 0 0,-6 146 0,-3-101 90,1-107-490,1-12 118,0 0 0,0 0 1,0 0-1,1 1 0,1-1 1,3 16-1,-4-23-170,0 0 0,1 0-1,-1 0 1,0 0 0,1-1 0,-1 1 0,1 0 0,-1-1 0,1 1 0,0-1 0,0 1-1,0-1 1,0 0 0,0 1 0,0-1 0,0 0 0,0-1 0,0 1 0,0 0 0,1-1 0,-1 1-1,0-1 1,0 1 0,1-1 0,-1 0 0,0 0 0,1 0 0,-1 0 0,0-1 0,0 1-1,5-2 1,39-8-4817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49 433 4690,'0'0'1201,"34"-7"-1140,111-19 115,-104 22-66,74 0-1,-96 4-102,1 0-1,0-1 1,0 0 0,-1-2-1,36-9 1,-52 11-3,-1 0 0,1 1-1,-1-1 1,0 0 0,0 0 0,1-1 0,-1 1 0,0 0 0,0-1-1,0 1 1,0-1 0,-1 0 0,1 1 0,0-1 0,-1 0 0,1 0-1,-1 0 1,0 0 0,1-1 0,-1 1 0,0 0 0,0 0 0,-1-1-1,1 1 1,0-1 0,-1 1 0,1 0 0,-1-1 0,0 1 0,0-1-1,0 1 1,0-1 0,0 1 0,-1-1 0,1 1 0,-1-1 0,0 1-1,1 0 1,-2-3 0,-2-6 42,-1 1 0,0 0-1,0 0 1,-1 0 0,0 1 0,0 0-1,-11-12 1,-8-5 60,0 1 0,-1 2 0,-1 0 0,-42-26 0,56 40 26,-1 2 0,0 0-1,0 0 1,0 1 0,-1 1 0,0 0 0,0 2 0,0-1-1,0 2 1,-1 0 0,1 1 0,-24 0 0,35 2-78,0-1 1,-1 1-1,1 0 0,0 0 1,0 1-1,0-1 0,1 1 1,-1 0-1,0 0 0,1 0 1,-1 0-1,1 1 0,0-1 1,-1 1-1,-4 6 0,2-2 21,1 0-1,0 1 0,0-1 1,1 1-1,0 1 0,-6 16 0,2 2 147,1 1 0,2 0 0,-4 50 0,7-50 2,1 0 0,1 0-1,5 40 1,-3-58-198,0-1 1,0 0-1,1 0 0,0 0 0,1 0 0,0 0 0,0-1 0,1 1 0,0-1 1,0-1-1,1 1 0,0-1 0,12 12 0,-4-7-33,1-1-1,0-1 0,1 0 1,0-1-1,0-1 0,1 0 1,0-1-1,1-1 1,-1-1-1,26 5 0,7-2-1038,0-3 0,77-1 0,-31-4-3070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8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15 542 528,'0'0'5531,"-2"10"-4726,-11 65 1543,13-115-1940,6-135 180,-3 156-580,0 0 0,1 0 1,0 1-1,2-1 0,0 1 0,2 0 1,10-20-1,-16 33-11,1 0 1,0 0-1,0 0 0,0 1 1,1-1-1,-1 1 0,1 0 1,0 0-1,1 0 0,-1 0 1,0 1-1,1 0 0,0 0 1,0 0-1,0 0 0,0 1 1,0 0-1,1 0 0,-1 0 1,1 1-1,-1 0 0,7-1 1,-9 2-2,1 1 0,-1-1 0,0 0-1,1 1 1,-1 0 0,0 0 0,1 0 0,-1 0 0,0 0 0,0 1 0,0-1 0,0 1 0,0 0 0,-1 0 0,1 0 0,0 0 0,-1 1 0,0-1 0,1 1 0,-1-1 0,0 1 0,0 0 0,0 0 0,2 6 0,4 8-6,0-1 1,-1 2 0,5 23 0,-11-39 8,10 42-6,-2 0 1,7 88-1,-12 93 48,-4-177-22,0-45 13,0-52 170,5-139 18,-2 160-221,1 0 0,2 1-1,0 0 1,18-46 0,-2 20-13,51-86 0,-60 117-19,1 1 0,2 0-1,0 1 1,1 1-1,0 1 1,28-22 0,-39 35 7,-1 1 1,1 1-1,1-1 1,-1 1-1,0 0 1,1 0-1,-1 1 1,8-2-1,-12 3 18,0 1 1,0 0-1,0-1 1,1 1-1,-1 0 1,0 0-1,0 0 0,0 1 1,0-1-1,0 0 1,0 1-1,0-1 1,0 1-1,0 0 1,0 0-1,0 0 0,0 0 1,0 0-1,0 0 1,-1 0-1,1 1 1,0-1-1,-1 0 0,1 1 1,-1 0-1,0-1 1,1 1-1,-1 0 1,0 0-1,2 3 1,2 10-1,-1 0 0,-1 1 0,0-1 0,-1 1 0,-1-1 0,0 1 1,-3 23-1,2-16 17,0 326 701,0-334-640,0-1 1,1 1-1,0 0 1,1-1-1,8 26 1,-8-35-67,0 0-1,0 0 1,0-1 0,1 1 0,0-1 0,0 0 0,0 0 0,0 0 0,1 0 0,0 0 0,0-1 0,0 0 0,0 1 0,0-1 0,0-1 0,1 1 0,-1-1-1,1 0 1,5 2 0,2 0-133,0-1 0,-1-1 0,1 1 0,18-1 0,57 0-2745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8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364 500 3746,'0'0'1152,"3"-35"-149,15-112-85,-4 35 2454,-15 125-3352,-1 0-1,0 0 0,-1 0 1,0-1-1,-1 0 0,-1 1 1,-6 11-1,7-14-6,-339 822 430,323-777-405,40-112-65,3 0 0,30-55 0,0 4 25,-6 4-14,205-495 0,-247 584 14,3-7 3,1 0-1,20-38 1,-27 56-4,0 0-1,0 0 1,1 0 0,0 0-1,0 1 1,0-1 0,0 1 0,0 0-1,1 0 1,0 0 0,-1 1-1,1-1 1,0 1 0,0 0-1,0 0 1,1 0 0,-1 0-1,0 1 1,1-1 0,7 0 0,-8 2 0,-1 1 0,0-1 0,1 1 1,-1-1-1,0 1 0,1 0 1,-1 1-1,0-1 0,0 1 0,0-1 1,0 1-1,0 0 0,-1 0 1,1 0-1,0 0 0,-1 0 1,1 1-1,-1-1 0,0 1 0,0 0 1,0 0-1,2 5 0,6 9 9,-2 0-1,13 35 0,-16-36-1,27 86 158,34 194-1,-11-33-73,2-104-1201,-55-147-2171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8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 5458,'0'0'1697,"205"-62"-1697,-77 50 96,5 6-64,-2 6-32,-15 0-1136,-30 0-2482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9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705 66 512,'0'0'5832,"-17"-9"-5042,5 2-679,4 2-52,0 0-1,0 1 1,-1 0-1,0 0 1,0 1 0,0 0-1,0 0 1,0 1-1,-1 0 1,1 1-1,-1 0 1,1 1-1,-19 1 1,15 2 2,1 0 0,-1 1 0,1 1 0,0 0 0,0 1 0,1 0 0,0 0 0,0 2 0,0-1 0,1 1 0,0 1 0,0 0 0,1 0 0,1 1 0,-1 0 0,1 0 0,1 1 0,0 0 0,1 1 0,0-1 0,1 1 0,0 0 0,0 1 0,2-1 0,-1 1 0,2 0-1,-3 24 1,3-14-45,0 0 0,2 0-1,1 0 1,0-1-1,2 1 1,6 27-1,-7-42-14,1 0 0,0 0 0,0-1 0,1 1 0,-1-1 0,2 1 0,-1-1 0,1-1 0,0 1 0,1-1-1,-1 1 1,1-2 0,0 1 0,1-1 0,-1 0 0,1 0 0,0 0 0,1-1 0,-1 0 0,11 3 0,-7-3-5,1 0 1,-1-1 0,1-1 0,0 0 0,0 0 0,0-1 0,1-1 0,-1 0 0,0 0 0,0-2 0,0 1 0,18-6 0,-23 3 3,0 0 0,0 0 0,-1-1 0,1 0 0,-1 0 0,0 0 0,-1-1 0,1 0 0,-1 0 0,0-1 0,6-10 0,0-1 4,-2 0 0,0 0 0,10-32 0,-12 21 7,-1 0 0,-1 0 1,-2 0-1,0 0 1,-4-45-1,1 46 3,0 18 16,0-1-1,-1 1 0,0-1 1,0 0-1,-1 1 0,-1 0 1,0-1-1,0 1 0,-1 1 1,-1-1-1,1 0 0,-1 1 1,-1 0-1,0 0 0,0 0 1,-1 1-1,0 0 0,-8-7 1,14 14-68,1 9-106,6 62 1321,16 125-1245,-6-82 77,9 154-35,-12 339-1,-15-565-8,-1 0 1,-1-1 0,-3 1-1,-1-1 1,-26 74-1,27-97 16,-1-1 0,0 0-1,-1-1 1,0 0 0,-1 0-1,-23 25 1,24-32 13,0 0 0,-1 0 1,1 0-1,-2-1 0,1-1 0,-1 0 0,0 0 1,0-1-1,0 0 0,-24 5 0,22-6 5,0-1-1,0 0 0,0-2 1,0 1-1,0-2 0,-1 0 1,1 0-1,0-1 0,0-1 1,-1 0-1,1-1 0,0 0 1,1-1-1,-1 0 0,1-1 0,0-1 1,0 0-1,0 0 0,1-1 1,0-1-1,0 0 0,1 0 1,0-1-1,1-1 0,-1 1 1,-10-17-1,2 1 2,2-1 0,1 0 0,1-1-1,1-1 1,2 0 0,0-1 0,2 0 0,1 0 0,2-1-1,1 0 1,1 0 0,1 0 0,2-1 0,1 1 0,7-54-1,-4 70-2,0 0 0,0 0-1,2 0 1,0 0-1,0 1 1,1-1 0,1 1-1,0 1 1,1-1-1,0 1 1,1 1 0,0 0-1,1 0 1,0 0 0,0 2-1,1-1 1,1 1-1,13-8 1,-6 6-5,1 0 0,0 1 0,1 1 0,0 1 0,1 1 0,-1 1 0,1 1 0,1 1 0,-1 0 0,45 0 0,-1 4-318,-24 0-3678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486 202 4690,'0'0'2484,"4"-10"-2265,0-3-214,0 3 10,0-1-1,-1 0 1,0 0-1,1-18 1,-3 26-10,-1 0 0,0 0 0,0 0 0,0 0 0,-1 0 1,1 0-1,-1 0 0,1 0 0,-1 1 0,0-1 0,0 0 0,0 0 0,-1 1 0,1-1 0,-1 1 0,1-1 0,-1 1 1,0-1-1,0 1 0,0 0 0,0 0 0,0 0 0,-1 0 0,-3-2 0,-5-2 26,0 0 0,-1 2-1,0-1 1,1 2 0,-1-1 0,-1 1 0,-16-1-1,-90-1 521,115 5-529,-4 0 1,0 0 0,-1 1 0,1 0 0,0 1 0,0 0 0,0 0 0,0 0 0,0 1 0,0 0 0,1 1 0,0 0 0,-1 0 0,1 0 0,1 1 0,-1 0 0,1 1 0,0-1 0,0 1 0,0 0 0,1 1-1,0-1 1,-7 12 0,2-2-16,1 1 0,0 0-1,1 0 1,1 1-1,1 0 1,0 0 0,1 1-1,-3 28 1,3-9-1,3 0-1,1 1 1,5 48 0,-3-74-9,1 1 0,1-1 1,0 0-1,1 1 0,0-1 0,1-1 0,1 1 0,0-1 0,0 0 1,11 14-1,-11-18-1,0 0 1,1 0 0,0-1-1,0 0 1,1 0-1,-1-1 1,2 0-1,-1 0 1,1-1 0,0 0-1,0-1 1,0 0-1,0 0 1,15 3-1,-12-4-3,1-1-1,-1 0 0,0-1 1,1 0-1,-1-1 0,1 0 1,-1-1-1,21-4 0,-26 3 2,0 0-1,0 0 0,0-1 1,0 0-1,0 0 0,-1-1 1,1 0-1,-1 0 0,0 0 0,0-1 1,-1 0-1,0 0 0,1 0 1,-1-1-1,6-9 0,-2-1 9,0 0-1,-1 0 1,-1-1-1,-1 0 1,0-1-1,-1 1 1,-1-1-1,3-30 1,-3-16 45,-3-72-1,-2 69 10,1 65-52,1-3 9,-1 1 1,0 0 0,0-1 0,-1 1 0,1 0 0,-1-1 0,0 1 0,0 0 0,0 0 0,-1 0 0,-2-6 0,2 9 29,2 6-14,-1 88-57,-2-22 40,11 103-1,-5-153-9,0-1 0,1 1 0,1-1 0,1 0 1,0-1-1,2 0 0,0 0 0,1 0 0,20 28 0,-24-40-1,1-1 0,-1 0 0,1-1 0,1 1 0,-1-1 0,1-1 0,0 1 0,0-1 0,0 0 0,1-1 0,-1 1 0,1-1 0,0-1 0,8 2-1,-11-3 0,0 1-1,0-2 1,0 1-1,0-1 0,0 0 1,0 0-1,0 0 1,0 0-1,0-1 0,0 0 1,0 0-1,0-1 1,0 1-1,0-1 0,-1 0 1,1 0-1,-1 0 1,1-1-1,-1 0 0,0 0 1,0 0-1,0 0 0,6-7 1,-1-3 0,-1 0 0,-1-1 0,0 0 0,0 0 0,-2 0-1,1-1 1,-2 0 0,0 0 0,-1 0 0,1-18 0,2-29 8,-3-72 0,-4 100-4,1-274 166,-6 532-156,6 129 116,0-352-150,4 36 119,-3-36-199,-1 0-1,0 0 1,1-1-1,-1 1 1,1 0-1,0 0 1,-1 0-1,1 0 0,0-1 1,-1 1-1,1 0 1,0 0-1,0-1 1,0 1-1,0-1 1,0 1-1,-1-1 1,1 1-1,0-1 0,0 0 1,0 1-1,0-1 1,0 0-1,0 0 1,0 0-1,1 1 1,-1-1-1,0 0 1,1-1-1,-2 1 24,0 0 0,1 0 0,-1 0 0,0 0-1,1 0 1,-1 0 0,0 0 0,1 0 0,-1 0 0,0 0 0,1 0 0,-1 0-1,0 0 1,1 0 0,-1-1 0,0 1 0,1 0 0,-1 0 0,0 0-1,0-1 1,1 1 0,-1 0 0,0 0 0,0-1 0,0 1 0,1 0 0,-1-1-1,0 1 1,0 0 0,0 0 0,0-1 0,1 0 0,5-28-3469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0 6643,'0'0'3986,"-48"48"-4210,81-30-1409,6-9-3297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6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0 500 2321,'0'0'5066,"2"-30"-4380,-2-1-531,0 13-64,0-1 0,1 0 0,1 0 0,1 0 0,1 1 0,0 0 0,14-36 0,-13 43-18,0 0 0,0 0 1,1 1-1,1-1 0,0 2 0,0-1 0,1 1 0,13-13 0,-16 18-55,1-1-1,1 1 1,-1 0-1,0 0 1,1 1-1,0 0 1,0 0-1,0 1 1,0 0-1,0 0 1,1 0-1,-1 1 1,1 0-1,12 0 1,-18 1-20,1 1 1,-1-1 0,0 0-1,0 0 1,0 1 0,0 0 0,0-1-1,0 1 1,0 0 0,0 0 0,0 0-1,0 0 1,0 0 0,0 0 0,-1 1-1,1-1 1,0 0 0,-1 1 0,3 2-1,-1 1 1,0-1-1,-1 1 0,1-1 1,-1 1-1,0 0 0,0 0 1,-1 0-1,2 6 1,1 13 4,-1 1 0,-1 45 0,-2-51 6,1 341 290,1-396-18,1 0 1,3 1-1,1 0 0,11-36 1,-9 37-275,1-1-20,1 1 0,1 0 0,2 1 0,2 0 0,1 1 1,23-34-1,-28 50-56,1 1-1,0 0 1,0 0 0,2 1 0,21-16 0,-25 22-18,-1 1-1,1 1 1,1 0-1,-1 1 1,1 0-1,0 0 1,0 1 0,0 1-1,16-2 1,-24 4 64,0 0 0,-1 0 0,1 1 1,0 0-1,0 0 0,0 0 0,0 0 1,0 1-1,-1 0 0,1-1 0,0 1 0,0 1 1,-1-1-1,1 0 0,-1 1 0,1 0 1,-1 0-1,0 0 0,1 0 0,-1 0 1,3 3-1,-3 0 5,1 0 1,-1 1-1,0-1 1,0 1-1,-1-1 1,1 1-1,-1 0 1,-1 0-1,1-1 1,-1 2-1,0-1 1,0 9-1,2 43 147,-3 1 0,-2 0-1,-10 58 1,2-27 285,9-83-371,1 1 1,-1-1-1,1 1 0,1 0 1,-1-1-1,4 15 0,-2-19-37,-1 1 0,0-1-1,1 0 1,-1 0 0,1 0-1,0-1 1,0 1-1,0 0 1,0-1 0,1 1-1,-1-1 1,1 0 0,-1 0-1,1 0 1,0 0-1,0 0 1,0-1 0,0 1-1,3 1 1,9 2 2,1-1-1,-1 0 1,1-1 0,0 0-1,32 0 1,91-5-175,-132 1 144,185-14-938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1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96 335 3602,'0'0'651,"-10"-27"93,-29-88 27,29 85 134,-8-54 1,15 63 91,-12-36-1,15 73-833,18 374-160,32 337 232,-50-727-235,0 0 1,0 0 0,0 0 0,0 1-1,0-1 1,0 0 0,0 0 0,0 0 0,0 0-1,0 0 1,0 0 0,0 0 0,0 0-1,0 0 1,0 0 0,0 0 0,0 1 0,0-1-1,0 0 1,0 0 0,0 0 0,0 0-1,0 0 1,0 0 0,0 0 0,0 0 0,0 0-1,0 0 1,0 0 0,0 0 0,0 1-1,0-1 1,0 0 0,0 0 0,0 0 0,0 0-1,0 0 1,-1 0 0,1 0 0,0 0-1,0 0 1,0 0 0,0 0 0,0 0-1,0 0 1,0 0 0,0 0 0,0 0 0,0 0-1,0 0 1,-1 0 0,1 0 0,0 0-1,0 0 1,0 0 0,0 0 0,0 0 0,0 0-1,0 0 1,0 0 0,0 0 0,0 0-1,0 0 1,-1 0 0,1 0 0,0 0 0,0 0-1,-4-6 41,-1-6-21,1 0 0,0-1 0,0 1 1,1-1-1,1 0 0,-1-21 0,2-90-40,1 76 32,0 28-11,1 1 0,0 0 0,2 0 0,0 0 0,1 1 0,8-24 0,-9 34-3,0 0-1,1 0 0,0 0 0,1 0 1,0 1-1,0 0 0,0 0 0,1 0 0,0 1 1,1 0-1,-1 0 0,1 0 0,0 1 1,1 0-1,14-7 0,-15 8-1,1 0 0,1 1 0,-1 0-1,0 1 1,1 0 0,-1 0 0,1 1 0,0 0 0,0 0 0,-1 1 0,1 0-1,0 1 1,0 0 0,-1 0 0,1 1 0,-1 0 0,1 0 0,-1 1-1,0 0 1,0 1 0,0 0 0,0 0 0,-1 0 0,1 1 0,-1 0 0,0 1-1,-1 0 1,0 0 0,1 0 0,6 11 0,0 1 6,-2 1 0,0 0 0,-2 1 0,0 0 0,-1 1 0,-1-1 0,8 39 0,-9-23 21,-2 0 1,-1 1-1,-3 68 0,-1-93-5,-1 0-1,0 1 1,0-1-1,-1 0 0,-1-1 1,0 1-1,0-1 1,-1 1-1,-1-1 1,1-1-1,-2 1 1,0-1-1,-10 12 0,4-9 0,0 0-1,0-1 0,-2 0 0,1-1 0,-2-1 0,1 0 1,-1-1-1,-20 8 0,25-12-139,0-1-1,0 0 1,0-1 0,0 0 0,-1-1-1,1 0 1,-1 0 0,1-1 0,-18-1-1,28 0 2,-1 0 0,1 0-1,-1-1 1,1 1 0,0 0 0,-1 0-1,1-1 1,-1 1 0,1 0 0,0-1-1,0 1 1,-1-1 0,1 0 0,0 0-1,0 1 1,0-1 0,-1 0 0,1 0-1,0 0 1,0 0 0,0 0 0,-1-2-1,1-2-358,0 1 1,0-1-1,0 0 0,0 0 0,1 0 0,0 0 0,0-4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2.0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1 318 4434,'0'0'638,"33"0"-390,109 0-69,-108 2-8,-1 1 0,54 13 0,-1-1 15,-30-11-156,68-3 1,-122 0-30,0-1 0,1 0 0,-1-1-1,0 1 1,0 0 0,1-1 0,-1 1 0,0-1 0,0 1 0,0-1 0,0 0 0,0 0-1,0 0 1,0 0 0,0-1 0,0 1 0,-1 0 0,1-1 0,0 1 0,-1-1 0,1 0-1,-1 1 1,0-1 0,1 0 0,-1 0 0,2-4 0,-2 1 3,0 0-1,0-1 1,0 1-1,0-1 1,-1 0 0,0 1-1,0-1 1,-1 1 0,0-1-1,-1-6 1,0 4 6,-1-1 1,-1 1-1,1 0 0,-1 0 0,0 0 1,-1 0-1,0 1 0,0-1 1,-1 1-1,0 1 0,-11-11 1,-7-5 167,-50-34 0,60 46-67,-1 0 1,0 1-1,-1 1 0,1 1 0,-2 0 0,1 0 1,-1 2-1,0 0 0,0 1 0,0 1 1,-1 0-1,-27 1 0,41 2-72,0 0 0,0 0 0,0 1 1,0 0-1,0 0 0,0 0 0,0 0 0,0 1 0,1 0 0,-1-1 0,0 1 0,1 1 1,-1-1-1,1 0 0,0 1 0,0 0 0,0 0 0,0-1 0,0 2 0,1-1 0,-1 0 1,1 1-1,0-1 0,0 1 0,0-1 0,0 1 0,1 0 0,0 0 0,-2 5 0,-2 12 94,1 1-1,0-1 1,2 1-1,0 30 1,1-29-9,2 0 1,0 0 0,2 0 0,0 0 0,2-1 0,0 0-1,15 39 1,-12-44-109,0-1 1,1 1-1,1-2 0,0 1 0,1-1 0,1-1 0,0 0 1,1 0-1,0-2 0,19 15 0,-13-14-292,0-1-1,0-1 1,1-1 0,0-1-1,1 0 1,0-1-1,1-2 1,-1 0 0,31 4-1,-11-7-2043,48-1 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2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318 215 4866,'0'0'3172,"-12"14"-2627,0-2-480,1 1-1,-11 19 1,22-32-62,-1 1-1,1 0 0,-1-1 0,1 1 0,0 0 0,-1 0 1,1-1-1,0 1 0,-1 0 0,1 0 0,0 0 0,0 0 1,0-1-1,0 1 0,0 0 0,0 0 0,0 0 0,0 0 1,0 0-1,0-1 0,1 1 0,-1 0 0,0 0 0,1 0 1,-1-1-1,0 1 0,1 0 0,-1 0 0,1-1 0,-1 1 1,1 0-1,-1-1 0,1 1 0,-1-1 0,1 1 1,0-1-1,0 1 0,-1-1 0,1 1 0,0-1 0,-1 1 1,2-1-1,34 7 41,-33-6-36,11 0 12,0 0-1,0-1 1,0 0-1,1-1 1,-1-1-1,20-4 1,-29 4-20,-1 1 0,1-1 0,0 0-1,0 0 1,-1 0 0,0-1 0,1 1 0,-1-1 0,0 0 0,0 0 0,0-1 0,-1 1 0,1-1 0,-1 0 0,0 0 0,0 0 0,0 0 0,-1-1 0,1 1 0,-1-1 0,2-5 0,-2 3-3,0 1 1,-1 0-1,0 0 0,0 0 1,0-1-1,-1 1 0,0 0 0,0-1 1,0 1-1,-1 0 0,0 0 1,0-1-1,-1 1 0,0 0 0,0 0 1,0 0-1,-1 1 0,0-1 0,0 1 1,0-1-1,-1 1 0,0 0 1,0 0-1,0 0 0,0 1 0,-1-1 1,0 1-1,0 0 0,-6-3 1,-3-2 2,0 0 1,0 1 0,-1 1-1,-1 1 1,1 0 0,-1 1 0,0 0-1,0 1 1,-1 1 0,-19-1-1,20 2 4,-1 2-1,1 0 0,0 0 1,-17 4-1,27-3 0,0 1 1,0-1 0,1 1-1,-1 1 1,0-1-1,1 1 1,0 0 0,0 0-1,-1 1 1,2-1 0,-1 1-1,0 0 1,-6 8-1,2 0 25,0 0 0,1 1 0,0 0-1,1 0 1,1 1 0,0 0 0,0 0-1,2 0 1,0 0 0,-5 31 0,6-16 94,1 1 0,1 0 0,2 0 0,6 47 0,-3-59-146,0 1 1,1-1 0,1 0 0,1-1 0,0 0-1,1 0 1,1 0 0,1-1 0,0 0 0,1-1-1,1 0 1,0-1 0,1 0 0,1-1 0,0 0-1,0-1 1,1-1 0,1-1 0,0 0 0,0 0-1,1-2 1,0 0 0,1-1 0,0-1 0,0-1-1,0 0 1,0-1 0,31 2 0,-21-3-486,1-2-1,-1-1 1,1-2 0,-1 0 0,0-2 0,32-8-1,-42 7 313,-1-1-1,-1 0 0,1-2 0,-1 0 1,0 0-1,-1-1 0,0-1 1,0-1-1,-1 0 0,24-26 1,-23 20 228,0-2 0,-1 0 0,-1-1 0,-1 0 0,-1-1 0,0 0 0,-2-1 0,-1 0 0,6-24 0,-6 15 285,-2 0-1,-1-1 0,-2 1 0,-1-1 0,-1 0 0,-4-38 0,2 63-230,0-1-1,0 1 0,-1-1 0,0 1 0,0 0 1,-1-1-1,1 1 0,-2 0 0,1 1 0,-1-1 1,0 0-1,-9-10 0,9 13-22,0 0 0,0 1 0,0 0 0,0 0-1,-1 0 1,0 0 0,1 0 0,-1 1 0,0 0 0,0 0 0,0 1 0,0-1-1,0 1 1,-1 0 0,1 0 0,0 1 0,-1 0 0,-10 0 0,12 1-21,0-1-1,0 1 1,0 0 0,0 0 0,0 0 0,0 1 0,0-1 0,0 1 0,0 0 0,1 0-1,-1 0 1,1 1 0,-1-1 0,-3 4 0,2 0-7,-1 0 1,1 1-1,1-1 0,-1 1 1,1 0-1,0 0 0,-3 7 1,-1 6 18,2 0 1,0 0 0,1 0 0,1 1 0,-2 23 0,4-24-1,1-1-1,1 0 1,1 1 0,0-1 0,2 0 0,0 1 0,6 18 0,-7-31-43,1 1 1,0-1-1,0 1 0,1-1 0,0 0 1,0 0-1,0 0 0,1-1 0,0 0 1,1 0-1,-1 0 0,1 0 0,0-1 0,1 0 1,-1 0-1,1-1 0,0 1 0,0-2 1,12 6-1,-11-6-3,1 0 0,-1-1 0,1 0 0,0 0 0,-1-1 0,1 0 0,0 0 1,0-1-1,0 0 0,-1-1 0,1 0 0,0 0 0,0-1 0,-1 0 0,1-1 0,-1 0 0,0 0 0,0-1 0,0 0 1,0 0-1,-1 0 0,1-1 0,-1-1 0,9-8 0,-8 5 1,0-1 0,-1-1 0,0 1 0,-1-1 0,0 0 0,0-1 0,-2 1 0,1-1 0,-1 0 0,-1 0 0,0-1 0,-1 1 0,0-1 0,0-17 0,-2 19 0,0 0 0,-1 1 0,0 0 0,-1-1 0,0 1 0,0 0-1,-1 0 1,0 0 0,-1 0 0,0 0 0,-1 1 0,0-1 0,0 1 0,-1 1 0,0-1 0,-1 1-1,-11-11 1,0 4-108,0 1-1,-1 1 0,0 0 0,-1 2 1,0 0-1,-31-11 0,18 9-2318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4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32 289 4178,'0'0'1819,"-4"17"-1749,-3 12 27,2 1 0,-3 52 0,5-66 994,0-33 293,3-28-1038,-1 0-196,8-74 0,-5 107-152,0-1 1,1 1-1,0-1 0,1 1 0,0 0 0,1 0 0,0 1 0,1-1 0,1 1 0,12-17 0,-17 25-2,1 1 0,0-1 1,-1 1-1,1 0 1,0-1-1,0 1 1,0 0-1,1 1 0,-1-1 1,0 1-1,1-1 1,-1 1-1,6-1 1,-7 2-4,-1-1 1,1 1 0,0 0 0,0 0 0,0 0 0,0 0 0,0 0 0,0 1 0,-1-1 0,1 0 0,0 1-1,0 0 1,0-1 0,-1 1 0,1 0 0,0 0 0,-1 0 0,1 0 0,-1 0 0,1 0 0,-1 0 0,1 1-1,-1-1 1,0 0 0,0 1 0,0-1 0,0 1 0,2 2 0,4 12-5,-1 0 0,0 0 0,-1 1-1,0-1 1,-2 1 0,3 25 0,1 106 9,-7-146 2,1 207 203,-1-263-116,-1-9-53,11-95 1,-8 138-43,2 1 1,0-1 0,2 1-1,0 0 1,1 1 0,1-1-1,0 1 1,1 1 0,15-21-1,-21 34-5,1-1-1,0 1 1,1-1 0,-1 1-1,1 0 1,0 1-1,-1-1 1,2 1 0,-1 0-1,11-4 1,-14 6 0,1 0-1,0 0 1,0 0 0,0 0 0,0 1-1,0 0 1,0-1 0,-1 1 0,1 0 0,0 0-1,0 1 1,0-1 0,0 1 0,0-1 0,0 1-1,0 0 1,-1 0 0,1 0 0,0 0 0,-1 1-1,1-1 1,-1 1 0,1-1 0,-1 1 0,4 3-1,0 3 7,0-1 0,-1 1-1,0 0 1,0 0-1,-1 1 1,0 0-1,0-1 1,-1 1-1,5 19 1,12 93-12,-19-109 19,11 286 100,-12-279-93,0-15 41,-2-11 80,-5-26-43,2 0 1,2 0 0,0-1-1,5-51 1,-2 35-87,0 27-2,2 0 0,0 0 0,1 0 1,1 0-1,14-40 0,-14 50-25,2 1-1,-1 0 1,1 0-1,1 1 1,0-1 0,0 1-1,1 1 1,1 0-1,0 0 1,0 0 0,16-11-1,-19 17 1,-1 1-1,1-1 1,0 1-1,0 1 1,0-1-1,12-2 1,-16 4 18,1 0 0,-1 1 0,1-1 0,0 1 0,-1 0 0,1 0 0,-1 0 0,1 0 0,0 0 0,-1 0 0,1 1 0,-1 0 1,1-1-1,-1 1 0,1 0 0,-1 0 0,1 0 0,-1 0 0,0 1 0,4 1 0,-3 1 4,0 1-1,0-1 1,0 1 0,0-1-1,0 1 1,-1 0 0,0 0-1,0 0 1,1 8 0,12 58 5,-6 26 158,-4 1-1,-8 112 1,-3-150-87,4-47-178,0 1 1,1 0 0,1 0-1,1 24 1,-1-38 38,0 0-1,0 0 1,0 1 0,0-1 0,1 0 0,-1 0 0,0 1 0,0-1 0,0 0-1,0 0 1,0 1 0,0-1 0,1 0 0,-1 0 0,0 1 0,0-1 0,0 0 0,1 0-1,-1 0 1,0 0 0,0 1 0,1-1 0,-1 0 0,0 0 0,0 0 0,1 0 0,-1 0-1,0 0 1,0 0 0,1 0 0,-1 1 0,0-1 0,0 0 0,1 0 0,-1 0-1,0 0 1,1-1 0,-1 1 0,0 0 0,0 0 0,1 0 0,-1 0 0,26 0-4830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4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0 494 4626,'0'0'1505,"29"-4"-1489,-2-1-11,29-3 16,72-3 1,-123 11-20,167-11 38,-140 7-42,0-1 0,0-1 0,38-14 1,-67 19 1,0 0 1,-1 0-1,1 0 1,0-1 0,0 1-1,-1-1 1,1 1-1,-1-1 1,1 0 0,-1 0-1,0 0 1,0-1-1,0 1 1,0 0 0,0-1-1,0 1 1,-1-1-1,1 0 1,-1 1 0,0-1-1,1 0 1,-1 0-1,-1 0 1,1 0-1,0 0 1,-1 0 0,1 0-1,-1 0 1,0 0-1,0 0 1,-1 0 0,1-1-1,0 1 1,-1 0-1,0 0 1,0 0 0,0 1-1,0-1 1,0 0-1,0 0 1,-1 0 0,1 1-1,-1-1 1,0 1-1,0-1 1,0 1 0,0 0-1,-3-2 1,-9-9 5,-1 2-1,-1 0 1,0 0 0,0 2-1,-31-14 1,-95-28 160,120 44 79,-1 2-1,0 0 1,0 1-1,-1 2 1,-37 0-1,56 2-224,1 0-1,-1 1 1,0 0-1,0 0 1,0 0-1,1 1 1,-1 0-1,1 0 1,-1 0-1,1 0 1,0 1-1,0-1 1,0 1-1,0 0 1,0 0-1,1 1 1,-1-1 0,1 1-1,0 0 1,0 0-1,0 0 1,1 0-1,-1 0 1,1 0-1,0 1 1,-2 6-1,-3 8 28,2 0-1,0 0 1,0 1-1,2-1 1,-1 26-1,1-10 12,1 0 0,2-1-1,2 1 1,9 59 0,-9-85-55,0 0 0,1 0 0,0 0 0,0 0 0,0-1 0,1 0 0,1 0 0,-1 0 1,1 0-1,1-1 0,-1 1 0,1-1 0,1-1 0,-1 1 0,1-1 0,0 0 0,1-1 0,-1 0 0,1 0 0,0 0 1,0-1-1,0 0 0,11 3 0,-1-3-1,1-1 0,0 0 0,0-1 1,0-1-1,20-2 0,-25 1-2,1 0-8,0-1 0,-1 0-1,1-1 1,0-1 0,-1 0 0,0-1-1,21-9 1,-14 3-19,-1-1 1,0-1-1,0-1 0,20-17 0,-7 3 12,-1-1 0,-2-1 0,0-1 0,-2-2-1,-2-1 1,-1-1 0,-1-2 0,35-71 0,-53 91 25,0-1 1,-1 0-1,0 0 1,-2 0-1,0 0 1,0-1-1,-2 1 1,0-1-1,-2 1 1,1-1-1,-5-17 0,5 31 1,-1-1 0,0 1 0,0 0 0,-1 0 0,1 0 0,-1 1 0,0-1 0,0 0 0,0 1 0,0-1 0,-1 1 0,1 0 0,-1-1 0,0 1 0,0 1 0,0-1 0,-1 0 0,1 1-1,0-1 1,-5-1 0,0 1 17,0-1-1,0 2 0,0-1 0,0 1 0,0 0 1,0 1-1,-1 0 0,-16 0 0,24 1-25,-1 0 0,1-1 0,-1 1-1,1 0 1,-1 0 0,1 0 0,-1 0-1,1 1 1,-1-1 0,1 0 0,-1 1 0,1-1-1,0 1 1,-1-1 0,1 1 0,0 0-1,-1-1 1,1 1 0,0 0 0,0 0 0,-1 0-1,1 0 1,0 0 0,0 0 0,0 0-1,0 1 1,1-1 0,-1 0 0,0 0 0,0 1-1,1-1 1,-1 0 0,1 1 0,-1-1-1,1 1 1,-1-1 0,1 1 0,0-1-1,0 1 1,0-1 0,0 1 0,0-1 0,0 1-1,0-1 1,1 1 0,0 1 0,0 3 0,1 0 1,0-1 0,0 1 0,1-1 0,0 0 0,0 0-1,0 0 1,0 0 0,1-1 0,0 1 0,0-1 0,4 4-1,29 20 20,0-3-1,69 36 0,-64-39-5,-2 2 0,63 47 0,-88-58-15,0 0 0,-1 2-1,-1-1 1,0 2-1,-1 0 1,-1 0-1,17 32 1,-22-34 0,0 1 0,0 0-1,-2 0 1,0 1 0,-1-1 0,0 1 0,-1 0-1,-1 0 1,0 0 0,-2 17 0,0-25 1,0-1 0,0 0 0,0 0 0,-1 1 0,0-1 0,-1 0 0,1 0 1,-1-1-1,0 1 0,-1-1 0,0 1 0,0-1 0,0 0 0,-1-1 0,-9 10 0,4-7 7,-1 1 1,0-2-1,0 1 0,-1-2 0,0 0 0,0 0 0,-24 7 0,16-7 5,-1-1-1,0 0 0,0-2 1,0 0-1,-1-2 0,-25-1 1,43 0 11,0 0 0,0 0 0,0 0 0,0-1 0,1 1 0,-1-1 0,0 0 0,0 0 0,1-1 0,-1 1 0,0-1 0,1 0 0,-1 0 0,1 0 0,0 0 0,0-1 0,0 1 0,0-1 0,0 0 0,-4-5 0,4 3 9,1 0-1,0-1 1,0 1-1,1 0 1,-1-1-1,1 1 0,0-1 1,1 1-1,-1-1 1,1 1-1,0-1 1,1 1-1,-1-1 1,2-6-1,0 4-30,0 0 1,0-1-1,1 1 0,-1 1 1,2-1-1,-1 0 0,1 1 1,0-1-1,1 1 0,0 1 1,0-1-1,0 0 0,1 1 0,0 0 1,0 1-1,1-1 0,-1 1 1,1 0-1,0 1 0,1 0 1,12-6-1,-1 2 8,1 2-1,0 0 1,0 0-1,1 2 1,-1 1-1,1 0 1,33 1-1,-50 2-4,0 0-1,0 0 1,-1 0 0,1 0-1,0 1 1,-1-1-1,1 1 1,0 0-1,-1 0 1,1 1 0,-1-1-1,1 1 1,-1-1-1,0 1 1,0 0-1,0 0 1,5 5 0,-5-3 4,-1-1 1,0 1 0,0 0 0,0 0-1,0 0 1,-1 0 0,1 1 0,-1-1-1,0 0 1,-1 1 0,1-1 0,-1 0-1,0 1 1,0 5 0,-3 14 187,-1-14-367,4-10 134,-1 0 0,1 0 0,0 0 0,-1-1-1,1 1 1,0 0 0,-1 0 0,1 0 0,0 0-1,-1 0 1,1 0 0,0-1 0,-1 1 0,1 0 0,0 0-1,0 0 1,-1-1 0,1 1 0,0 0 0,0 0-1,0-1 1,-1 1 0,1 0 0,0-1 0,0 1-1,0 0 1,0-1 0,-1 1 0,1 0 0,0 0 0,0-1-1,-12-36-5281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8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66 430 1697,'0'0'6995,"0"-10"-4687,-4-68-2103,-2 0 1,-32-142-1,36 211-177,2 6-7,0 1-1,-1-1 1,0 1-1,1-1 1,-1 1 0,0-1-1,0 1 1,0 0 0,0 0-1,-1-1 1,1 1-1,-3-3 1,2 13 137,23 519-177,-12-404 40,-6-57-6,3 0 1,18 83-1,-21-137-2,0-1 1,1 1 0,9 16 0,-12-25-172,0 0-1,1 0 1,0 0 0,0-1 0,0 1 0,0-1 0,0 0 0,1 1-1,-1-1 1,0 0 0,1 0 0,0 0 0,-1-1 0,1 1 0,0-1-1,6 3 1,16-2-4284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9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452 160 4498,'0'0'1273,"34"-4"-796,114-14 486,-134 16-863,0 1 0,0 0-1,0 1 1,0 0-1,0 2 1,0-1 0,-1 2-1,1 0 1,-1 0 0,1 1-1,-1 1 1,0 0-1,18 11 1,-24-11-83,0 1-1,0 0 1,-1 0-1,1 1 1,-1 0-1,-1 0 1,1 0 0,-1 1-1,-1 0 1,1 0-1,-1 0 1,-1 0-1,1 1 1,-2-1 0,1 1-1,-1 0 1,0 0-1,-1 0 1,1 11-1,-1-6-6,-1-1-1,0 1 0,-1 0 0,0-1 0,-1 0 0,-1 1 0,0-1 0,0 0 0,-2 0 1,0 0-1,0-1 0,-1 0 0,0 0 0,-13 18 0,7-15 7,0-1 0,-1 0 1,0-1-1,-1 0 0,-1-1 0,0 0 0,-1-2 1,0 0-1,0 0 0,-20 7 0,17-8 80,-1-2 0,0 0 0,0-1 0,0-1 0,0-1 0,-1-1 0,0-1 0,1-1 0,-1 0 1,0-2-1,-24-3 0,31 1-37,-1 0 1,0-1 0,0 0-1,1-1 1,0-1 0,0 0 0,1-1-1,0-1 1,0 0 0,0-1-1,1 0 1,0-1 0,1 0-1,0 0 1,-17-23 0,21 22-14,-1 0 0,1-1 0,1 0 0,0 0 0,1 0-1,0-1 1,1 0 0,0 0 0,1 0 0,0 0 0,1 0 0,1-1 0,0 1 0,1-1 0,0 1 0,1 0 0,1-1 0,0 1-1,1 0 1,0 0 0,1 0 0,0 0 0,1 0 0,1 1 0,0 0 0,0 0 0,10-11 0,-2 5-41,1 1-1,1 0 1,1 1 0,1 1 0,0 0 0,1 1 0,0 2-1,1 0 1,0 1 0,1 0 0,27-8 0,-10 6-4,1 2 0,1 2 0,-1 1 0,1 3 0,69-2 0,-88 6-2,1 1 0,0 1 0,-1 1 0,1 1 0,-1 0 0,0 2 0,0 1 0,0 0 0,-1 2 0,1 0 0,-2 1 0,0 1 0,20 14 0,-11-4 12,-1 0-1,-1 2 0,-1 1 0,0 1 0,-2 1 0,-2 1 1,0 1-1,-1 1 0,-2 0 0,23 49 0,-33-59 17,0 1 0,-1 0 0,-1 1 0,-1 0-1,-1 0 1,0 0 0,-2 0 0,0 1 0,-1-1 0,-2 1-1,0-1 1,0 0 0,-2 1 0,-1-1 0,-1 0-1,0-1 1,-1 1 0,-1-1 0,-11 21 0,3-15 22,-1-1 0,0 0 0,-2-1 1,-1 0-1,-35 32 0,1-9 74,-77 52 0,48-42-99,-4-4 0,-106 48 0,131-73-598,0-3 1,-1-3-1,-2-3 1,-84 14-1,-102-15-6290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09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3 266 144,'0'0'5192,"0"0"-5154,0 0 0,0 0 0,0 0 0,0 0-1,1 1 1,-1-1 0,0 0 0,0 0 0,0 0 0,0 0 0,0 0 0,1 0 0,-1 0 0,0 0 0,0 0 0,0 0 0,0 0 0,0 0 0,1 0 0,-1 0-1,0 0 1,0 0 0,0 0 0,0 0 0,0 0 0,1 0 0,-1 0 0,0 0 0,0 0 0,0 0 0,0-1 0,0 1 0,1 0 0,-1 0 0,0 0 0,0 0 0,0 0-1,0 0 1,0 0 0,0 0 0,0-1 0,0 1 0,1 0 0,-1 0 0,0 0 0,0 0 0,0 0 0,0-1 0,0 1 0,0 0 0,0 0 0,0 0 0,0 0-1,0-1 1,0 1 0,0 0 0,0 0 0,0 0 0,0 0 0,0 0 0,0-1 0,0 1 0,0 0 0,0 0 0,0 0 0,-1 0 0,1-1 0,3-51 440,-2-1 1,-13-102-1,15 196-384,-4 55 0,0 5-42,34 308 293,-17-251-311,-14-138-30,0 7 16,1-1 0,1 1-1,9 29 1,-13-55-76,1 1 1,-1 0 0,1 0 0,0-1-1,-1 1 1,1 0 0,0-1 0,0 1-1,0-1 1,0 1 0,0-1 0,1 1-1,-1-1 1,0 0 0,1 1 0,2 1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0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385 149 320,'0'0'5939,"-5"-24"-5184,-17-71-174,22 93-553,-1 1-1,1-1 0,-1 0 0,1 1 0,-1-1 0,0 1 0,1-1 0,-1 1 0,0-1 0,0 1 0,0-1 0,0 1 0,0 0 0,-1 0 0,1 0 0,0 0 1,-1 0-1,-2-2 0,3 3-4,0-1 0,-1 1 0,1 0 0,-1 0 0,1 0 1,-1-1-1,1 2 0,-1-1 0,1 0 0,0 0 1,-1 0-1,-1 1 0,-4 1 87,2-2-97,0 1-1,1-1 0,-1 1 0,1 0 1,-1 1-1,1-1 0,-1 1 0,1 0 1,0 0-1,0 0 0,0 1 1,0-1-1,0 1 0,-6 7 0,-4 3-12,1 2-1,-15 20 1,17-21 25,-11 17 24,0 0-1,2 1 0,1 2 0,2 0 1,-17 49-1,24-55-17,2 0-1,1 1 0,1 1 1,2-1-1,1 0 1,1 1-1,3 44 1,1-61-21,0 0-1,1 0 1,0-1 0,1 1 0,1-1-1,0 0 1,0 0 0,1-1-1,1 1 1,0-1 0,1-1 0,-1 0-1,2 0 1,0 0 0,18 15 0,-14-14-3,0-1 0,1 0 0,1-1 0,0 0 0,0-1 0,0-1 0,1-1 0,0 0 0,0-1 0,1 0 0,29 3 0,63-5-143,-74-4 51,-24 1 79,0-1 1,0 0 0,0-1-1,0 0 1,0-1 0,0 0-1,-1-1 1,1 0 0,-1 0-1,0-1 1,0-1 0,-1 1-1,0-2 1,0 1 0,0-1-1,-1-1 1,0 0 0,0 0-1,-1 0 1,0-1 0,0 0-1,-1 0 1,0-1 0,-1 0-1,0 0 1,-1 0 0,0 0-1,4-15 1,-4 4 18,-1 0-1,0 0 1,-2 0 0,0 0 0,-1-1-1,-1 1 1,-2 0 0,-6-32 0,2 25-10,-2 1 1,-1-1-1,-1 1 1,-1 1-1,-25-40 1,10 25 35,-30-38 1,46 66-26,0 1 0,-1 0 0,0 0-1,-1 1 1,0 1 0,-22-14 0,32 22-116,-1 0 1,1 0-1,-1 1 1,0-1-1,1 1 1,-1 0-1,0 0 0,0 0 1,0 0-1,0 1 1,0 0-1,0 0 1,0 0-1,0 0 0,0 0 1,1 1-1,-1 0 1,0-1-1,0 2 1,0-1-1,1 0 0,-1 1 1,0-1-1,1 1 1,-1 0-1,1 1 1,-4 2-1,-14 15-3388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39 309 2017,'0'0'3964,"0"-24"-2731,0-16-783,1-2 47,-6-47-1,-4 29 130,8 55-381,0 1 1,0-1-1,-1 0 0,0 1 1,0-1-1,0 1 0,0-1 1,-1 1-1,0 0 0,-3-4 0,6 30 84,9 322-506,-1-247-306,32 153 1,-37-237-104,0 0 0,0 0 0,1 0 0,1-1 0,0 0 0,1 1-1,0-2 1,15 21 0,11-1-4251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4434,'0'0'6227,"-18"15"-6195,18 89-32,18 24 32,3 11-32,6-2 0,5-9-1057,-5-24-1808,-6-33-3938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1 190 4930,'0'0'2786,"0"-178"-1666,0 166 1169,3 42-2289,15 50 16,8 30 320,4 21 16,-9 2-288,0-2-64,2-9-128,4-18-656,0-27-1985,0-30-2402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2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49 313 1185,'0'0'7045,"0"-9"-5999,1-7-877,1 0 0,0 0 0,2 0 1,-1 0-1,2 1 0,0-1 0,13-26 0,-11 29-176,-1 0 0,2 0 1,0 1-1,1 0 0,0 0 1,0 1-1,1 1 1,1-1-1,16-11 0,-23 19 2,-1 0-1,1 1 1,0 0 0,0 0-1,1 0 1,-1 0-1,0 1 1,0 0 0,1 0-1,-1 0 1,1 0-1,-1 1 1,1-1 0,0 1-1,-1 0 1,1 1-1,-1-1 1,1 1 0,6 1-1,-6 0-3,0 1-1,0-1 1,0 1-1,0-1 0,-1 1 1,1 1-1,-1-1 1,0 1-1,0-1 0,0 1 1,0 1-1,-1-1 1,1 0-1,-1 1 0,4 7 1,1 5 2,0 0 1,-1 1 0,-1-1 0,-1 1 0,7 37-1,-7-12 27,-1 66 0,-4-91-13,-1 0-1,0-1 1,-1 1-1,-1 0 1,-1 0-1,-1-1 1,0 0-1,-1 0 0,-1 0 1,0-1-1,-14 22 1,-1-4 32,0-2 0,-2-1 0,-2 0 0,-35 32 0,10-18 368,-88 61-1,134-102-317,11-4-42,17 0-36,0-1 0,1-2-1,36-8 1,-31 5-11,75-15-27,292-53-417,-276 56 139,157-2 0,-225 18 7,-37 1-157,0 0-1,0 1 1,0 1 0,26 4 0,-36-1-674,-12 2-116,-43 9-1477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2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104 318 4162,'0'0'3249,"-62"-220"-2352,38 170-225,12 17 577,6 18 1040,6 18-1809,6 65-480,24 42 0,8 27 80,-2 14 0,-6 1-80,-3-12-48,-4-22-528,4-28-801,3-37-1488,-1-41-2610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3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51 390 4322,'0'0'1793,"-8"14"-875,-34 58 399,43-74-1241,-1 0 0,1 1 0,-1-1 0,0 0 0,0 0 0,1 0 0,-1 1 0,0-1 0,0 0 0,-1 0 0,1 0 0,-1-1 0,0-10 25,2-7-32,0-1 0,2 1 0,0 0 1,2 0-1,0 1 0,1-1 0,1 1 0,13-25 0,-7 18-49,2 0 0,1 2 0,1-1 0,1 2 0,24-24 0,-34 39-22,-1 2 0,1-1 0,0 1 0,1 0 1,0 1-1,-1 0 0,19-7 0,-24 10-3,1 1 1,-1 0-1,0 0 0,1 0 0,-1 0 0,0 1 1,1-1-1,-1 1 0,1 0 0,-1 0 0,1 0 1,-1 0-1,1 1 0,-1 0 0,0-1 0,1 1 1,-1 0-1,0 1 0,0-1 0,0 0 0,1 1 1,-1 0-1,-1 0 0,1 0 0,0 0 0,4 4 1,-3 0 5,0 1 0,0-1 0,0 0 0,-1 1 0,0 0 0,0 0 0,-1 0 0,0 0 0,0 0-1,-1 0 1,1 9 0,1 16 48,-2 39 0,-1-51-28,0 12 10,1-2 32,-7 60 0,4-79 3,0-1-1,-1 0 0,0 0 1,0 0-1,-1-1 1,0 1-1,-1-1 1,0 0-1,-11 14 0,23-30 55,1 1 0,0 0 0,0 0 0,0 0 0,0 1 0,1 1 0,0-1-1,14-4 1,-19 7-130,1 0-1,0 1 1,-1-1 0,1 1-1,0 0 1,-1 0-1,1 1 1,0-1 0,0 1-1,0 0 1,0 1-1,-1-1 1,1 1 0,0 0-1,0 0 1,-1 0-1,1 1 1,-1-1 0,1 1-1,-1 0 1,0 1-1,1-1 1,-1 1 0,0 0-1,5 4 1,-1 3-5,-1 1 0,0 0 1,-1 0-1,1 0 0,-2 1 0,0 0 1,0 0-1,-2 0 0,1 1 0,-1-1 1,1 17-1,0 5 29,-1 1 0,-2 0 0,-3 37 1,0-60-4,1-1 0,-2 1 1,0-1-1,0 0 0,-1 0 1,0 0-1,-1 0 1,-1-1-1,1 0 0,-1 0 1,-1 0-1,0-1 0,0 0 1,-1 0-1,0-1 0,-1 0 1,0-1-1,0 1 1,0-2-1,-1 1 0,0-1 1,-1-1-1,1 0 0,-1 0 1,0-1-1,0-1 0,0 1 1,0-2-1,-1 0 0,-15 1 1,22-2-2,-1 0 0,1-1 0,0 0-1,-1-1 1,1 1 0,-1-1 0,1 0 0,0 0 0,-1 0 0,1-1 0,0 0 0,-10-5 0,12 5 1,-1-1 0,1 0 0,-1 0 1,1 0-1,0-1 0,0 1 1,0-1-1,1 1 0,-1-1 1,1 0-1,0 0 0,0 0 0,1 0 1,-1 0-1,-1-9 0,0 5-5,1-1 0,1 1 1,-1-1-1,2 0 0,-1 1 0,1-1 0,0 0 0,1 0 0,2-8 0,-3 13-5,1 1-1,0 0 1,0 0-1,1 0 1,-1 0 0,1 0-1,-1 1 1,1-1 0,0 0-1,0 1 1,0-1-1,0 1 1,0 0 0,1 0-1,-1 0 1,1 0 0,0 0-1,-1 0 1,1 0-1,0 1 1,0 0 0,0-1-1,0 1 1,0 0-1,0 1 1,6-2 0,-3 1-12,-1 0 1,1 0 0,0 1 0,0 0-1,0 0 1,0 0 0,0 0-1,-1 1 1,1 0 0,0 1 0,9 2-1,-12-2 0,0 0 0,1 0-1,-1 0 1,0 1 0,-1-1-1,1 1 1,0 0 0,-1 0-1,1 0 1,-1 0 0,0 0-1,0 0 1,0 1 0,-1-1-1,1 0 1,-1 1 0,0 0-1,2 6 1,-1 0-177,0-4-169,0 0-1,-1 1 1,0-1 0,0 1-1,0 10 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4882,'0'0'4002,"95"0"-4658,3 0-1201,3 0-960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4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 3378,'0'0'1760,"181"-9"-1936,-97-15-1937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4818,'0'0'1761,"176"3"-1409,-84-3-224,15 0-128,-3-9-768,-21-5-3730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5955,'0'0'3313,"146"0"-3745,-27 0-1841,14-6-2865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0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2865,'0'0'2513,"202"0"-2513,-107-9-32,12-9-2193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72 5314,'0'0'1681,"214"-35"-1393,-110 17 145,0 3-385,-12 12-48,0 3-1361,-24 0-1937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9124,'0'0'1361,"246"0"-1697,-74-27-2786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5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1 104 8932,'0'0'2081,"157"-50"-1825,-47 29 48,15 3 16,8 3-175,13 15-145,-1 0-81,-17 0-1407,-27 0-3458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6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39 455 3522,'0'0'1534,"-4"-33"-939,-16-107 344,13 92 105,3 0-1,0-57 1,4 95-939,1 14-67,-1-1 1,1 1-1,0 0 1,0-1-1,0 1 1,0-1-1,3 6 0,4 10-36,175 449 333,-152-391-310,-20-51-13,24 61 38,55 99 1,-79-174-25,-3-17 29,-1-28 45,-5 24-97,55-419 86,-22 123-53,-34 300-35,1-12 3,0 0 1,2-1-1,0 1 1,1 1-1,1-1 1,11-22-1,-17 38-5,0 0 1,1 0-1,-1 1 1,0-1-1,1 1 0,-1-1 1,1 0-1,-1 1 1,1-1-1,-1 1 1,1-1-1,-1 1 0,1-1 1,-1 1-1,1 0 1,0-1-1,-1 1 0,1 0 1,0-1-1,-1 1 1,1 0-1,0 0 0,0 0 1,-1 0-1,1-1 1,0 1-1,-1 0 0,1 0 1,0 0-1,0 1 1,-1-1-1,1 0 1,0 0-1,0 0 0,1 2-3,0-1-1,0 0 0,0 0 0,-1 0 1,1 1-1,0-1 0,-1 1 1,1 0-1,-1-1 0,0 1 0,3 3 1,19 40-7,-2 0 0,-2 1 0,21 76 0,-38-115 12,141 519 95,-140-511-88,9 29-11,-12-41 6,1-1 0,0 0 0,0 0 0,0 0 0,0 1 0,0-1 1,1 0-1,-1-1 0,1 1 0,-1 0 0,1 0 0,-1 0 0,1-1 0,3 3 0,-5-4-2,1 0 1,0 0-1,-1 0 1,1 1 0,-1-1-1,1 0 1,0 0-1,-1 0 1,1 0 0,0 0-1,-1 0 1,1 0-1,-1 0 1,1-1 0,0 1-1,-1 0 1,1 0-1,-1 0 1,1-1 0,0 1-1,-1 0 1,1-1-1,-1 1 1,1 0 0,-1-1-1,1 1 1,-1-1-1,0 1 1,1-1 0,-1 1-1,1-1 1,-1 0-1,14-23 181,-13 21-150,35-91 787,42-174 0,-44 144-725,-14 50-159,-1 1-541,3 0 0,37-82-1,-39 120-2108,-9 19-1754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3185,'0'0'4939,"0"12"-4745,34 390 722,-17-246-850,36 290 33,-51-660 106,0 183-234,2 1 1,1 0-1,1 0 0,20-58 0,-20 72 13,1 1 0,0 0 1,0 0-1,2 1 0,0 0 0,0 0 1,1 1-1,1 1 0,0-1 1,22-16-1,-27 24 4,1 1 0,0 0 0,0 0 0,0 1 0,1 0 1,9-3-1,-13 5 7,-1 0-1,0 0 1,1 0 0,-1 1 0,0 0 0,1-1 0,-1 1-1,1 1 1,-1-1 0,0 0 0,1 1 0,-1 0 0,0-1-1,1 1 1,-1 1 0,0-1 0,4 2 0,-3 0-1,-1 0 1,0 0-1,0 1 1,0-1-1,0 1 1,-1-1-1,0 1 1,1 0-1,-1 0 1,-1 0-1,1 0 1,1 5-1,14 59 3,-7 15 294,-3 0 0,-6 146 0,-3-101 90,1-107-490,1-12 118,0 0 0,0 0 1,0 0-1,1 1 0,1-1 1,3 16-1,-4-23-170,0 0 0,1 0-1,-1 0 1,0 0 0,1-1 0,-1 1 0,1 0 0,-1-1 0,1 1 0,0-1 0,0 1-1,0-1 1,0 0 0,0 1 0,0-1 0,0 0 0,0-1 0,0 1 0,0 0 0,1-1 0,-1 1-1,0-1 1,0 1 0,1-1 0,-1 0 0,0 0 0,1 0 0,-1 0 0,0-1 0,0 1-1,5-2 1,39-8-4817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49 433 4690,'0'0'1201,"34"-7"-1140,111-19 115,-104 22-66,74 0-1,-96 4-102,1 0-1,0-1 1,0 0 0,-1-2-1,36-9 1,-52 11-3,-1 0 0,1 1-1,-1-1 1,0 0 0,0 0 0,1-1 0,-1 1 0,0 0 0,0-1-1,0 1 1,0-1 0,-1 0 0,1 1 0,0-1 0,-1 0 0,1 0-1,-1 0 1,0 0 0,1-1 0,-1 1 0,0 0 0,0 0 0,-1-1-1,1 1 1,0-1 0,-1 1 0,1 0 0,-1-1 0,0 1 0,0-1-1,0 1 1,0-1 0,0 1 0,-1-1 0,1 1 0,-1-1 0,0 1-1,1 0 1,-2-3 0,-2-6 42,-1 1 0,0 0-1,0 0 1,-1 0 0,0 1 0,0 0-1,-11-12 1,-8-5 60,0 1 0,-1 2 0,-1 0 0,-42-26 0,56 40 26,-1 2 0,0 0-1,0 0 1,0 1 0,-1 1 0,0 0 0,0 2 0,0-1-1,0 2 1,-1 0 0,1 1 0,-24 0 0,35 2-78,0-1 1,-1 1-1,1 0 0,0 0 1,0 1-1,0-1 0,1 1 1,-1 0-1,0 0 0,1 0 1,-1 0-1,1 1 0,0-1 1,-1 1-1,-4 6 0,2-2 21,1 0-1,0 1 0,0-1 1,1 1-1,0 1 0,-6 16 0,2 2 147,1 1 0,2 0 0,-4 50 0,7-50 2,1 0 0,1 0-1,5 40 1,-3-58-198,0-1 1,0 0-1,1 0 0,0 0 0,1 0 0,0 0 0,0-1 0,1 1 0,0-1 1,0-1-1,1 1 0,0-1 0,12 12 0,-4-7-33,1-1-1,0-1 0,1 0 1,0-1-1,0-1 0,1 0 1,0-1-1,1-1 1,-1-1-1,26 5 0,7-2-1038,0-3 0,77-1 0,-31-4-3070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8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15 542 528,'0'0'5531,"-2"10"-4726,-11 65 1543,13-115-1940,6-135 180,-3 156-580,0 0 0,1 0 1,0 1-1,2-1 0,0 1 0,2 0 1,10-20-1,-16 33-11,1 0 1,0 0-1,0 0 0,0 1 1,1-1-1,-1 1 0,1 0 1,0 0-1,1 0 0,-1 0 1,0 1-1,1 0 0,0 0 1,0 0-1,0 0 0,0 1 1,0 0-1,1 0 0,-1 0 1,1 1-1,-1 0 0,7-1 1,-9 2-2,1 1 0,-1-1 0,0 0-1,1 1 1,-1 0 0,0 0 0,1 0 0,-1 0 0,0 0 0,0 1 0,0-1 0,0 1 0,0 0 0,-1 0 0,1 0 0,0 0 0,-1 1 0,0-1 0,1 1 0,-1-1 0,0 1 0,0 0 0,0 0 0,2 6 0,4 8-6,0-1 1,-1 2 0,5 23 0,-11-39 8,10 42-6,-2 0 1,7 88-1,-12 93 48,-4-177-22,0-45 13,0-52 170,5-139 18,-2 160-221,1 0 0,2 1-1,0 0 1,18-46 0,-2 20-13,51-86 0,-60 117-19,1 1 0,2 0-1,0 1 1,1 1-1,0 1 1,28-22 0,-39 35 7,-1 1 1,1 1-1,1-1 1,-1 1-1,0 0 1,1 0-1,-1 1 1,8-2-1,-12 3 18,0 1 1,0 0-1,0-1 1,1 1-1,-1 0 1,0 0-1,0 0 0,0 1 1,0-1-1,0 0 1,0 1-1,0-1 1,0 1-1,0 0 1,0 0-1,0 0 0,0 0 1,0 0-1,0 0 1,-1 0-1,1 1 1,0-1-1,-1 0 0,1 1 1,-1 0-1,0-1 1,1 1-1,-1 0 1,0 0-1,2 3 1,2 10-1,-1 0 0,-1 1 0,0-1 0,-1 1 0,-1-1 0,0 1 1,-3 23-1,2-16 17,0 326 701,0-334-640,0-1 1,1 1-1,0 0 1,1-1-1,8 26 1,-8-35-67,0 0-1,0 0 1,0-1 0,1 1 0,0-1 0,0 0 0,0 0 0,0 0 0,1 0 0,0 0 0,0-1 0,0 0 0,0 1 0,0-1 0,0-1 0,1 1 0,-1-1-1,1 0 1,5 2 0,2 0-133,0-1 0,-1-1 0,1 1 0,18-1 0,57 0-2745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8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364 500 3746,'0'0'1152,"3"-35"-149,15-112-85,-4 35 2454,-15 125-3352,-1 0-1,0 0 0,-1 0 1,0-1-1,-1 0 0,-1 1 1,-6 11-1,7-14-6,-339 822 430,323-777-405,40-112-65,3 0 0,30-55 0,0 4 25,-6 4-14,205-495 0,-247 584 14,3-7 3,1 0-1,20-38 1,-27 56-4,0 0-1,0 0 1,1 0 0,0 0-1,0 1 1,0-1 0,0 1 0,0 0-1,1 0 1,0 0 0,-1 1-1,1-1 1,0 1 0,0 0-1,0 0 1,1 0 0,-1 0-1,0 1 1,1-1 0,7 0 0,-8 2 0,-1 1 0,0-1 0,1 1 1,-1-1-1,0 1 0,1 0 1,-1 1-1,0-1 0,0 1 0,0-1 1,0 1-1,0 0 0,-1 0 1,1 0-1,0 0 0,-1 0 1,1 1-1,-1-1 0,0 1 0,0 0 1,0 0-1,2 5 0,6 9 9,-2 0-1,13 35 0,-16-36-1,27 86 158,34 194-1,-11-33-73,2-104-1201,-55-147-2171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8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 5458,'0'0'1697,"205"-62"-1697,-77 50 96,5 6-64,-2 6-32,-15 0-1136,-30 0-2482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9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705 66 512,'0'0'5832,"-17"-9"-5042,5 2-679,4 2-52,0 0-1,0 1 1,-1 0-1,0 0 1,0 1 0,0 0-1,0 0 1,0 1-1,-1 0 1,1 1-1,-1 0 1,1 1-1,-19 1 1,15 2 2,1 0 0,-1 1 0,1 1 0,0 0 0,0 1 0,1 0 0,0 0 0,0 2 0,0-1 0,1 1 0,0 1 0,0 0 0,1 0 0,1 1 0,-1 0 0,1 0 0,1 1 0,0 0 0,1 1 0,0-1 0,1 1 0,0 0 0,0 1 0,2-1 0,-1 1 0,2 0-1,-3 24 1,3-14-45,0 0 0,2 0-1,1 0 1,0-1-1,2 1 1,6 27-1,-7-42-14,1 0 0,0 0 0,0-1 0,1 1 0,-1-1 0,2 1 0,-1-1 0,1-1 0,0 1 0,1-1-1,-1 1 1,1-2 0,0 1 0,1-1 0,-1 0 0,1 0 0,0 0 0,1-1 0,-1 0 0,11 3 0,-7-3-5,1 0 1,-1-1 0,1-1 0,0 0 0,0 0 0,0-1 0,1-1 0,-1 0 0,0 0 0,0-2 0,0 1 0,18-6 0,-23 3 3,0 0 0,0 0 0,-1-1 0,1 0 0,-1 0 0,0 0 0,-1-1 0,1 0 0,-1 0 0,0-1 0,6-10 0,0-1 4,-2 0 0,0 0 0,10-32 0,-12 21 7,-1 0 0,-1 0 1,-2 0-1,0 0 1,-4-45-1,1 46 3,0 18 16,0-1-1,-1 1 0,0-1 1,0 0-1,-1 1 0,-1 0 1,0-1-1,0 1 0,-1 1 1,-1-1-1,1 0 0,-1 1 1,-1 0-1,0 0 0,0 0 1,-1 1-1,0 0 0,-8-7 1,14 14-68,1 9-106,6 62 1321,16 125-1245,-6-82 77,9 154-35,-12 339-1,-15-565-8,-1 0 1,-1-1 0,-3 1-1,-1-1 1,-26 74-1,27-97 16,-1-1 0,0 0-1,-1-1 1,0 0 0,-1 0-1,-23 25 1,24-32 13,0 0 0,-1 0 1,1 0-1,-2-1 0,1-1 0,-1 0 0,0 0 1,0-1-1,0 0 0,-24 5 0,22-6 5,0-1-1,0 0 0,0-2 1,0 1-1,0-2 0,-1 0 1,1 0-1,0-1 0,0-1 1,-1 0-1,1-1 0,0 0 1,1-1-1,-1 0 0,1-1 0,0-1 1,0 0-1,0 0 0,1-1 1,0-1-1,0 0 0,1 0 1,0-1-1,1-1 0,-1 1 1,-10-17-1,2 1 2,2-1 0,1 0 0,1-1-1,1-1 1,2 0 0,0-1 0,2 0 0,1 0 0,2-1-1,1 0 1,1 0 0,1 0 0,2-1 0,1 1 0,7-54-1,-4 70-2,0 0 0,0 0-1,2 0 1,0 0-1,0 1 1,1-1 0,1 1-1,0 1 1,1-1-1,0 1 1,1 1 0,0 0-1,1 0 1,0 0 0,0 2-1,1-1 1,1 1-1,13-8 1,-6 6-5,1 0 0,0 1 0,1 1 0,0 1 0,1 1 0,-1 1 0,1 1 0,1 1 0,-1 0 0,45 0 0,-1 4-318,-24 0-3678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486 202 4690,'0'0'2484,"4"-10"-2265,0-3-214,0 3 10,0-1-1,-1 0 1,0 0-1,1-18 1,-3 26-10,-1 0 0,0 0 0,0 0 0,0 0 0,-1 0 1,1 0-1,-1 0 0,1 0 0,-1 1 0,0-1 0,0 0 0,0 0 0,-1 1 0,1-1 0,-1 1 0,1-1 0,-1 1 1,0-1-1,0 1 0,0 0 0,0 0 0,0 0 0,-1 0 0,-3-2 0,-5-2 26,0 0 0,-1 2-1,0-1 1,1 2 0,-1-1 0,-1 1 0,-16-1-1,-90-1 521,115 5-529,-4 0 1,0 0 0,-1 1 0,1 0 0,0 1 0,0 0 0,0 0 0,0 0 0,0 1 0,0 0 0,1 1 0,0 0 0,-1 0 0,1 0 0,1 1 0,-1 0 0,1 1 0,0-1 0,0 1 0,0 0 0,1 1-1,0-1 1,-7 12 0,2-2-16,1 1 0,0 0-1,1 0 1,1 1-1,1 0 1,0 0 0,1 1-1,-3 28 1,3-9-1,3 0-1,1 1 1,5 48 0,-3-74-9,1 1 0,1-1 1,0 0-1,1 1 0,0-1 0,1-1 0,1 1 0,0-1 0,0 0 1,11 14-1,-11-18-1,0 0 1,1 0 0,0-1-1,0 0 1,1 0-1,-1-1 1,2 0-1,-1 0 1,1-1 0,0 0-1,0-1 1,0 0-1,0 0 1,15 3-1,-12-4-3,1-1-1,-1 0 0,0-1 1,1 0-1,-1-1 0,1 0 1,-1-1-1,21-4 0,-26 3 2,0 0-1,0 0 0,0-1 1,0 0-1,0 0 0,-1-1 1,1 0-1,-1 0 0,0 0 0,0-1 1,-1 0-1,0 0 0,1 0 1,-1-1-1,6-9 0,-2-1 9,0 0-1,-1 0 1,-1-1-1,-1 0 1,0-1-1,-1 1 1,-1-1-1,3-30 1,-3-16 45,-3-72-1,-2 69 10,1 65-52,1-3 9,-1 1 1,0 0 0,0-1 0,-1 1 0,1 0 0,-1-1 0,0 1 0,0 0 0,0 0 0,-1 0 0,-2-6 0,2 9 29,2 6-14,-1 88-57,-2-22 40,11 103-1,-5-153-9,0-1 0,1 1 0,1-1 0,1 0 1,0-1-1,2 0 0,0 0 0,1 0 0,20 28 0,-24-40-1,1-1 0,-1 0 0,1-1 0,1 1 0,-1-1 0,1-1 0,0 1 0,0-1 0,0 0 0,1-1 0,-1 1 0,1-1 0,0-1 0,8 2-1,-11-3 0,0 1-1,0-2 1,0 1-1,0-1 0,0 0 1,0 0-1,0 0 1,0 0-1,0-1 0,0 0 1,0 0-1,0-1 1,0 1-1,0-1 0,-1 0 1,1 0-1,-1 0 1,1-1-1,-1 0 0,0 0 1,0 0-1,0 0 0,6-7 1,-1-3 0,-1 0 0,-1-1 0,0 0 0,0 0 0,-2 0-1,1-1 1,-2 0 0,0 0 0,-1 0 0,1-18 0,2-29 8,-3-72 0,-4 100-4,1-274 166,-6 532-156,6 129 116,0-352-150,4 36 119,-3-36-199,-1 0-1,0 0 1,1-1-1,-1 1 1,1 0-1,0 0 1,-1 0-1,1 0 0,0-1 1,-1 1-1,1 0 1,0 0-1,0-1 1,0 1-1,0-1 1,0 1-1,-1-1 1,1 1-1,0-1 0,0 0 1,0 1-1,0-1 1,0 0-1,0 0 1,0 0-1,1 1 1,-1-1-1,0 0 1,1-1-1,-2 1 24,0 0 0,1 0 0,-1 0 0,0 0-1,1 0 1,-1 0 0,0 0 0,1 0 0,-1 0 0,0 0 0,1 0 0,-1 0-1,0 0 1,1 0 0,-1-1 0,0 1 0,1 0 0,-1 0 0,0 0-1,0-1 1,1 1 0,-1 0 0,0 0 0,0-1 0,0 1 0,1 0 0,-1-1-1,0 1 1,0 0 0,0 0 0,0-1 0,1 0 0,5-28-3469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0 6643,'0'0'3986,"-48"48"-4210,81-30-1409,6-9-3297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6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0 500 2321,'0'0'5066,"2"-30"-4380,-2-1-531,0 13-64,0-1 0,1 0 0,1 0 0,1 0 0,1 1 0,0 0 0,14-36 0,-13 43-18,0 0 0,0 0 1,1 1-1,1-1 0,0 2 0,0-1 0,1 1 0,13-13 0,-16 18-55,1-1-1,1 1 1,-1 0-1,0 0 1,1 1-1,0 0 1,0 0-1,0 1 1,0 0-1,0 0 1,1 0-1,-1 1 1,1 0-1,12 0 1,-18 1-20,1 1 1,-1-1 0,0 0-1,0 0 1,0 1 0,0 0 0,0-1-1,0 1 1,0 0 0,0 0 0,0 0-1,0 0 1,0 0 0,0 0 0,-1 1-1,1-1 1,0 0 0,-1 1 0,3 2-1,-1 1 1,0-1-1,-1 1 0,1-1 1,-1 1-1,0 0 0,0 0 1,-1 0-1,2 6 1,1 13 4,-1 1 0,-1 45 0,-2-51 6,1 341 290,1-396-18,1 0 1,3 1-1,1 0 0,11-36 1,-9 37-275,1-1-20,1 1 0,1 0 0,2 1 0,2 0 0,1 1 1,23-34-1,-28 50-56,1 1-1,0 0 1,0 0 0,2 1 0,21-16 0,-25 22-18,-1 1-1,1 1 1,1 0-1,-1 1 1,1 0-1,0 0 1,0 1 0,0 1-1,16-2 1,-24 4 64,0 0 0,-1 0 0,1 1 1,0 0-1,0 0 0,0 0 0,0 0 1,0 1-1,-1 0 0,1-1 0,0 1 0,0 1 1,-1-1-1,1 0 0,-1 1 0,1 0 1,-1 0-1,0 0 0,1 0 0,-1 0 1,3 3-1,-3 0 5,1 0 1,-1 1-1,0-1 1,0 1-1,-1-1 1,1 1-1,-1 0 1,-1 0-1,1-1 1,-1 2-1,0-1 1,0 9-1,2 43 147,-3 1 0,-2 0-1,-10 58 1,2-27 285,9-83-371,1 1 1,-1-1-1,1 1 0,1 0 1,-1-1-1,4 15 0,-2-19-37,-1 1 0,0-1-1,1 0 1,-1 0 0,1 0-1,0-1 1,0 1-1,0 0 1,0-1 0,1 1-1,-1-1 1,1 0 0,-1 0-1,1 0 1,0 0-1,0 0 1,0-1 0,0 1-1,3 1 1,9 2 2,1-1-1,-1 0 1,1-1 0,0 0-1,32 0 1,91-5-175,-132 1 144,185-14-938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1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96 335 3602,'0'0'651,"-10"-27"93,-29-88 27,29 85 134,-8-54 1,15 63 91,-12-36-1,15 73-833,18 374-160,32 337 232,-50-727-235,0 0 1,0 0 0,0 0 0,0 1-1,0-1 1,0 0 0,0 0 0,0 0 0,0 0-1,0 0 1,0 0 0,0 0 0,0 0-1,0 0 1,0 0 0,0 0 0,0 1 0,0-1-1,0 0 1,0 0 0,0 0 0,0 0-1,0 0 1,0 0 0,0 0 0,0 0 0,0 0-1,0 0 1,0 0 0,0 0 0,0 1-1,0-1 1,0 0 0,0 0 0,0 0 0,0 0-1,0 0 1,-1 0 0,1 0 0,0 0-1,0 0 1,0 0 0,0 0 0,0 0-1,0 0 1,0 0 0,0 0 0,0 0 0,0 0-1,0 0 1,-1 0 0,1 0 0,0 0-1,0 0 1,0 0 0,0 0 0,0 0 0,0 0-1,0 0 1,0 0 0,0 0 0,0 0-1,0 0 1,-1 0 0,1 0 0,0 0 0,0 0-1,-4-6 41,-1-6-21,1 0 0,0-1 0,0 1 1,1-1-1,1 0 0,-1-21 0,2-90-40,1 76 32,0 28-11,1 1 0,0 0 0,2 0 0,0 0 0,1 1 0,8-24 0,-9 34-3,0 0-1,1 0 0,0 0 0,1 0 1,0 1-1,0 0 0,0 0 0,1 0 0,0 1 1,1 0-1,-1 0 0,1 0 0,0 1 1,1 0-1,14-7 0,-15 8-1,1 0 0,1 1 0,-1 0-1,0 1 1,1 0 0,-1 0 0,1 1 0,0 0 0,0 0 0,-1 1 0,1 0-1,0 1 1,0 0 0,-1 0 0,1 1 0,-1 0 0,1 0 0,-1 1-1,0 0 1,0 1 0,0 0 0,0 0 0,-1 0 0,1 1 0,-1 0 0,0 1-1,-1 0 1,0 0 0,1 0 0,6 11 0,0 1 6,-2 1 0,0 0 0,-2 1 0,0 0 0,-1 1 0,-1-1 0,8 39 0,-9-23 21,-2 0 1,-1 1-1,-3 68 0,-1-93-5,-1 0-1,0 1 1,0-1-1,-1 0 0,-1-1 1,0 1-1,0-1 1,-1 1-1,-1-1 1,1-1-1,-2 1 1,0-1-1,-10 12 0,4-9 0,0 0-1,0-1 0,-2 0 0,1-1 0,-2-1 0,1 0 1,-1-1-1,-20 8 0,25-12-139,0-1-1,0 0 1,0-1 0,0 0 0,-1-1-1,1 0 1,-1 0 0,1-1 0,-18-1-1,28 0 2,-1 0 0,1 0-1,-1-1 1,1 1 0,0 0 0,-1 0-1,1-1 1,-1 1 0,1 0 0,0-1-1,0 1 1,-1-1 0,1 0 0,0 0-1,0 1 1,0-1 0,-1 0 0,1 0-1,0 0 1,0 0 0,0 0 0,-1-2-1,1-2-358,0 1 1,0-1-1,0 0 0,0 0 0,1 0 0,0 0 0,0-4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2.0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1 318 4434,'0'0'638,"33"0"-390,109 0-69,-108 2-8,-1 1 0,54 13 0,-1-1 15,-30-11-156,68-3 1,-122 0-30,0-1 0,1 0 0,-1-1-1,0 1 1,0 0 0,1-1 0,-1 1 0,0-1 0,0 1 0,0-1 0,0 0 0,0 0-1,0 0 1,0 0 0,0-1 0,0 1 0,-1 0 0,1-1 0,0 1 0,-1-1 0,1 0-1,-1 1 1,0-1 0,1 0 0,-1 0 0,2-4 0,-2 1 3,0 0-1,0-1 1,0 1-1,0-1 1,-1 0 0,0 1-1,0-1 1,-1 1 0,0-1-1,-1-6 1,0 4 6,-1-1 1,-1 1-1,1 0 0,-1 0 0,0 0 1,-1 0-1,0 1 0,0-1 1,-1 1-1,0 1 0,-11-11 1,-7-5 167,-50-34 0,60 46-67,-1 0 1,0 1-1,-1 1 0,1 1 0,-2 0 0,1 0 1,-1 2-1,0 0 0,0 1 0,0 1 1,-1 0-1,-27 1 0,41 2-72,0 0 0,0 0 0,0 1 1,0 0-1,0 0 0,0 0 0,0 0 0,0 1 0,1 0 0,-1-1 0,0 1 0,1 1 1,-1-1-1,1 0 0,0 1 0,0 0 0,0 0 0,0-1 0,0 2 0,1-1 0,-1 0 1,1 1-1,0-1 0,0 1 0,0-1 0,0 1 0,1 0 0,0 0 0,-2 5 0,-2 12 94,1 1-1,0-1 1,2 1-1,0 30 1,1-29-9,2 0 1,0 0 0,2 0 0,0 0 0,2-1 0,0 0-1,15 39 1,-12-44-109,0-1 1,1 1-1,1-2 0,0 1 0,1-1 0,1-1 0,0 0 1,1 0-1,0-2 0,19 15 0,-13-14-292,0-1-1,0-1 1,1-1 0,0-1-1,1 0 1,0-1-1,1-2 1,-1 0 0,31 4-1,-11-7-2043,48-1 1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2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318 215 4866,'0'0'3172,"-12"14"-2627,0-2-480,1 1-1,-11 19 1,22-32-62,-1 1-1,1 0 0,-1-1 0,1 1 0,0 0 0,-1 0 1,1-1-1,0 1 0,-1 0 0,1 0 0,0 0 0,0 0 1,0-1-1,0 1 0,0 0 0,0 0 0,0 0 0,0 0 1,0 0-1,0-1 0,1 1 0,-1 0 0,0 0 0,1 0 1,-1-1-1,0 1 0,1 0 0,-1 0 0,1-1 0,-1 1 1,1 0-1,-1-1 0,1 1 0,-1-1 0,1 1 1,0-1-1,0 1 0,-1-1 0,1 1 0,0-1 0,-1 1 1,2-1-1,34 7 41,-33-6-36,11 0 12,0 0-1,0-1 1,0 0-1,1-1 1,-1-1-1,20-4 1,-29 4-20,-1 1 0,1-1 0,0 0-1,0 0 1,-1 0 0,0-1 0,1 1 0,-1-1 0,0 0 0,0 0 0,0-1 0,-1 1 0,1-1 0,-1 0 0,0 0 0,0 0 0,0 0 0,-1-1 0,1 1 0,-1-1 0,2-5 0,-2 3-3,0 1 1,-1 0-1,0 0 0,0 0 1,0-1-1,-1 1 0,0 0 0,0-1 1,0 1-1,-1 0 0,0 0 1,0-1-1,-1 1 0,0 0 0,0 0 1,0 0-1,-1 1 0,0-1 0,0 1 1,0-1-1,-1 1 0,0 0 1,0 0-1,0 0 0,0 1 0,-1-1 1,0 1-1,0 0 0,-6-3 1,-3-2 2,0 0 1,0 1 0,-1 1-1,-1 1 1,1 0 0,-1 1 0,0 0-1,0 1 1,-1 1 0,-19-1-1,20 2 4,-1 2-1,1 0 0,0 0 1,-17 4-1,27-3 0,0 1 1,0-1 0,1 1-1,-1 1 1,0-1-1,1 1 1,0 0 0,0 0-1,-1 1 1,2-1 0,-1 1-1,0 0 1,-6 8-1,2 0 25,0 0 0,1 1 0,0 0-1,1 0 1,1 1 0,0 0 0,0 0-1,2 0 1,0 0 0,-5 31 0,6-16 94,1 1 0,1 0 0,2 0 0,6 47 0,-3-59-146,0 1 1,1-1 0,1 0 0,1-1 0,0 0-1,1 0 1,1 0 0,1-1 0,0 0 0,1-1-1,1 0 1,0-1 0,1 0 0,1-1 0,0 0-1,0-1 1,1-1 0,1-1 0,0 0 0,0 0-1,1-2 1,0 0 0,1-1 0,0-1 0,0-1-1,0 0 1,0-1 0,31 2 0,-21-3-486,1-2-1,-1-1 1,1-2 0,-1 0 0,0-2 0,32-8-1,-42 7 313,-1-1-1,-1 0 0,1-2 0,-1 0 1,0 0-1,-1-1 0,0-1 1,0-1-1,-1 0 0,24-26 1,-23 20 228,0-2 0,-1 0 0,-1-1 0,-1 0 0,-1-1 0,0 0 0,-2-1 0,-1 0 0,6-24 0,-6 15 285,-2 0-1,-1-1 0,-2 1 0,-1-1 0,-1 0 0,-4-38 0,2 63-230,0-1-1,0 1 0,-1-1 0,0 1 0,0 0 1,-1-1-1,1 1 0,-2 0 0,1 1 0,-1-1 1,0 0-1,-9-10 0,9 13-22,0 0 0,0 1 0,0 0 0,0 0-1,-1 0 1,0 0 0,1 0 0,-1 1 0,0 0 0,0 0 0,0 1 0,0-1-1,0 1 1,-1 0 0,1 0 0,0 1 0,-1 0 0,-10 0 0,12 1-21,0-1-1,0 1 1,0 0 0,0 0 0,0 0 0,0 1 0,0-1 0,0 1 0,0 0 0,1 0-1,-1 0 1,1 1 0,-1-1 0,-3 4 0,2 0-7,-1 0 1,1 1-1,1-1 0,-1 1 1,1 0-1,0 0 0,-3 7 1,-1 6 18,2 0 1,0 0 0,1 0 0,1 1 0,-2 23 0,4-24-1,1-1-1,1 0 1,1 1 0,0-1 0,2 0 0,0 1 0,6 18 0,-7-31-43,1 1 1,0-1-1,0 1 0,1-1 0,0 0 1,0 0-1,0 0 0,1-1 0,0 0 1,1 0-1,-1 0 0,1 0 0,0-1 0,1 0 1,-1 0-1,1-1 0,0 1 0,0-2 1,12 6-1,-11-6-3,1 0 0,-1-1 0,1 0 0,0 0 0,-1-1 0,1 0 0,0 0 1,0-1-1,0 0 0,-1-1 0,1 0 0,0 0 0,0-1 0,-1 0 0,1-1 0,-1 0 0,0 0 0,0-1 0,0 0 1,0 0-1,-1 0 0,1-1 0,-1-1 0,9-8 0,-8 5 1,0-1 0,-1-1 0,0 1 0,-1-1 0,0 0 0,0-1 0,-2 1 0,1-1 0,-1 0 0,-1 0 0,0-1 0,-1 1 0,0-1 0,0-17 0,-2 19 0,0 0 0,-1 1 0,0 0 0,-1-1 0,0 1 0,0 0-1,-1 0 1,0 0 0,-1 0 0,0 0 0,-1 1 0,0-1 0,0 1 0,-1 1 0,0-1 0,-1 1-1,-11-11 1,0 4-108,0 1-1,-1 1 0,0 0 0,-1 2 1,0 0-1,-31-11 0,18 9-2318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4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32 289 4178,'0'0'1819,"-4"17"-1749,-3 12 27,2 1 0,-3 52 0,5-66 994,0-33 293,3-28-1038,-1 0-196,8-74 0,-5 107-152,0-1 1,1 1-1,0-1 0,1 1 0,0 0 0,1 0 0,0 1 0,1-1 0,1 1 0,12-17 0,-17 25-2,1 1 0,0-1 1,-1 1-1,1 0 1,0-1-1,0 1 1,0 0-1,1 1 0,-1-1 1,0 1-1,1-1 1,-1 1-1,6-1 1,-7 2-4,-1-1 1,1 1 0,0 0 0,0 0 0,0 0 0,0 0 0,0 0 0,0 1 0,-1-1 0,1 0 0,0 1-1,0 0 1,0-1 0,-1 1 0,1 0 0,0 0 0,-1 0 0,1 0 0,-1 0 0,1 0 0,-1 0 0,1 1-1,-1-1 1,0 0 0,0 1 0,0-1 0,0 1 0,2 2 0,4 12-5,-1 0 0,0 0 0,-1 1-1,0-1 1,-2 1 0,3 25 0,1 106 9,-7-146 2,1 207 203,-1-263-116,-1-9-53,11-95 1,-8 138-43,2 1 1,0-1 0,2 1-1,0 0 1,1 1 0,1-1-1,0 1 1,1 1 0,15-21-1,-21 34-5,1-1-1,0 1 1,1-1 0,-1 1-1,1 0 1,0 1-1,-1-1 1,2 1 0,-1 0-1,11-4 1,-14 6 0,1 0-1,0 0 1,0 0 0,0 0 0,0 1-1,0 0 1,0-1 0,-1 1 0,1 0 0,0 0-1,0 1 1,0-1 0,0 1 0,0-1 0,0 1-1,0 0 1,-1 0 0,1 0 0,0 0 0,-1 1-1,1-1 1,-1 1 0,1-1 0,-1 1 0,4 3-1,0 3 7,0-1 0,-1 1-1,0 0 1,0 0-1,-1 1 1,0 0-1,0-1 1,-1 1-1,5 19 1,12 93-12,-19-109 19,11 286 100,-12-279-93,0-15 41,-2-11 80,-5-26-43,2 0 1,2 0 0,0-1-1,5-51 1,-2 35-87,0 27-2,2 0 0,0 0 0,1 0 1,1 0-1,14-40 0,-14 50-25,2 1-1,-1 0 1,1 0-1,1 1 1,0-1 0,0 1-1,1 1 1,1 0-1,0 0 1,0 0 0,16-11-1,-19 17 1,-1 1-1,1-1 1,0 1-1,0 1 1,0-1-1,12-2 1,-16 4 18,1 0 0,-1 1 0,1-1 0,0 1 0,-1 0 0,1 0 0,-1 0 0,1 0 0,0 0 0,-1 0 0,1 1 0,-1 0 1,1-1-1,-1 1 0,1 0 0,-1 0 0,1 0 0,-1 0 0,0 1 0,4 1 0,-3 1 4,0 1-1,0-1 1,0 1 0,0-1-1,0 1 1,-1 0 0,0 0-1,0 0 1,1 8 0,12 58 5,-6 26 158,-4 1-1,-8 112 1,-3-150-87,4-47-178,0 1 1,1 0 0,1 0-1,1 24 1,-1-38 38,0 0-1,0 0 1,0 1 0,0-1 0,1 0 0,-1 0 0,0 1 0,0-1 0,0 0-1,0 0 1,0 1 0,0-1 0,1 0 0,-1 0 0,0 1 0,0-1 0,0 0 0,1 0-1,-1 0 1,0 0 0,0 1 0,1-1 0,-1 0 0,0 0 0,0 0 0,1 0 0,-1 0-1,0 0 1,0 0 0,1 0 0,-1 1 0,0-1 0,0 0 0,1 0 0,-1 0-1,0 0 1,1-1 0,-1 1 0,0 0 0,0 0 0,1 0 0,-1 0 0,26 0-4830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4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0 494 4626,'0'0'1505,"29"-4"-1489,-2-1-11,29-3 16,72-3 1,-123 11-20,167-11 38,-140 7-42,0-1 0,0-1 0,38-14 1,-67 19 1,0 0 1,-1 0-1,1 0 1,0-1 0,0 1-1,-1-1 1,1 1-1,-1-1 1,1 0 0,-1 0-1,0 0 1,0-1-1,0 1 1,0 0 0,0-1-1,0 1 1,-1-1-1,1 0 1,-1 1 0,0-1-1,1 0 1,-1 0-1,-1 0 1,1 0-1,0 0 1,-1 0 0,1 0-1,-1 0 1,0 0-1,0 0 1,-1 0 0,1-1-1,0 1 1,-1 0-1,0 0 1,0 0 0,0 1-1,0-1 1,0 0-1,0 0 1,-1 0 0,1 1-1,-1-1 1,0 1-1,0-1 1,0 1 0,0 0-1,-3-2 1,-9-9 5,-1 2-1,-1 0 1,0 0 0,0 2-1,-31-14 1,-95-28 160,120 44 79,-1 2-1,0 0 1,0 1-1,-1 2 1,-37 0-1,56 2-224,1 0-1,-1 1 1,0 0-1,0 0 1,0 0-1,1 1 1,-1 0-1,1 0 1,-1 0-1,1 0 1,0 1-1,0-1 1,0 1-1,0 0 1,0 0-1,1 1 1,-1-1 0,1 1-1,0 0 1,0 0-1,0 0 1,1 0-1,-1 0 1,1 0-1,0 1 1,-2 6-1,-3 8 28,2 0-1,0 0 1,0 1-1,2-1 1,-1 26-1,1-10 12,1 0 0,2-1-1,2 1 1,9 59 0,-9-85-55,0 0 0,1 0 0,0 0 0,0 0 0,0-1 0,1 0 0,1 0 0,-1 0 1,1 0-1,1-1 0,-1 1 0,1-1 0,1-1 0,-1 1 0,1-1 0,0 0 0,1-1 0,-1 0 0,1 0 0,0 0 1,0-1-1,0 0 0,11 3 0,-1-3-1,1-1 0,0 0 0,0-1 1,0-1-1,20-2 0,-25 1-2,1 0-8,0-1 0,-1 0-1,1-1 1,0-1 0,-1 0 0,0-1-1,21-9 1,-14 3-19,-1-1 1,0-1-1,0-1 0,20-17 0,-7 3 12,-1-1 0,-2-1 0,0-1 0,-2-2-1,-2-1 1,-1-1 0,-1-2 0,35-71 0,-53 91 25,0-1 1,-1 0-1,0 0 1,-2 0-1,0 0 1,0-1-1,-2 1 1,0-1-1,-2 1 1,1-1-1,-5-17 0,5 31 1,-1-1 0,0 1 0,0 0 0,-1 0 0,1 0 0,-1 1 0,0-1 0,0 0 0,0 1 0,0-1 0,-1 1 0,1 0 0,-1-1 0,0 1 0,0 1 0,0-1 0,-1 0 0,1 1-1,0-1 1,-5-1 0,0 1 17,0-1-1,0 2 0,0-1 0,0 1 0,0 0 1,0 1-1,-1 0 0,-16 0 0,24 1-25,-1 0 0,1-1 0,-1 1-1,1 0 1,-1 0 0,1 0 0,-1 0-1,1 1 1,-1-1 0,1 0 0,-1 1 0,1-1-1,0 1 1,-1-1 0,1 1 0,0 0-1,-1-1 1,1 1 0,0 0 0,0 0 0,-1 0-1,1 0 1,0 0 0,0 0 0,0 0-1,0 1 1,1-1 0,-1 0 0,0 0 0,0 1-1,1-1 1,-1 0 0,1 1 0,-1-1-1,1 1 1,-1-1 0,1 1 0,0-1-1,0 1 1,0-1 0,0 1 0,0-1 0,0 1-1,0-1 1,1 1 0,0 1 0,0 3 0,1 0 1,0-1 0,0 1 0,1-1 0,0 0 0,0 0-1,0 0 1,0 0 0,1-1 0,0 1 0,0-1 0,4 4-1,29 20 20,0-3-1,69 36 0,-64-39-5,-2 2 0,63 47 0,-88-58-15,0 0 0,-1 2-1,-1-1 1,0 2-1,-1 0 1,-1 0-1,17 32 1,-22-34 0,0 1 0,0 0-1,-2 0 1,0 1 0,-1-1 0,0 1 0,-1 0-1,-1 0 1,0 0 0,-2 17 0,0-25 1,0-1 0,0 0 0,0 0 0,-1 1 0,0-1 0,-1 0 0,1 0 1,-1-1-1,0 1 0,-1-1 0,0 1 0,0-1 0,0 0 0,-1-1 0,-9 10 0,4-7 7,-1 1 1,0-2-1,0 1 0,-1-2 0,0 0 0,0 0 0,-24 7 0,16-7 5,-1-1-1,0 0 0,0-2 1,0 0-1,-1-2 0,-25-1 1,43 0 11,0 0 0,0 0 0,0 0 0,0-1 0,1 1 0,-1-1 0,0 0 0,0 0 0,1-1 0,-1 1 0,0-1 0,1 0 0,-1 0 0,1 0 0,0 0 0,0-1 0,0 1 0,0-1 0,0 0 0,-4-5 0,4 3 9,1 0-1,0-1 1,0 1-1,1 0 1,-1-1-1,1 1 0,0-1 1,1 1-1,-1-1 1,1 1-1,0-1 1,1 1-1,-1-1 1,2-6-1,0 4-30,0 0 1,0-1-1,1 1 0,-1 1 1,2-1-1,-1 0 0,1 1 1,0-1-1,1 1 0,0 1 1,0-1-1,0 0 0,1 1 0,0 0 1,0 1-1,1-1 0,-1 1 1,1 0-1,0 1 0,1 0 1,12-6-1,-1 2 8,1 2-1,0 0 1,0 0-1,1 2 1,-1 1-1,1 0 1,33 1-1,-50 2-4,0 0-1,0 0 1,-1 0 0,1 0-1,0 1 1,-1-1-1,1 1 1,0 0-1,-1 0 1,1 1 0,-1-1-1,1 1 1,-1-1-1,0 1 1,0 0-1,0 0 1,5 5 0,-5-3 4,-1-1 1,0 1 0,0 0 0,0 0-1,0 0 1,-1 0 0,1 1 0,-1-1-1,0 0 1,-1 1 0,1-1 0,-1 0-1,0 1 1,0 5 0,-3 14 187,-1-14-367,4-10 134,-1 0 0,1 0 0,0 0 0,-1-1-1,1 1 1,0 0 0,-1 0 0,1 0 0,0 0-1,-1 0 1,1 0 0,0-1 0,-1 1 0,1 0 0,0 0-1,0 0 1,-1-1 0,1 1 0,0 0 0,0 0-1,0-1 1,-1 1 0,1 0 0,0-1 0,0 1-1,0 0 1,0-1 0,-1 1 0,1 0 0,0 0 0,0-1-1,-12-36-5281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8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66 430 1697,'0'0'6995,"0"-10"-4687,-4-68-2103,-2 0 1,-32-142-1,36 211-177,2 6-7,0 1-1,-1-1 1,0 1-1,1-1 1,-1 1 0,0-1-1,0 1 1,0 0 0,0 0-1,-1-1 1,1 1-1,-3-3 1,2 13 137,23 519-177,-12-404 40,-6-57-6,3 0 1,18 83-1,-21-137-2,0-1 1,1 1 0,9 16 0,-12-25-172,0 0-1,1 0 1,0 0 0,0-1 0,0 1 0,0-1 0,0 0 0,1 1-1,-1-1 1,0 0 0,1 0 0,0 0 0,-1-1 0,1 1 0,0-1-1,6 3 1,16-2-4284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9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452 160 4498,'0'0'1273,"34"-4"-796,114-14 486,-134 16-863,0 1 0,0 0-1,0 1 1,0 0-1,0 2 1,0-1 0,-1 2-1,1 0 1,-1 0 0,1 1-1,-1 1 1,0 0-1,18 11 1,-24-11-83,0 1-1,0 0 1,-1 0-1,1 1 1,-1 0-1,-1 0 1,1 0 0,-1 1-1,-1 0 1,1 0-1,-1 0 1,-1 0-1,1 1 1,-2-1 0,1 1-1,-1 0 1,0 0-1,-1 0 1,1 11-1,-1-6-6,-1-1-1,0 1 0,-1 0 0,0-1 0,-1 0 0,-1 1 0,0-1 0,0 0 0,-2 0 1,0 0-1,0-1 0,-1 0 0,0 0 0,-13 18 0,7-15 7,0-1 0,-1 0 1,0-1-1,-1 0 0,-1-1 0,0 0 0,-1-2 1,0 0-1,0 0 0,-20 7 0,17-8 80,-1-2 0,0 0 0,0-1 0,0-1 0,0-1 0,-1-1 0,0-1 0,1-1 0,-1 0 1,0-2-1,-24-3 0,31 1-37,-1 0 1,0-1 0,0 0-1,1-1 1,0-1 0,0 0 0,1-1-1,0-1 1,0 0 0,0-1-1,1 0 1,0-1 0,1 0-1,0 0 1,-17-23 0,21 22-14,-1 0 0,1-1 0,1 0 0,0 0 0,1 0-1,0-1 1,1 0 0,0 0 0,1 0 0,0 0 0,1 0 0,1-1 0,0 1 0,1-1 0,0 1 0,1 0 0,1-1 0,0 1-1,1 0 1,0 0 0,1 0 0,0 0 0,1 0 0,1 1 0,0 0 0,0 0 0,10-11 0,-2 5-41,1 1-1,1 0 1,1 1 0,1 1 0,0 0 0,1 1 0,0 2-1,1 0 1,0 1 0,1 0 0,27-8 0,-10 6-4,1 2 0,1 2 0,-1 1 0,1 3 0,69-2 0,-88 6-2,1 1 0,0 1 0,-1 1 0,1 1 0,-1 0 0,0 2 0,0 1 0,0 0 0,-1 2 0,1 0 0,-2 1 0,0 1 0,20 14 0,-11-4 12,-1 0-1,-1 2 0,-1 1 0,0 1 0,-2 1 0,-2 1 1,0 1-1,-1 1 0,-2 0 0,23 49 0,-33-59 17,0 1 0,-1 0 0,-1 1 0,-1 0-1,-1 0 1,0 0 0,-2 0 0,0 1 0,-1-1 0,-2 1-1,0-1 1,0 0 0,-2 1 0,-1-1 0,-1 0-1,0-1 1,-1 1 0,-1-1 0,-11 21 0,3-15 22,-1-1 0,0 0 0,-2-1 1,-1 0-1,-35 32 0,1-9 74,-77 52 0,48-42-99,-4-4 0,-106 48 0,131-73-598,0-3 1,-1-3-1,-2-3 1,-84 14-1,-102-15-6290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43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96 482 2545,'0'0'2455,"-3"-30"-2431,-11-100-8,6 79 182,-1 0 1,-24-70-1,5 25 1421,28 94-813,0 6-347,2 30-484,2 1 0,1-1 0,2-1 0,13 42 1,0 2-31,6 38-171,-4 0 1,-6 2 0,1 149-1,-17-266 186,0 0 0,0 0-1,0 1 1,0-1 0,0 0 0,0 0-1,0 0 1,0 0 0,0 0 0,0 0 0,0 1-1,0-1 1,0 0 0,0 0 0,0 0-1,0 0 1,-1 0-121,1 0 121,0 0 0,0 1-1,0-1 1,0 0 0,0 0 0,0 0 0,-1 0-1,1 0 1,0 0 0,0 0 0,0 0-1,0 0 1,0 0 0,0 0 0,-1 0-1,1 0 1,0 0 0,0 0 0,0 0-1,0 0 1,0 0 0,0 0 0,0 0 0,-1 0-1,1 0 1,0 0 0,0 0 0,0-1-1,0 1 1,0 0 0,0 0 0,-1 0-121,1 0 121,0 0-1,0 0 1,0-1 0,0 1 0,0 0-1,-8-8-906,-14-35-1937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43.3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0 2049,'0'0'4146,"-95"155"-4034,62-75-48,3-9-48,7-8 32,5-13-48,0-14-944,9-16-2258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43.5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1 122 6131,'0'0'560,"166"-18"-704,-38-12 144,14 10 80,-2 2-80,-18 3 0,-33 9-1729,-44-9-1456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44.3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446 60 2449,'0'0'3732,"8"-10"-3158,24-30-80,-24 31-38,-27 31 272,-22 24-629,-2-2 0,-2-1-1,-1-3 1,-2-2 0,-2-1-1,-66 35 1,77-56-80,-6 5 541,43-20-205,7-1 0,96-2 55,112 4-191,-180 0-215,-2 2-1,1 2 0,0 0 0,48 18 0,18 21 20,-11-4-1596,-65-36-1228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44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463 0 4930,'0'0'3090,"-27"23"-2754,-2 4-281,-7 7-10,-1-2 1,-65 43 0,68-53 306,-1-2-1,0-1 1,-1-2-1,-54 19 1,88-34 365,13 0-781,-7-2 126,148 19 17,155 24-11,-249-32-158,147 21-2707,-161-30-714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45.6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459 0 3201,'0'0'4789,"-2"4"-4234,-6 6-470,1 0-1,-1 0 1,0-1-1,-1 0 1,0 0-1,-1-1 1,-14 10-1,-80 47-10,100-63-66,-3 2 24,-32 19 169,-1-1-1,-1-2 1,-1-1-1,-55 15 1,127-22 245,394 119-348,-294-92 112,-27-8-4435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46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399 1 4418,'0'0'2796,"-9"5"-2113,-112 77 73,73-47-695,-2-2 0,-1-3 0,-66 30 0,115-59 406,26 6 438,567 146-444,-546-142-628,74 11-1,-49-19-2768,-52-3-2170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46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329 95 3522,'0'0'3529,"-20"27"-3270,5-6-240,-118 171 26,95-131-12,-72 90 1,99-139-23,10-14 15,17-24-5,-7 13 2,129-194 104,-116 168-6,-1-2 1,-2 0-1,21-67 0,-35 90 54,-3 11-32,-1 1 0,1-1 1,0 1-1,1 0 0,-1 0 0,1 0 1,5-6-1,-8 11-126,1 0 0,0 0 0,0 1 0,-1-1 0,1 1 1,0-1-1,0 1 0,0-1 0,0 1 0,0 0 0,0-1 0,0 1 0,0 0 0,0 0 1,0 0-1,0-1 0,0 1 0,0 0 0,0 0 0,0 0 0,0 1 0,0-1 0,-1 0 0,1 0 1,0 1-1,0-1 0,0 0 0,0 1 0,0-1 0,0 1 0,0-1 0,0 1 0,-1-1 0,1 1 1,1 1-1,29 28-338,-28-27 325,141 145-109,-119-127 104,-1-1 1,2 0 0,1-2-1,39 20 1,-39-28-1190,-21-8-1616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47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236 150 2433,'0'0'4119,"-19"21"-3993,2-3-118,0 0-4,0 0 0,1 2 0,2 0 0,0 1 0,-17 33 0,-59 125 86,90-177 65,4-6-20,12-15 96,23-34 217,-16 14-309,-1-2 1,-3 0-1,-1-1 0,-2-1 1,-2-1-1,-2 0 1,6-47-1,-16 85-111,-2 1 51,1-1 1,1 1 0,-1-1-1,1 1 1,4-10 0,-5 14-76,-1 1 0,1-1 0,-1 0 0,1 0 0,0 0 0,-1 1 0,1-1 0,0 0 0,0 1 1,-1-1-1,1 1 0,0-1 0,0 1 0,0-1 0,0 1 0,0-1 0,0 1 0,0 0 0,0 0 1,0-1-1,0 1 0,0 0 0,0 0 0,0 0 0,0 0 0,0 0 0,0 0 0,0 1 0,0-1 1,0 0-1,0 0 0,-1 1 0,1-1 0,0 0 0,0 1 0,0-1 0,0 1 0,0-1 0,0 1 0,-1 0 1,2 0-1,12 11-75,0 0 0,-1 0 0,-1 1 1,0 1-1,13 19 0,11 12 88,-17-22 60,2-2 1,0 0-1,2-1 1,35 25 0,-46-37-290,0-1 0,0 0 1,1-1-1,0-1 1,0 0-1,1 0 1,-1-2-1,1 1 1,0-2-1,0 0 1,21 1-1,9-3-3333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47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42 4050,'0'0'3068,"-10"-6"-2129,-32-22-229,32 21-302,12 7-256,6 1-167,1 0-1,-1 1 1,0 0-1,0 0 1,0 1 0,0 0-1,11 6 1,8 3 21,52 15 78,-54-20-50,-1 1 0,0 0 0,0 2 0,-1 1 0,-1 1 0,36 24 0,-56-34-36,1 0 0,-1 0 0,0 0 0,0 0 0,0 0 0,0 0 0,0 0 0,0 1 0,0-1 0,-1 1 0,1-1 0,-1 1 0,0 0-1,0 0 1,0 0 0,0-1 0,0 1 0,-1 0 0,1 0 0,-1 0 0,0 0 0,0 0 0,0 0 0,0 0 0,0 0 0,-1 0 0,1 0 0,-1 0 0,0 0-1,0-1 1,0 1 0,0 0 0,-3 5 0,-3 1-2,0 0 0,0 0 0,-1-1 1,0 0-1,0-1 0,-1 1 0,-16 10 0,-4 1 10,-2-1-1,1-2 1,-34 13 0,43-21-506,0-1 0,0-1 0,0 0 0,-1-2 0,-43 3 0,22-7-2288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48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206 0 1537,'0'0'5239,"-17"1"-4329,-50 1-125,50-2-308,19 8 150,6-1-631,0 0 0,0-1-1,1 0 1,0 0 0,0-1-1,0 0 1,11 4 0,14 7 22,396 248 284,-429-264-303,85 61 23,-86-61-19,1 0 0,-1 1 0,0-1 1,1 0-1,-1 0 0,0 0 0,0 1 0,1-1 1,-1 0-1,0 0 0,0 1 0,1-1 0,-1 0 0,0 0 1,0 1-1,0-1 0,0 0 0,1 1 0,-1-1 1,0 0-1,0 1 0,0-1 0,0 0 0,0 1 0,0-1 1,0 0-1,0 1 0,0-1 0,0 0 0,0 1 1,0-1-1,0 0 0,0 1 0,0-1 0,0 0 0,-1 1 1,1-1-1,0 0 0,0 1 0,0-1 0,0 0 1,-1 1-1,1-1 0,-16 8 159,10-5-85,-90 46 335,-120 83 1,10-6-718,104-76-1597,4-17-3311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02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4220 6467,'0'0'1721,"-5"-42"-1478,2 22-244,-31-295 279,6-62 1013,-90-840 259,51 763-1449,-64-471 73,110 515-99,22 409-87,0 0 1,-1 0-1,1 0 1,0 0-1,0 0 1,0 1-1,0-1 1,0 0-1,0 1 1,0-1-1,0 1 1,0-1-1,1 1 1,-1 0-1,0-1 1,0 1-1,3 0 1,1-2-28,25-6-29,60-7-1,-60 11 65,1064-90 17,179 38-58,924-28 82,-1476 70-28,1055-26 22,193 2 36,-1508 32-59,379-11-10,489-4-15,-984 22 31,841-21 12,-267-10-77,1 30 73,-409 1-27,699 55-97,-101-6-16,-889-45 60,-145-4 8,516 27-1010,-452-19 1079,-138-8 21,-1-1 0,1 1-1,-1 0 1,1 0 0,-1 0 0,1 0 0,-1-1 0,0 1-1,1 0 1,-1 0 0,0 0 0,0 0 0,1 0-1,-1 0 1,0 0 0,0 0 0,0 0 0,0 0-1,-1 0 1,1 0 0,0 0 0,-1 1 0,1 7-185,0 78 76,1 124 177,-29 223 0,-82 695 167,16 169 263,61-332-351,22-547-110,1 2-58,9-276 18,2 156 68,0-289-89,0 0 1,1 0 0,6 21-1,-3-14-2,-4-16-9,0 0-1,0 0 1,0 1 0,-1-1 0,0 0 0,1 1 0,-1-1 0,-1 0 0,1 1-1,0-1 1,-1 0 0,1 1 0,-1-1 0,0 0 0,0 0 0,-1 0 0,1 0-1,0 0 1,-1 0 0,0 0 0,0 0 0,0-1 0,0 1 0,0 0 0,0-1-1,-1 0 1,1 0 0,-6 4 0,-65 32 17,-2-2-1,-96 30 1,11-4-7,15 4 56,4 6 0,-202 137 1,299-180-70,1 2 0,1 2 0,2 2 0,-40 44 0,76-73-449,8-10 270,9-12 4,0-9-47,-2-1 1,-1 0-1,14-54 1,4-84-158,-1 9 106,-15 107 297,-12 47 25,0 6 42,-1 11-40,0 1 1,-2 0-1,0-1 0,0 0 0,-7 17 0,-35 82 155,25-66-132,-9 21 138,-3-1-1,-55 86 1,84-150-164,0 1 0,-1-1 1,2 0-1,-1 1 1,1-1-1,-1 1 1,2 0-1,-1 0 1,1 0-1,-1 0 1,1 9-1,6-14 3,266-15 297,-170 6-557,186 7 0,-270 3 45,-17-2 155,0 0 0,0 0 0,1 0 1,-1 0-1,0 1 0,0-1 1,1 0-1,-1 0 0,0 0 1,0 0-1,0 0 0,1 0 0,-1 1 1,0-1-1,0 0 0,0 0 1,0 0-1,1 1 0,-1-1 1,0 0-1,0 0 0,0 1 0,0-1 1,0 0-1,0 0 0,0 1 1,1-1-1,-1 0 0,0 0 1,0 1-1,0-1 0,0 0 1,0 0-1,0 1 0,0-1 0,0 0 1,-1 0-1,1 1 0,0-1 1,0 0-1,0 0 0,0 1 1,0-1-11,-1 1 0,1-1 0,0 0 0,-1 1 0,1-1 0,0 1 0,-1-1 0,1 0 0,-1 1 0,1-1 0,-1 0 0,1 0 0,-1 1 1,1-1-1,-1 0 0,1 0 0,-1 0 0,1 0 0,-1 0 0,1 0 0,-1 0 0,1 0 0,-1 0 0,1 0 0,-1 0 0,-12 2-591,0-2-1,0 1 0,0-2 0,1 0 1,-25-5-1,22 1-897,1-1 0,-21-12-1,35 18 1507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05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298 104 2705,'0'0'913,"-155"21"-337,84-9 64,20-9 545,31-3 976,35 0-1681,68-3-400,44-24-80,37 3 48,17 1-48,3 2-32,-9 3-1137,-20 9-383,-36-6-481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05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2257,'0'0'4194,"9"124"-4370,6-23 416,0 3 0,0-6-176,0-3-16,-3-12-48,2-5 32,-2-16-32,-3-17-208,0-25-2017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06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3105,'1'32'1188,"0"-27"-1157,3 68 85,20 109 1,37 78-102,14 70 28,-75-327-13,0-10 122,-6-271 699,7 261-854,0 0 0,0-1 0,2 1 0,0 0 0,1 1 1,7-18-1,-9 26-5,1 1 0,0 0 0,1 0 1,-1 0-1,2 1 0,-1-1 1,1 1-1,-1 0 0,2 0 0,-1 0 1,1 1-1,0 0 0,0 0 0,0 1 1,11-7-1,-15 10 3,0 0 0,0 0 0,1 0 0,-1 0 0,0 0 0,1 0 0,-1 0 0,1 1 0,-1-1 0,0 1 0,1 0 0,-1 0 0,1 0 0,-1 0 0,1 0 1,-1 1-1,1-1 0,-1 1 0,1-1 0,-1 1 0,0 0 0,1 0 0,-1 0 0,0 0 0,0 0 0,0 1 0,1-1 0,-2 1 0,1-1 0,0 1 0,0 0 0,0 0 0,-1-1 0,1 1 0,-1 1 0,1-1 0,-1 0 0,0 0 1,0 0-1,0 1 0,0-1 0,0 3 0,5 12-34,-2 1-1,0-1 1,-1 1 0,2 29 0,-4-33 34,3 183 58,-3-80-15,-1-109-34,0 0 1,1 1-1,0-1 0,0 0 1,4 12-1,-4-18-3,0 1 1,0-1-1,0 0 0,0 0 0,1 0 0,-1 0 0,1 0 1,-1 0-1,1 0 0,0-1 0,-1 1 0,1 0 1,0-1-1,0 0 0,0 1 0,0-1 0,0 0 0,1 0 1,-1 0-1,0 0 0,1 0 0,3 0 0,3 1 11,1-1-1,0 0 0,0-1 0,-1 0 0,1 0 0,0-1 0,0 0 0,-1-1 0,1 0 1,16-6-1,-12 2-11,0 0 1,-1-1 0,1 0-1,-1-2 1,-1 1 0,18-16 0,-15 10-52,0-1 0,-1 0 0,-1 0 0,-1-2 0,0 1 0,-1-2 1,0 1-1,-2-1 0,0-1 0,9-31 0,-13 36 71,-2 0 0,1-1 0,-2 1-1,0-1 1,-1 0 0,-1 0 0,0 0 0,-1 1-1,0-1 1,-1 0 0,-1 0 0,0 1 0,-1 0-1,-1 0 1,0 0 0,-1 0 0,0 1 0,-11-16-1,16 26 26,-1 0-1,0 1 1,0-1-1,0 1 0,0-1 1,0 1-1,0 0 1,-1 0-1,1 0 0,-1 0 1,1 0-1,-1 0 1,0 1-1,0 0 1,0-1-1,-4 0 0,6 3-38,1 0 0,-1 0-1,1 0 1,-1 0 0,1 0 0,0 0-1,-1 0 1,1 0 0,0 0-1,0 0 1,0 0 0,0 0-1,0 0 1,0 0 0,0 0-1,0 0 1,1 2 0,-1 2-5,0 49-14,3 0 0,17 89-1,28 89 38,-47-226-49,5 19 92,-6-24-81,0-1 1,1 1-1,-1 0 0,0-1 0,1 1 1,-1 0-1,0-1 0,1 1 1,-1 0-1,1-1 0,-1 1 0,1-1 1,-1 1-1,1-1 0,0 1 1,-1-1-1,1 1 0,-1-1 1,1 0-1,0 1 0,0-1 0,-1 0 1,1 1-1,0-1 0,1 0 1,-2 0-40,1 0-1,-1 0 1,1 0 0,-1 0 0,0 0 0,1 0 0,-1 0 0,1 0 0,-1 0 0,0 0 0,1-1 0,-1 1 0,1 0 0,-1 0 0,0 0 0,1-1 0,-1 1 0,0 0-1,1 0 1,-1-1 0,0 1 0,0 0 0,1-1 0,-1 1 0,0 0 0,1-1 0,6-27-2076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06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 4498,'0'0'288,"-39"181"-224,51-145-32,33-28 160,8-8 369,4-11-65,-13-31-176,-20-3-160,-18 7-16,-6 2-144,-3 24-1120,-18 12-2498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06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0 523 4002,'0'0'3345,"3"-9"-2798,6-16-491,1 1-1,1 0 1,1 0 0,23-31-1,-16 25-52,-1-1-1,21-49 1,-33 61 12,0-1 1,-1 0 0,-1 1-1,-1-2 1,0 1 0,-2-29-1,0 47-12,-1-1 0,0 1 0,0-1 0,0 1 0,0 0 0,-1-1-1,1 1 1,-1 0 0,1-1 0,-1 1 0,0 0 0,0-1 0,0 1 0,0 0 0,0 0 0,-3-3-1,1 3-3,1 1 0,0-1 0,-1 1 1,1 0-1,-1 0 0,0 0 0,1 1 0,-1-1 0,0 1 0,1-1 0,-1 1 0,0 0 0,1 0 0,-5 1 0,2-1-8,-1 0 0,1 0 0,0 1-1,0 0 1,0 0 0,0 0 0,0 1 0,0 0 0,0 0 0,0 0 0,1 0 0,-1 1 0,1 0 0,-1 0 0,1 0-1,0 0 1,0 1 0,1 0 0,-6 6 0,5-4-2,0 0 0,0 0 1,1 0-1,0 1 0,0-1 0,1 1 0,0 0 0,0-1 1,1 1-1,-1 0 0,2 0 0,-1 0 0,1 0 0,0 10 1,1-13 7,-1 0 0,1 0 0,0 0 0,1 0 0,-1 0 0,1 0 0,-1-1 0,1 1 0,0 0 0,0-1 0,1 1 0,-1-1 0,1 0 0,0 0 0,0 0 0,0 0 0,0 0 0,0-1 0,1 1 0,6 3 0,7 3 0,0-2 0,1 1 0,25 6 0,-21-7-8,55 17-1,100 38-765,-154-53 669,-2 2 0,0 0-1,0 1 1,-1 1 0,31 26 0,-45-32 105,1 0-1,-1 0 0,0 1 0,0 0 1,-1 0-1,0 0 0,0 1 1,-1-1-1,0 1 0,3 12 1,-6-17 4,1-1 0,-1 1 0,-1 0 0,1-1 0,-1 1 0,1 0 0,-1 0 0,0-1 0,-1 1 0,1 0 0,0-1 0,-1 1 0,0 0 0,0-1 0,0 1 0,-1-1 0,1 1 0,-1-1 0,1 1 0,-1-1 0,0 0 0,-1 0 0,1 0 0,0 0 0,-1 0 0,0-1 0,1 1 0,-1-1 0,-4 3 0,-4 1 30,-1-1-1,1 0 1,-1 0 0,0-1 0,0-1 0,0 0 0,-23 2 0,-94 2 328,107-7-317,-2 1 0,12 0 1,-1-1-1,1 1 1,-1-2 0,1 0 0,-1-1 0,1 0-1,-23-7 1,33 9-24,1-1 0,-1 0 0,1 1-1,-1-1 1,1 0 0,-1 0 0,1 0 0,0 0-1,-1 0 1,1 0 0,0-1 0,0 1 0,0 0-1,0-1 1,0 1 0,0 0 0,0-1 0,0 1-1,1-1 1,-1 0 0,1 1 0,-1-1 0,1 1 0,-1-1-1,1 0 1,0 1 0,0-1 0,0 0 0,0 1-1,0-1 1,0 0 0,0 0 0,1 1 0,0-3-1,0 1-11,0 0-1,1 0 0,0 0 1,0 0-1,0 0 0,0 0 1,0 1-1,1-1 0,-1 0 1,1 1-1,-1 0 0,1 0 1,0 0-1,0 0 0,0 0 0,4-1 1,8-3-36,1 1 0,0 0 0,0 2 0,0 0 0,0 0 0,22 1 0,1 1-11,62 7 0,-88-4 21,0 0 0,-1 1 0,1 0 0,-1 1 0,1 0 0,-1 1 0,0 0 0,-1 1 0,0 0 0,1 1 0,-2 1 0,1 0 0,-1 0 0,-1 0 0,1 2 0,-1-1 0,9 14 0,-11-14-1936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07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356 193 4274,'0'0'1227,"0"-26"-485,-2-81 322,0 73 205,1 32-786,1 7-112,0 34-154,25 285-299,-6-150 119,-12-89-23,-4-20-4,3 0-1,4 0 1,20 77 0,-21-121 11,-9-20 35,0-5 89,-3-57-26,-4 1 0,-24-103 0,6 37-106,-44-290-15,65 355-28,4 57 26,0 0-1,0 1 0,0-1 0,1 1 1,-1-1-1,1 0 0,0 1 0,0 0 0,0-1 1,1 1-1,-1 0 0,1-1 0,3-3 1,-2 3-9,0 1 1,-1 0-1,1-1 1,0 0-1,-1 1 1,0-1 0,0 0-1,0 0 1,-1 0-1,1-1 1,-1 1-1,0 0 1,0 0-1,0-8 1,-6 18-154,-47 56-65,-96 120 212,32-19-2348,72-100-938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07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0 149 5314,'0'0'2578,"161"-41"-2546,-7 11 16,16 0-48,-19 7-2465,-32-1-2162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09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71 183 3714,'0'0'2694,"-5"10"-2555,-7 14-112,2 1-1,0 0 1,2 0 0,1 1-1,1 0 1,1 0 0,1 1-1,0 44 1,4-70 21,0-6 110,1-28 108,1-1 0,1 1 1,2 0-1,17-55 1,-17 69-276,2 0 1,0 1-1,1 0 1,1 0 0,1 1-1,0 0 1,2 1 0,-1 0-1,23-22 1,-30 34 1,0 1 1,0-1-1,1 1 1,-1 0-1,1 0 0,0 1 1,0 0-1,0 0 0,9-3 1,-12 4-1,0 1 1,1 0-1,-1-1 1,0 1-1,0 0 1,1 0-1,-1 0 0,0 0 1,1 1-1,-1-1 1,0 0-1,0 1 1,1 0-1,-1 0 1,0-1-1,0 1 1,0 0-1,0 1 1,0-1-1,0 0 1,0 1-1,-1-1 0,1 1 1,0-1-1,-1 1 1,2 2-1,8 11-1,-2 2 0,0-1 0,-1 1 0,-1 0-1,-1 1 1,6 19 0,-2 7-1,9 64 1,-9 143 26,-10-249 6,0-6 62,0-55 29,-2 13-89,3-1-1,1 0 0,11-54 1,-11 88-53,1 0-1,1 1 1,0-1 0,1 1 0,0 0 0,0 0 0,2 0 0,-1 1 0,2 0 0,-1 0 0,1 1 0,1 0 0,0 1 0,0-1 0,1 2 0,14-11 0,-18 15-35,0 1 0,1-1 0,0 1 0,0 0 1,0 1-1,0 0 0,0 0 0,1 0 0,-1 1 0,0 0 0,15 0 1,-18 1 42,0 1 1,1-1 0,-1 1 0,0-1 0,0 1 0,0 1 0,1-1 0,-1 0 0,0 1 0,-1 0 0,1 0 0,0 0 0,-1 1 0,1-1 0,-1 1 0,1 0 0,-1 0 0,0 0 0,0 0 0,-1 0 0,5 7 0,1 6 7,-1 0 0,-1 0 1,0 0-1,-1 1 0,-1-1 1,-1 1-1,2 24 1,1 124 15,-6-139 0,0 155 195,0-236-62,3-1-1,2 1 0,19-81 1,-17 108-287,1 0 1,2 1-1,0 0 1,2 0-1,1 1 1,1 1-1,1 0 1,32-39-1,-42 58 49,0 1 0,0-1 1,1 1-1,12-8 0,-17 12 89,1 0 1,-1 0 0,0 0-1,1 1 1,-1-1 0,1 0-1,0 1 1,-1-1-1,1 1 1,-1-1 0,1 1-1,0 0 1,-1 0-1,1 0 1,0 0 0,0 0-1,-1 0 1,1 0 0,0 0-1,-1 1 1,1-1-1,-1 1 1,1-1 0,0 1-1,-1-1 1,1 1-1,-1 0 1,3 2 0,-1 0 3,-1 0 1,1 0-1,-1 0 1,0 1-1,0 0 0,0-1 1,0 1-1,0 0 1,-1 0-1,0 0 1,1 4-1,8 50 19,-4 44 795,-8 143 0,2-238-780,-8 156 138,8-163-165,0 1-24,0-1 0,-1 1 0,1-1 1,0 1-1,0 0 0,0-1 0,0 1 0,0 0 0,0-1 0,0 1 0,1 0 0,-1-1 0,0 1 0,0-1 1,0 1-1,1 0 0,-1-1 0,0 1 0,1-1 0,-1 1 0,0-1 0,1 1 0,-1-1 0,1 1 0,-1-1 0,1 1 1,27 2-1989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09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360 184 3458,'0'0'1403,"7"-25"-1120,21-75-105,-27 99-166,-1-1 0,1 0 0,-1 0 0,0 0-1,0 0 1,1 0 0,-1 0 0,0 1-1,-1-1 1,1 0 0,0 0 0,0 0-1,-1 0 1,1 0 0,-1 0 0,0 1 0,1-1-1,-1 0 1,0 1 0,-2-4 0,2 4 0,-1 0 1,1 0 0,-1 0-1,1 0 1,-1 0-1,0 1 1,1-1 0,-1 0-1,0 1 1,1 0-1,-1-1 1,-3 1 0,-1-2 34,-7 0 8,-1 0 0,0 0 0,0 1-1,0 1 1,-18 2 0,5-1-34,20-1-22,0 1 1,0 0-1,0 1 1,0-1-1,1 1 1,-1 1-1,0-1 1,1 1-1,0 0 1,0 1-1,-8 4 0,5 0-1,-1-1 0,1 2 0,1-1 0,-1 1 0,1 0 0,-7 12 0,5-5-1,0-1 1,2 1-1,0 1 0,1 0 0,0 0 1,2 0-1,0 1 0,-5 33 0,7-29 7,1 1 0,2-1-1,0 1 1,1-1-1,5 26 1,-4-40-3,0 0 0,0 0 1,1 0-1,0-1 0,0 1 0,1-1 1,0 1-1,1-1 0,-1 0 0,1-1 1,1 1-1,-1-1 0,1 0 0,0 0 1,0-1-1,13 9 0,-10-9 0,0-1-1,1 0 1,-1 0 0,1-1-1,0 0 1,0-1 0,0 0-1,0-1 1,1 0 0,-1 0-1,21-2 1,-26 0 4,1 1-1,-1-1 1,1 0 0,-1 0-1,1 0 1,-1-1 0,1 0-1,-1 0 1,0 0 0,0-1-1,0 1 1,6-6 0,-3 2 1,0-1 1,-1 0 0,1 0-1,-1-1 1,-1 0-1,8-11 1,-2-1 1,0-1-1,-2 0 1,0-1-1,-2 0 1,8-28-1,-9 15 28,-2 0-1,-1-1 1,-1 0-1,-3-39 1,0 62 3,0 12-3,0-1 0,0 0 0,0 1-1,0-1 1,0 0 0,0 1 0,0-1 0,-1 0 0,1 1 0,-1-1-1,1 1 1,-1-1 0,0 1 0,-1-3 0,2 3-32,0 1 0,0 0 0,0 0 0,0 0 0,-1 0 0,1 0 0,0 0 0,0 0 1,0 0-1,0 0 0,0-1 0,0 1 0,0 0 0,-1 0 0,1 0 0,0 0 0,0 0 0,0 0 0,0 0 0,0 0 0,0 0 0,-1 0 1,1 0-1,0 0 0,0 0 0,0 0 0,0 0 0,0 0 0,0 0 0,-1 0 0,1 0 0,0 0 0,0 0 0,0 1 0,0-1 0,0 0 0,0 0 1,0 0-1,-1 0 0,1 0 0,0 0 0,0 0 0,0 0 0,0 0 0,0 0 0,0 1 0,0-1 0,0 0 0,0 0 0,0 0 0,0 0 1,0 0-1,-4 22-43,0 379 322,4-394-305,0 1 0,0-1 0,1 1-1,0-1 1,1 1 0,0-1-1,0 0 1,1 0 0,-1 0-1,1 0 1,1 0 0,0-1 0,0 1-1,8 9 1,20 7-1885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10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3938,'0'0'1985,"-1"39"-2017,1-5 22,4 229 41,26 50 192,-6-86-6,-23-209-200,-1-12-10,0 0-1,0 0 0,1 0 1,0 0-1,0 0 0,3 8 1,-3-14 1,-1 0 0,0 0-1,0 1 1,0-1 0,0 0 0,1 0 0,-1 0 0,0 0 0,0 0 0,0 0 0,0 0 0,1 0 0,-1 0 0,0 0 0,0 0 0,0 0 0,1 0 0,-1 0 0,0 0 0,0 0 0,0 0 0,0 0 0,1 0 0,-1 0 0,0 0 0,0 0-1,0 0 1,1 0 0,-1 0 0,0 0 0,0 0 0,0 0 0,0 0 0,0-1 0,1 1 0,-1 0 0,0 0 0,0 0 0,0 0 0,0 0 0,0-1 0,0 1 0,1 0 0,-1 0 0,0 0 0,0 0 0,0-1 0,0 1 0,0 0 0,0 0-1,0 0 1,0-1 0,0 1 0,0 0 0,0 0 0,0 0 0,0 0 0,0-1 0,13-25 473,-1 0-1,-2-1 1,9-31-1,13-36-297,4 13-461,3 1 0,3 2 0,4 1 0,4 3 1,61-72-1,-98 131-2769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10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1 369 4082,'0'0'200,"14"28"-107,9 14-5,55 114 395,-64-123-379,9 39-1,-13-40-78,19 42-1,-28-71-22,0 0-1,1-1 1,0 1-1,-1-1 1,1 1-1,0-1 1,0 1 0,0-1-1,1 0 1,-1 0-1,1 0 1,-1-1-1,1 1 1,-1 0-1,1-1 1,0 0-1,0 1 1,0-1-1,0 0 1,0-1-1,0 1 1,0 0-1,0-1 1,0 0-1,0 0 1,0 0-1,0 0 1,0 0-1,0-1 1,1 1-1,-1-1 1,0 0-1,2-1 1,5-1 0,-1 0-1,0-1 1,0 0-1,0-1 1,-1 0-1,1 0 1,-1-1-1,-1 0 1,9-8-1,8-12-68,-1 0 0,-1-1-1,-2-1 1,0-1 0,-2-1 0,21-48 0,-28 51 101,-1-1 0,-1 0 0,-1 0 0,-1-1 1,-2 0-1,-1 0 0,-1 0 0,-2-33 0,-1 58-1,0 1 0,-1-1 0,0 0-1,1 1 1,-1-1 0,-1 1 0,1-1 0,-1 1-1,1-1 1,-1 1 0,0 0 0,0 0 0,0 0-1,-1 0 1,1 0 0,-1 1 0,1-1-1,-1 0 1,0 1 0,0 0 0,0 0 0,0 0-1,-1 0 1,1 1 0,-7-3 0,-1 0 47,0 1 0,0 0 0,-1 0 1,1 2-1,-1-1 0,1 1 0,-16 1 0,23 1-70,-1-1 0,1 1-1,0-1 1,-1 1 0,1 0-1,0 1 1,0-1-1,-1 1 1,1 0 0,0 0-1,1 0 1,-1 0 0,0 1-1,1-1 1,-1 1 0,1 0-1,-3 4 1,0-1-3,1 1-1,1 0 1,0 0-1,0 0 1,0 1-1,1-1 1,0 1 0,-3 12-1,-1 10 11,2 0-1,2 1 1,0 57-1,2-62-4,2-1 0,1 0-1,0 0 1,2 1 0,8 24-1,-10-42-8,1 1 0,1-1 0,0 0-1,0 0 1,0 0 0,1-1 0,0 1 0,1-1-1,0 0 1,0-1 0,0 1 0,1-1-1,-1 0 1,2-1 0,-1 0 0,1 0-1,15 7 1,-15-9 4,0 0 0,1 0 0,-1-1 0,1 0 0,-1 0 0,1-1 0,0 0-1,0-1 1,0 0 0,0 0 0,-1-1 0,13-2 0,-7 0 0,0-1-1,0-1 1,-1 0-1,1 0 1,-1-2 0,21-12-1,17-15 7,-1-3 0,-2-1-1,62-64 1,-88 79-5,-1-1 0,-1-1-1,-1-1 1,-2-1 0,0 0-1,-2-1 1,-1 0 0,16-47-1,-25 59 9,-1 0 0,0-1 0,-1 1-1,-1-1 1,-1 0 0,0 0 0,-1 1-1,-1-1 1,-4-24 0,5 39-10,-1 0-1,0 0 1,1 0 0,-1 0 0,0 1 0,0-1-1,0 0 1,-1 1 0,1-1 0,0 1 0,0-1-1,-1 1 1,1-1 0,-1 1 0,0 0 0,1 0 0,-1 0-1,0 0 1,-1-1 0,-2 0 15,1 1 1,-1-1-1,1 1 1,-1 0-1,1 1 1,-1-1-1,0 1 1,-5 0-1,1 0 5,1 1 1,0 0-1,0 1 0,0 0 0,0 0 0,0 0 0,0 1 0,0 0 1,-11 7-1,14-6-30,-1 1 0,1-1 0,0 1 0,0 0 1,0 1-1,1-1 0,0 1 0,0 0 1,0 0-1,1 0 0,0 1 0,0-1 0,0 1 1,1 0-1,-2 8 0,3-9 1,0-1 0,1 0 0,-1 1 0,1-1 0,0 1 0,0-1 0,1 1 0,0-1 1,0 1-1,0-1 0,0 0 0,1 1 0,0-1 0,0 0 0,1 0 0,-1 0 0,1-1 0,0 1 0,0-1 0,1 1 0,5 5 0,4 2 3,1-1 0,0 0 0,1-1 0,27 14 0,74 27 5,-87-41-3,0 3-1,0 0 0,-2 1 1,1 2-1,36 28 1,-60-39-2,0-1 0,0 0 0,0 1 1,0 0-1,-1 0 0,0 0 0,0 1 1,0-1-1,-1 0 0,0 1 0,0 0 1,0 0-1,-1-1 0,0 1 0,1 8 1,-2-11 6,0-1 0,0 1 0,0-1 0,0 1 0,0 0 0,0-1 0,-1 1 0,1-1 0,-1 1 0,0-1 0,0 1 0,0-1 0,0 0 0,0 1 0,0-1 0,-1 0 0,1 0 0,-1 0 0,1 0 0,-1 0 0,0 0 0,0 0 0,0-1 0,0 1 0,0-1 0,0 1 0,0-1 0,-1 0 0,1 0 0,0 0 0,-1 0 0,1 0 0,-1-1 0,1 1 0,-4 0 0,4 0 90,-1-1 0,1 1 0,-1-1 0,1 0 0,-1 1 0,1-1 0,-1 0 0,1-1 0,0 1 0,-1 0 0,1-1 0,-1 1 0,1-1 0,-1 0 1,1 1-1,0-1 0,0-1 0,-1 1 0,1 0 0,0 0 0,0-1 0,0 1 0,0-1 0,-2-3 0,1 1-9,1-1-1,1 1 1,-1-1-1,1 0 1,-1 0-1,2 1 1,-1-1-1,0 0 0,1 0 1,0 0-1,0-6 1,0 10-102,0 0-1,0 0 1,0 0-1,-1 0 1,1-1-1,0 1 1,0 0 0,0 0-1,1 0 1,-1 0-1,0 0 1,0 0-1,1 0 1,-1 0-1,0 0 1,1 1 0,-1-1-1,1 0 1,-1 0-1,1 0 1,-1 0-1,1 0 1,0 1 0,0-1-1,-1 0 1,1 1-1,0-1 1,0 0-1,0 1 1,-1-1 0,1 1-1,0-1 1,0 1-1,0 0 1,0-1-1,0 1 1,0 0 0,0 0-1,0-1 1,1 1-1,23-9-1994,0-12-3124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14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0 374 3746,'0'0'4703,"0"0"-4671,0-1 0,1 1-1,-1 0 1,0 0 0,0 0 0,0-1-1,0 1 1,0 0 0,0 0 0,0 0-1,0 0 1,0-1 0,0 1-1,0 0 1,1 0 0,-1 0 0,0 0-1,0 0 1,0-1 0,0 1 0,0 0-1,1 0 1,-1 0 0,0 0-1,0 0 1,0 0 0,1 0 0,-1 0-1,0 0 1,0 0 0,0 0 0,1 0-1,-1-1 1,0 1 0,0 0 0,0 1-1,0-1 1,1 0 0,-1 0-1,0 0 1,0 0 0,0 0 0,1 0-1,-1 0 1,0 0 0,0 0 0,0 0-1,0 0 1,1 0 0,-1 1 0,0-1-1,0 0 1,0 0 0,0 0-1,0 0 1,1 0 0,-1 1 0,0-1-1,0 0 1,0 0 0,0 0 0,0 0-1,0 1 1,0-1 0,0 0-1,5-51 238,-2 0 0,-6-59-1,1 19-262,2 21-65,33 661-237,-22-493 317,34 210-2,-43-298-215,12 43 326,-13-51-378,0 0 1,0 0-1,0 1 1,0-1-1,1 0 1,-1 0-1,0-1 1,1 1-1,0 0 1,-1 0-1,1-1 1,0 1-1,0-1 1,0 1 0,0-1-1,0 0 1,0 0-1,0 0 1,2 1-1,12 0-4655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14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0 2257,'0'0'2609,"-28"2"-1795,-8 1-550,-51 10 0,80-11-219,-1 1 0,0 0 0,1 0 0,-1 1 0,1 0 0,0 0 0,1 0 0,-1 1 0,1 1 0,-1-1 0,2 1 0,-1 0 0,1 0-1,0 0 1,0 1 0,0 0 0,-5 11 0,3-6 21,-6 9 37,1 1 0,1 0 0,1 1 0,1 1 0,1-1 0,1 1 0,1 0 0,2 1 0,0-1 0,1 1 0,2 45-1,0-60-71,2 1-1,-1-1 0,1 1 0,1-1 1,0 1-1,1-1 0,3 11 0,-3-16-25,-1 0 0,1 0 0,0-1-1,0 1 1,0-1 0,0 0 0,1 0-1,0 0 1,0 0 0,0 0-1,0-1 1,1 0 0,-1 0 0,1 0-1,5 2 1,1 0 4,0-1 0,1 0 1,-1-1-1,1 0 0,0 0 0,0-2 1,-1 1-1,1-2 0,0 1 0,0-2 1,0 1-1,16-4 0,-18 2 0,0 0 0,0-1-1,0 0 1,-1-1 0,1 0-1,-1 0 1,0-1 0,0 0 0,-1-1-1,1 1 1,-1-2 0,0 1-1,-1-1 1,10-12 0,-9 7-7,0 0 0,-1-1 1,0 0-1,-1 0 1,0-1-1,-2 0 0,1 0 1,-2 0-1,0 0 0,2-26 1,-3 26-1,-2 1 1,1-1 0,-2 1 0,0-1-1,-1 1 1,0-1 0,-1 1 0,0 0-1,-1 0 1,0 0 0,-11-19-1,12 26-92,-1-1 0,0 1 0,0 0 0,0 0 0,-1 0 0,0 1 0,0 0-1,0 0 1,-1 0 0,0 0 0,0 1 0,0 0 0,-1 0 0,1 1 0,-1 0-1,0 0 1,1 0 0,-1 1 0,-1 0 0,1 0 0,0 1 0,-10-1-1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15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336 206 3362,'0'0'3126,"1"-18"-3030,3-58-85,-4 72 8,1 0 0,-1 0-1,0 0 1,0 0 0,-1 0 0,1 0-1,-1 0 1,1 0 0,-1 0 0,-1 0-1,1 1 1,0-1 0,-1 0 0,0 1-1,0-1 1,0 1 0,0-1 0,0 1-1,-1 0 1,0 0 0,1 0 0,-1 0-1,0 1 1,0-1 0,-7-3 0,1 3 36,1 0 1,-1 0-1,0 1 1,1 0-1,-1 0 1,0 1-1,0 1 1,0-1 0,-14 2-1,16 0-50,0 0 0,0 1 1,0 0-1,1 0 0,-1 0 0,0 1 0,1 0 0,-1 0 0,1 0 1,0 1-1,0 0 0,0 1 0,1-1 0,0 1 0,0 0 0,0 0 0,0 1 1,1-1-1,-1 1 0,-3 7 0,-1 3-2,0 0 0,1 1 0,1 0-1,0 0 1,1 0 0,1 1 0,-3 19 0,4 1 24,1 1 1,2 44 0,1-76-30,0 0 0,0 1 1,1-1-1,0 0 0,0 0 1,1 0-1,-1 0 0,2 0 1,-1 0-1,1-1 1,0 1-1,0-1 0,1 1 1,0-1-1,0 0 0,0-1 1,1 1-1,0-1 0,0 0 1,0 0-1,1 0 0,-1-1 1,1 1-1,0-2 1,13 7-1,-7-5 3,-1-1 0,1 0 1,0-1-1,1 0 0,-1-1 0,18 1 0,5-2 19,36-3 0,-64 1-14,0 0 1,-1 0-1,1 0 0,-1-1 0,1 0 1,-1 0-1,0 0 0,1-1 1,-1 0-1,-1 0 0,1-1 1,0 0-1,-1 0 0,0 0 1,0 0-1,0-1 0,0 0 0,-1 0 1,0 0-1,0-1 0,0 1 1,-1-1-1,0 0 0,0 0 1,0 0-1,-1 0 0,1-1 0,-2 1 1,1-1-1,-1 1 0,0-1 1,0-7-1,3-20 52,-3-53 0,-1 76-40,-1 1-1,-1-1 0,1 0 1,-2 0-1,1 1 0,-2-1 1,1 1-1,-10-18 0,3 12-2,5 7-19,0 0 0,-1 0 1,-12-15-1,18 53-225,1-13 221,1 0 0,2 0 0,-1 0 1,2 0-1,0-1 0,11 24 0,2-1 69,34 50-1,-43-73-41,2 0 0,0-1-1,15 16 1,-21-25-130,0-1-1,0 1 1,0-1-1,1 0 1,0-1 0,0 0-1,0 0 1,0 0 0,0 0-1,0-1 1,12 2-1,29-1-3535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15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0 3137,'0'0'4138,"0"26"-3956,0-24-178,13 375 1278,81 278-837,-92-643-435,4 21-12,-6-32 6,0 0-1,1 1 1,-1-1 0,0 0-1,1 0 1,-1 0-1,1 0 1,-1 0 0,1 0-1,0 0 1,-1 0-1,1 0 1,0 0 0,-1 0-1,1 0 1,0 0-1,0-1 1,0 1 0,1 1-1,-2-2 1,1 0-1,-1 0 1,0 0 0,0 0-1,1 0 1,-1 0 0,0 0-1,1 0 1,-1 0-1,0 0 1,0 0 0,1 0-1,-1 0 1,0 0 0,0 0-1,1-1 1,-1 1-1,0 0 1,0 0 0,1 0-1,-1 0 1,0 0 0,0-1-1,0 1 1,1 0-1,-1 0 1,0 0 0,0 0-1,0-1 1,0 1 0,1 0-1,-1-1 1,3-14 119,0-45 10,-6-63 1,1 110-162,0 0-1,0 0 1,-1 1 0,-1-1 0,0 1-1,-1 0 1,0 0 0,-1 0 0,0 1-1,-1-1 1,0 2 0,-1-1 0,0 1-1,-1 0 1,0 1 0,0 0 0,-1 0-1,0 1 1,0 0 0,-1 1 0,0 0-1,-1 1 1,1 0 0,-1 1 0,-1 0-1,1 1 1,0 0 0,-16-2 0,13 3 0,0 2-1,0-1 1,1 2 0,-1 0 0,0 1-1,-16 3 1,24-3 18,0 1-1,-1 1 1,1-1-1,0 1 1,0 0-1,0 1 1,1-1-1,-1 2 1,1-1-1,0 1 1,0-1 0,0 2-1,-5 6 1,0 2 20,0 0 1,1 1-1,1 0 1,0 0-1,1 1 1,1 0-1,1 1 1,0 0-1,1 0 1,1 0-1,0 0 1,1 1-1,1 0 1,1 21-1,0-30 25,1-1-1,0 1 1,1 0 0,0 0-1,0 0 1,1 0 0,0-1 0,4 11-1,-3-14-11,0 1 0,1 0 0,-1-1 0,1 1 0,0-1 0,1 0-1,-1-1 1,1 1 0,0-1 0,0 0 0,11 7 0,-3-3 2,1-1 0,0 0 0,1-1 0,-1-1 0,1 0-1,26 4 1,-1-2-34,62 0-1,-68-5-345,0-3 0,67-8 0,-63 0-1123,0-2-1,47-20 1,-83 30 1402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16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96 2561,'0'0'5315,"-160"23"-4435,151-23 1985,80 0-2320,57-21-545,44-5 192,21-4-192,-6 9-609,-32 9-1632,-39 6-368,-42 3 768,-47 3-1200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16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0 170 5026,'0'0'3426,"190"-51"-3058,-26 16-336,11-1-32,-11 12-1473,-28 0-2192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16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496 67 4994,'0'0'1588,"-36"-12"-921,-123-35-286,150 45-300,0 0 0,-1 0 0,1 1 0,-1 1 0,1-1 0,-1 1 0,1 1 1,0 0-1,-1 0 0,-15 5 0,17-3 12,1 0 1,0 0 0,0 1 0,0 0 0,1 0 0,-1 0 0,1 1-1,0 0 1,0 0 0,-8 11 0,3-1 47,1 1 1,1-1-1,0 2 0,1-1 1,1 1-1,0 0 1,1 1-1,1 0 0,-2 18 1,-1 5 57,2-1 0,2 1 0,1 1 0,3-1 1,6 64-1,-2-78-99,0-1 0,2 0 1,1 0-1,1-1 0,1 0 1,1 0-1,2-1 0,0 0 1,25 35-1,-18-34-69,1-1-1,2-1 1,0-1 0,1-1-1,1 0 1,51 31-1,-59-42-43,0-1-1,1-1 0,0 0 0,0-2 0,1 1 1,0-2-1,0-1 0,0 0 0,0-1 1,1-1-1,-1 0 0,1-2 0,19-1 0,-34 0 13,1 0 0,-1 1 0,0-2 0,0 1 0,0 0 0,0-1 0,0 0 0,0 1 0,0-2-1,-1 1 1,1 0 0,-1-1 0,0 1 0,1-1 0,2-3 0,-2 0 10,0 1-1,-1-1 1,1 1-1,-1-1 1,0 0 0,0 0-1,-1 0 1,3-13-1,0-6 29,-1-1 0,-2-1-1,-2-50 1,0 61-41,-1-13 10,-2 0 0,-1 0 0,-1 1 0,-2-1 0,0 1 0,-2 1 0,-1-1 0,-27-50 0,24 55-15,-1 1-1,0 0 1,-2 1-1,0 1 0,-2 0 1,0 1-1,-1 1 1,-1 1-1,0 1 1,-28-17-1,37 26 6,-1 1-1,0 0 1,-1 1-1,1 0 0,-1 1 1,0 1-1,0 0 1,0 0-1,0 2 0,-22-1 1,31 1-48,0 1 1,1 0 0,-1 0-1,1 0 1,-1 1 0,0-1-1,1 1 1,-1 0 0,1 0-1,-1 0 1,1 0-1,-1 1 1,1-1 0,0 1-1,0 0 1,0 0 0,0 0-1,0 0 1,0 1 0,1-1-1,-1 1 1,1 0 0,-1 0-1,1 0 1,0 0-1,0 0 1,-1 4 0,-18 36-3780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19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0 5378,'0'0'1649,"95"202"-1649,-136-95 96,-33 3-96,-16-18-624,-2-39-5651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22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28 493 2865,'0'0'4762,"0"-6"-3646,5-121 444,0-47-978,-7 150-503,0-1 1,-1 0-1,-1 1 1,-15-48 0,12 57-17,7 22-101,0-3 18,6 119-89,27 155 0,-7-85 143,-19-133-37,52 333 56,-55-377-161,-1-1-8,1-1 0,7 20 0,-10-31-117,0 0 0,0-1 0,1 1 0,-1 0 0,1-1 0,0 0 0,-1 1 0,1-1 0,0 0 0,1 0 0,-1 0 0,0 0 0,0 0 0,1 0 0,-1-1 0,1 1 0,4 1 0,15 0-3262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22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48 16,'0'0'7876,"-16"-3"-7372,12 2-493,-1 0 1,1 1-1,-1-1 0,1 1 0,-1-1 1,1 1-1,-1 1 0,1-1 1,-1 1-1,1-1 0,-7 3 1,9-2-10,0 0 0,1 0 0,-1 0 0,0 1 0,1-1 0,-1 0 0,1 1 1,0-1-1,-1 0 0,1 1 0,0 0 0,0-1 0,-1 4 0,0-1 2,0 1 1,0 0-1,1 0 0,0 0 1,0 0-1,0 0 1,0 5-1,-1 25 56,1 0 0,1 0-1,6 39 1,-4-61-40,0-1 0,1 0 0,0 1 0,1-1-1,1 0 1,0-1 0,1 1 0,0-1 0,0 0 0,1-1 0,16 19-1,-14-19-15,1-1-1,0 0 1,0-1-1,1 0 0,0-1 1,1 0-1,-1-1 0,1 0 1,23 7-1,-17-8-8,-1-1 1,1 0-1,0-2 0,0 0 0,0-1 0,32-2 0,-45 0 7,0 1 0,1-1-1,-1-1 1,0 1-1,0-1 1,1 0-1,-1 0 1,-1 0-1,1-1 1,0 0-1,-1 0 1,1 0 0,-1 0-1,0-1 1,0 1-1,0-1 1,0 0-1,-1-1 1,0 1-1,0 0 1,0-1-1,0 0 1,-1 0-1,1 0 1,-1 0 0,-1 0-1,3-9 1,0-1 15,-2 0 0,0 0 1,0 0-1,-1 0 0,-1 0 0,-1 0 1,0 0-1,0 0 0,-6-19 1,3 20-16,-1 1 1,-1 0-1,0 0 1,0 0 0,-1 1-1,-1-1 1,0 2 0,-1-1-1,0 1 1,-12-10-1,2 2-5,-2 1-1,0 0 1,-1 2-1,-33-18 0,47 29-42,0 1-1,0 1 1,0 0-1,-1 0 0,1 0 1,-1 1-1,-12-1 1,-13 1-2933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22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14 140 3298,'0'0'3358,"-4"20"-3184,0 2-154,2 0 0,0 0 0,1 0 1,1 0-1,1 0 0,7 36 0,3-6 100,32 88-1,-38-126-113,1 0 0,1 0-1,-1-1 1,2 0 0,0 0-1,1-1 1,0 0-1,0-1 1,1 0 0,1 0-1,18 13 1,-23-20 0,-1-1 0,1 1 0,0-2 0,0 1 0,1-1 0,-1 0 0,0 0 0,1 0 0,-1-1 0,1 0 0,0-1 0,-1 1 0,1-1 0,0 0 0,-1-1 0,1 0 0,0 0 0,-1 0 0,0-1 0,1 0 1,-1 0-1,0-1 0,0 1 0,0-2 0,0 1 0,0 0 0,-1-1 0,1 0 0,-1 0 0,6-7 0,0-4 19,0 0 0,-2 0 0,1 0 1,-2-2-1,0 1 0,-1-1 0,-1 0 1,0 0-1,4-25 0,-3-1 30,-2-1-1,-1-74 1,-4 106-52,0 1 1,-1-1 0,0 1-1,-1-1 1,0 1-1,-1 0 1,0-1-1,-1 1 1,0 1 0,0-1-1,-11-16 1,1 13-22,7 15-9,3 12-19,1 17 30,2-1-1,1 1 1,1 0-1,2-1 1,8 38 0,-7-49 21,0-1 0,2 0 1,0 0-1,1 0 0,1-1 0,0 0 1,1-1-1,1 0 0,0 0 1,16 16-1,-21-25 4,0-1 0,0 0 1,1 0-1,-1 0 0,1-1 1,0 0-1,0 0 0,1-1 1,-1 1-1,1-1 0,0-1 0,0 1 1,0-1-1,0 0 0,0-1 1,0 0-1,0 0 0,0-1 1,1 1-1,-1-1 0,0-1 0,0 0 1,1 0-1,-1 0 0,0-1 1,0 0-1,0 0 0,0-1 0,-1 0 1,11-6-1,-8 3 25,0-1-1,-1 0 1,0 0-1,-1-1 1,0 0 0,0 0-1,0-1 1,-1 0 0,-1 0-1,1 0 1,-2-1-1,1 0 1,-1 0 0,-1 0-1,4-13 1,-3 0 118,0-1 0,-1 0 1,-1 0-1,-1 0 0,-5-45 0,0 49-202,0 1-1,-2 0 0,0 0 1,-1 1-1,0 0 0,-2 0 1,-16-25-1,-3-10-2660,19 32-1304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23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1 382 3698,'0'0'832,"25"4"-352,-7-1-399,27 4 83,90 3-1,-102-10-155,-1-1 0,51-9 0,-75 9-7,1-1 0,-1 0 1,1 0-1,-1-1 0,0-1 0,0 1 0,0-1 0,-1 0 0,1-1 0,-1 0 0,0 0 0,0-1 0,0 1 0,10-14 1,-14 15 6,-1 0 1,0 0 0,1 0 0,-1-1 0,-1 1 0,1-1 0,-1 0 0,0 1 0,0-1 0,0 0 0,0 0 0,-1 0 0,0 1 0,0-1 0,0 0 0,-1 0 0,0 0 0,0 0 0,-2-6 0,1 4 11,0 1 0,-1-1 0,0 1 0,0-1-1,-1 1 1,0 0 0,0 0 0,0 0 0,-1 1 0,0 0-1,0 0 1,-6-5 0,-2 1 48,0 1-1,-1 1 1,0 0-1,-1 1 1,1 0-1,-1 1 1,0 1-1,-1 0 1,1 1-1,-1 1 1,1 0-1,-1 1 1,0 1-1,1 0 1,-29 5 0,40-5-66,-1 1 0,0 1 1,1-1-1,-1 1 0,1-1 1,-1 1-1,1 0 0,0 1 1,0-1-1,0 1 0,0 0 1,0 0-1,1 0 1,-6 6-1,4-3-5,1 1 1,-1 0-1,1 0 0,0 0 1,1 0-1,0 0 1,0 1-1,-2 8 0,0 8-15,1 0 1,1 0-1,1 1 0,2 42 0,1-53 10,1-1 0,0 0 0,1 0-1,0 0 1,1 0 0,0 0 0,1-1 0,1 1 0,0-1-1,1-1 1,0 1 0,0-1 0,1-1 0,1 1-1,0-1 1,0-1 0,1 0 0,18 14 0,-15-14-67,1 0 0,-1-1 0,2 0 0,-1-1 0,1-1 0,0 0 0,1-1 0,-1-1 0,1 0 0,0-1 0,0-1 0,0 0 0,0-2 0,1 1 0,19-4 0,-25 2 50,0-2 1,0 0-1,-1 0 1,1-1-1,-1 0 1,0-1 0,0 0-1,0-1 1,-1 0-1,0 0 1,0-1-1,-1 0 1,0 0-1,0-1 1,0 0-1,-1-1 1,0 0-1,10-18 1,-6 8 60,-2 0 0,0 0 1,-1-1-1,-1 0 0,0-1 0,-2 1 1,-1-1-1,4-42 0,-7-147 1698,-4 200-1492,3 10-233,0 0-1,0 0 1,0 1 0,0-1 0,0 0-1,0 0 1,0 0 0,0 0-1,0 0 1,0 0 0,0 0-1,0 1 1,0-1 0,0 0 0,-1 0-1,1 0 1,0 0 0,0 0-1,0 0 1,0 0 0,0 0 0,0 0-1,0 0 1,0 0 0,0 0-1,-1 1 1,1-1 0,0 0-1,0 0 1,0 0 0,0 0 0,0 0-1,0 0 1,0 0 0,-1 0-1,1 0 1,0 0 0,0 0-1,0 0 1,0 0 0,0 0 0,0 0-1,0 0 1,-1 0 0,1-1-1,0 1 1,0 0 0,0 0-1,0 0 1,0 0 0,-3 38-65,1 1-1,2-1 1,11 75 0,35 117 257,-45-227-192,-1 0 3,1 0 0,-1 0 1,1-1-1,0 1 0,0 0 0,0 0 0,0-1 1,0 1-1,0 0 0,1-1 0,0 1 1,3 3-1,-5-26 740,-2-52-199,-16-99-1,12 123-660,2-75 0,5 119 90,-1 0 1,0 0-1,1 0 1,0 0 0,0 0-1,0 0 1,0 0-1,1 1 1,-1-1-1,1 0 1,0 1-1,0 0 1,0-1 0,1 1-1,-1 0 1,1 0-1,0 0 1,0 0-1,0 1 1,0-1-1,0 1 1,0 0 0,1-1-1,5-1 1,7-3-37,1 0 0,0 1 0,0 1 0,21-3 1,-34 7 48,237-35-956,-176 28 772,-53 8 221,-10 4 144,-12 13 225,0-5-385,-5 11 106,2 0 0,0 2 0,1-1 0,2 2 1,0-1-1,2 1 0,0 1 0,2-1 1,1 1-1,-2 55 0,6-72-55,1 1 0,1 0 0,-1-1 1,2 1-1,0-1 0,0 1 0,4 11 0,-3-16-38,0 0 0,0 0 0,0 0 0,1 0 1,0-1-1,0 0 0,0 0 0,1 0 0,0 0 0,0-1 0,0 0 0,11 7 0,-4-4-13,1 0-1,-1-2 0,1 1 1,0-1-1,1-1 0,-1-1 1,1 0-1,18 2 0,5-2-100,-1-2 0,40-3 0,105-16-1196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24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412 343 3330,'0'0'1269,"-7"-33"-418,-24-111-282,26 118-458,1 4 653,-1 1 0,0-1 1,-2 1-1,-15-33 0,22 90-414,10 49-420,29 123 0,-12-74 108,-10-29-14,14 69-13,-24-143 7,2-1 0,1 0 0,20 42 0,-25-62 7,-2-10 48,-1-19 36,-2 17-111,-1-9-28,-1 0-1,0 0 0,0 0 0,-1 1 0,-1-1 0,0 1 0,0 0 0,-1 0 0,0 0 0,-12-17 0,-1 1-127,-1 2-1,-40-40 0,43 49 114,-1 0 0,-1 1 0,0 1 0,-1 0 0,-29-14 0,37 22 17,0 0 0,-1 1-1,1 0 1,-1 1 0,0 0 0,0 1 0,0 0 0,0 0-1,0 2 1,0 0 0,-23 2 0,33-1 17,-1 0 1,0 0-1,0 0 0,0 0 1,0 0-1,1 1 0,-1 0 1,0-1-1,1 1 1,0 0-1,-1 0 0,1 0 1,0 1-1,0-1 0,0 0 1,0 1-1,1-1 1,-1 1-1,1 0 0,-1 0 1,1-1-1,0 1 0,-1 5 1,-2 7 4,0 0-1,1 0 1,-1 21 0,2-14 13,1 0-1,0 0 1,5 36 0,-2-46 2,0-1 1,1 0-1,0 0 0,1 0 0,0-1 1,1 1-1,0-1 0,0 0 0,8 9 1,-1-3-3,0-1-1,1 0 1,1-1 0,1 0 0,0-1 0,0-1 0,1-1 0,1 0 0,0-1-1,0 0 1,1-2 0,34 12 0,-19-11-53,1-1-1,0-1 1,1-2 0,-1-2 0,1-1-1,51-3 1,-71-1 31,0 1-1,0-2 1,0 0-1,-1-1 1,1-1 0,-1 0-1,0 0 1,0-2 0,-1 0-1,0 0 1,0-1-1,0-1 1,-1 0 0,-1-1-1,0 0 1,0 0-1,-1-2 1,0 1 0,-1-1-1,0 0 1,-1-1 0,0 0-1,-1 0 1,-1-1-1,0 0 1,0 0 0,-2-1-1,0 1 1,3-20-1,-3-8 80,-1 0-1,-2 0 1,-5-42-1,3 72 3,0 1 1,-1-1-1,-1 1 0,0 0 1,-1 0-1,0 0 0,-5-11 1,9 44-230,-1-10 91,4 37 77,2 0-1,20 85 1,2 8 18,-17-99-1205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24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4098,'0'0'1072,"208"107"-5137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25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695 174 2369,'0'0'2172,"18"-27"-1327,0 1-463,30-57-1,-48 82-371,1 1-1,-1-1 0,1 0 1,-1 0-1,0 0 0,1 0 1,-1 0-1,0 0 0,0 0 0,0 0 1,0 0-1,0 0 0,0 0 1,0 0-1,0 0 0,0 0 0,0 0 1,0 0-1,-1 0 0,1 0 1,0 0-1,-1 0 0,1 1 1,0-1-1,-1 0 0,0 0 0,1 0 1,-1 0-1,1 1 0,-1-1 1,0 0-1,1 1 0,-1-1 0,0 0 1,0 1-1,0-1 0,0 1 1,1-1-1,-1 1 0,0 0 1,0-1-1,0 1 0,-2-1 0,-3 0 25,-1 0 0,0 1-1,0-1 1,0 1-1,-7 1 1,2 0 36,-4-1 0,1 1-1,0 0 1,0 1 0,0 1 0,0 0 0,0 1 0,1 1 0,-24 11-1,29-12-61,-1 2-1,1-1 1,1 2-1,-1-1 1,1 1-1,0 0 1,1 1-1,-1-1 1,2 2-1,-1-1 1,1 1-1,0 0 1,-6 13-1,7-9 3,-1 0 0,2 0-1,0 0 1,1 0-1,0 1 1,1 0-1,0-1 1,1 1-1,1 21 1,0-29-7,1 1 0,0-1 1,0 1-1,0-1 0,1 0 0,0 0 0,0 1 0,0-1 1,1-1-1,0 1 0,0 0 0,1-1 0,-1 1 0,1-1 1,1 0-1,-1 0 0,0-1 0,1 1 0,0-1 1,0 0-1,11 6 0,2-3 9,0 0 0,1-1 1,-1-1-1,1 0 0,0-2 1,1 0-1,-1-2 0,1 0 0,23-1 1,-36 0 6,1-1 1,0 1-1,-1-1 1,1 0 0,-1-1-1,1 0 1,-1 0 0,0-1-1,0 1 1,0-2-1,0 1 1,0-1 0,-1 0-1,0 0 1,1-1 0,-1 1-1,-1-2 1,1 1-1,-1 0 1,0-1 0,0 0-1,-1-1 1,0 1 0,0 0-1,0-1 1,-1 0-1,0 0 1,0 0 0,-1-1-1,3-11 1,-3 7 81,0 0 0,0-1 1,-1 1-1,-1-1 0,0 0 0,-1 1 0,0-1 1,-1 1-1,-1 0 0,0-1 0,0 1 1,-1 0-1,-1 1 0,0-1 0,0 1 1,-1 0-1,-15-20 0,20 30-106,-14-14 44,7 16-125,5 14-203,2 16 184,7 129-105,47 221 263,-23 336-50,-30-667-12,-2 0 1,-2-1 0,-2 0 0,-18 65-1,20-97 7,-2-1 0,0 0 0,0 0 0,-2 0 0,0-1 0,0 0 0,-2-1 0,0 0 0,0 0 0,-1-1-1,-1 0 1,0-1 0,-1-1 0,0 0 0,-28 17 0,25-19 21,-2-2-1,1 0 0,-1-1 1,0-1-1,0 0 1,-1-2-1,1 0 1,-1-1-1,0-1 1,1-1-1,-27-2 0,27 1 5,1 0 0,0-1 0,-1-1-1,1-1 1,1 0 0,-1-1 0,0-1-1,1-1 1,0 0 0,1-1 0,0-1-1,0 0 1,1-1 0,0 0 0,0-1-1,1-1 1,1 0 0,0-1-1,1-1 1,0 1 0,1-2 0,-12-20-1,12 15 35,0 0 0,2 0-1,0-1 1,1 0 0,-5-28-1,5 7 41,-4-79 0,11 90-111,0 0 0,2 1 0,1-1 0,2 0 0,0 1 0,2 0 0,2 1 0,1 0 0,1 0 0,1 1 0,1 0 0,2 1 0,1 0 0,1 2 0,30-36 0,-27 38 4,1 1 0,0 1 0,2 1 0,43-30 0,-49 40 7,-1 0 0,1 2 1,1 0-1,0 0 0,0 2 0,0 0 1,1 1-1,29-3 0,-41 7-8,0 0 0,1 0 0,-1 1 0,0 1-1,1-1 1,-1 1 0,0 0 0,0 0 0,0 1 0,0 0 0,0 1 0,8 3-1,-11-3-2,1 0-1,-1 0 0,0 0 1,0 1-1,0-1 0,-1 1 0,1 0 1,-1 1-1,0-1 0,0 0 1,0 1-1,0 0 0,-1-1 0,0 1 1,0 0-1,2 9 0,1 10-243,-2 1-1,0-1 0,-1 1 0,-3 34 1,1-28-2861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25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3249,'0'0'4883,"0"-48"-4883,0 90-336,0 20 336,0 10 96,0-1-96,3-6 48,8-11-16,1-13-32,-3-14-337,0-9-1311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25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 4354,'0'0'2609,"-127"157"-1856,147-124-193,40-16-400,8-17 96,-2 0-80,-22-6 96,-17-23 0,-18 2 353,-9-6-145,0 4-480,-21 11-208,9 12-977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26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71 4882,'0'0'5216,"-5"-17"-4835,1 4-352,-12-27-28,16 40-2,0 0 0,0 0 1,0 0-1,0-1 0,-1 1 1,1 0-1,0 0 1,0 0-1,0 0 0,0 0 1,-1 0-1,1 0 0,0 0 1,0 0-1,0 0 0,0 0 1,-1 0-1,1 0 0,0 0 1,0 0-1,0 1 0,-1-1 1,1 0-1,0 0 0,0 0 1,0 0-1,0 0 0,0 0 1,-1 0-1,1 0 0,0 1 1,0-1-1,0 0 0,0 0 1,0 0-1,0 0 0,0 0 1,0 1-1,-1-1 0,1 0 1,0 0-1,0 0 0,0 1 1,0-1-1,0 0 0,0 0 1,0 0-1,0 0 0,0 1 1,0-1-1,0 0 0,0 0 1,0 0-1,0 0 0,0 1 1,0-1-1,0 0 0,1 0 1,-1 0-1,0 1 0,-2 39-54,1 62 72,10 247 77,-4-302-72,2-1 0,1 0 0,3 0 0,2-1 0,27 64 0,-35-98-13,0-1 0,1 1 0,0-1 0,0 0 0,1-1 0,1 1 0,11 11 0,-14-17-6,1 0 0,-1 0 0,1 0 1,0 0-1,0-1 0,0 0 0,0 0 1,0 0-1,1-1 0,-1 0 0,1-1 0,0 1 1,13 0-1,-10-1-74,1-1 0,0 0 0,0 0-1,0-2 1,-1 1 0,1-1 0,0-1 0,-1 1 0,0-2 0,0 0-1,0 0 1,16-9 0,-14 5-499,-1-1 0,-1 1 0,1-2-1,-1 1 1,15-20 0,22-41-3744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26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161 107 2017,'0'0'4770,"-160"0"-3665,225 0-657,51-6-304,35-17-144,19-1-64,-10-6-1745,-29 6-1633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26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3105,'0'0'7460,"255"-3"-6996,-59-29-464,-3 8 0,-32 6-2321,-43 9-1937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26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175 128 4850,'0'0'1281,"-175"74"336,220-74-721,59-9-432,47-26-160,30-7-304,18 0-80,-9 4-2849,-17 2-385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27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559 64 7635,'-26'-11'694,"14"6"-633,-6-4 21,0 2-1,0 0 0,0 1 1,-1 1-1,0 1 1,0 0-1,-1 2 0,1 0 1,-25 1-1,32 2 17,-1 1 0,1 0-1,0 1 1,0 0 0,0 1-1,1 0 1,-1 1 0,1 0 0,0 1-1,0 0 1,1 1 0,0 0-1,0 1 1,0 0 0,1 0 0,-12 16-1,9-8-3,0 0 0,2 0 0,0 1 0,1 1 0,0 0 0,2 0 0,0 1 0,1 0 0,-7 38 0,7-21 46,1-1-1,2 1 0,2-1 0,5 53 1,-2-68-68,1 0 0,1 0 0,1-1 0,0 0 0,2 0 0,0 0 0,1-1 0,1 0 0,18 26 0,-12-23-62,1 0 0,1-2 0,1 0 0,0-1-1,1-1 1,2-1 0,-1 0 0,2-2 0,0 0 0,31 14 0,-25-17-29,0 0 0,2-2 0,-1 0 0,1-3 0,0 0 0,0-2 0,1-1 1,41-2-1,-54-1 10,-1-1 0,0-1 1,1 0-1,-1-2 0,0 0 0,0 0 1,-1-2-1,27-12 0,-33 13 18,0-2 0,0 1 0,0-1 0,-1-1-1,0 0 1,-1 0 0,0-1 0,0 0 0,-1 0 0,0 0 0,0-1-1,-1 0 1,7-18 0,-5 10 21,-2-1 0,0-1-1,-1 1 1,-1-1 0,-1 0 0,0 0 0,-2 0-1,0 0 1,-2 0 0,-5-39 0,2 36 42,0 1 1,-2-1 0,-1 1-1,0 1 1,-2-1-1,0 2 1,-1-1 0,-2 1-1,-15-22 1,12 23 4,-1 0 1,0 1 0,-1 0-1,-1 2 1,-1 0-1,0 1 1,-1 0-1,-1 2 1,0 1-1,-1 0 1,0 2-1,-1 0 1,0 2 0,-33-9-1,35 13-48,0 1-1,-1 1 1,0 1-1,-37 2 1,49 0-116,1 0 0,0 1 0,0 0 0,0 1 0,1-1 0,-1 2 0,1-1 0,-1 1 0,1 1 0,0-1 0,1 1 0,-1 1 0,-7 6 0,-36 44-3184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41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76 340 2513,'0'0'1265,"0"-34"-537,0-112-416,0-13 3180,-17 562-2802,1-41-251,16-118-260,0-225-163,2 51 42,-1-66-51,-1 1-1,1-1 1,0 0-1,0 0 1,1 1 0,-1-1-1,1 0 1,0 0-1,0 0 1,0-1 0,1 1-1,4 5 1,-7-9-6,0 1 1,0-1 0,0 0-1,0 0 1,1 1 0,-1-1-1,0 0 1,0 0 0,0 0-1,1 1 1,-1-1-1,0 0 1,0 0 0,0 0-1,1 0 1,-1 0 0,0 0-1,0 1 1,1-1 0,-1 0-1,0 0 1,1 0 0,-1 0-1,0 0 1,0 0-1,1 0 1,-1 0 0,0 0-1,0 0 1,1 0 0,-1 0-1,0 0 1,0 0 0,1-1-1,-1 1 1,0 0-1,0 0 1,1 0 0,-1 0-1,0 0 1,0-1 0,1 1-1,-1 0 1,0 0 0,0 0-1,0 0 1,0-1-1,1 1 1,-1 0 0,0 0-1,0-1 1,0 1 0,0 0-1,0 0 1,0-1 0,0 1-1,1 0 1,-1 0-1,0-1 1,0 1 0,0 0-1,0-1 1,0 1 0,0 0-1,0 0 1,-1-1 0,1 1-1,0 0 1,0-1 0,2-121 83,-5 0 0,-28-182 1,18 217-85,-3-21 17,-3-139 0,19 247-19,0-1-1,0 1 1,0-1 0,0 1 0,0 0-1,0-1 1,0 1 0,0-1 0,0 1-1,0 0 1,0-1 0,0 1-1,0-1 1,0 1 0,1-1 0,-1 1-1,0 0 1,0-1 0,0 1 0,1 0-1,-1-1 1,0 1 0,0 0 0,1-1-1,-1 1 1,0 0 0,1-1-1,-1 1 1,0 0 0,1 0 0,-1 0-1,0-1 1,1 1 0,-1 0 0,1 0-1,-1 0 1,0 0 0,1 0-1,-1-1 1,1 1 0,-1 0 0,1 0-1,-1 0 1,0 0 0,1 0 0,-1 1-1,1-1 1,-1 0 0,0 0-1,1 0 1,-1 0 0,1 0 0,-1 0-1,0 1 1,1-1 0,-1 0 0,0 0-1,1 1 1,-1-1 0,0 0-1,1 0 1,-1 1 0,2 0-10,9 6 5,0 0-1,-1 0 0,0 1 1,-1 0-1,0 1 1,16 18-1,-19-20 11,44 51 20,-3 2 1,-3 2-1,-2 2 1,37 76 0,-35-48 4,-4 1 0,44 160 0,-82-245 6,5 16-87,-7-23 71,0-1-1,1 1 1,-1 0 0,0-1 0,0 1-1,1 0 1,-1-1 0,1 1-1,-1 0 1,1-1 0,-1 1 0,1-1-1,-1 1 1,1-1 0,-1 1 0,1-1-1,0 1 1,-1-1 0,1 0 0,0 1-1,-1-1 1,1 0 0,0 0-1,1 1 1,-2-1 2,1 0-1,-1 0 1,0 0-1,1-1 1,-1 1-1,0 0 0,1 0 1,-1 0-1,0 0 1,1-1-1,-1 1 1,0 0-1,1 0 1,-1 0-1,0-1 1,0 1-1,1 0 0,-1-1 1,0 1-1,0 0 1,1 0-1,-1-1 1,0 1-1,0 0 1,0-1-1,0 1 0,0-1 1,1 1-1,-1 0 1,0-1-1,0 1 1,0-1-1,9-35 662,-2-1 0,6-64 0,-7 44-572,13-165 95,17-114-677,-35 331 354,0-3-289,0 0 0,0 1-1,1 0 1,0-1 0,0 1 0,1 0 0,0 0 0,0 0 0,1 0-1,7-10 1,4 10-4272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42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0 267 3330,'0'0'787,"30"10"-547,97 29 261,-112-35-413,-1-1 0,1 0 0,0-1 0,0-1-1,1 0 1,26-3 0,-3 0-60,-33 2-16,1 0-1,-1 0 1,0-1 0,0 0-1,0 0 1,0 0 0,0-1-1,0 0 1,0 0 0,-1 0-1,1-1 1,-1 0-1,1 0 1,-1-1 0,0 1-1,0-1 1,-1 0 0,1 0-1,4-6 1,-5 4 35,0-1 0,0 1 0,-1 0 0,0-1 0,0 0 0,-1 0 0,1 0 0,-2 0 0,1 0 0,-1 0 0,0 0 0,0-1 0,-1 1 1,0 0-1,0 0 0,-2-8 0,1 9 3,-1 0 1,0 0-1,0 0 1,-1 0-1,1 0 1,-1 0-1,0 1 1,-1-1-1,1 1 1,-1 0-1,0 0 1,-1 0-1,1 1 1,-1 0-1,0-1 1,0 2-1,0-1 1,0 0-1,-1 1 1,-6-3-1,-2-1 24,-1 1 0,0 0-1,0 0 1,-1 2 0,0 0 0,-29-4-1,39 8-37,-13-2 125,0 1 0,-29 2 0,43-1-122,0 1-1,0-1 1,0 1 0,0 1 0,0-1-1,0 1 1,0 0 0,0 0-1,1 0 1,-1 1 0,1 0-1,-1 0 1,1 0 0,-5 5 0,4-2 9,-1 1 0,1 0 1,0 0-1,1 1 1,0-1-1,0 1 1,0 0-1,1 0 1,0 0-1,-3 16 1,2-1 76,2 1 1,-1 43-1,3-52-91,1-1-1,0 0 1,1 1-1,1-1 1,0 0-1,1 0 1,0-1-1,1 1 1,1-1-1,0 0 1,1 0-1,0-1 1,1 0-1,0 0 1,1-1-1,1 0 0,-1-1 1,2 0-1,15 12 1,-12-10-72,1-1-1,0 0 1,1-1 0,1-1-1,-1-1 1,1 0 0,1-1-1,-1-1 1,37 8 0,-31-11-786,1 0 1,-1-1-1,1-1 1,31-4-1,7-7-2935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42.7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60 714 4194,'0'0'1753,"-8"7"-1177,-27 23-165,23-22-217,12-8-150,0 0 1,0 0-1,-1 0 1,1 0-1,0 0 0,0 0 1,0 0-1,0 0 1,-1 0-1,1 0 1,0-1-1,0 1 0,0 0 1,-1 0-1,1 0 1,0 0-1,0 0 1,0 0-1,0-1 0,0 1 1,-1 0-1,1 0 1,0 0-1,0 0 0,0-1 1,0 1-1,0 0 1,0 0-1,0 0 1,0 0-1,-1-1 0,1 1 1,0 0-1,0 0 1,0 0-1,0-1 1,0 1-1,0 0 0,0 0 1,0 0-1,0-1 1,0 1-1,1 0 1,-1 0-1,0 0 0,0-1 1,0 1-1,-1-11 35,1 0 1,0 0-1,1 0 0,0 0 0,1 1 0,0-1 0,1 0 0,0 1 1,1 0-1,0-1 0,6-11 0,-2 10-81,0 1 1,0 0-1,1 0 0,0 0 1,1 1-1,0 1 1,1 0-1,12-8 0,-17 12-14,1 1 0,0 0 0,0 1-1,0-1 1,0 1 0,0 1 0,1-1-1,-1 1 1,1 1 0,0-1 0,-1 1-1,1 1 1,0-1 0,0 1 0,0 1-1,8 1 1,-13-2 11,0 1 0,-1 0 0,1 1 0,0-1 0,0 0 0,-1 1 0,1-1 0,-1 1 0,1 0 0,-1 0 0,0 0 0,0 0 0,0 0 0,0 1 0,0-1 0,0 0 0,-1 1 0,1 0 0,-1-1 0,0 1 0,0 0 0,0 0 0,0-1 0,1 5 0,1 7-4,-1 0-1,0 0 1,1 24-1,-3-33 8,2 19 3,-2 0 0,0 0-1,-2 0 1,0-1 0,-2 1 0,0 0 0,-2-1 0,-13 37 0,9-37 0,-32 67 24,37-80-15,-1 0-1,0 0 0,-1-1 0,0 0 0,0 0 0,-10 8 1,16-16-2,-2 2-13,4-11 92,8-11-84,1 0 0,1 0 1,0 1-1,2 0 0,20-22 0,0-2-22,-7 7-11,73-100-212,-85 113 232,-1-1 0,-2 0-1,0 0 1,11-35 0,-14 34 99,-10 32 60,-4 23-50,-14 58-96,9-43 13,-7 63-1,13-41 9,6 115 0,-1-179-25,0 1 0,1-1 0,-1 0 1,1 0-1,0 0 0,0 0 0,1 0 0,-1 0 0,1 0 0,0 0 0,0-1 0,0 1 0,0-1 0,0 1 0,1-1 0,0 0 1,0 0-1,0 0 0,0 0 0,6 4 0,-2-4-6,0 1 0,0-1 1,1-1-1,-1 0 0,0 0 0,1 0 1,0-1-1,-1 0 0,1-1 1,12 0-1,-13 0-31,0 0 0,0-1 0,0 0 0,0-1 0,0 1 0,0-1 0,0-1 0,-1 1 0,1-1 0,-1 0 0,7-5 0,-3 1-22,0 0 0,-1-1-1,0 0 1,-1-1 0,0 1 0,8-12 0,2-6-12,-2-1 0,0-1 1,-2-1-1,13-37 1,-14 30 69,-3 0 1,-1-1-1,-2-1 1,6-72-1,-13-154 53,-1 228-38,-15-130 22,9 108 388,-1-59-1,47 836 768,-31-640-1724,4-1 1,24 87-1,-33-149-2907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42.9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5699,'0'0'896,"211"-33"-784,-107 33 160,3 0-272,-9 0-304,-27 0-2817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43.6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28 286 4466,'0'0'1948,"-5"19"-1620,-12 61-133,12-54 381,5-38 307,0-18-733,2-1 0,0 1 0,2-1 0,13-48 0,-13 66-125,0 1 0,1 0-1,0-1 1,1 2 0,0-1 0,1 1-1,1 0 1,-1 0 0,2 1-1,-1 0 1,2 0 0,-1 1 0,18-13-1,-20 18-30,-1 0 0,1 0 0,0 1-1,-1 0 1,2 0 0,-1 0 0,0 1 0,11-1-1,-15 2 4,0 1 0,0-1-1,0 1 1,-1 0-1,1 0 1,0 1 0,0-1-1,0 0 1,0 1-1,0 0 1,-1 0 0,1 0-1,0 0 1,-1 0 0,1 0-1,-1 1 1,1-1-1,-1 1 1,0-1 0,1 1-1,-1 0 1,0 0-1,0 0 1,0 1 0,2 2-1,3 9-4,0 1-1,-1-1 1,0 1-1,-2 0 1,1 1 0,-2-1-1,3 30 1,1 114 41,-7 121 108,0-284-131,7-196 213,-4 172-219,2 0 0,0 1 1,2-1-1,1 1 0,14-33 1,-13 40-16,1 1 1,1-1-1,1 2 1,0-1-1,20-20 1,-28 34-4,0 0 0,1 0 0,0 1 1,0 0-1,0-1 0,0 2 0,1-1 1,-1 1-1,1 0 0,0 0 0,0 0 1,0 1-1,0 0 0,1 0 0,-1 0 1,1 1-1,-1 0 0,1 1 1,-1-1-1,1 1 0,11 1 0,-16 0 8,1-1-1,-1 1 1,1 0-1,-1 0 1,1 0-1,-1 0 0,1 0 1,-1 1-1,0-1 1,0 1-1,0-1 1,0 1-1,0 0 1,0 0-1,0 0 1,0 0-1,1 3 1,1 2-4,0 1 1,0 0-1,-1 0 1,3 8-1,-6-13 7,8 22-13,-2 0-1,-2 0 1,0 1 0,1 27-1,-5 109 99,-2-77-20,3-4-545,-1-81 430,0 0 0,0 0 0,0 1 0,0-1 1,0 0-1,0 0 0,0 1 0,0-1 0,0 0 1,0 0-1,0 0 0,0 1 0,0-1 0,0 0 0,0 0 1,1 1-1,-1-1 0,0 0 0,0 0 0,0 0 1,0 0-1,0 1 0,1-1 0,-1 0 0,0 0 1,0 0-1,0 0 0,1 0 0,-1 0 0,0 1 0,0-1 1,1 0-1,-1 0 0,0 0 0,0 0 0,0 0 1,1 0-1,-1 0 0,0 0 0,0 0 0,1 0 1,-1 0-1,0 0 0,0 0 0,1 0 0,-1 0 0,0-1 1,1 1-1,29 0-4469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43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24 3570,'0'0'4108,"-12"11"-3398,6-5-662,-1 0 1,1 0-1,0 0 0,1 1 1,0 0-1,0 0 0,0 0 1,1 1-1,0 0 0,0 0 1,1 0-1,0 0 0,1 0 1,0 0-1,0 1 0,-1 14 1,3-23-48,-8 188 391,8-168-370,1-1-1,1 1 1,1-1-1,1 0 1,1 0-1,0 0 1,13 27-1,-15-38-17,1 0 0,1 0 1,-1 0-1,1-1 0,1 0 0,-1 1 0,1-2 0,0 1 1,1-1-1,0 0 0,0 0 0,0-1 0,1 0 0,-1 0 1,1-1-1,0 0 0,1 0 0,-1-1 0,1 0 0,-1 0 1,1-1-1,0 0 0,0-1 0,15 1 0,-20-3-1,1 1-1,-1-1 0,0 0 1,1 0-1,-1 0 0,0-1 1,1 1-1,-1-1 1,0 0-1,0-1 0,-1 1 1,1-1-1,0 1 0,-1-1 1,0 0-1,1 0 1,-1-1-1,0 1 0,-1-1 1,1 1-1,0-1 0,-1 0 1,0 0-1,3-7 0,4-11 7,-1 0-1,-1 0 0,7-35 1,-14 53-8,13-76 27,-4 0 0,-3-1 0,-5-90 0,-1 106 14,-8 101-103,3 165 370,6-124-165,-2-46-161,2-1 0,1 0-1,1 0 1,2 0 0,1 0-1,1-1 1,21 53 0,-25-75-292,1 0 0,0 0 0,0 0 0,0-1 0,9 9 0,20 11-3816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44.5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1 245 4738,'0'0'1139,"7"-32"-778,30-105-281,-36 133-60,0 0 1,1 0-1,-1 0 1,1 0 0,0 0-1,0 1 1,0-1-1,1 1 1,-1-1-1,1 1 1,0 0 0,0 0-1,0 0 1,0 0-1,1 0 1,-1 1 0,1-1-1,0 1 1,-1 0-1,1 0 1,0 1 0,0-1-1,0 1 1,1 0-1,-1 0 1,0 0 0,0 0-1,1 1 1,-1 0-1,0 0 1,9 1 0,-11-1-14,0 0 1,1 0-1,-1 1 1,0-1 0,0 1-1,1-1 1,-1 1 0,0 0-1,0 0 1,0 0-1,0 0 1,0 0 0,0 1-1,0-1 1,0 1 0,-1-1-1,1 1 1,1 1-1,1 2 2,0 0 0,-1 0 0,0 1-1,0-1 1,0 1 0,3 10 0,0 7 68,0 1 1,4 38 0,-10-61-72,8 109 498,-9 173 1,1-282-502,0 1 16,0 1-1,0 0 1,0-1 0,0 1 0,-1 0 0,1-1 0,-1 1-1,1 0 1,-1-1 0,0 1 0,0-1 0,0 1-1,0-1 1,-3 4 0,4-6-11,0 0-1,0 0 1,0 0-1,0 0 1,0 0-1,0 0 1,-1 0-1,1 0 1,0 0 0,0 0-1,0 0 1,0 0-1,0 0 1,0 0-1,0 0 1,-1 0 0,1 0-1,0 0 1,0 0-1,0 0 1,0 0-1,0 0 1,0 0 0,0 0-1,-1-1 1,1 1-1,0 0 1,0 0-1,0 0 1,0 0-1,0 0 1,0 0 0,0 0-1,0 0 1,0 0-1,0 0 1,0-1-1,0 1 1,-1 0 0,1 0-1,0 0 1,0 0-1,0 0 1,0 0-1,0-1 1,0 1-1,0 0 1,0 0 0,0 0-1,0 0 1,0 0-1,0 0 1,0 0-1,0-1 1,0 1 0,1 0-1,-1 0 1,0 0-1,0 0 1,0 0-1,0 0 1,-1-15 227,1 14-205,0-28 82,0 1 1,2 0-1,1 0 1,2-1-1,13-45 1,-18 72-113,52-142 9,-43 123-11,1 1-1,1 0 1,0 1-1,25-32 1,-31 46-10,-1 1 0,1-1 0,0 1 0,0 0 0,0 0 0,0 0 0,10-4 0,-14 8 8,0-1 0,1 0 0,-1 1 0,0-1 0,1 1 0,-1 0 0,0-1 0,1 1 0,-1 0 0,1 0 0,-1 0 0,1 0 0,-1 0 0,0 0 0,1 0 0,-1 0 0,1 1 0,-1-1 0,0 1 0,1-1 0,-1 1 0,0-1 0,1 1 0,-1 0 0,0-1 0,0 1 0,0 0 0,1 0 0,-1 0 0,0 0 0,0 0 0,0 0 0,-1 1 0,1-1 0,0 0 0,0 0 0,-1 0 0,1 1 0,-1-1 0,1 1 0,0 1 0,7 27-1,-2-1 1,-1 1-1,-1 0 1,-2 0-1,-1 35 1,0-33 4,0 342 91,-1-368-64,0-10 42,0-70 36,4 0 0,17-102 1,-14 143-114,1-1 1,1 1-1,2 1 1,2 0-1,1 0 1,1 1-1,28-42 1,-37 64-7,1 0-1,0 0 1,11-10 0,-16 17 5,-1 1 0,1-1 0,0 1 0,0-1 0,0 1 1,-1 0-1,1 0 0,1 0 0,-1 0 0,0 0 0,0 0 1,0 0-1,0 1 0,1-1 0,-1 1 0,0 0 0,1-1 1,-1 1-1,0 0 0,0 0 0,1 1 0,-1-1 0,3 1 1,-3 0 2,-1-1 0,0 1 0,1 0 1,-1 0-1,0 0 0,0-1 0,1 1 0,-1 1 1,0-1-1,0 0 0,0 0 0,0 0 1,0 0-1,-1 1 0,1-1 0,0 0 1,-1 1-1,1-1 0,-1 1 0,1 1 0,4 34 5,-4-24-4,9 215 115,-3-23 182,-7-202-311,1 10 52,0-1-1,1 0 1,5 15-1,-7-25-80,1 1 0,0 0 0,0-1 0,0 0 0,0 1 0,1-1 0,-1 1-1,1-1 1,-1 0 0,1 0 0,0 0 0,0 0 0,-1 0 0,2-1 0,-1 1 0,0 0 0,0-1 0,0 1-1,1-1 1,4 2 0,19-1-3201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44.9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 2513,'0'0'4848,"3"9"-4611,4 15-96,-2 1 0,-1 0 0,-1 0 0,-1 0 0,-1 0 0,-4 38 0,2 6 6,1 658 453,0-1056-288,1 312-312,0 0-1,1 0 0,1 0 0,0 0 1,2 1-1,0-1 0,0 1 0,2 0 0,16-29 1,-20 38-10,1 1 0,1 0 0,-1 0 0,1 0 0,0 1 0,0 0 0,1 0 0,-1 0 0,1 0 0,0 1 0,0 0 0,1 0 0,-1 1 0,1 0 0,0 0 0,0 0 0,0 1 0,0 0 0,0 1 0,1-1 0,-1 1 0,0 1 1,1-1-1,-1 1 0,11 2 0,-13-1 6,0 0 0,0 0 0,0 1 0,-1 0 1,1 0-1,0 0 0,-1 1 0,0-1 0,1 1 1,-1 0-1,0 1 0,0-1 0,-1 1 0,1-1 1,-1 1-1,0 0 0,0 0 0,0 1 0,0-1 1,-1 0-1,0 1 0,0 0 0,0-1 0,2 7 1,2 11 0,-1-1 1,0 1 0,-1 0-1,0 29 1,-2-24 10,-1 0 0,-1-1 0,-1 1 0,-6 27 0,5-44 10,0 0 0,-1 0-1,-1 0 1,1-1 0,-1 1-1,-1-1 1,0 0 0,0-1-1,-1 1 1,0-1 0,-1 0 0,1 0-1,-13 10 1,9-10 53,0-1-1,0 0 1,0 0 0,-1-1-1,0 0 1,-1-1 0,1 0-1,-1-1 1,-15 3-1,5-3-27,-1 0-1,0-2 0,-45-1 0,64-1-57,0 0-1,1 0 1,-1 0 0,0-1-1,0 0 1,1 0 0,-1 0-1,0 0 1,-3-2 0,5 2-50,0 0 1,1-1 0,-1 1-1,1 0 1,-1-1-1,1 1 1,0-1 0,0 0-1,-1 1 1,1-1-1,0 0 1,1 0 0,-1 0-1,0 1 1,0-1-1,1 0 1,-1-3 0,-3-43-2847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45.7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0 327 3810,'0'0'853,"34"0"-813,111 0 3,86 0 240,-228 0-256,0 0 0,0 0 0,0-1 0,0 1 0,0-1-1,-1 1 1,1-1 0,0 0 0,0 0 0,-1 0 0,1-1 0,-1 1 0,1-1 0,-1 1 0,0-1 0,1 0-1,1-2 1,-1 0 20,0 0 0,0 0 0,0 0 0,-1 0 0,1 0 0,-1-1-1,0 1 1,-1-1 0,3-6 0,-1-5 86,-1 1 0,0-1 0,-1 1-1,-1-1 1,-1-21 0,-1 32-105,1-1 1,-1 1-1,1-1 1,-1 1-1,-1 0 0,1 0 1,-1 0-1,0 0 1,0 0-1,-1 0 0,1 1 1,-1-1-1,0 1 1,0 0-1,0 1 0,-1-1 1,1 1-1,-1-1 1,-8-3-1,1 0 108,0 1-1,-1 0 1,-1 1 0,1 0 0,0 1-1,-28-5 1,-32 3 383,67 6-479,1 0-1,-1 1 1,1 0 0,-1 0-1,1 0 1,-1 0 0,1 1-1,0 0 1,-1 0 0,1 1 0,-7 4-1,4 0-27,1 0 0,-1 1 0,2 0 0,-1 1 0,1-1 0,0 1 0,1 0 0,0 1 0,1-1 0,0 1 0,0 0 0,1 0 0,0 0 0,1 1 0,-2 16 0,0 11 7,1 0 0,5 77-1,-1-103-28,0 1-1,1 0 0,1-1 1,0 0-1,1 1 0,0-1 1,1 0-1,0-1 0,1 0 1,0 1-1,1-2 0,1 1 1,-1-1-1,1 0 0,1-1 1,0 1-1,0-2 0,1 0 1,0 0-1,0 0 0,1-1 1,0-1-1,0 0 0,1 0 1,0-1-1,0-1 0,0 0 1,0-1-1,0 0 0,1 0 1,18 0-1,-10-1-192,-1-1 0,1-1 0,27-4 0,-41 3 152,1-1-1,0 0 1,-1 0-1,0 0 1,1-1-1,-1 0 1,0-1-1,-1 0 1,1 0-1,0 0 0,8-9 1,-3 2 47,0-1 1,-1-1-1,0 0 1,-1-1-1,-1 0 0,0 0 1,-1-1-1,0 0 1,-1 0-1,-1-1 1,0 0-1,4-26 1,-2-5 596,-2 0 1,-2-1 0,-2-54 0,-14 682-135,12-654-405,5-278 124,-7 289-178,1 48 0,0-1 0,1 1 0,1-1 0,5-27 0,-6 41-4,1 0 0,-1 0 0,1 0 0,0 1 0,0-1 1,0 0-1,0 1 0,0-1 0,0 1 0,0-1 0,1 1 0,-1 0 0,0 0 0,1-1 0,-1 1 0,1 0 1,-1 0-1,4-1 0,35-9-229,-29 9 132,171-23-2295,5-1 1369,-194 29 1253,1 1 0,-1-1-1,1 1 1,0 1 0,0-1 0,0 1 0,1 0 0,-1 0-1,1 1 1,1-1 0,-1 1 0,-5 10 0,-7 9-138,1 1 1,-17 37-1,24-42-15,1 1-1,0 1 0,2-1 1,0 1-1,2 0 0,1 0 1,0 1-1,2 38 0,1-56-68,1 1-1,-1-1 1,1 1 0,1-1-1,-1 1 1,1-1-1,0 0 1,1 0-1,-1 0 1,1 0 0,0 0-1,1 0 1,0-1-1,4 7 1,-2-7-23,0 0 0,0 0 0,0 0-1,0 0 1,1-1 0,0 0 0,-1-1 0,2 0 0,-1 0-1,0 0 1,14 3 0,6-2-714,0 0-1,1-2 0,39-2 1,-41 0-132,61 0-2160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46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79 800,'0'0'4634,"0"-13"-3961,-2-38 47,2 50-689,-1 0 0,1 0-1,0 0 1,-1 1 0,1-1-1,-1 0 1,1 1 0,-1-1 0,1 0-1,-1 1 1,1-1 0,-1 0-1,0 1 1,1-1 0,-1 1-1,0-1 1,1 1 0,-1-1 0,0 1-1,0 0 1,0-1 0,1 1-1,-1 0 1,0 0 0,0 0 0,0-1-1,0 1 1,0 0 0,1 0-1,-1 0 1,0 0 0,0 1 0,0-1-1,0 0 1,0 0 0,1 0-1,-1 1 1,0-1 0,0 0-1,0 1 1,1-1 0,-1 1 0,0-1-1,1 1 1,-1-1 0,-1 2-1,-3 2 69,-1 1-1,1 0 0,0 0 1,0 1-1,0 0 0,1 0 0,0 0 1,0 0-1,0 0 0,1 1 0,-4 11 1,2-6-18,2 0 1,-1 1-1,2-1 1,0 1-1,0-1 1,0 14 0,2-23-75,0-1 0,0 0 0,0 1 0,1-1 0,-1 0 0,0 0 0,1 0 0,-1 1 0,1-1 0,0 0 1,0 0-1,0 0 0,0 0 0,0 0 0,0 0 0,0 0 0,3 2 0,-2-2 1,1-1 1,-1 1-1,1-1 0,-1 1 0,1-1 1,0 0-1,-1 0 0,1-1 0,0 1 0,0 0 1,0-1-1,0 0 0,2 0 0,3 1 17,-1 0-1,0-1 1,0 0-1,0-1 1,1 1-1,-1-1 1,0-1-1,8-2 1,-12 3-21,1-1-1,-1 1 1,-1-1 0,1 0 0,0 0 0,0 0 0,-1 0 0,1-1 0,-1 1 0,0-1 0,1 0 0,-1 1 0,-1-1 0,1 0 0,0 0-1,-1 0 1,1 0 0,-1 0 0,1-4 0,1-4-471,-1 0-1,0 0 0,-1 0 1,0 0-1,-1-13 1,0 22 223,0-30-5412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46.3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0 3185,'0'0'1393,"27"157"-1297,17-157-32,4 0-32,-12 0-32,-22-29 0,-14 2 48,0-6 945,-17 10 399,-31 11 1,-2 6-369,2 6-367,12 0-529,19 0-128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48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600 235 720,'0'0'4301,"10"-26"-3092,34-83 23,-43 106-1159,1 1 0,-1-1 0,0 0 0,0 0 0,0 0-1,0 0 1,-1 0 0,1 0 0,-1 0 0,0-1 0,0 1 0,0 0 0,0 0 0,0 0 0,-1 0-1,1 0 1,-1 0 0,-2-5 0,2 7-33,-1-1 0,0 1 0,1-1 0,-1 1 0,0 0 0,0-1-1,0 1 1,0 0 0,1 0 0,-2 1 0,1-1 0,0 0 0,0 1 0,0-1 0,-3 0 0,-5-1 36,-20-4 128,-1 1 0,1 1 1,-1 1-1,0 2 0,0 2 0,-32 4 1,49-3-141,1 0 0,-1 1 0,1 1 1,-1 1-1,1 0 0,0 0 0,1 1 0,-1 1 1,1 0-1,1 1 0,-1 0 0,1 0 1,1 1-1,-1 1 0,-10 13 0,5-4 49,1 1 0,1 0-1,0 1 1,2 1 0,0 0-1,2 1 1,-14 41 0,11-14-39,3 1 1,1 0 0,3 0-1,2 1 1,3 0 0,2-1-1,8 62 1,-4-78-60,1-1-1,2 0 1,2 0 0,0-1-1,3 0 1,0-1-1,2-1 1,2 0-1,1-1 1,26 34 0,-30-46-9,1 0 0,1-1 0,0 0 1,2-1-1,0-1 0,0-1 0,2-1 1,-1 0-1,2-2 0,-1 0 0,2-1 1,-1-1-1,1-1 0,1-2 0,-1 0 1,30 4-1,2-4-3,0-2 0,0-3 0,106-10 0,-130 4-13,0 0 0,-1-2 0,1-1 0,-2-2 0,1 0 0,-1-2 0,-1-1 1,42-28-1,-58 33 9,0 0 1,-1-1-1,0 0 0,-1-1 1,1 0-1,-2 0 1,0-1-1,0 0 1,-1-1-1,8-17 1,-8 12 2,0 0 1,-2-1 0,0 0-1,0 0 1,-2-1-1,2-35 1,-5 21-4,-2-1-1,0 1 1,-3 0 0,-1 0-1,-1 0 1,-2 1-1,-1 0 1,-15-32 0,-5-6 0,-3 2 1,-3 2-1,-3 1 0,-53-67 1,83 121-14,0 0-1,-1 1 1,-1 0 0,1 1 0,-2 0 0,1 1-1,-1 0 1,0 0 0,-1 2 0,0-1-1,0 2 1,0 0 0,0 0 0,-1 1 0,0 1-1,0 0 1,0 1 0,0 1 0,0 0-1,-17 1 1,-46 0-1120,-3 0-1566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0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210 116 992,'0'0'2906,"-28"-16"-2541,-130-76 633,134 85 19,27 8-1010,0 0 0,0 1 0,0-1 0,-1 1 1,1-1-1,-1 1 0,5 4 0,12 9 16,39 19 93,2-2 0,100 38 0,138 29-51,121 4-33,9-25 23,-142-28-43,303 66 10,81 14 15,320 58-16,-35-6 19,484-10-51,-1083-151 6,1066 71 42,444-33 267,-1305-82-308,2 0-8,125 24 39,303-4 24,-576-16-52,-49 1 103,1215 0 469,-1073 52-228,-6 45 213,-45-4-447,6-27-42,7-25-9,-104-6-38,568 58 158,-383-26-76,-98-22-59,145 13-12,394 96 20,-757-92-22,-48 1-29,-98-21 28,-35-8-8,448 93 124,-236-48-109,-203-56 27,-15-3 98,-49-19-22,0 11-134,-1 0 0,0 0 0,0 0 0,0 1 0,-1-1 0,0 1 0,0-1 0,0 1 0,-7-8 0,-43-45-31,37 41 12,-35-34 15,-73-59 1,104 94 100,-1 1 0,-1 1 0,-1 0 1,0 2-1,0 1 0,-1 1 0,-27-8 1,-16 2 578,72 20-629,20 17 2,2-1 0,0-2 1,43 23-1,101 39 67,-74-37-117,-14-5-7,-2-1 11,127 76 1,-205-111-9,0 0 1,1 1 0,-1-1-1,0 1 1,0 0 0,-1 0-1,1 0 1,-1 0 0,1 0-1,-1 0 1,0 1 0,0-1-1,2 6 1,-4-7 0,1 0 0,-1 0 1,0-1-1,0 1 0,0 0 0,-1 0 0,1-1 1,0 1-1,0 0 0,-1-1 0,1 1 1,-1 0-1,0-1 0,0 1 0,1 0 0,-1-1 1,0 1-1,0-1 0,0 0 0,0 1 0,-1-1 1,1 0-1,0 0 0,-1 1 0,1-1 1,0 0-1,-1 0 0,1-1 0,-1 1 0,0 0 1,1 0-1,-1-1 0,-1 1 0,-37 15 98,-1-2 0,-71 14 1,57-15-28,-50 12-529,-2-5-1,0-4 1,-187 3 0,112-21-5433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09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3 266 144,'0'0'5192,"0"0"-5154,0 0 0,0 0 0,0 0 0,0 0-1,1 1 1,-1-1 0,0 0 0,0 0 0,0 0 0,0 0 0,0 0 0,1 0 0,-1 0 0,0 0 0,0 0 0,0 0 0,0 0 0,0 0 0,1 0 0,-1 0-1,0 0 1,0 0 0,0 0 0,0 0 0,0 0 0,1 0 0,-1 0 0,0 0 0,0 0 0,0 0 0,0-1 0,0 1 0,1 0 0,-1 0 0,0 0 0,0 0 0,0 0-1,0 0 1,0 0 0,0 0 0,0-1 0,0 1 0,1 0 0,-1 0 0,0 0 0,0 0 0,0 0 0,0-1 0,0 1 0,0 0 0,0 0 0,0 0 0,0 0-1,0-1 1,0 1 0,0 0 0,0 0 0,0 0 0,0 0 0,0 0 0,0-1 0,0 1 0,0 0 0,0 0 0,0 0 0,-1 0 0,1-1 0,3-51 440,-2-1 1,-13-102-1,15 196-384,-4 55 0,0 5-42,34 308 293,-17-251-311,-14-138-30,0 7 16,1-1 0,1 1-1,9 29 1,-13-55-76,1 1 1,-1 0 0,1 0 0,0-1-1,-1 1 1,1 0 0,0-1 0,0 1-1,0-1 1,0 1 0,0-1 0,1 1-1,-1-1 1,0 0 0,1 1 0,2 1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0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385 149 320,'0'0'5939,"-5"-24"-5184,-17-71-174,22 93-553,-1 1-1,1-1 0,-1 0 0,1 1 0,-1-1 0,0 1 0,1-1 0,-1 1 0,0-1 0,0 1 0,0-1 0,0 1 0,0 0 0,-1 0 0,1 0 0,0 0 1,-1 0-1,-2-2 0,3 3-4,0-1 0,-1 1 0,1 0 0,-1 0 0,1 0 1,-1-1-1,1 2 0,-1-1 0,1 0 0,0 0 1,-1 0-1,-1 1 0,-4 1 87,2-2-97,0 1-1,1-1 0,-1 1 0,1 0 1,-1 1-1,1-1 0,-1 1 0,1 0 1,0 0-1,0 0 0,0 1 1,0-1-1,0 1 0,-6 7 0,-4 3-12,1 2-1,-15 20 1,17-21 25,-11 17 24,0 0-1,2 1 0,1 2 0,2 0 1,-17 49-1,24-55-17,2 0-1,1 1 0,1 1 1,2-1-1,1 0 1,1 1-1,3 44 1,1-61-21,0 0-1,1 0 1,0-1 0,1 1 0,1-1-1,0 0 1,0 0 0,1-1-1,1 1 1,0-1 0,1-1 0,-1 0-1,2 0 1,0 0 0,18 15 0,-14-14-3,0-1 0,1 0 0,1-1 0,0 0 0,0-1 0,0-1 0,1-1 0,0 0 0,0-1 0,1 0 0,29 3 0,63-5-143,-74-4 51,-24 1 79,0-1 1,0 0 0,0-1-1,0 0 1,0-1 0,0 0-1,-1-1 1,1 0 0,-1 0-1,0-1 1,0-1 0,-1 1-1,0-2 1,0 1 0,0-1-1,-1-1 1,0 0 0,0 0-1,-1 0 1,0-1 0,0 0-1,-1 0 1,0-1 0,-1 0-1,0 0 1,-1 0 0,0 0-1,4-15 1,-4 4 18,-1 0-1,0 0 1,-2 0 0,0 0 0,-1-1-1,-1 1 1,-2 0 0,-6-32 0,2 25-10,-2 1 1,-1-1-1,-1 1 1,-1 1-1,-25-40 1,10 25 35,-30-38 1,46 66-26,0 1 0,-1 0 0,0 0-1,-1 1 1,0 1 0,-22-14 0,32 22-116,-1 0 1,1 0-1,-1 1 1,0-1-1,1 1 1,-1 0-1,0 0 0,0 0 1,0 0-1,0 1 1,0 0-1,0 0 1,0 0-1,0 0 0,0 0 1,1 1-1,-1 0 1,0-1-1,0 2 1,0-1-1,1 0 0,-1 1 1,0-1-1,1 1 1,-1 0-1,1 1 1,-4 2-1,-14 15-3388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39 309 2017,'0'0'3964,"0"-24"-2731,0-16-783,1-2 47,-6-47-1,-4 29 130,8 55-381,0 1 1,0-1-1,-1 0 0,0 1 1,0-1-1,0 1 0,0-1 1,-1 1-1,0 0 0,-3-4 0,6 30 84,9 322-506,-1-247-306,32 153 1,-37-237-104,0 0 0,0 0 0,1 0 0,1-1 0,0 0 0,1 1-1,0-2 1,15 21 0,11-1-4251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4434,'0'0'6227,"-18"15"-6195,18 89-32,18 24 32,3 11-32,6-2 0,5-9-1057,-5-24-1808,-6-33-3938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1 190 4930,'0'0'2786,"0"-178"-1666,0 166 1169,3 42-2289,15 50 16,8 30 320,4 21 16,-9 2-288,0-2-64,2-9-128,4-18-656,0-27-1985,0-30-2402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2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49 313 1185,'0'0'7045,"0"-9"-5999,1-7-877,1 0 0,0 0 0,2 0 1,-1 0-1,2 1 0,0-1 0,13-26 0,-11 29-176,-1 0 0,2 0 1,0 1-1,1 0 0,0 0 1,0 1-1,1 1 1,1-1-1,16-11 0,-23 19 2,-1 0-1,1 1 1,0 0 0,0 0-1,1 0 1,-1 0-1,0 1 1,0 0 0,1 0-1,-1 0 1,1 0-1,-1 1 1,1-1 0,0 1-1,-1 0 1,1 1-1,-1-1 1,1 1 0,6 1-1,-6 0-3,0 1-1,0-1 1,0 1-1,0-1 0,-1 1 1,1 1-1,-1-1 1,0 1-1,0-1 0,0 1 1,0 1-1,-1-1 1,1 0-1,-1 1 0,4 7 1,1 5 2,0 0 1,-1 1 0,-1-1 0,-1 1 0,7 37-1,-7-12 27,-1 66 0,-4-91-13,-1 0-1,0-1 1,-1 1-1,-1 0 1,-1 0-1,-1-1 1,0 0-1,-1 0 0,-1 0 1,0-1-1,-14 22 1,-1-4 32,0-2 0,-2-1 0,-2 0 0,-35 32 0,10-18 368,-88 61-1,134-102-317,11-4-42,17 0-36,0-1 0,1-2-1,36-8 1,-31 5-11,75-15-27,292-53-417,-276 56 139,157-2 0,-225 18 7,-37 1-157,0 0-1,0 1 1,0 1 0,26 4 0,-36-1-674,-12 2-116,-43 9-1477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2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104 318 4162,'0'0'3249,"-62"-220"-2352,38 170-225,12 17 577,6 18 1040,6 18-1809,6 65-480,24 42 0,8 27 80,-2 14 0,-6 1-80,-3-12-48,-4-22-528,4-28-801,3-37-1488,-1-41-2610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3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51 390 4322,'0'0'1793,"-8"14"-875,-34 58 399,43-74-1241,-1 0 0,1 1 0,-1-1 0,0 0 0,0 0 0,1 0 0,-1 1 0,0-1 0,0 0 0,-1 0 0,1 0 0,-1-1 0,0-10 25,2-7-32,0-1 0,2 1 0,0 0 1,2 0-1,0 1 0,1-1 0,1 1 0,13-25 0,-7 18-49,2 0 0,1 2 0,1-1 0,1 2 0,24-24 0,-34 39-22,-1 2 0,1-1 0,0 1 0,1 0 1,0 1-1,-1 0 0,19-7 0,-24 10-3,1 1 1,-1 0-1,0 0 0,1 0 0,-1 0 0,0 1 1,1-1-1,-1 1 0,1 0 0,-1 0 0,1 0 1,-1 0-1,1 1 0,-1 0 0,0-1 0,1 1 1,-1 0-1,0 1 0,0-1 0,0 0 0,1 1 1,-1 0-1,-1 0 0,1 0 0,0 0 0,4 4 1,-3 0 5,0 1 0,0-1 0,0 0 0,-1 1 0,0 0 0,0 0 0,-1 0 0,0 0 0,0 0-1,-1 0 1,1 9 0,1 16 48,-2 39 0,-1-51-28,0 12 10,1-2 32,-7 60 0,4-79 3,0-1-1,-1 0 0,0 0 1,0 0-1,-1-1 1,0 1-1,-1-1 1,0 0-1,-11 14 0,23-30 55,1 1 0,0 0 0,0 0 0,0 0 0,0 1 0,1 1 0,0-1-1,14-4 1,-19 7-130,1 0-1,0 1 1,-1-1 0,1 1-1,0 0 1,-1 0-1,1 1 1,0-1 0,0 1-1,0 0 1,0 1-1,-1-1 1,1 1 0,0 0-1,0 0 1,-1 0-1,1 1 1,-1-1 0,1 1-1,-1 0 1,0 1-1,1-1 1,-1 1 0,0 0-1,5 4 1,-1 3-5,-1 1 0,0 0 1,-1 0-1,1 0 0,-2 1 0,0 0 1,0 0-1,-2 0 0,1 1 0,-1-1 1,1 17-1,0 5 29,-1 1 0,-2 0 0,-3 37 1,0-60-4,1-1 0,-2 1 1,0-1-1,0 0 0,-1 0 1,0 0-1,-1 0 1,-1-1-1,1 0 0,-1 0 1,-1 0-1,0-1 0,0 0 1,-1 0-1,0-1 0,-1 0 1,0-1-1,0 1 1,0-2-1,-1 1 0,0-1 1,-1-1-1,1 0 0,-1 0 1,0-1-1,0-1 0,0 1 1,0-2-1,-1 0 0,-15 1 1,22-2-2,-1 0 0,1-1 0,0 0-1,-1-1 1,1 1 0,-1-1 0,1 0 0,0 0 0,-1 0 0,1-1 0,0 0 0,-10-5 0,12 5 1,-1-1 0,1 0 0,-1 0 1,1 0-1,0-1 0,0 1 1,0-1-1,1 1 0,-1-1 1,1 0-1,0 0 0,0 0 0,1 0 1,-1 0-1,-1-9 0,0 5-5,1-1 0,1 1 1,-1-1-1,2 0 0,-1 1 0,1-1 0,0 0 0,1 0 0,2-8 0,-3 13-5,1 1-1,0 0 1,0 0-1,1 0 1,-1 0 0,1 0-1,-1 1 1,1-1 0,0 0-1,0 1 1,0-1-1,0 1 1,0 0 0,1 0-1,-1 0 1,1 0 0,0 0-1,-1 0 1,1 0-1,0 1 1,0 0 0,0-1-1,0 1 1,0 0-1,0 1 1,6-2 0,-3 1-12,-1 0 1,1 0 0,0 1 0,0 0-1,0 0 1,0 0 0,0 0-1,-1 1 1,1 0 0,0 1 0,9 2-1,-12-2 0,0 0 0,1 0-1,-1 0 1,0 1 0,-1-1-1,1 1 1,0 0 0,-1 0-1,1 0 1,-1 0 0,0 0-1,0 0 1,0 1 0,-1-1-1,1 0 1,-1 1 0,0 0-1,2 6 1,-1 0-177,0-4-169,0 0-1,-1 1 1,0-1 0,0 1-1,0 10 1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4882,'0'0'4002,"95"0"-4658,3 0-1201,3 0-960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4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 3378,'0'0'1760,"181"-9"-1936,-97-15-1937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4818,'0'0'1761,"176"3"-1409,-84-3-224,15 0-128,-3-9-768,-21-5-3730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5955,'0'0'3313,"146"0"-3745,-27 0-1841,14-6-2865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0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2865,'0'0'2513,"202"0"-2513,-107-9-32,12-9-2193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72 5314,'0'0'1681,"214"-35"-1393,-110 17 145,0 3-385,-12 12-48,0 3-1361,-24 0-1937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9124,'0'0'1361,"246"0"-1697,-74-27-2786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5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1 104 8932,'0'0'2081,"157"-50"-1825,-47 29 48,15 3 16,8 3-175,13 15-145,-1 0-81,-17 0-1407,-27 0-3458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6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39 455 3522,'0'0'1534,"-4"-33"-939,-16-107 344,13 92 105,3 0-1,0-57 1,4 95-939,1 14-67,-1-1 1,1 1-1,0 0 1,0-1-1,0 1 1,0-1-1,3 6 0,4 10-36,175 449 333,-152-391-310,-20-51-13,24 61 38,55 99 1,-79-174-25,-3-17 29,-1-28 45,-5 24-97,55-419 86,-22 123-53,-34 300-35,1-12 3,0 0 1,2-1-1,0 1 1,1 1-1,1-1 1,11-22-1,-17 38-5,0 0 1,1 0-1,-1 1 1,0-1-1,1 1 0,-1-1 1,1 0-1,-1 1 1,1-1-1,-1 1 1,1-1-1,-1 1 0,1-1 1,-1 1-1,1 0 1,0-1-1,-1 1 0,1 0 1,0-1-1,-1 1 1,1 0-1,0 0 0,0 0 1,-1 0-1,1-1 1,0 1-1,-1 0 0,1 0 1,0 0-1,0 1 1,-1-1-1,1 0 1,0 0-1,0 0 0,1 2-3,0-1-1,0 0 0,0 0 0,-1 0 1,1 1-1,0-1 0,-1 1 1,1 0-1,-1-1 0,0 1 0,3 3 1,19 40-7,-2 0 0,-2 1 0,21 76 0,-38-115 12,141 519 95,-140-511-88,9 29-11,-12-41 6,1-1 0,0 0 0,0 0 0,0 0 0,0 1 0,0-1 1,1 0-1,-1-1 0,1 1 0,-1 0 0,1 0 0,-1 0 0,1-1 0,3 3 0,-5-4-2,1 0 1,0 0-1,-1 0 1,1 1 0,-1-1-1,1 0 1,0 0-1,-1 0 1,1 0 0,0 0-1,-1 0 1,1 0-1,-1 0 1,1-1 0,0 1-1,-1 0 1,1 0-1,-1 0 1,1-1 0,0 1-1,-1 0 1,1-1-1,-1 1 1,1 0 0,-1-1-1,1 1 1,-1-1-1,0 1 1,1-1 0,-1 1-1,1-1 1,-1 0-1,14-23 181,-13 21-150,35-91 787,42-174 0,-44 144-725,-14 50-159,-1 1-541,3 0 0,37-82-1,-39 120-2108,-9 19-1754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3185,'0'0'4939,"0"12"-4745,34 390 722,-17-246-850,36 290 33,-51-660 106,0 183-234,2 1 1,1 0-1,1 0 0,20-58 0,-20 72 13,1 1 0,0 0 1,0 0-1,2 1 0,0 0 0,0 0 1,1 1-1,1 1 0,0-1 1,22-16-1,-27 24 4,1 1 0,0 0 0,0 0 0,0 1 0,1 0 1,9-3-1,-13 5 7,-1 0-1,0 0 1,1 0 0,-1 1 0,0 0 0,1-1 0,-1 1-1,1 1 1,-1-1 0,0 0 0,1 1 0,-1 0 0,0-1-1,1 1 1,-1 1 0,0-1 0,4 2 0,-3 0-1,-1 0 1,0 0-1,0 1 1,0-1-1,0 1 1,-1-1-1,0 1 1,1 0-1,-1 0 1,-1 0-1,1 0 1,1 5-1,14 59 3,-7 15 294,-3 0 0,-6 146 0,-3-101 90,1-107-490,1-12 118,0 0 0,0 0 1,0 0-1,1 1 0,1-1 1,3 16-1,-4-23-170,0 0 0,1 0-1,-1 0 1,0 0 0,1-1 0,-1 1 0,1 0 0,-1-1 0,1 1 0,0-1 0,0 1-1,0-1 1,0 0 0,0 1 0,0-1 0,0 0 0,0-1 0,0 1 0,0 0 0,1-1 0,-1 1-1,0-1 1,0 1 0,1-1 0,-1 0 0,0 0 0,1 0 0,-1 0 0,0-1 0,0 1-1,5-2 1,39-8-4817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49 433 4690,'0'0'1201,"34"-7"-1140,111-19 115,-104 22-66,74 0-1,-96 4-102,1 0-1,0-1 1,0 0 0,-1-2-1,36-9 1,-52 11-3,-1 0 0,1 1-1,-1-1 1,0 0 0,0 0 0,1-1 0,-1 1 0,0 0 0,0-1-1,0 1 1,0-1 0,-1 0 0,1 1 0,0-1 0,-1 0 0,1 0-1,-1 0 1,0 0 0,1-1 0,-1 1 0,0 0 0,0 0 0,-1-1-1,1 1 1,0-1 0,-1 1 0,1 0 0,-1-1 0,0 1 0,0-1-1,0 1 1,0-1 0,0 1 0,-1-1 0,1 1 0,-1-1 0,0 1-1,1 0 1,-2-3 0,-2-6 42,-1 1 0,0 0-1,0 0 1,-1 0 0,0 1 0,0 0-1,-11-12 1,-8-5 60,0 1 0,-1 2 0,-1 0 0,-42-26 0,56 40 26,-1 2 0,0 0-1,0 0 1,0 1 0,-1 1 0,0 0 0,0 2 0,0-1-1,0 2 1,-1 0 0,1 1 0,-24 0 0,35 2-78,0-1 1,-1 1-1,1 0 0,0 0 1,0 1-1,0-1 0,1 1 1,-1 0-1,0 0 0,1 0 1,-1 0-1,1 1 0,0-1 1,-1 1-1,-4 6 0,2-2 21,1 0-1,0 1 0,0-1 1,1 1-1,0 1 0,-6 16 0,2 2 147,1 1 0,2 0 0,-4 50 0,7-50 2,1 0 0,1 0-1,5 40 1,-3-58-198,0-1 1,0 0-1,1 0 0,0 0 0,1 0 0,0 0 0,0-1 0,1 1 0,0-1 1,0-1-1,1 1 0,0-1 0,12 12 0,-4-7-33,1-1-1,0-1 0,1 0 1,0-1-1,0-1 0,1 0 1,0-1-1,1-1 1,-1-1-1,26 5 0,7-2-1038,0-3 0,77-1 0,-31-4-3070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8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15 542 528,'0'0'5531,"-2"10"-4726,-11 65 1543,13-115-1940,6-135 180,-3 156-580,0 0 0,1 0 1,0 1-1,2-1 0,0 1 0,2 0 1,10-20-1,-16 33-11,1 0 1,0 0-1,0 0 0,0 1 1,1-1-1,-1 1 0,1 0 1,0 0-1,1 0 0,-1 0 1,0 1-1,1 0 0,0 0 1,0 0-1,0 0 0,0 1 1,0 0-1,1 0 0,-1 0 1,1 1-1,-1 0 0,7-1 1,-9 2-2,1 1 0,-1-1 0,0 0-1,1 1 1,-1 0 0,0 0 0,1 0 0,-1 0 0,0 0 0,0 1 0,0-1 0,0 1 0,0 0 0,-1 0 0,1 0 0,0 0 0,-1 1 0,0-1 0,1 1 0,-1-1 0,0 1 0,0 0 0,0 0 0,2 6 0,4 8-6,0-1 1,-1 2 0,5 23 0,-11-39 8,10 42-6,-2 0 1,7 88-1,-12 93 48,-4-177-22,0-45 13,0-52 170,5-139 18,-2 160-221,1 0 0,2 1-1,0 0 1,18-46 0,-2 20-13,51-86 0,-60 117-19,1 1 0,2 0-1,0 1 1,1 1-1,0 1 1,28-22 0,-39 35 7,-1 1 1,1 1-1,1-1 1,-1 1-1,0 0 1,1 0-1,-1 1 1,8-2-1,-12 3 18,0 1 1,0 0-1,0-1 1,1 1-1,-1 0 1,0 0-1,0 0 0,0 1 1,0-1-1,0 0 1,0 1-1,0-1 1,0 1-1,0 0 1,0 0-1,0 0 0,0 0 1,0 0-1,0 0 1,-1 0-1,1 1 1,0-1-1,-1 0 0,1 1 1,-1 0-1,0-1 1,1 1-1,-1 0 1,0 0-1,2 3 1,2 10-1,-1 0 0,-1 1 0,0-1 0,-1 1 0,-1-1 0,0 1 1,-3 23-1,2-16 17,0 326 701,0-334-640,0-1 1,1 1-1,0 0 1,1-1-1,8 26 1,-8-35-67,0 0-1,0 0 1,0-1 0,1 1 0,0-1 0,0 0 0,0 0 0,0 0 0,1 0 0,0 0 0,0-1 0,0 0 0,0 1 0,0-1 0,0-1 0,1 1 0,-1-1-1,1 0 1,5 2 0,2 0-133,0-1 0,-1-1 0,1 1 0,18-1 0,57 0-2745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8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364 500 3746,'0'0'1152,"3"-35"-149,15-112-85,-4 35 2454,-15 125-3352,-1 0-1,0 0 0,-1 0 1,0-1-1,-1 0 0,-1 1 1,-6 11-1,7-14-6,-339 822 430,323-777-405,40-112-65,3 0 0,30-55 0,0 4 25,-6 4-14,205-495 0,-247 584 14,3-7 3,1 0-1,20-38 1,-27 56-4,0 0-1,0 0 1,1 0 0,0 0-1,0 1 1,0-1 0,0 1 0,0 0-1,1 0 1,0 0 0,-1 1-1,1-1 1,0 1 0,0 0-1,0 0 1,1 0 0,-1 0-1,0 1 1,1-1 0,7 0 0,-8 2 0,-1 1 0,0-1 0,1 1 1,-1-1-1,0 1 0,1 0 1,-1 1-1,0-1 0,0 1 0,0-1 1,0 1-1,0 0 0,-1 0 1,1 0-1,0 0 0,-1 0 1,1 1-1,-1-1 0,0 1 0,0 0 1,0 0-1,2 5 0,6 9 9,-2 0-1,13 35 0,-16-36-1,27 86 158,34 194-1,-11-33-73,2-104-1201,-55-147-2171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8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 5458,'0'0'1697,"205"-62"-1697,-77 50 96,5 6-64,-2 6-32,-15 0-1136,-30 0-2482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9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705 66 512,'0'0'5832,"-17"-9"-5042,5 2-679,4 2-52,0 0-1,0 1 1,-1 0-1,0 0 1,0 1 0,0 0-1,0 0 1,0 1-1,-1 0 1,1 1-1,-1 0 1,1 1-1,-19 1 1,15 2 2,1 0 0,-1 1 0,1 1 0,0 0 0,0 1 0,1 0 0,0 0 0,0 2 0,0-1 0,1 1 0,0 1 0,0 0 0,1 0 0,1 1 0,-1 0 0,1 0 0,1 1 0,0 0 0,1 1 0,0-1 0,1 1 0,0 0 0,0 1 0,2-1 0,-1 1 0,2 0-1,-3 24 1,3-14-45,0 0 0,2 0-1,1 0 1,0-1-1,2 1 1,6 27-1,-7-42-14,1 0 0,0 0 0,0-1 0,1 1 0,-1-1 0,2 1 0,-1-1 0,1-1 0,0 1 0,1-1-1,-1 1 1,1-2 0,0 1 0,1-1 0,-1 0 0,1 0 0,0 0 0,1-1 0,-1 0 0,11 3 0,-7-3-5,1 0 1,-1-1 0,1-1 0,0 0 0,0 0 0,0-1 0,1-1 0,-1 0 0,0 0 0,0-2 0,0 1 0,18-6 0,-23 3 3,0 0 0,0 0 0,-1-1 0,1 0 0,-1 0 0,0 0 0,-1-1 0,1 0 0,-1 0 0,0-1 0,6-10 0,0-1 4,-2 0 0,0 0 0,10-32 0,-12 21 7,-1 0 0,-1 0 1,-2 0-1,0 0 1,-4-45-1,1 46 3,0 18 16,0-1-1,-1 1 0,0-1 1,0 0-1,-1 1 0,-1 0 1,0-1-1,0 1 0,-1 1 1,-1-1-1,1 0 0,-1 1 1,-1 0-1,0 0 0,0 0 1,-1 1-1,0 0 0,-8-7 1,14 14-68,1 9-106,6 62 1321,16 125-1245,-6-82 77,9 154-35,-12 339-1,-15-565-8,-1 0 1,-1-1 0,-3 1-1,-1-1 1,-26 74-1,27-97 16,-1-1 0,0 0-1,-1-1 1,0 0 0,-1 0-1,-23 25 1,24-32 13,0 0 0,-1 0 1,1 0-1,-2-1 0,1-1 0,-1 0 0,0 0 1,0-1-1,0 0 0,-24 5 0,22-6 5,0-1-1,0 0 0,0-2 1,0 1-1,0-2 0,-1 0 1,1 0-1,0-1 0,0-1 1,-1 0-1,1-1 0,0 0 1,1-1-1,-1 0 0,1-1 0,0-1 1,0 0-1,0 0 0,1-1 1,0-1-1,0 0 0,1 0 1,0-1-1,1-1 0,-1 1 1,-10-17-1,2 1 2,2-1 0,1 0 0,1-1-1,1-1 1,2 0 0,0-1 0,2 0 0,1 0 0,2-1-1,1 0 1,1 0 0,1 0 0,2-1 0,1 1 0,7-54-1,-4 70-2,0 0 0,0 0-1,2 0 1,0 0-1,0 1 1,1-1 0,1 1-1,0 1 1,1-1-1,0 1 1,1 1 0,0 0-1,1 0 1,0 0 0,0 2-1,1-1 1,1 1-1,13-8 1,-6 6-5,1 0 0,0 1 0,1 1 0,0 1 0,1 1 0,-1 1 0,1 1 0,1 1 0,-1 0 0,45 0 0,-1 4-318,-24 0-3678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486 202 4690,'0'0'2484,"4"-10"-2265,0-3-214,0 3 10,0-1-1,-1 0 1,0 0-1,1-18 1,-3 26-10,-1 0 0,0 0 0,0 0 0,0 0 0,-1 0 1,1 0-1,-1 0 0,1 0 0,-1 1 0,0-1 0,0 0 0,0 0 0,-1 1 0,1-1 0,-1 1 0,1-1 0,-1 1 1,0-1-1,0 1 0,0 0 0,0 0 0,0 0 0,-1 0 0,-3-2 0,-5-2 26,0 0 0,-1 2-1,0-1 1,1 2 0,-1-1 0,-1 1 0,-16-1-1,-90-1 521,115 5-529,-4 0 1,0 0 0,-1 1 0,1 0 0,0 1 0,0 0 0,0 0 0,0 0 0,0 1 0,0 0 0,1 1 0,0 0 0,-1 0 0,1 0 0,1 1 0,-1 0 0,1 1 0,0-1 0,0 1 0,0 0 0,1 1-1,0-1 1,-7 12 0,2-2-16,1 1 0,0 0-1,1 0 1,1 1-1,1 0 1,0 0 0,1 1-1,-3 28 1,3-9-1,3 0-1,1 1 1,5 48 0,-3-74-9,1 1 0,1-1 1,0 0-1,1 1 0,0-1 0,1-1 0,1 1 0,0-1 0,0 0 1,11 14-1,-11-18-1,0 0 1,1 0 0,0-1-1,0 0 1,1 0-1,-1-1 1,2 0-1,-1 0 1,1-1 0,0 0-1,0-1 1,0 0-1,0 0 1,15 3-1,-12-4-3,1-1-1,-1 0 0,0-1 1,1 0-1,-1-1 0,1 0 1,-1-1-1,21-4 0,-26 3 2,0 0-1,0 0 0,0-1 1,0 0-1,0 0 0,-1-1 1,1 0-1,-1 0 0,0 0 0,0-1 1,-1 0-1,0 0 0,1 0 1,-1-1-1,6-9 0,-2-1 9,0 0-1,-1 0 1,-1-1-1,-1 0 1,0-1-1,-1 1 1,-1-1-1,3-30 1,-3-16 45,-3-72-1,-2 69 10,1 65-52,1-3 9,-1 1 1,0 0 0,0-1 0,-1 1 0,1 0 0,-1-1 0,0 1 0,0 0 0,0 0 0,-1 0 0,-2-6 0,2 9 29,2 6-14,-1 88-57,-2-22 40,11 103-1,-5-153-9,0-1 0,1 1 0,1-1 0,1 0 1,0-1-1,2 0 0,0 0 0,1 0 0,20 28 0,-24-40-1,1-1 0,-1 0 0,1-1 0,1 1 0,-1-1 0,1-1 0,0 1 0,0-1 0,0 0 0,1-1 0,-1 1 0,1-1 0,0-1 0,8 2-1,-11-3 0,0 1-1,0-2 1,0 1-1,0-1 0,0 0 1,0 0-1,0 0 1,0 0-1,0-1 0,0 0 1,0 0-1,0-1 1,0 1-1,0-1 0,-1 0 1,1 0-1,-1 0 1,1-1-1,-1 0 0,0 0 1,0 0-1,0 0 0,6-7 1,-1-3 0,-1 0 0,-1-1 0,0 0 0,0 0 0,-2 0-1,1-1 1,-2 0 0,0 0 0,-1 0 0,1-18 0,2-29 8,-3-72 0,-4 100-4,1-274 166,-6 532-156,6 129 116,0-352-150,4 36 119,-3-36-199,-1 0-1,0 0 1,1-1-1,-1 1 1,1 0-1,0 0 1,-1 0-1,1 0 0,0-1 1,-1 1-1,1 0 1,0 0-1,0-1 1,0 1-1,0-1 1,0 1-1,-1-1 1,1 1-1,0-1 0,0 0 1,0 1-1,0-1 1,0 0-1,0 0 1,0 0-1,1 1 1,-1-1-1,0 0 1,1-1-1,-2 1 24,0 0 0,1 0 0,-1 0 0,0 0-1,1 0 1,-1 0 0,0 0 0,1 0 0,-1 0 0,0 0 0,1 0 0,-1 0-1,0 0 1,1 0 0,-1-1 0,0 1 0,1 0 0,-1 0 0,0 0-1,0-1 1,1 1 0,-1 0 0,0 0 0,0-1 0,0 1 0,1 0 0,-1-1-1,0 1 1,0 0 0,0 0 0,0-1 0,1 0 0,5-28-3469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0 6643,'0'0'3986,"-48"48"-4210,81-30-1409,6-9-3297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6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0 500 2321,'0'0'5066,"2"-30"-4380,-2-1-531,0 13-64,0-1 0,1 0 0,1 0 0,1 0 0,1 1 0,0 0 0,14-36 0,-13 43-18,0 0 0,0 0 1,1 1-1,1-1 0,0 2 0,0-1 0,1 1 0,13-13 0,-16 18-55,1-1-1,1 1 1,-1 0-1,0 0 1,1 1-1,0 0 1,0 0-1,0 1 1,0 0-1,0 0 1,1 0-1,-1 1 1,1 0-1,12 0 1,-18 1-20,1 1 1,-1-1 0,0 0-1,0 0 1,0 1 0,0 0 0,0-1-1,0 1 1,0 0 0,0 0 0,0 0-1,0 0 1,0 0 0,0 0 0,-1 1-1,1-1 1,0 0 0,-1 1 0,3 2-1,-1 1 1,0-1-1,-1 1 0,1-1 1,-1 1-1,0 0 0,0 0 1,-1 0-1,2 6 1,1 13 4,-1 1 0,-1 45 0,-2-51 6,1 341 290,1-396-18,1 0 1,3 1-1,1 0 0,11-36 1,-9 37-275,1-1-20,1 1 0,1 0 0,2 1 0,2 0 0,1 1 1,23-34-1,-28 50-56,1 1-1,0 0 1,0 0 0,2 1 0,21-16 0,-25 22-18,-1 1-1,1 1 1,1 0-1,-1 1 1,1 0-1,0 0 1,0 1 0,0 1-1,16-2 1,-24 4 64,0 0 0,-1 0 0,1 1 1,0 0-1,0 0 0,0 0 0,0 0 1,0 1-1,-1 0 0,1-1 0,0 1 0,0 1 1,-1-1-1,1 0 0,-1 1 0,1 0 1,-1 0-1,0 0 0,1 0 0,-1 0 1,3 3-1,-3 0 5,1 0 1,-1 1-1,0-1 1,0 1-1,-1-1 1,1 1-1,-1 0 1,-1 0-1,1-1 1,-1 2-1,0-1 1,0 9-1,2 43 147,-3 1 0,-2 0-1,-10 58 1,2-27 285,9-83-371,1 1 1,-1-1-1,1 1 0,1 0 1,-1-1-1,4 15 0,-2-19-37,-1 1 0,0-1-1,1 0 1,-1 0 0,1 0-1,0-1 1,0 1-1,0 0 1,0-1 0,1 1-1,-1-1 1,1 0 0,-1 0-1,1 0 1,0 0-1,0 0 1,0-1 0,0 1-1,3 1 1,9 2 2,1-1-1,-1 0 1,1-1 0,0 0-1,32 0 1,91-5-175,-132 1 144,185-14-938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1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96 335 3602,'0'0'651,"-10"-27"93,-29-88 27,29 85 134,-8-54 1,15 63 91,-12-36-1,15 73-833,18 374-160,32 337 232,-50-727-235,0 0 1,0 0 0,0 0 0,0 1-1,0-1 1,0 0 0,0 0 0,0 0 0,0 0-1,0 0 1,0 0 0,0 0 0,0 0-1,0 0 1,0 0 0,0 0 0,0 1 0,0-1-1,0 0 1,0 0 0,0 0 0,0 0-1,0 0 1,0 0 0,0 0 0,0 0 0,0 0-1,0 0 1,0 0 0,0 0 0,0 1-1,0-1 1,0 0 0,0 0 0,0 0 0,0 0-1,0 0 1,-1 0 0,1 0 0,0 0-1,0 0 1,0 0 0,0 0 0,0 0-1,0 0 1,0 0 0,0 0 0,0 0 0,0 0-1,0 0 1,-1 0 0,1 0 0,0 0-1,0 0 1,0 0 0,0 0 0,0 0 0,0 0-1,0 0 1,0 0 0,0 0 0,0 0-1,0 0 1,-1 0 0,1 0 0,0 0 0,0 0-1,-4-6 41,-1-6-21,1 0 0,0-1 0,0 1 1,1-1-1,1 0 0,-1-21 0,2-90-40,1 76 32,0 28-11,1 1 0,0 0 0,2 0 0,0 0 0,1 1 0,8-24 0,-9 34-3,0 0-1,1 0 0,0 0 0,1 0 1,0 1-1,0 0 0,0 0 0,1 0 0,0 1 1,1 0-1,-1 0 0,1 0 0,0 1 1,1 0-1,14-7 0,-15 8-1,1 0 0,1 1 0,-1 0-1,0 1 1,1 0 0,-1 0 0,1 1 0,0 0 0,0 0 0,-1 1 0,1 0-1,0 1 1,0 0 0,-1 0 0,1 1 0,-1 0 0,1 0 0,-1 1-1,0 0 1,0 1 0,0 0 0,0 0 0,-1 0 0,1 1 0,-1 0 0,0 1-1,-1 0 1,0 0 0,1 0 0,6 11 0,0 1 6,-2 1 0,0 0 0,-2 1 0,0 0 0,-1 1 0,-1-1 0,8 39 0,-9-23 21,-2 0 1,-1 1-1,-3 68 0,-1-93-5,-1 0-1,0 1 1,0-1-1,-1 0 0,-1-1 1,0 1-1,0-1 1,-1 1-1,-1-1 1,1-1-1,-2 1 1,0-1-1,-10 12 0,4-9 0,0 0-1,0-1 0,-2 0 0,1-1 0,-2-1 0,1 0 1,-1-1-1,-20 8 0,25-12-139,0-1-1,0 0 1,0-1 0,0 0 0,-1-1-1,1 0 1,-1 0 0,1-1 0,-18-1-1,28 0 2,-1 0 0,1 0-1,-1-1 1,1 1 0,0 0 0,-1 0-1,1-1 1,-1 1 0,1 0 0,0-1-1,0 1 1,-1-1 0,1 0 0,0 0-1,0 1 1,0-1 0,-1 0 0,1 0-1,0 0 1,0 0 0,0 0 0,-1-2-1,1-2-358,0 1 1,0-1-1,0 0 0,0 0 0,1 0 0,0 0 0,0-4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2.0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1 318 4434,'0'0'638,"33"0"-390,109 0-69,-108 2-8,-1 1 0,54 13 0,-1-1 15,-30-11-156,68-3 1,-122 0-30,0-1 0,1 0 0,-1-1-1,0 1 1,0 0 0,1-1 0,-1 1 0,0-1 0,0 1 0,0-1 0,0 0 0,0 0-1,0 0 1,0 0 0,0-1 0,0 1 0,-1 0 0,1-1 0,0 1 0,-1-1 0,1 0-1,-1 1 1,0-1 0,1 0 0,-1 0 0,2-4 0,-2 1 3,0 0-1,0-1 1,0 1-1,0-1 1,-1 0 0,0 1-1,0-1 1,-1 1 0,0-1-1,-1-6 1,0 4 6,-1-1 1,-1 1-1,1 0 0,-1 0 0,0 0 1,-1 0-1,0 1 0,0-1 1,-1 1-1,0 1 0,-11-11 1,-7-5 167,-50-34 0,60 46-67,-1 0 1,0 1-1,-1 1 0,1 1 0,-2 0 0,1 0 1,-1 2-1,0 0 0,0 1 0,0 1 1,-1 0-1,-27 1 0,41 2-72,0 0 0,0 0 0,0 1 1,0 0-1,0 0 0,0 0 0,0 0 0,0 1 0,1 0 0,-1-1 0,0 1 0,1 1 1,-1-1-1,1 0 0,0 1 0,0 0 0,0 0 0,0-1 0,0 2 0,1-1 0,-1 0 1,1 1-1,0-1 0,0 1 0,0-1 0,0 1 0,1 0 0,0 0 0,-2 5 0,-2 12 94,1 1-1,0-1 1,2 1-1,0 30 1,1-29-9,2 0 1,0 0 0,2 0 0,0 0 0,2-1 0,0 0-1,15 39 1,-12-44-109,0-1 1,1 1-1,1-2 0,0 1 0,1-1 0,1-1 0,0 0 1,1 0-1,0-2 0,19 15 0,-13-14-292,0-1-1,0-1 1,1-1 0,0-1-1,1 0 1,0-1-1,1-2 1,-1 0 0,31 4-1,-11-7-2043,48-1 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2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318 215 4866,'0'0'3172,"-12"14"-2627,0-2-480,1 1-1,-11 19 1,22-32-62,-1 1-1,1 0 0,-1-1 0,1 1 0,0 0 0,-1 0 1,1-1-1,0 1 0,-1 0 0,1 0 0,0 0 0,0 0 1,0-1-1,0 1 0,0 0 0,0 0 0,0 0 0,0 0 1,0 0-1,0-1 0,1 1 0,-1 0 0,0 0 0,1 0 1,-1-1-1,0 1 0,1 0 0,-1 0 0,1-1 0,-1 1 1,1 0-1,-1-1 0,1 1 0,-1-1 0,1 1 1,0-1-1,0 1 0,-1-1 0,1 1 0,0-1 0,-1 1 1,2-1-1,34 7 41,-33-6-36,11 0 12,0 0-1,0-1 1,0 0-1,1-1 1,-1-1-1,20-4 1,-29 4-20,-1 1 0,1-1 0,0 0-1,0 0 1,-1 0 0,0-1 0,1 1 0,-1-1 0,0 0 0,0 0 0,0-1 0,-1 1 0,1-1 0,-1 0 0,0 0 0,0 0 0,0 0 0,-1-1 0,1 1 0,-1-1 0,2-5 0,-2 3-3,0 1 1,-1 0-1,0 0 0,0 0 1,0-1-1,-1 1 0,0 0 0,0-1 1,0 1-1,-1 0 0,0 0 1,0-1-1,-1 1 0,0 0 0,0 0 1,0 0-1,-1 1 0,0-1 0,0 1 1,0-1-1,-1 1 0,0 0 1,0 0-1,0 0 0,0 1 0,-1-1 1,0 1-1,0 0 0,-6-3 1,-3-2 2,0 0 1,0 1 0,-1 1-1,-1 1 1,1 0 0,-1 1 0,0 0-1,0 1 1,-1 1 0,-19-1-1,20 2 4,-1 2-1,1 0 0,0 0 1,-17 4-1,27-3 0,0 1 1,0-1 0,1 1-1,-1 1 1,0-1-1,1 1 1,0 0 0,0 0-1,-1 1 1,2-1 0,-1 1-1,0 0 1,-6 8-1,2 0 25,0 0 0,1 1 0,0 0-1,1 0 1,1 1 0,0 0 0,0 0-1,2 0 1,0 0 0,-5 31 0,6-16 94,1 1 0,1 0 0,2 0 0,6 47 0,-3-59-146,0 1 1,1-1 0,1 0 0,1-1 0,0 0-1,1 0 1,1 0 0,1-1 0,0 0 0,1-1-1,1 0 1,0-1 0,1 0 0,1-1 0,0 0-1,0-1 1,1-1 0,1-1 0,0 0 0,0 0-1,1-2 1,0 0 0,1-1 0,0-1 0,0-1-1,0 0 1,0-1 0,31 2 0,-21-3-486,1-2-1,-1-1 1,1-2 0,-1 0 0,0-2 0,32-8-1,-42 7 313,-1-1-1,-1 0 0,1-2 0,-1 0 1,0 0-1,-1-1 0,0-1 1,0-1-1,-1 0 0,24-26 1,-23 20 228,0-2 0,-1 0 0,-1-1 0,-1 0 0,-1-1 0,0 0 0,-2-1 0,-1 0 0,6-24 0,-6 15 285,-2 0-1,-1-1 0,-2 1 0,-1-1 0,-1 0 0,-4-38 0,2 63-230,0-1-1,0 1 0,-1-1 0,0 1 0,0 0 1,-1-1-1,1 1 0,-2 0 0,1 1 0,-1-1 1,0 0-1,-9-10 0,9 13-22,0 0 0,0 1 0,0 0 0,0 0-1,-1 0 1,0 0 0,1 0 0,-1 1 0,0 0 0,0 0 0,0 1 0,0-1-1,0 1 1,-1 0 0,1 0 0,0 1 0,-1 0 0,-10 0 0,12 1-21,0-1-1,0 1 1,0 0 0,0 0 0,0 0 0,0 1 0,0-1 0,0 1 0,0 0 0,1 0-1,-1 0 1,1 1 0,-1-1 0,-3 4 0,2 0-7,-1 0 1,1 1-1,1-1 0,-1 1 1,1 0-1,0 0 0,-3 7 1,-1 6 18,2 0 1,0 0 0,1 0 0,1 1 0,-2 23 0,4-24-1,1-1-1,1 0 1,1 1 0,0-1 0,2 0 0,0 1 0,6 18 0,-7-31-43,1 1 1,0-1-1,0 1 0,1-1 0,0 0 1,0 0-1,0 0 0,1-1 0,0 0 1,1 0-1,-1 0 0,1 0 0,0-1 0,1 0 1,-1 0-1,1-1 0,0 1 0,0-2 1,12 6-1,-11-6-3,1 0 0,-1-1 0,1 0 0,0 0 0,-1-1 0,1 0 0,0 0 1,0-1-1,0 0 0,-1-1 0,1 0 0,0 0 0,0-1 0,-1 0 0,1-1 0,-1 0 0,0 0 0,0-1 0,0 0 1,0 0-1,-1 0 0,1-1 0,-1-1 0,9-8 0,-8 5 1,0-1 0,-1-1 0,0 1 0,-1-1 0,0 0 0,0-1 0,-2 1 0,1-1 0,-1 0 0,-1 0 0,0-1 0,-1 1 0,0-1 0,0-17 0,-2 19 0,0 0 0,-1 1 0,0 0 0,-1-1 0,0 1 0,0 0-1,-1 0 1,0 0 0,-1 0 0,0 0 0,-1 1 0,0-1 0,0 1 0,-1 1 0,0-1 0,-1 1-1,-11-11 1,0 4-108,0 1-1,-1 1 0,0 0 0,-1 2 1,0 0-1,-31-11 0,18 9-2318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4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32 289 4178,'0'0'1819,"-4"17"-1749,-3 12 27,2 1 0,-3 52 0,5-66 994,0-33 293,3-28-1038,-1 0-196,8-74 0,-5 107-152,0-1 1,1 1-1,0-1 0,1 1 0,0 0 0,1 0 0,0 1 0,1-1 0,1 1 0,12-17 0,-17 25-2,1 1 0,0-1 1,-1 1-1,1 0 1,0-1-1,0 1 1,0 0-1,1 1 0,-1-1 1,0 1-1,1-1 1,-1 1-1,6-1 1,-7 2-4,-1-1 1,1 1 0,0 0 0,0 0 0,0 0 0,0 0 0,0 0 0,0 1 0,-1-1 0,1 0 0,0 1-1,0 0 1,0-1 0,-1 1 0,1 0 0,0 0 0,-1 0 0,1 0 0,-1 0 0,1 0 0,-1 0 0,1 1-1,-1-1 1,0 0 0,0 1 0,0-1 0,0 1 0,2 2 0,4 12-5,-1 0 0,0 0 0,-1 1-1,0-1 1,-2 1 0,3 25 0,1 106 9,-7-146 2,1 207 203,-1-263-116,-1-9-53,11-95 1,-8 138-43,2 1 1,0-1 0,2 1-1,0 0 1,1 1 0,1-1-1,0 1 1,1 1 0,15-21-1,-21 34-5,1-1-1,0 1 1,1-1 0,-1 1-1,1 0 1,0 1-1,-1-1 1,2 1 0,-1 0-1,11-4 1,-14 6 0,1 0-1,0 0 1,0 0 0,0 0 0,0 1-1,0 0 1,0-1 0,-1 1 0,1 0 0,0 0-1,0 1 1,0-1 0,0 1 0,0-1 0,0 1-1,0 0 1,-1 0 0,1 0 0,0 0 0,-1 1-1,1-1 1,-1 1 0,1-1 0,-1 1 0,4 3-1,0 3 7,0-1 0,-1 1-1,0 0 1,0 0-1,-1 1 1,0 0-1,0-1 1,-1 1-1,5 19 1,12 93-12,-19-109 19,11 286 100,-12-279-93,0-15 41,-2-11 80,-5-26-43,2 0 1,2 0 0,0-1-1,5-51 1,-2 35-87,0 27-2,2 0 0,0 0 0,1 0 1,1 0-1,14-40 0,-14 50-25,2 1-1,-1 0 1,1 0-1,1 1 1,0-1 0,0 1-1,1 1 1,1 0-1,0 0 1,0 0 0,16-11-1,-19 17 1,-1 1-1,1-1 1,0 1-1,0 1 1,0-1-1,12-2 1,-16 4 18,1 0 0,-1 1 0,1-1 0,0 1 0,-1 0 0,1 0 0,-1 0 0,1 0 0,0 0 0,-1 0 0,1 1 0,-1 0 1,1-1-1,-1 1 0,1 0 0,-1 0 0,1 0 0,-1 0 0,0 1 0,4 1 0,-3 1 4,0 1-1,0-1 1,0 1 0,0-1-1,0 1 1,-1 0 0,0 0-1,0 0 1,1 8 0,12 58 5,-6 26 158,-4 1-1,-8 112 1,-3-150-87,4-47-178,0 1 1,1 0 0,1 0-1,1 24 1,-1-38 38,0 0-1,0 0 1,0 1 0,0-1 0,1 0 0,-1 0 0,0 1 0,0-1 0,0 0-1,0 0 1,0 1 0,0-1 0,1 0 0,-1 0 0,0 1 0,0-1 0,0 0 0,1 0-1,-1 0 1,0 0 0,0 1 0,1-1 0,-1 0 0,0 0 0,0 0 0,1 0 0,-1 0-1,0 0 1,0 0 0,1 0 0,-1 1 0,0-1 0,0 0 0,1 0 0,-1 0-1,0 0 1,1-1 0,-1 1 0,0 0 0,0 0 0,1 0 0,-1 0 0,26 0-4830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4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0 494 4626,'0'0'1505,"29"-4"-1489,-2-1-11,29-3 16,72-3 1,-123 11-20,167-11 38,-140 7-42,0-1 0,0-1 0,38-14 1,-67 19 1,0 0 1,-1 0-1,1 0 1,0-1 0,0 1-1,-1-1 1,1 1-1,-1-1 1,1 0 0,-1 0-1,0 0 1,0-1-1,0 1 1,0 0 0,0-1-1,0 1 1,-1-1-1,1 0 1,-1 1 0,0-1-1,1 0 1,-1 0-1,-1 0 1,1 0-1,0 0 1,-1 0 0,1 0-1,-1 0 1,0 0-1,0 0 1,-1 0 0,1-1-1,0 1 1,-1 0-1,0 0 1,0 0 0,0 1-1,0-1 1,0 0-1,0 0 1,-1 0 0,1 1-1,-1-1 1,0 1-1,0-1 1,0 1 0,0 0-1,-3-2 1,-9-9 5,-1 2-1,-1 0 1,0 0 0,0 2-1,-31-14 1,-95-28 160,120 44 79,-1 2-1,0 0 1,0 1-1,-1 2 1,-37 0-1,56 2-224,1 0-1,-1 1 1,0 0-1,0 0 1,0 0-1,1 1 1,-1 0-1,1 0 1,-1 0-1,1 0 1,0 1-1,0-1 1,0 1-1,0 0 1,0 0-1,1 1 1,-1-1 0,1 1-1,0 0 1,0 0-1,0 0 1,1 0-1,-1 0 1,1 0-1,0 1 1,-2 6-1,-3 8 28,2 0-1,0 0 1,0 1-1,2-1 1,-1 26-1,1-10 12,1 0 0,2-1-1,2 1 1,9 59 0,-9-85-55,0 0 0,1 0 0,0 0 0,0 0 0,0-1 0,1 0 0,1 0 0,-1 0 1,1 0-1,1-1 0,-1 1 0,1-1 0,1-1 0,-1 1 0,1-1 0,0 0 0,1-1 0,-1 0 0,1 0 0,0 0 1,0-1-1,0 0 0,11 3 0,-1-3-1,1-1 0,0 0 0,0-1 1,0-1-1,20-2 0,-25 1-2,1 0-8,0-1 0,-1 0-1,1-1 1,0-1 0,-1 0 0,0-1-1,21-9 1,-14 3-19,-1-1 1,0-1-1,0-1 0,20-17 0,-7 3 12,-1-1 0,-2-1 0,0-1 0,-2-2-1,-2-1 1,-1-1 0,-1-2 0,35-71 0,-53 91 25,0-1 1,-1 0-1,0 0 1,-2 0-1,0 0 1,0-1-1,-2 1 1,0-1-1,-2 1 1,1-1-1,-5-17 0,5 31 1,-1-1 0,0 1 0,0 0 0,-1 0 0,1 0 0,-1 1 0,0-1 0,0 0 0,0 1 0,0-1 0,-1 1 0,1 0 0,-1-1 0,0 1 0,0 1 0,0-1 0,-1 0 0,1 1-1,0-1 1,-5-1 0,0 1 17,0-1-1,0 2 0,0-1 0,0 1 0,0 0 1,0 1-1,-1 0 0,-16 0 0,24 1-25,-1 0 0,1-1 0,-1 1-1,1 0 1,-1 0 0,1 0 0,-1 0-1,1 1 1,-1-1 0,1 0 0,-1 1 0,1-1-1,0 1 1,-1-1 0,1 1 0,0 0-1,-1-1 1,1 1 0,0 0 0,0 0 0,-1 0-1,1 0 1,0 0 0,0 0 0,0 0-1,0 1 1,1-1 0,-1 0 0,0 0 0,0 1-1,1-1 1,-1 0 0,1 1 0,-1-1-1,1 1 1,-1-1 0,1 1 0,0-1-1,0 1 1,0-1 0,0 1 0,0-1 0,0 1-1,0-1 1,1 1 0,0 1 0,0 3 0,1 0 1,0-1 0,0 1 0,1-1 0,0 0 0,0 0-1,0 0 1,0 0 0,1-1 0,0 1 0,0-1 0,4 4-1,29 20 20,0-3-1,69 36 0,-64-39-5,-2 2 0,63 47 0,-88-58-15,0 0 0,-1 2-1,-1-1 1,0 2-1,-1 0 1,-1 0-1,17 32 1,-22-34 0,0 1 0,0 0-1,-2 0 1,0 1 0,-1-1 0,0 1 0,-1 0-1,-1 0 1,0 0 0,-2 17 0,0-25 1,0-1 0,0 0 0,0 0 0,-1 1 0,0-1 0,-1 0 0,1 0 1,-1-1-1,0 1 0,-1-1 0,0 1 0,0-1 0,0 0 0,-1-1 0,-9 10 0,4-7 7,-1 1 1,0-2-1,0 1 0,-1-2 0,0 0 0,0 0 0,-24 7 0,16-7 5,-1-1-1,0 0 0,0-2 1,0 0-1,-1-2 0,-25-1 1,43 0 11,0 0 0,0 0 0,0 0 0,0-1 0,1 1 0,-1-1 0,0 0 0,0 0 0,1-1 0,-1 1 0,0-1 0,1 0 0,-1 0 0,1 0 0,0 0 0,0-1 0,0 1 0,0-1 0,0 0 0,-4-5 0,4 3 9,1 0-1,0-1 1,0 1-1,1 0 1,-1-1-1,1 1 0,0-1 1,1 1-1,-1-1 1,1 1-1,0-1 1,1 1-1,-1-1 1,2-6-1,0 4-30,0 0 1,0-1-1,1 1 0,-1 1 1,2-1-1,-1 0 0,1 1 1,0-1-1,1 1 0,0 1 1,0-1-1,0 0 0,1 1 0,0 0 1,0 1-1,1-1 0,-1 1 1,1 0-1,0 1 0,1 0 1,12-6-1,-1 2 8,1 2-1,0 0 1,0 0-1,1 2 1,-1 1-1,1 0 1,33 1-1,-50 2-4,0 0-1,0 0 1,-1 0 0,1 0-1,0 1 1,-1-1-1,1 1 1,0 0-1,-1 0 1,1 1 0,-1-1-1,1 1 1,-1-1-1,0 1 1,0 0-1,0 0 1,5 5 0,-5-3 4,-1-1 1,0 1 0,0 0 0,0 0-1,0 0 1,-1 0 0,1 1 0,-1-1-1,0 0 1,-1 1 0,1-1 0,-1 0-1,0 1 1,0 5 0,-3 14 187,-1-14-367,4-10 134,-1 0 0,1 0 0,0 0 0,-1-1-1,1 1 1,0 0 0,-1 0 0,1 0 0,0 0-1,-1 0 1,1 0 0,0-1 0,-1 1 0,1 0 0,0 0-1,0 0 1,-1-1 0,1 1 0,0 0 0,0 0-1,0-1 1,-1 1 0,1 0 0,0-1 0,0 1-1,0 0 1,0-1 0,-1 1 0,1 0 0,0 0 0,0-1-1,-12-36-5281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8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66 430 1697,'0'0'6995,"0"-10"-4687,-4-68-2103,-2 0 1,-32-142-1,36 211-177,2 6-7,0 1-1,-1-1 1,0 1-1,1-1 1,-1 1 0,0-1-1,0 1 1,0 0 0,0 0-1,-1-1 1,1 1-1,-3-3 1,2 13 137,23 519-177,-12-404 40,-6-57-6,3 0 1,18 83-1,-21-137-2,0-1 1,1 1 0,9 16 0,-12-25-172,0 0-1,1 0 1,0 0 0,0-1 0,0 1 0,0-1 0,0 0 0,1 1-1,-1-1 1,0 0 0,1 0 0,0 0 0,-1-1 0,1 1 0,0-1-1,6 3 1,16-2-4284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9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452 160 4498,'0'0'1273,"34"-4"-796,114-14 486,-134 16-863,0 1 0,0 0-1,0 1 1,0 0-1,0 2 1,0-1 0,-1 2-1,1 0 1,-1 0 0,1 1-1,-1 1 1,0 0-1,18 11 1,-24-11-83,0 1-1,0 0 1,-1 0-1,1 1 1,-1 0-1,-1 0 1,1 0 0,-1 1-1,-1 0 1,1 0-1,-1 0 1,-1 0-1,1 1 1,-2-1 0,1 1-1,-1 0 1,0 0-1,-1 0 1,1 11-1,-1-6-6,-1-1-1,0 1 0,-1 0 0,0-1 0,-1 0 0,-1 1 0,0-1 0,0 0 0,-2 0 1,0 0-1,0-1 0,-1 0 0,0 0 0,-13 18 0,7-15 7,0-1 0,-1 0 1,0-1-1,-1 0 0,-1-1 0,0 0 0,-1-2 1,0 0-1,0 0 0,-20 7 0,17-8 80,-1-2 0,0 0 0,0-1 0,0-1 0,0-1 0,-1-1 0,0-1 0,1-1 0,-1 0 1,0-2-1,-24-3 0,31 1-37,-1 0 1,0-1 0,0 0-1,1-1 1,0-1 0,0 0 0,1-1-1,0-1 1,0 0 0,0-1-1,1 0 1,0-1 0,1 0-1,0 0 1,-17-23 0,21 22-14,-1 0 0,1-1 0,1 0 0,0 0 0,1 0-1,0-1 1,1 0 0,0 0 0,1 0 0,0 0 0,1 0 0,1-1 0,0 1 0,1-1 0,0 1 0,1 0 0,1-1 0,0 1-1,1 0 1,0 0 0,1 0 0,0 0 0,1 0 0,1 1 0,0 0 0,0 0 0,10-11 0,-2 5-41,1 1-1,1 0 1,1 1 0,1 1 0,0 0 0,1 1 0,0 2-1,1 0 1,0 1 0,1 0 0,27-8 0,-10 6-4,1 2 0,1 2 0,-1 1 0,1 3 0,69-2 0,-88 6-2,1 1 0,0 1 0,-1 1 0,1 1 0,-1 0 0,0 2 0,0 1 0,0 0 0,-1 2 0,1 0 0,-2 1 0,0 1 0,20 14 0,-11-4 12,-1 0-1,-1 2 0,-1 1 0,0 1 0,-2 1 0,-2 1 1,0 1-1,-1 1 0,-2 0 0,23 49 0,-33-59 17,0 1 0,-1 0 0,-1 1 0,-1 0-1,-1 0 1,0 0 0,-2 0 0,0 1 0,-1-1 0,-2 1-1,0-1 1,0 0 0,-2 1 0,-1-1 0,-1 0-1,0-1 1,-1 1 0,-1-1 0,-11 21 0,3-15 22,-1-1 0,0 0 0,-2-1 1,-1 0-1,-35 32 0,1-9 74,-77 52 0,48-42-99,-4-4 0,-106 48 0,131-73-598,0-3 1,-1-3-1,-2-3 1,-84 14-1,-102-15-6290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43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96 482 2545,'0'0'2455,"-3"-30"-2431,-11-100-8,6 79 182,-1 0 1,-24-70-1,5 25 1421,28 94-813,0 6-347,2 30-484,2 1 0,1-1 0,2-1 0,13 42 1,0 2-31,6 38-171,-4 0 1,-6 2 0,1 149-1,-17-266 186,0 0 0,0 0-1,0 1 1,0-1 0,0 0 0,0 0-1,0 0 1,0 0 0,0 0 0,0 0 0,0 1-1,0-1 1,0 0 0,0 0 0,0 0-1,0 0 1,-1 0-121,1 0 121,0 0 0,0 1-1,0-1 1,0 0 0,0 0 0,0 0 0,-1 0-1,1 0 1,0 0 0,0 0 0,0 0-1,0 0 1,0 0 0,0 0 0,-1 0-1,1 0 1,0 0 0,0 0 0,0 0-1,0 0 1,0 0 0,0 0 0,0 0 0,-1 0-1,1 0 1,0 0 0,0 0 0,0-1-1,0 1 1,0 0 0,0 0 0,-1 0-121,1 0 121,0 0-1,0 0 1,0-1 0,0 1 0,0 0-1,-8-8-906,-14-35-1937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43.3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0 2049,'0'0'4146,"-95"155"-4034,62-75-48,3-9-48,7-8 32,5-13-48,0-14-944,9-16-2258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43.5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1 122 6131,'0'0'560,"166"-18"-704,-38-12 144,14 10 80,-2 2-80,-18 3 0,-33 9-1729,-44-9-1456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41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447 3 4242,'0'0'4028,"-1"-1"-3929,-1 1-98,1-1 0,-1 1-1,0 0 1,1 0 0,-1 0 0,0 0-1,1 0 1,-1 0 0,0 1 0,1-1-1,-1 1 1,1-1 0,-1 1 0,1-1-1,-1 1 1,1 0 0,-1 0-1,1 0 1,0 0 0,-1 0 0,-1 2-1,-8 4 24,-87 43 139,-170 61 0,235-97-19,34-13-141,-1 0 0,1 0 0,0 0 0,-1 0 0,1-1 0,0 1 1,-1 0-1,1-1 0,0 1 0,0 0 0,-1-1 0,1 1 0,0-1 0,0 1 0,0-1 1,0 0-1,2 1 0,139 33 295,-49-14-161,-41-9-155,-2 3 0,0 3 0,-1 1 0,-1 2 0,0 3 0,53 34 0,-70-39-1566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14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0 5651,'0'0'1728,"36"211"-1728,-36-98 112,-42-9-112,-29-27-3729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15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803 337 1345,'0'0'4703,"0"0"-4654,1 0 1,-1 0-1,1 0 0,-1 0 0,1 0 1,-1 0-1,1 0 0,-1-1 0,1 1 0,-1 0 1,1 0-1,-1-1 0,1 1 0,-1 0 1,1-1-1,-1 1 0,0 0 0,1-1 1,-1 1-1,0 0 0,1-1 0,-1 1 1,0-1-1,0 1 0,1-1 0,-1 1 0,0-1 1,0 1-1,0-1 0,1 1 0,-1-1 1,0 0-1,0-17 170,1 8-187,-1 0 0,0 0 1,0 1-1,-1-1 0,-1 0 0,1 1 0,-1-1 1,-1 1-1,0-1 0,0 1 0,-6-10 0,0 4-40,-1 0-1,0 1 1,-1 1-1,-1 0 1,0 0-1,-1 1 0,0 0 1,0 1-1,-26-15 1,28 20 1,0 1 0,0 0 0,-1 0 0,0 1 0,1 1 0,-1 0 0,0 0 0,-1 1 0,1 1 1,0 0-1,-1 1 0,1 0 0,0 1 0,-20 3 0,22-1 4,-1 0-1,0 1 1,1 0 0,0 0 0,0 1-1,0 1 1,1 0 0,0 0 0,-10 8-1,-10 12-19,-32 36-1,47-47 19,-17 18 7,2 1 1,2 1 0,1 1-1,-26 49 1,40-61 11,1 0 0,1 0 1,1 1-1,1 0 0,2 0 0,0 1 1,2 0-1,-3 42 0,6-50-13,1 31-13,0-47 12,0 0 0,1 0 0,-1 0 0,1 0 0,-1-1 0,1 1 0,0 0 0,-1-1 0,1 1 0,0 0 0,0-1 0,0 1 0,0-1 0,0 1 0,1-1 0,-1 0 0,0 1 0,1-1 0,-1 0 0,1 0 0,-1 0 0,3 1 0,8 1 18,1 0 0,-1-1-1,1 0 1,-1-1-1,1 0 1,0-1-1,-1-1 1,16-2-1,-9 2 55,8-3-38,0-2 0,0 0 0,0-2 0,-1 0 0,41-21 0,-34 15-25,2 0-1,55-13 0,-73 24-9,0 0-1,0 1 0,0 1 1,1 0-1,-1 1 1,18 3-1,-27-2-5,0 1 0,0 0 0,-1 0-1,1 0 1,-1 1 0,0 0 0,0 1 0,0 0 0,0 0 0,0 0 0,-1 1-1,0 0 1,0 0 0,0 0 0,7 9 0,-4-1 3,0 0 1,0 1-1,-1 0 1,-1 0-1,-1 0 1,0 1-1,7 24 1,-7-13-1,-2-1 1,0 1-1,0 51 0,-4-70 9,0 0-1,-1 0 1,1 1-1,-2-1 1,1 0-1,-1 0 1,0 0 0,0 0-1,-1-1 1,0 1-1,0-1 1,-7 10-1,3-7 24,0-1 0,-1 0 0,0 0 0,-1 0 0,1-1 0,-1-1 0,-16 10 0,6-6 29,0 0-1,-1-1 1,0-1 0,-1-1-1,-41 9 1,25-9 73,-1-3 1,-57 0-1,88-3-110,0-2-1,0 1 1,1-1-1,-1 1 1,1-2 0,-1 1-1,1-1 1,-1 0-1,1 0 1,0-1-1,0 0 1,-10-6 0,13 7-57,1-1 1,0 1-1,-1-1 1,1 1-1,0-1 1,1 0 0,-1 1-1,0-1 1,1 0-1,-1 0 1,1-1-1,0 1 1,0 0-1,0 0 1,1-1 0,-1 1-1,1 0 1,-1 0-1,1-1 1,0 1-1,1-1 1,-1 1 0,0 0-1,1 0 1,0-1-1,0 1 1,1-4-1,0 2-205,0 1-1,0-1 0,0 0 0,1 0 0,-1 1 1,1-1-1,0 1 0,0 0 0,5-5 1,11-8-1329,29-21 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15.7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0 7507,'0'0'771,"-16"27"-600,10-17-155,-6 8 11,1 0 1,1 1-1,0 0 0,1 1 0,2 0 1,0 1-1,1-1 0,1 1 0,-4 34 0,7-32 37,2 1 0,0-1 0,1 1 0,2 0 0,9 43 0,-9-58-57,0 0 1,1 0-1,-1-1 0,2 0 0,-1 1 1,1-2-1,1 1 0,-1 0 1,1-1-1,0 0 0,1-1 1,0 1-1,0-1 0,0 0 0,1-1 1,0 0-1,16 8 0,-10-7-4,-1-1 0,2 0 1,-1-1-1,0-1 0,1 0 0,0-1 0,0 0 0,0-1 0,-1-1 0,20-2 1,-21 1 10,-1-1 0,1 0-1,-1-1 1,1 0 0,-1-1 0,0-1 0,-1 0 0,1 0 0,-1-1 0,0-1 0,0 0 0,10-9 0,-10 5 6,0 0 0,0-1 0,-1 0 0,-1-1 0,0 0 0,-1-1 0,0 0-1,-1 0 1,-1-1 0,0 0 0,7-29 0,-10 32 15,-1 1 1,0-1-1,-1 0 1,0 1-1,-1-1 0,0 0 1,-1 0-1,0 1 1,-1-1-1,0 0 0,-1 1 1,0 0-1,-1 0 1,0 0-1,-1 0 0,-11-19 1,8 20-28,1 0 1,-2 0-1,1 1 1,-1 1-1,-1-1 1,0 1-1,0 1 1,0 0-1,-1 0 1,0 1-1,0 1 1,-13-5-1,4 3-30,0 1-1,-1 1 0,0 1 1,0 0-1,0 2 0,-30 0 1,38 2-136,-1 0 0,1 1-1,-14 3 1,20-2-254,1 0 0,-1 1 0,0 0 0,1 0-1,-9 6 1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16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60 303 3954,'0'0'3465,"-1"-24"-2974,-4-78-259,-4 11-8,7 82-127,0 1 0,-1-1 0,0 1 0,0-1-1,0 1 1,-6-8 0,8 14-49,0 1 0,0-1 0,0 1 0,0 0 0,0-1 0,0 1 0,0 0 0,0 0 0,-1-1 0,1 1 0,0 0 0,-1 0 0,-1-1 0,2 11 225,0 82-350,9 235 41,-4-278 48,3 0 0,1-1-1,3 0 1,29 82 0,-33-112-16,1 0 0,0-1-1,19 28 1,-23-38-2,0-1 1,1 0-1,0 0 1,0 0-1,0 0 0,0-1 1,1 0-1,-1 0 0,1 0 1,0-1-1,1 0 0,-1 0 1,7 2-1,-5-3-21,1 1 1,0-1-1,-1-1 0,1 1 1,0-1-1,0-1 0,0 0 1,-1 0-1,1-1 0,0 0 1,0 0-1,-1-1 0,1 0 1,-1-1-1,1 0 0,-1 0 1,0-1-1,0 0 0,0 0 1,-1-1-1,1 0 0,-1 0 1,0 0-1,-1-1 0,0 0 1,11-13-1,-1-6 19,0-1 0,-2-1 0,0 0 0,-2-1 0,-2 0 0,0 0 0,-2-1 0,-1-1 0,6-51 0,-4-22 98,-6-146 0,-3 245-89,-1-5 4,-4-58 116,5 62-75,-1 1-1,0 0 1,-1 0-1,1 0 1,-1 0-1,1 0 1,-1 1-1,0-1 1,-1 0-1,1 1 1,0-1-1,-1 1 1,-4-4-1,7 7-42,0 0 0,0 0 0,0-1 0,0 1 0,-1 0 0,1 0 0,0-1 0,0 1 0,-1 0 0,1 0 0,0 0 0,0-1 0,-1 1 0,1 0 0,0 0 0,0 0 0,-1 0 0,1 0 0,0 0 0,-1-1 0,1 1 0,0 0 0,-1 0 0,1 0 0,0 0 0,0 0 0,-1 0 0,1 0 0,0 0 0,-1 1 0,1-1 0,0 0 0,-1 0 0,1 0 0,0 0 0,0 0 0,-1 0 0,1 1 1,0-1-1,0 0 0,-1 0 0,1 0 0,0 0 0,0 1 0,-1-1 0,1 0 0,0 0 0,0 1 0,0-1 0,0 0 0,0 1 0,-1-1 0,1 0 0,0 0 0,0 1 0,0-1 0,0 0 0,0 1 0,0 0 0,-2 25-71,2-19 73,-1 29-33,6 260 141,-2-266-102,1 1 0,2-1-1,1 1 1,1-2-1,2 1 1,1-1 0,23 43-1,-26-58-31,0 0 0,2-1-1,0 0 1,0 0 0,19 16-1,-22-23-274,0 0-1,0-1 1,1 0-1,0 0 0,0 0 1,1-1-1,-1 0 0,1-1 1,0 0-1,15 3 0,42-2-4118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16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1 5603,'0'0'3281,"-53"0"-3233,80 128-48,5 26 128,-2 21-64,-3 1 0,-1-4 16,-5-9-64,-3-17 0,3-27-16,-6-42-128,-3-27-2353,-6-32-16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16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16 343 3554,'-3'-34'1328,"-9"-112"-341,12 140-959,-1 0-1,1 0 1,0 1-1,1-1 1,0 0-1,0 0 1,0 0-1,0 1 1,1-1-1,0 1 1,0-1-1,0 1 1,1-1-1,0 1 1,0 0-1,0 0 1,1 1-1,-1-1 1,1 1-1,0 0 0,1 0 1,-1 0-1,1 0 1,-1 1-1,1-1 1,0 1-1,1 1 1,-1-1-1,6-1 1,7-2-7,1 2 0,-1 1 0,1 0 0,0 1 0,0 1 0,33 2-1,-38 0-2,-1 0-1,1 0 0,-1 1 0,0 1 0,0 0 0,0 1 0,0 1 0,0 0 0,-1 0 0,0 1 0,0 1 0,-1 0 0,0 1 0,0 0 0,0 0 0,-1 1 0,0 1 0,-1 0 1,0 0-1,-1 1 0,0 0 0,-1 0 0,0 1 0,0-1 0,-2 2 0,1-1 0,4 17 0,-6-13-9,0 0 0,-1-1 0,-1 1 0,0 0 0,-1 0 0,-1 0 0,-2 19 0,1-24 7,-1 0-1,0 0 0,-1 0 1,0 0-1,-1-1 0,0 1 0,-1-1 1,0 0-1,-1 0 0,-12 17 0,5-13 24,0 0 0,0 0-1,-2-1 1,1-1-1,-2-1 1,1 0-1,-2-1 1,1 0-1,-23 9 1,14-10 0,0 0-1,0-1 1,-1-1 0,0-2 0,0-1 0,-30 2 0,50-6-33,-6 1 19,0-1 1,-23-2-1,32 2-26,1 0 0,-1-1-1,1 1 1,-1-1 0,1 0 0,-1 0 0,1 0 0,0 0-1,-1 0 1,1 0 0,0-1 0,0 1 0,0-1 0,0 0-1,0 1 1,0-1 0,1 0 0,-1 0 0,-1-3-1,1-1-178,0-1 0,0 1 0,1-1-1,0 0 1,0 1 0,1-1 0,0 0-1,0 0 1,1 0 0,-1 1 0,2-1-1,-1 0 1,1 1 0,0-1 0,0 1-1,6-11 1,1 1-819,1 1 0,1 0 1,13-14-1,-23 28 922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17.1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5603,'0'0'2785,"9"86"-2993,9 45 208,9 32 128,-3 9-48,-1 1-16,-5-10 16,-3-6-64,3-17-16,0-18 32,-3-24-32,-12-27-208,-3-29-3666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17.4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116 285 3954,'6'-32'368,"4"-15"-265,15-45-1,-23 86-74,1-1 0,-1 1 0,1 0 0,1 0 0,-1 0 0,1 0-1,0 0 1,0 1 0,1 0 0,-1 0 0,1 0 0,0 0 0,1 1 0,-1 0-1,12-7 1,-8 7 35,1 1 1,0-1-1,-1 2 0,1-1 0,0 1 0,1 1 0,-1 0 0,13 0 0,-17 1-47,0 1-1,0 0 1,0-1-1,0 2 1,0-1 0,-1 1-1,1 0 1,0 0-1,-1 0 1,0 1-1,1 0 1,-1 0-1,0 0 1,0 0-1,-1 1 1,1 0 0,-1 0-1,0 1 1,0-1-1,0 1 1,-1-1-1,1 1 1,-1 1-1,0-1 1,-1 0 0,3 7-1,4 9 36,-2 1-1,0-1 1,-2 1-1,0 0 1,2 42-1,-3-28 96,-2 1-1,-2 0 1,-1 0-1,-2 0 1,-10 51 0,10-74-81,-1-1 1,0 0 0,-1 0 0,-1 0 0,0 0 0,0-1 0,-1 0 0,-1-1 0,0 1 0,-1-1 0,0-1-1,0 0 1,-1 0 0,-1-1 0,1 0 0,-2 0 0,-17 9 0,14-10-2,0-1 0,0-1 0,0-1 1,-1 0-1,1-1 0,-1-1 0,0 0 1,0-1-1,0-1 0,-19-1 0,27 0-43,0-1 0,0 0-1,1 0 1,-1-1 0,0 0-1,1-1 1,0 0 0,-1 0 0,-12-8-1,15 8-23,1 0 0,0-1 0,0 1 0,0-1 0,0 0 0,1 0 0,0 0 0,0-1 0,0 0 0,0 1 0,0-1-1,1 0 1,0 0 0,0 0 0,-2-9 0,3 4-238,-1 0-1,1 0 0,1 0 1,0 0-1,0-1 0,1 1 1,0 0-1,1 0 0,0 0 1,1 0-1,0 1 1,0-1-1,5-9 0,3 1-931,0 0 0,17-20-1,-28 37 1162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18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12 550 5250,'0'0'1342,"38"3"-1291,10 3-34,-1 0 13,1-2 0,81-4 0,-100-2-33,0-1 0,-1-2 1,1-1-1,-1-1 0,0-1 1,-1-1-1,0-2 0,30-16 1,-53 25 8,-1 0 1,0 0-1,1 0 1,-1-1-1,0 1 1,0-1-1,0 0 1,-1 1-1,1-1 1,-1-1-1,1 1 1,-1 0-1,0-1 1,0 1-1,-1-1 1,1 1-1,-1-1 1,1 0-1,-1 1 1,0-1-1,-1 0 1,1 0-1,-1 0 0,0 0 1,0 0-1,0 0 1,0 0-1,-1 0 1,1 0-1,-1 0 1,0 1-1,0-1 1,0 0-1,-1 0 1,0 1-1,-2-5 1,-3-1-1,-1 0 0,1 0 1,-2 1-1,0 0 0,0 0 1,0 1-1,-1 1 0,1-1 0,-19-7 1,-9-4 28,-56-17 0,58 23 118,-1 2 0,0 1 0,0 1 0,-1 3 0,-60-3 0,92 8-150,-1 0 0,1 0 1,-1 1-1,1 0 0,-1 0 0,1 0 0,-1 0 1,1 1-1,0 0 0,0 0 0,-8 4 1,9-3-6,1 0 1,-1 0 0,1 1 0,0-1-1,0 1 1,0 0 0,0 0 0,1 0-1,-1 0 1,1 0 0,0 0 0,0 1 0,-2 7-1,-1 11-15,1 0-1,0-1 1,2 1-1,0 1 1,3 27-1,-1-42 17,0 25 1,2-1 1,2 1 0,1-1 0,1 0 0,2 0 0,1-1 0,19 43 0,-19-54-1,2 0 1,0 0 0,1-1 0,1-1-1,1 0 1,1 0 0,1-2 0,0 0-1,1 0 1,1-2 0,28 20 0,-26-24-130,1 0 0,1-1 0,-1-1 0,2-1 0,-1-2 0,1 0 0,0-1 1,0-1-1,0-1 0,1-1 0,-1-1 0,32-3 0,-41 1 19,1 0 0,-1-2 0,1 1-1,-1-2 1,0 0 0,0-1 0,-1 0-1,1-1 1,-1 0 0,0-1 0,-1-1-1,0 0 1,0-1 0,-1 0 0,19-20-1,-14 12 106,-2-1-1,0-1 1,-1 0-1,-1-1 1,-1 0-1,-1-1 0,0 0 1,-2-1-1,8-30 1,-6 5 408,-2-1-1,-2 0 1,-2 0 0,-5-89 0,0 122-279,0 0 1,-1-1-1,-1 1 0,0 0 0,-1 0 1,0 1-1,-1-1 0,-1 1 0,-1 0 1,0 0-1,-13-19 0,2 12 295,18 21-412,0 0 0,0 0-1,0-1 1,0 1 0,-1 0 0,1 0-1,0 0 1,0 0 0,0 0 0,-1-1-1,1 1 1,0 0 0,0 0 0,0 0-1,-1 0 1,1 0 0,0 0 0,0 0-1,-1 0 1,1 0 0,0 0 0,0 0-1,0 0 1,-1 0 0,1 0 0,0 0-1,0 0 1,-1 0 0,1 0 0,0 0-1,0 0 1,0 1 0,-1-1 0,1 0-1,0 0 1,0 0 0,0 0 0,-1 0-1,1 1 1,0-1 0,0 0 0,0 0-1,0 0 1,0 0 0,0 1 0,-1-1-1,1 0 1,0 0 0,0 1 0,0-1-1,0 0 1,0 0 0,0 0 0,0 1-1,0-1 1,0 0 0,0 0 0,0 1-1,0-1 1,0 0 0,0 0 0,0 0-1,0 1 1,0-1 0,0 0 0,-3 43 33,1-1 0,7 74 0,-4-95-8,38 265 67,-21-179-65,-13-89 80,-4-41 122,-4-29-142,-2 0 1,-3 1 0,-15-56-1,10 52-134,2-1 0,-5-87 0,14 118-45,2-34-166,1 56 241,-1-1 1,1 1 0,0-1 0,0 1 0,0-1 0,1 1 0,-1-1 0,1 1 0,0 0 0,0 0 0,0 0-1,0 0 1,5-5 0,3 0-30,0 0 0,1 0 0,0 1-1,0 1 1,1 0 0,0 0 0,21-6 0,97-22-354,-55 16 304,-51 13 85,20-8 198,-47 39 56,-20 45-167,12-36 98,1 0-1,-9 52 1,15-57-12,1 1 0,2 0-1,1 1 1,8 60 0,-6-79-146,0-1 0,1 0 0,1 0-1,0-1 1,1 1 0,0-1 0,1 0-1,0 0 1,1 0 0,0-1 0,0 0-1,1-1 1,1 0 0,-1 0 0,12 9-1,-6-9-64,-1-1 1,1 0-1,1-1 0,0 0 0,0-1 0,0-1 0,0 0 0,1-2 0,0 1 1,0-2-1,0 0 0,22 0 0,81-5-2733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20.0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541 467 3874,'0'0'3020,"0"-3"-1702,0-41-600,1-8-561,-2 1 0,-2-1 1,-12-62-1,-19-36-130,33 232-542,12 81 607,42 215 0,-25-208-81,-18-91-9,-4-31 11,1 0 0,3 0-1,21 65 1,-29-109-10,-2-3-1,0 0-1,0 0 1,1 0-1,-1-1 0,0 1 1,1 0-1,-1 0 1,1 0-1,-1 0 1,1 0-1,-1-1 0,1 1 1,-1 0-1,1 0 1,0-1-1,-1 1 1,1 0-1,0-1 1,1 1-1,0-8 28,0-18-121,-2-1-1,-1 0 0,-1 1 0,-1-1 1,-2 1-1,0-1 0,-2 1 1,0 1-1,-14-30 0,12 35-67,-1 0-1,0 1 0,-1 0 1,-1 1-1,-1 0 0,-1 1 1,0 0-1,-1 1 1,0 1-1,-1 1 0,-36-24 1,39 30 109,-1 0-1,0 1 1,0 0 0,-1 1 0,0 0 0,0 1 0,0 1 0,0 1 0,0 0 0,-1 1 0,-15 0-1,22 1 59,0 1-1,0 0 0,1 0 0,-1 1 1,0 0-1,1 1 0,0-1 0,0 2 0,0-1 1,0 1-1,0 0 0,0 1 0,1 0 0,0 0 1,0 0-1,1 1 0,-1 0 0,1 1 0,0-1 1,-7 13-1,4-5 18,2 1 1,0 1 0,0 0 0,2 0-1,0 0 1,0 0 0,-2 24 0,4-9 70,0-1 0,2 1 0,4 38 1,-2-56-65,1 0 1,0-1-1,1 0 1,0 1 0,1-1-1,0-1 1,1 1-1,0 0 1,1-1-1,0 0 1,1-1 0,9 13-1,-5-12-18,0 1 0,1-1 0,0-1 0,1 0 0,0-1 1,0 0-1,1-1 0,24 11 0,-2-6-12,1-1 0,0-2 1,1-1-1,0-2 1,0-2-1,1-1 0,46-2 1,-50-3-82,0-1 0,0-1 0,0-2 1,0-2-1,37-11 0,-56 13 16,0-1 0,-1 0 0,0-1 0,0-1 0,-1 0 0,0-1 0,0 0 0,-1-1 0,0-1 1,-1 0-1,0-1 0,20-25 0,-26 26 63,1 0 0,-2 0 0,0-1 1,0 1-1,-1-1 0,-1 0 1,0-1-1,0 1 0,0-17 0,0-15 92,-3-57-1,-2 61 3,2 25-23,-1-1-1,-1 2 0,0-1 0,-1 0 0,0 0 0,-2 1 0,1-1 0,-2 1 0,-8-16 0,2 12 62,12 18-127,0 0 1,0 0-1,0 0 0,0 0 0,0 0 0,0 0 1,0-1-1,0 1 0,0 0 0,-1 0 0,1 0 1,0 0-1,0 0 0,0 0 0,0 0 0,0 0 1,0 0-1,-1 0 0,1 0 0,0 0 0,0 0 1,0 0-1,0 0 0,-1 0 0,1 0 0,0 0 1,0 0-1,0 0 0,0 0 0,0 0 0,-1 0 1,1 0-1,0 0 0,0 0 0,0 0 0,0 0 1,0 0-1,0 0 0,-1 0 0,1 0 0,0 1 1,0-1-1,0 0 0,0 0 0,0 0 0,0 0 1,0 0-1,0 0 0,0 0 0,-1 1 0,1-1 1,0 0-1,0 0 0,0 0 0,0 0 0,0 0 1,0 1-1,0-1 0,0 0 0,0 0 0,0 0 1,0 0-1,0 0 0,0 1 0,0 11-57,0-11 60,2 73-11,5 0-1,27 132 1,-27-177-98,-1-2-278,0 1-1,3 55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20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6899,'0'0'416,"116"83"-6835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20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711 196 3458,'0'0'1363,"-6"-27"-795,-1-1-487,-1 1 0,-11-28 0,17 51-62,0 1 0,-1-1 0,0 0 0,0 1 0,1 0 0,-2 0 1,1 0-1,0 0 0,-1 0 0,1 0 0,-1 1 0,0 0 0,0 0 0,0 0 0,0 0 0,0 1 1,0-1-1,-1 1 0,1 0 0,0 0 0,-1 1 0,1-1 0,-8 1 0,1-1 56,-7-1-25,1 1-1,0 0 1,0 1-1,0 1 1,-1 0-1,1 2 0,-32 8 1,39-8-35,0 1 1,0 0 0,0 1-1,1 0 1,-1 1-1,1 0 1,0 0 0,1 1-1,-1 0 1,2 1-1,-1 0 1,1 0 0,-11 16-1,10-11-3,0 1 1,1 1-1,0-1 0,1 1 1,1 0-1,-4 20 0,3-5-1,1 0 1,-1 45-1,6-61-11,0-1 0,1 1-1,0-1 1,1 0 0,0 1 0,1-1-1,1 0 1,0 0 0,1-1 0,9 19-1,-10-24 2,1 1 0,0-1 0,1 0-1,-1 0 1,1-1 0,1 0 0,-1 0-1,1 0 1,0-1 0,0 0 0,1 0-1,0-1 1,-1 0 0,1 0 0,1-1-1,-1 0 1,9 2 0,-3-2 6,-1 0 1,1-1-1,0 0 1,0-1 0,0-1-1,0 0 1,0-1-1,0-1 1,0 0-1,-1-1 1,22-6-1,-27 6-2,1-1-1,0 0 0,-1 0 0,0-1 0,0 0 0,0-1 1,-1 1-1,0-1 0,0-1 0,0 0 0,-1 1 0,0-2 0,0 1 1,-1-1-1,0 0 0,0 0 0,6-16 0,-4 0 77,-1 1-1,-2-1 0,0 0 1,-1 0-1,-2-1 1,-2-46-1,0 60 11,1-1-1,-2 1 1,0-1-1,0 1 1,-7-20-1,6 25-55,1 1-1,0-1 0,-1 1 1,0 0-1,0 0 0,-1 0 1,1 1-1,-1-1 0,0 1 1,0 0-1,-1 0 1,-8-6-1,13 10-33,0 0-1,0-1 1,0 1 0,-1 0 0,1 0-1,0 0 1,0 0 0,0 0-1,0 0 1,0-1 0,-1 1 0,1 0-1,0 0 1,0 0 0,0 0-1,0 0 1,-1 0 0,1 0 0,0 0-1,0 0 1,0 0 0,0 0-1,-1 0 1,1 0 0,0 0 0,0 0-1,0 0 1,-1 0 0,1 0-1,0 0 1,0 0 0,0 0 0,0 0-1,-1 0 1,1 0 0,0 1-1,0-1 1,0 0 0,0 0 0,0 0-1,-1 0 1,1 0 0,0 0-1,0 1 1,0-1 0,0 0 0,0 0-1,0 0 1,-1 15-39,1-6 1,2 50-148,18 106 0,27 67 282,-16-88-107,30 258 23,-52-287-2,-7 176 0,-3-269-8,-1 1 0,-1-1 0,-1 0 0,-1 0 0,-1 0 0,-11 26 0,12-38-2,0 1 0,-1-1 0,0 0 1,-1 0-1,0-1 0,0 0 0,-1 0 0,0 0 0,-1-1 0,0-1 1,0 1-1,-1-2 0,-15 10 0,9-9 23,0 0 0,-1-1 0,0-1 0,0 0 0,0-1 0,0-1 0,-1-1 0,0 0-1,1-1 1,-1-1 0,-33-4 0,33 2 14,1-1 0,-1-1-1,0-1 1,1 0 0,0-1-1,0-1 1,1-1 0,0 0-1,0-1 1,1 0 0,-21-18-1,20 11 28,0 0-1,1-1 0,1-1 1,1-1-1,0 1 1,1-2-1,2 0 1,0 0-1,1-1 0,1 0 1,-8-30-1,8 18-56,2-1 0,1 0 1,1 0-1,2 0 0,2 0 0,7-64 0,-5 79-28,2 0 0,0 0 0,2 1 0,0-1 0,1 1 0,0 0 0,2 1 0,0 0 0,1 0-1,18-22 1,-19 27 11,1 1 1,0 1-1,0 0 0,1 1 0,1 0 0,0 0 0,0 1 0,0 1 0,1 0 0,0 1 0,1 0 0,-1 1 0,1 0 0,20-3 0,-21 5-5,0 1-1,0 1 0,1 0 1,-1 1-1,0 0 1,1 1-1,18 3 1,-27-2 5,1-1 0,0 1 0,-1 0 0,0 0 0,1 1 0,-1 0 0,0 0 1,0 0-1,-1 0 0,1 1 0,-1 0 0,1 0 0,-1 0 0,0 0 0,-1 1 0,1-1 0,-1 1 0,5 8 1,15 55-2732,-14-59-865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21.0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76 4530,'0'0'3994,"-2"-16"-3412,-4-44-502,7 172-288,-2-1 242,3-65-153,2 1-1,2-1 1,2-1-1,25 80 1,-32-122-136,0 0 0,0 0 1,0 0-1,0 0 1,1 0-1,-1 0 1,1 0-1,0-1 1,0 1-1,0 0 0,0-1 1,0 0-1,0 1 1,1-1-1,-1 0 1,5 2-1,3-2-3704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21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1 3890,'0'0'2337,"-90"178"-2305,111-157 192,30-9-16,2-12-160,-5 0 160,-13-18 64,-20-18-16,-15 1 401,0 8-305,-6 0-352,-6 6-977,12 10-1504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21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2 3618,'0'0'4781,"-6"-1"-4256,5 1-526,0 0-1,0 0 0,0 0 1,0 0-1,0 0 1,0 0-1,0 0 1,0 0-1,0 1 1,0-1-1,0 0 1,0 0-1,0 1 1,1-1-1,-1 1 1,0-1-1,0 1 0,0-1 1,0 1-1,1-1 1,-1 1-1,0 0 1,1-1-1,-1 1 1,0 0-1,1 0 1,-1 0-1,1-1 1,-1 1-1,1 0 0,0 0 1,-1 1-1,-2 9-1,1 0-1,0 0 1,1 0-1,0 1 0,2 17 1,5 78 67,-3-77-45,29 283 90,-19-228-69,39 138 0,-49-212-37,2 5 12,0 0 0,15 28-1,-19-40-12,1-1 0,0 1 0,1-1 0,-1 1-1,0-1 1,1 0 0,0 0 0,0-1 0,0 1 0,0 0-1,0-1 1,0 0 0,1 0 0,-1 0 0,1 0 0,0 0-1,6 1 1,-3-1-16,1-1 0,0 0 0,-1-1 0,1 0 0,0 0-1,0 0 1,-1-1 0,1 0 0,0-1 0,-1 0 0,1 0 0,-1 0 0,0-1-1,9-5 1,-3 1-261,-1-1-1,0 0 0,0 0 0,-1-2 0,0 1 1,16-21-1,24-39-2192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21.7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75 6291,'0'0'288,"261"-12"-208,-109-9-16,-13 9-64,-17-3-1601,-39 1-2833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4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104 426 3426,'0'0'1643,"0"-29"-920,0-176 35,1 155-577,0 18 223,-1 1 0,-5-33-1,0 49 218,4 16-612,1 0-1,-1 0 1,1 0-1,-1 0 1,1 0-1,0 0 1,-1 0-1,1 0 1,0 0-1,0 0 1,0 0-1,0 0 1,0 1-1,0-1 1,0 0-1,0 0 1,1 2-1,-1 991 678,-1-1111-585,-23-180 0,3 173-96,3 22-7,-11-199-1,29 283-7,0 18 9,1 0 0,-1 0 1,0 0-1,0 0 0,0 0 1,0 0-1,0 0 1,0 1-1,0-1 0,0 0 1,0 0-1,0 0 0,0 0 1,0 0-1,1 0 0,-1 0 1,0 0-1,0 0 0,0 0 1,0 0-1,0 0 1,0 0-1,0 0 0,1 1 1,-1-1-1,0 0 0,0 0 1,0 0-1,0 0 0,0 0 1,0 0-1,1 0 0,-1 0 1,0-1-1,0 1 0,0 0 1,0 0-1,0 0 1,0 0-1,0 0 0,1 0 1,-1 0-1,0 0 0,0 0 1,0 0-1,0 0 0,0 0 1,0 0-1,0 0 0,0-1 1,0 1-1,0 0 0,1 0 1,-1 0-1,0 0 1,0 0-1,0 0 0,0 0 1,0-1-1,0 1 0,0 0 1,0 0-1,0 0 0,0 0 1,0 0-1,10 5 0,1 2 1,-2-1-1,1 1 0,-1 1 1,0 0-1,0 0 0,9 12 1,57 78 61,-50-65-21,29 46-11,-3 2-1,-4 2 1,-3 2-1,-4 2 1,-4 2 0,34 127-1,-64-193-21,-6-18-1,1 0-1,0-1 0,0 1 1,1 0-1,-1-1 1,1 1-1,0-1 1,1 1-1,-1-1 0,5 7 1,-2-12 288,-3-11 252,11-214 918,5-49-1337,-11 226-136,1 0 0,2 1 1,26-72-1,-34 113-68,3-7-36,1 1-1,11-21 1,-15 31-165,0 0 0,0 0 0,0 0 0,0 0 0,1 0 0,-1 1-1,1-1 1,0 1 0,0 0 0,0 0 0,0 0 0,0 0 0,0 0 0,0 1 0,7-3-1,12 2-3690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4.9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37 264 4706,'0'0'939,"34"13"-747,113 41-85,-134-50-103,1 0 0,-1-1 0,1-1 0,-1 0 1,1-1-1,0 0 0,0-1 0,0-1 0,-1 0 0,1-1 0,0 0 0,19-6 0,-17 4 2,-7 2-4,1-1 0,0 0 0,-1 0 0,1-1 1,-1 0-1,0 0 0,0-1 0,13-10 0,-19 12-5,0 0 0,0 0 0,0 0 1,-1 0-1,0 0 0,1-1 0,-1 1 0,0-1 0,-1 0 0,1 1 0,-1-1 0,1 0 0,-1 0 0,0 0 1,0 0-1,-1 0 0,0 0 0,1 0 0,-1 0 0,0 0 0,-1 0 0,1 0 0,-1 0 0,-1-6 0,0 5-9,1 0 0,-1 0 0,-1 1 0,1-1 0,-1 0 0,1 1 0,-1-1 0,-1 1 0,1 0 0,-1 0 0,-7-6 0,-51-36 12,52 38 3,-7-2 91,0 0 1,0 1-1,-1 1 1,0 1-1,-1 0 1,1 1-1,-1 1 1,-1 1-1,1 1 0,0 0 1,-1 1-1,1 2 1,-1 0-1,-35 5 1,49-4-53,0 1 1,1 0-1,-1 1 0,1-1 1,0 1-1,-1 0 1,1 0-1,1 1 1,-1 0-1,0 0 1,1 0-1,0 0 1,0 0-1,0 1 1,1 0-1,-1 0 0,1 0 1,0 0-1,1 0 1,-1 1-1,-1 6 1,-3 8 188,1-1 1,0 1-1,2 0 1,-4 38-1,6-35-29,1 0 0,1 0 0,5 44-1,-3-57-180,0-1 0,1 0 0,0 0 0,0 0 0,1 0 0,0 0 0,0-1 0,1 0 0,0 0 0,1 0 0,11 13 0,-6-11-22,-1 0-1,1-1 0,1-1 1,0 0-1,0 0 0,0-1 1,1 0-1,22 7 0,-13-7-365,1 0 0,0-2-1,1-1 1,31 2 0,48-3-3275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5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32 715 5122,'0'0'1011,"-5"9"-597,-17 30-219,22-40-173,0 1-1,0 0 1,0 0 0,0 0 0,0 0 0,0 0 0,0 0-1,0 0 1,0 0 0,0 0 0,0 0 0,0 0 0,0-1-1,0 1 1,0 0 0,0 0 0,0 0 0,0 0 0,0 0-1,0 0 1,0 0 0,0 0 0,-1 0 0,1 0-1,0 0 1,0 0 0,0 0 0,0 0 0,0 0 0,0 0-1,0 0 1,0 0 0,0 0 0,0-1 0,0 1 0,0 0-1,0 0 1,-1 0 0,1 0 0,0 0 0,0 0 0,0 0-1,0 0 1,0 0 0,0 0 0,0 1 0,0-1 0,0 0-1,0 0 1,0 0 0,-1 0 0,1 0 0,0 0 0,0 0-1,0 0 1,0 0 0,0 0 0,0 0 0,0 0-1,0 0 1,-1-14 417,4-20-267,0 22-164,2 0 0,0 1 0,0 0 0,1 0 0,0 0 0,1 0 1,1 1-1,-1 0 0,1 1 0,1 0 0,0 0 0,14-10 0,-17 14-17,1-1 0,0 2 1,0-1-1,1 1 0,-1 0 0,1 1 0,0-1 0,0 2 0,0-1 1,1 1-1,-1 0 0,0 1 0,1 0 0,-1 0 0,1 1 0,0 0 1,-1 0-1,1 1 0,9 2 0,-15-2 5,0 1 0,0-1 0,0 1 0,0-1 0,0 1-1,0 0 1,0 0 0,-1 0 0,1 0 0,-1 1 0,1-1 0,-1 1 0,0-1 0,0 1 0,0 0 0,0 0 0,-1 0-1,1 0 1,-1 0 0,0 0 0,1 0 0,-1 4 0,3 7-10,-1 1 0,-1-1 0,0 26 1,-1-14 17,-1-1 0,-1 1 0,-8 46 0,5-57 6,0 0 0,-1 0 1,0-1-1,-1 0 0,-1 0 1,0-1-1,-16 22 0,22-34-8,-2 5 5,0-1 0,-1 0 0,0 0 0,0 0 0,0-1 0,-1 1 0,0-1 0,1 0 0,-1-1 0,-1 1 0,-7 4 0,13-10-1,0 1 0,0-1 1,0 1-1,0 0 1,0-1-1,0 1 0,1-1 1,-1 1-1,0 0 1,1-1-1,-1 1 0,1 0 1,-1 0-1,2-3 1,25-33-39,48-52 0,-17 21-6,-41 48 27,74-97-54,-77 97 61,-1-1 1,0 0-1,16-42 1,-27 59 7,-1 0 0,1 0 1,-1-1-1,0 1 1,-1-1-1,1 1 1,-1-1-1,1 1 1,-2-1-1,1 1 0,-1-9 1,0 13-3,0 0 1,-1 1-1,1-1 0,0 0 1,0 0-1,0 0 0,0 1 1,0-1-1,0 0 0,0 1 0,1-1 1,-1 1-1,0-1 0,0 1 1,0 0-1,0-1 0,0 1 1,1 0-1,-1 0 0,0-1 1,1 1-1,-2 1 0,-4 8 6,-1 1-1,2 0 1,0-1-1,0 2 1,0-1-1,2 0 1,-1 1-1,2 0 1,-3 17 0,0 13 90,2 59 0,3-80-67,0 1 0,2-1-1,4 23 1,-4-36-29,0-1 0,1 1 1,-1 0-1,2-1 0,-1 0 0,1 0 1,0 0-1,0 0 0,1-1 0,0 1 1,7 7-1,-4-7 0,0 0 0,0-1-1,0 1 1,1-2 0,-1 1 0,2-1 0,-1 0 0,0-1 0,20 6-1,-10-6-18,0 0-1,0-1 1,0-1-1,28-1 0,-42-1-7,0 0 0,0-1 0,0 1 1,0-1-1,0 0 0,-1 0 0,1-1 0,0 0 0,-1 1 0,1-1 0,-1-1 0,1 1 0,-1-1 0,0 0 0,0 0 0,0 0 0,3-4 0,-2 1 8,1-1 0,-1 0 0,0-1 0,-1 1 0,0-1 0,0 0 0,0 0 0,4-17 0,-1-8 23,-1-1 0,-1 0 0,-1-66 0,-3-609 234,-3 902 15,5 246 765,0-394-911,13 70-1,-13-102-320,0 0-1,0 0 1,2 0-1,-1 0 1,2-1-1,0 1 1,0-1-1,1-1 1,11 15-1,2-11-3023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5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 4978,'0'0'2145,"223"-59"-2097,-104 59-48,6 0-48,-24 0-2993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6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85 305 3089,'0'0'1358,"-7"-26"-685,-23-84-49,27 95-439,0-1-1,2 1 1,-1-1-1,3-20 1,-1 28 135,0 0-1,0 0 1,-1 0 0,1 0 0,-2-1 0,-3-12-1,5 39-62,-1 21-250,11 269 202,13 302 73,-23-607-226,0-11 134,0-68 199,1-82-206,-25-207 0,-14 105-154,37 238-10,1 22-19,0 0 0,-1 0 0,1 0 0,0-1 0,0 1 0,0 0 0,0 0 0,0-1 0,0 1 0,0 0 0,0 0 0,0-1 0,0 1 0,0 0 0,0 0 0,0-1 0,0 1 0,0 0 0,0 0 0,0-1 0,0 1 0,0 0 0,0 0 0,0 0 0,0-1 0,0 1 0,0 0 0,0 0 0,1-1 0,-1 1 0,0 0 0,0 0 0,0 0 0,0 0 0,1-1 0,-1 1 0,0 0 0,0 0 0,0 0 0,1 0 0,-1 0 0,0-1 0,0 1 0,0 0 0,1 0 0,-1 0 0,0 0 0,0 0 0,1 0-1,6 8-21,-6-7 18,43 68-20,42 90 1,-55-100 44,137 320 29,-162-365-47,0 6 8,2-1 1,1 0-1,0-1 1,2 0 0,11 17-1,-21-35-8,-1 1-1,1 0 0,-1 0 0,1-1 1,0 1-1,-1-1 0,1 1 1,0 0-1,-1-1 0,1 0 0,0 1 1,0-1-1,-1 1 0,1-1 1,0 0-1,0 1 0,0-1 1,-1 0-1,1 0 0,0 0 0,0 0 1,2 0-1,-2 0 12,0-1 0,0 1 0,0-1 0,0 1 0,0-1 1,-1 0-1,1 0 0,0 1 0,0-1 0,0 0 0,-1 0 0,1 0 0,0 0 0,-1 0 0,1 0 1,-1 0-1,1 0 0,-1 0 0,1 0 0,-1 0 0,0-2 0,14-48 421,-2 0 0,5-59 0,3-113-282,-19 208-130,4-52-28,-3 15-194,15-75 0,-16 122 64,0 0 1,0 1 0,1-1-1,-1 1 1,1-1-1,0 1 1,5-7-1,-6 10-91,0 0-1,0 0 0,0-1 0,0 1 1,0 0-1,0 0 0,0 0 0,1 0 1,-1 1-1,0-1 0,1 0 0,-1 0 1,1 1-1,-1-1 0,1 1 0,-1-1 1,1 1-1,-1 0 0,1 0 0,-1 0 1,1-1-1,-1 1 0,1 1 0,-1-1 0,4 0 1,18 8-4638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7.2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66 1857,'0'0'3898,"-5"-11"-2762,-17-33-290,22 43-827,0 1 1,-1-1-1,1 1 0,0-1 1,-1 0-1,1 1 0,-1-1 0,1 1 1,-1-1-1,1 1 0,-1-1 1,1 1-1,-1-1 0,1 1 1,-1 0-1,0-1 0,1 1 1,-1 0-1,0 0 0,1-1 1,-1 1-1,0 0 0,1 0 1,-1 0-1,0 0 0,0 0 1,0 0-7,0 1 0,0-1 0,0 1 0,0 0 0,1-1 0,-1 1 0,0 0 1,1 0-1,-1-1 0,0 1 0,1 0 0,-1 0 0,1 0 0,-1 0 0,1 0 0,0 0 0,-1 1 1,-4 13 11,0 1 0,1 0 1,1 0-1,1 0 1,-1 19-1,2 89 209,2-101-191,-1-9-26,1 1 0,0-1 0,2 1 0,0-1 0,0 0 0,1 0 0,1 0-1,0 0 1,12 20 0,-13-26-11,1 0 0,1-1 0,-1 0 0,1 0 0,0-1 0,1 1 0,0-1-1,0-1 1,0 1 0,0-1 0,1 0 0,0-1 0,0 0 0,0 0 0,1-1 0,15 4 0,-12-4-5,0 0 1,1-1 0,-1-1-1,1 0 1,-1-1-1,20-2 1,-27 2-2,0-1 0,0 0 0,1-1 0,-1 1 0,0-1 0,0 0 0,-1 0 0,1 0 0,0-1 0,-1 0 0,1 0 0,-1 0-1,0 0 1,0-1 0,0 0 0,-1 0 0,5-5 0,-2 0-1,-1-1 0,0 1-1,-1-1 1,0 0 0,0 0-1,-1 0 1,0 0 0,-1-1-1,2-10 1,-1-13-8,-3-50 0,0 46 14,0 13 7,-6-43 0,5 60-2,-1 0 0,0 0 0,0 0 0,-1 0 0,0 0 0,0 1 0,-1-1 0,-8-11 0,5 11 120,3 9 27,3 19-28,1-18-145,-1 35 20,6 123 132,-2-138-159,0 0 0,1-1-1,1 0 1,1 0 0,13 30-1,-13-37-573,0-1 0,1 0 0,1 0 0,0-1 0,19 22-1,3-9-1989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7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1 315 3410,'0'0'1043,"0"-35"-232,3-109-291,-2 135-481,0 0 1,0 0-1,1 1 0,0-1 1,0 1-1,5-12 0,-4 15 1,0 0 0,0 0-1,1 1 1,-1-1-1,8-7 1,-10 11-33,0-1 3,1 0-1,0 1 1,-1-1-1,1 0 1,0 0-1,0 1 0,0-1 1,0 1-1,1 0 1,-1 0-1,0-1 1,0 1-1,1 1 1,-1-1-1,1 0 1,-1 1-1,1-1 1,-1 1-1,1 0 1,-1-1-1,1 1 0,-1 1 1,1-1-1,-1 0 1,1 0-1,-1 1 1,1 0-1,-1-1 1,1 1-1,-1 0 1,0 0-1,1 0 1,-1 1-1,0-1 0,0 1 1,0-1-1,0 1 1,0-1-1,0 1 1,0 0-1,2 3 1,2 7 31,0 1 0,-1-1 1,-1 1-1,0 0 0,0 0 1,-1 0-1,2 21 0,2 97 413,-7-122-433,1 135 300,-1-144-316,0 0 1,0-1-1,1 1 0,-1 0 1,0-1-1,1 1 1,-1 0-1,0-1 1,0 1-1,1 0 1,-1 0-1,1-1 1,-1 1-1,0 0 1,1 0-1,-1 0 0,0-1 1,1 1-1,-1 0 1,1 0-1,-1 0 1,1 0-1,-1 0 1,0 0-1,1 0 1,-1 0-1,1 0 1,-1 0-1,1 0 1,-1 0-1,0 0 0,1 0 1,-1 0-1,1 1 1,-1-1-1,0 0 1,1 0-1,-1 0 1,1 1-1,-1-1 1,0 0-1,1 0 1,-1 1-1,0-1 0,0 0 1,1 1-1,-1-1 1,0 0-1,0 1 1,1-1-1,-1 1 1,0-1-1,0 0 1,0 1-1,0-1 1,0 1-1,1-1 1,-1 1-1,0-1 0,0 0 1,0 1-1,9-19 160,-1-1-1,-1 0 0,0 0 0,6-31 0,5-13-96,25-52-12,-38 104-55,0 1 1,1 0-1,0 0 1,1 0-1,0 1 1,0 0-1,1 0 1,10-9-1,-16 16-4,0 0 0,0 1 0,1-1 1,-1 0-1,0 1 0,1-1 0,0 1 0,-1 0 0,1 0 0,0 0 0,-1 0 0,1 0 0,0 1 0,0-1 0,0 1 1,0 0-1,-1 0 0,5 0 0,-5 1-1,1 0 0,-1 0 0,0 0 0,0 0 0,0 0 0,0 0 0,0 1 1,0-1-1,0 0 0,0 1 0,-1 0 0,1 0 0,0-1 0,-1 1 0,1 0 0,-1 0 0,1 3 0,4 8-8,0 1-1,-1-1 0,-1 1 0,0 0 0,2 23 0,2 34 27,-3-1 0,-5 73-1,0-68 82,0-73-36,0-31 341,-1-26-277,3-86-54,0 121-77,0 0 1,2 0 0,0 0-1,13-36 1,-13 45 7,4-10-34,1 1 0,19-34 1,-26 51 22,0-1-1,0 1 1,0 0 0,0 0 0,1 0 0,-1 0 0,1 0 0,0 1 0,0-1-1,0 1 1,0-1 0,0 1 0,1 0 0,-1 1 0,1-1 0,-1 0-1,1 1 1,0 0 0,-1 0 0,1 0 0,0 0 0,7 0 0,-10 1 8,0 0 0,-1 0 1,1 1-1,0-1 0,0 0 1,-1 0-1,1 0 0,0 1 1,0-1-1,-1 0 0,1 1 1,0-1-1,-1 0 0,1 1 1,0-1-1,-1 1 0,1-1 1,-1 1-1,1 0 0,-1-1 1,1 1-1,-1 0 0,1-1 1,-1 2-1,5 6-1,-1 0 0,-1 0 1,0 1-1,0 0 0,0 0 0,1 15 0,4 64 32,-5-47 0,2 35 45,-5-43-56,2 0 1,1 0-1,2 0 0,1 0 0,12 34 0,-16-63-124,0 1-1,-1-1 1,2 0-1,-1 0 1,0 0-1,6 7 1,-6-10-143,-1 0 0,1 0 0,0 0 0,-1 0-1,1 0 1,0 0 0,-1 0 0,1 0 0,0-1 0,0 1 0,3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8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2417,'0'0'3679,"1"33"-2916,12 234 171,23 287-403,-35-537-524,4 16 34,-5-31 7,0-7 77,-1-75 116,4-113-135,-2 185-102,0 0-1,0 0 1,1 1 0,0-1-1,0 1 1,1-1-1,0 1 1,0 0 0,1 0-1,0 1 1,0-1 0,0 1-1,11-12 1,-10 13-9,0 1 0,1 0 0,-1 0 0,1 0 0,0 1 0,0-1 0,0 1 0,0 1 0,1 0 0,-1-1 0,1 2 0,0-1 0,-1 1-1,1 0 1,0 0 0,9 1 0,-10 0-1,1 0 0,0 0 0,0 1 0,0 0 0,-1 0 0,1 1-1,-1 0 1,9 3 0,-11-3 4,-1 0-1,1 1 1,-1-1-1,0 1 0,1-1 1,-1 1-1,-1 0 1,1 0-1,0 0 1,-1 1-1,0-1 1,1 0-1,-1 1 0,-1 0 1,4 7-1,-1 2 12,0 1 0,-1 0 0,0-1 0,-1 1 0,0 16 0,-4 75 439,2-97-411,0-1 0,-1 1 0,0-1 0,-1 1 0,0-1 0,0 0 0,0 0 0,-1 0 0,0 0 0,0 0 0,-1-1 0,0 1 0,0-1 0,0 0 0,-1 0 0,0 0 0,0-1 0,0 0 0,-1 0 1,0 0-1,0-1 0,0 1 0,-1-2 0,-7 5 0,-3 1-214,-1 0 0,0-2 1,0 0-1,0-1 0,-1-1 1,0 0-1,0-1 0,-35 1 1,54-5 120,-1 0 1,1 0-1,0 0 0,0 0 1,0 0-1,0 0 1,-1 0-1,1 0 1,0 0-1,0 0 1,0 0-1,-1 0 0,1 0 1,0 0-1,0 0 1,0 0-1,0 0 1,-1 0-1,1 0 1,0 0-1,0-1 1,0 1-1,0 0 0,0 0 1,-1 0-1,1 0 1,0 0-1,0-1 1,0 1-1,0 0 1,0 0-1,0 0 0,0 0 1,0-1-1,0 1 1,-1 0-1,1 0 1,0 0-1,0 0 1,0-1-1,0 1 1,0 0-1,0 0 0,0 0 1,0-1-1,0 1 1,1 0-1,-1 0 1,0 0-1,0-1 1,0 1-1,0 0 1,0 0-1,0 0 0,0-1 1,0-33-4457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8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0 268 3778,'0'0'2484,"32"3"-2455,104 7 3,23-7 0,-135-4-32,-19 1 3,1-1 1,-1 1-1,1-1 0,-1 0 1,0 0-1,1 0 1,-1-1-1,0 0 0,0 0 1,0-1-1,0 1 1,-1-1-1,1 0 0,0 0 1,-1 0-1,0-1 1,0 0-1,0 0 0,0 0 1,-1 0-1,0 0 0,0-1 1,0 1-1,0-1 1,0 0-1,-1 0 0,0 0 1,0 0-1,-1 0 1,1-1-1,-1 1 0,0 0 1,-1-1-1,1 1 1,-1-1-1,0-7 0,-2 8 17,1 0-1,0 1 1,-1-1-1,0 0 1,0 1 0,0-1-1,-1 1 1,1 0-1,-1 0 1,0 0-1,0 0 1,-1 0-1,1 1 1,-1-1 0,1 1-1,-1 0 1,0 0-1,-1 0 1,1 1-1,-7-4 1,-9-3 116,0 0 0,-1 1 0,-28-8 0,18 10 120,0 0 0,-1 3-1,0 0 1,-32 2-1,61 1-233,0 0 1,-1 0-1,1 0 0,0 1 0,-1-1 0,1 1 0,0-1 1,0 1-1,0 0 0,0 1 0,0-1 0,0 0 0,0 1 1,0 0-1,0 0 0,1 0 0,-1 0 0,-2 3 0,2-1-12,0 0 1,0 0-1,1 1 0,0-1 0,0 1 0,0 0 0,0-1 0,1 1 0,0 0 0,0 0 0,0 7 0,-1 7 16,1 1 0,0-1 0,2 1 0,1-1 0,0 0 0,1 0 0,1 0 0,1 0 0,1-1 0,12 29-1,-8-25-18,2 0 0,0-1 0,2 0 0,0-1 0,1 0 0,1-2 0,36 33 0,-44-44-2,1 0 0,0-1 0,1 0 0,-1 0 0,1-1 0,0 0 0,1-1 0,-1 0 0,19 4 0,-12-5 3,-1-1 1,1 0 0,0-2-1,0 0 1,29-3 0,-38 2-5,0-1 0,0 0 1,0 0-1,0 0 1,0-1-1,-1-1 0,1 1 1,-1-1-1,0 0 0,0-1 1,10-8-1,-8 4 2,1 0 0,-2 0 0,1-1 0,-2-1 0,1 1 0,10-22 1,-7 8 13,0-1 0,-2 0 1,-1-1-1,-1 0 0,-1-1 1,3-36-1,-4-76 184,-6 107 115,-9 133-119,8 207-28,3-165-117,-1-141-34,0-23 246,-2-87 193,5-148-434,-3 251-40,0 0 0,0 1 1,1-1-1,0 0 0,0 0 1,0 0-1,1 0 1,-1 1-1,1-1 0,0 1 1,0-1-1,1 1 0,0 0 1,-1 0-1,1 0 0,1 0 1,-1 1-1,0-1 1,1 1-1,0 0 0,0 0 1,0 0-1,0 0 0,0 1 1,1-1-1,6-2 1,24-7-219,0 2 1,1 1 0,0 1-1,64-4 1,-25 3-227,-75 8 461,0 1 0,1 0 0,-1 0-1,0 0 1,1 0 0,-1 0 0,0 0 0,1 0-1,-1 0 1,0 0 0,1 0 0,-1 0-1,0 0 1,1 0 0,-1 0 0,0 0-1,1 0 1,-1 0 0,0 0 0,1 1-1,-1-1 1,0 0 0,1 0 0,-1 0-1,0 1 1,0-1 0,1 0 0,-1 0 0,0 0-1,0 1 1,0-1 0,1 0 0,-1 1-1,0-1 1,0 0 0,0 0 0,0 1-1,1-1 1,-1 0 0,0 1 0,0-1-1,0 0 1,0 1 0,0-1 0,0 0 0,0 1-1,0-1 1,0 1 0,0-1 0,0 0-1,0 1 1,0-1 0,-1 0 0,1 1-1,0-1 1,0 0 0,0 0 0,0 1-1,0-1 1,-1 1 0,-14 27 79,8-18-20,-6 18 47,1 0 0,1 1 0,1 0 0,2 0 0,1 1 1,2 0-1,0 0 0,3 1 0,0-1 0,2 1 0,4 44 1,-3-70-157,0 1 0,0-1 0,1 0 0,-1 1 0,1-1 0,0 0 0,1 0 0,-1 0 1,1 0-1,0 0 0,0-1 0,1 1 0,-1-1 0,1 0 0,0 0 0,0 0 1,0 0-1,1-1 0,-1 0 0,1 0 0,0 0 0,0 0 0,0-1 0,0 0 1,0 0-1,0 0 0,9 1 0,39 1-3040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9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0 3314,'0'0'2945,"-57"95"-2753,84-92-32,3-3 16,-1 0-48,-8-15-128,0-11-160,-18 5-2657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9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2561,'0'0'737,"0"205"-753,0-178 16,12-12 288,9-15 112,-4 0 160,-2-3 304,-6-18 17,-6 3 159,-3 0-63,0 0-193,0 3-528,0 7-256,15-7-288,0-6-3041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00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725 59 3169,'0'0'2748,"-33"-10"-1942,-108-29 291,128 36-913,-1 0 0,0 1 0,0 1 1,0 0-1,0 1 0,0 1 0,0 0 1,-23 5-1,16 0 46,0 2-1,0 0 1,-31 17 0,32-14-61,-1 0 0,1 2 0,1 1 0,0 0 0,1 1 0,1 1 0,0 0 0,-22 30 0,27-29-71,1 0 0,1 0 0,1 1-1,0 0 1,1 1 0,1 0 0,1 0 0,0 0 0,2 1 0,-3 28 0,2-10-67,3 0-1,1 0 1,2 0 0,9 64-1,-7-86-25,0-1 0,1 1 1,1-1-1,1 0 0,0 0 0,1-1 0,0 0 0,1 0 0,1-1 0,0 0 0,1 0 0,0-1 0,24 21 0,-20-21-3,2-1 0,-1-1 0,2-1-1,-1 0 1,1-1 0,0 0-1,1-2 1,0 0 0,30 5 0,-9-4-27,1-3 1,1-1 0,54-3-1,-82-1 17,-1 0 0,0-1 0,1 0 0,-1-1-1,0-1 1,-1 0 0,1 0 0,-1-1 0,1 0-1,-2-1 1,1-1 0,-1 1 0,0-2 0,0 1-1,0-2 1,-1 1 0,-1-1 0,0 0 0,0-1-1,0 0 1,-1 0 0,-1-1 0,0 0 0,0 0-1,-1 0 1,-1 0 0,5-19 0,1-15 16,-2 0 1,-2-1-1,-2 0 1,-2 0-1,-5-52 1,2 72-24,-2 1 1,0-1-1,-2 1 1,0 0-1,-2 0 1,-16-39 0,18 54 0,0-1 0,0 1 1,-1 0-1,0 0 0,-1 0 1,0 1-1,-1 0 0,0 1 1,0 0-1,-1 0 0,0 0 1,0 1-1,0 1 0,-1 0 0,0 0 1,-21-9-1,20 13-140,1-1 0,0 1 0,-1 1 0,1 0 0,-1 0 0,-13 2 0,7-1-1249,1 0-2980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01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176 136 3041,'0'0'4461,"-16"17"-3663,4-4-636,-2 2 3,-1 1-1,2 0 1,0 1-1,1 0 1,-17 34 0,21-33-63,-1-1 0,2 1 1,1 0-1,0 1 1,1-1-1,1 1 0,-2 20 1,6-38-39,0-5 93,2-7-122,0 1 0,1-1 0,0 1 0,1 0 0,0 0 0,0 0 0,1 0 0,1 1 0,6-10 0,3-6-22,10-20 18,2 2 0,54-68 0,-72 100-33,1 0 0,0 0-1,0 1 1,1 1 0,1 0-1,0 0 1,0 1 0,0 1 0,1 0-1,0 0 1,0 2 0,1-1-1,0 2 1,17-4 0,-21 6-3,1 1 0,0 0 0,0 0 0,0 2 1,0-1-1,0 1 0,0 1 0,0 0 0,11 3 1,-16-2-3,0-1 1,0 1 0,0 1 0,-1-1-1,1 1 1,-1-1 0,0 2-1,0-1 1,0 0 0,-1 1 0,1 0-1,-1 0 1,0 1 0,-1-1-1,1 1 1,3 7 0,2 10 3,-1-1 0,0 1 1,-2 0-1,0 1 0,-2 0 0,3 40 1,-5-12 1,-2 1 0,-8 52 1,4-77 5,-1-1 0,-1 1 0,-2-1 0,-1 0 0,-1-1 0,-1 0 0,-1 0 0,-1-2 0,-1 1 0,-2-2 1,0 0-1,-1-1 0,-36 35 0,26-31 17,-2-1 1,-1-2-1,-1-1 1,-1-1-1,0-2 1,-2-1-1,0-1 1,-1-3-1,-62 19 1,75-29 155,18-3 113,13-1 16,90-5-134,150-26 0,-11-1-175,175 11-83,-474 21 9,-136-3-2529,76-12-2459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42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377 7 3442,'0'0'3809,"2"-3"-3270,-3 3-531,1 0-1,0 0 0,0 0 1,0 0-1,0 0 1,0 0-1,0 0 0,0 0 1,-1 0-1,1 0 0,0 0 1,0 0-1,0 0 1,0 0-1,0 0 0,0 0 1,-1 0-1,1 0 0,0 0 1,0 0-1,0 0 1,0 0-1,0 0 0,0 0 1,0 0-1,-1 0 0,1 0 1,0 0-1,0 0 1,0-1-1,0 1 0,0 0 1,0 0-1,0 0 0,0 0 1,0 0-1,-1 0 1,1 0-1,0 0 0,0-1 1,0 1-1,0 0 1,0 0-1,0 0 0,0 0 1,0 0-1,0 0 0,0 0 1,0-1-1,0 1 1,0 0-1,0 0 0,0 0 1,0 0-1,0 0 0,0 0 1,0-1-1,-22 13 230,-45 30-64,30-18-64,-25 13 590,-111 47 0,172-84-685,1 0 0,-1 0-1,0 0 1,0 1 0,1-1-1,-1 0 1,0 1 0,1-1-1,-1 0 1,0 1 0,1-1 0,-1 1-1,1-1 1,-1 1 0,1 0-1,-1-1 1,1 1 0,-1-1-1,0 2 1,2-1-11,0-1 0,-1 1 0,1 0-1,0 0 1,-1 0 0,1-1 0,0 1 0,0 0 0,0-1 0,-1 1 0,1-1-1,0 1 1,0-1 0,0 0 0,0 1 0,0-1 0,0 0 0,2 1-1,362 107 372,-245-76-310,-71-18-577,1-3 0,51 5 0,-41-14-3150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42.7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353 38 2609,'0'0'3575,"9"-6"-2919,23-20-397,-32 26-258,1 0 0,-1 0-1,0 0 1,0 0 0,0 0 0,0 0-1,0-1 1,0 1 0,0 0-1,0 0 1,1 0 0,-1 0 0,0 0-1,0 0 1,0 0 0,0 0-1,0 0 1,0 0 0,0 0 0,0-1-1,0 1 1,0 0 0,0 0 0,0 0-1,0 0 1,0 0 0,0 0-1,0 0 1,1 0 0,-1-1 0,0 1-1,0 0 1,0 0 0,0 0-1,0 0 1,-1 0 0,1 0 0,0 0-1,0-1 1,0 1 0,0 0-1,0 0 1,0 0 0,0 0 0,0 0-1,0 0 1,0 0 0,0 0 0,0 0-1,0-1 1,0 1 0,0 0-1,0 0 1,-1 0 0,1 0 0,0 0-1,0 0 1,0 0 0,0 0-1,0 0 1,0 0 0,-1 0 0,-10 3 28,-80 54 131,27-25 52,-107 37 0,159-65-102,8-4-29,1 1 0,-1 1 1,0-1-1,0 0 0,0 1 0,1 0 0,-1 0 1,1 0-1,-1 0 0,-3 4 0,7-5-81,-1-1-1,1 1 0,0 0 0,0 0 0,0 0 0,0-1 1,0 1-1,1 0 0,-1 0 0,0-1 0,0 1 0,0 0 1,1 0-1,-1-1 0,0 1 0,1 0 0,-1-1 0,1 1 1,-1 0-1,0-1 0,1 1 0,0-1 0,-1 1 0,1-1 0,-1 1 1,1-1-1,0 1 0,-1-1 0,1 1 0,0-1 0,1 1 1,25 12 70,1-1 1,0-1 0,1-1-1,1-2 1,33 6 0,-39-9-44,379 74-356,-357-70-1904,-21-7-1286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43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387 1 928,'0'0'5179,"-28"14"-5067,-183 88 37,74-38 265,127-57 102,12-2-333,20 1-164,-16-5 66,144 36-37,173 69 0,-273-89-2046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43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6 318 1601,'0'0'5570,"-2"-11"-5057,-2-34-327,4 44-184,0 0-1,0 1 0,0-1 1,0 1-1,0-1 0,1 1 1,-1-1-1,0 1 0,0-1 1,0 1-1,0-1 1,1 1-1,-1-1 0,0 1 1,1 0-1,-1-1 0,0 1 1,1-1-1,-1 1 0,0 0 1,1-1-1,-1 1 1,1 0-1,-1-1 0,1 1 1,-1 0-1,1 0 0,-1 0 1,1-1-1,-1 1 0,1 0 1,-1 0-1,1 0 0,-1 0 1,1 0-1,-1 0 1,1 0-1,0 0 0,17 4-8,-17-4 7,4 2-4,0 1 1,0-1 0,-1 1-1,1 0 1,-1 0 0,0 1 0,1-1-1,-1 1 1,5 7 0,31 43 95,-26-33-21,129 206 740,-139-221-790,7 8 629,-10-14-611,-1 0 0,1 0-1,0 0 1,-1 0 0,1 0-1,-1-1 1,1 1 0,-1 0-1,1 0 1,-1 0-1,1-1 1,0 1 0,-1 0-1,1 0 1,-1-1 0,0 1-1,1 0 1,-1-1 0,1 1-1,-1-1 1,1 1 0,-1-1-1,0 1 1,1-1 0,-1 1-1,0-1 1,0 1-1,1-1 1,-1 1 0,0-1-1,0 1 1,0-1 0,0 1-1,1-1 1,-1 0 0,13-34 612,12-50 0,-4 13-611,-2 10-275,37-101 654,-47 139-1364,2 1 0,1 0 0,1 0 0,23-30 0,-3 17-4039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44.3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19 3009,'0'0'5208,"-12"-3"-4373,-3-2-623,10 3-110,-1 0 1,1 1 0,-1-1 0,0 1 0,1 0-1,-10 0 1,45 4-25,0 1-1,0 1 1,0 2-1,52 19 1,-16-5-52,-1 0-5,115 53 0,-175-71-16,2-1-8,-1 1 1,0 0 0,0 0 0,0 1-1,0 0 1,-1 0 0,1 0-1,-1 1 1,6 6 0,-11-10-2,1 0 1,-1-1 0,0 1-1,0 0 1,0 0 0,1-1-1,-1 1 1,0 0 0,0-1-1,0 1 1,0 0-1,0 0 1,0-1 0,0 1-1,0 0 1,-1 0 0,1-1-1,0 1 1,0 0 0,-1-1-1,1 1 1,0 0-1,-1-1 1,1 1 0,0-1-1,-1 1 1,1 0 0,-1-1-1,0 1 1,-20 16 26,-27 10 56,-77 32-1,-4 1-139,-35 30-3068,101-63-932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44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339 54 1985,'0'0'5453,"-17"-9"-4436,-48-26-358,49 26 162,81 9-738,0 2 0,0 4 0,0 2 1,-1 3-1,0 3 0,62 22 0,-124-35-83,64 27 16,-60-25-21,-1 0 1,1 0 0,-1 0-1,0 1 1,0 0-1,-1 0 1,1 0-1,7 10 1,-11-13 2,0 0 0,-1 0 0,1 0 0,0 1 0,-1-1 0,1 0 0,0 0 0,-1 1 0,0-1 0,1 1 0,-1-1 0,0 0 0,0 1 1,0-1-1,1 1 0,-2-1 0,1 0 0,0 1 0,0-1 0,0 1 0,-1-1 0,1 0 0,0 1 0,-1-1 0,0 0 0,1 1 0,-1-1 0,0 0 0,1 0 0,-1 0 0,0 0 0,0 1 1,-2 0-1,-3 3 10,0 0 0,0 0 0,-1-1 0,0 0 1,-7 3-1,12-6-7,-92 43-15,-1-5-1,-128 33 1,23-18-1122,-12-15-2303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46.8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221 714 2097,'0'0'1614,"0"-37"-1353,0-6-186,9-180 448,-7 202-368,8-139 1398,-12 193-1572,-2 0 1,-2-1 0,0 0 0,-3 0 0,-20 53 0,2-4 25,-30 107 19,-40 245-1,93-403 9,6-56 36,7-17-52,1 0 1,18-49-1,-4 16-9,98-384 48,-29 102-45,-89 343-10,-1 3-4,0 1 0,1-1 0,0 1 0,1 0 0,8-16 0,-12 26 0,-1 0-1,1 1 1,-1-1 0,1 0 0,0 0 0,-1 1 0,1-1 0,0 0 0,0 1 0,-1-1 0,1 1 0,0-1 0,0 1 0,0 0-1,0-1 1,0 1 0,0 0 0,-1-1 0,1 1 0,0 0 0,0 0 0,0 0 0,0 0 0,0 0 0,0 0 0,0 0 0,0 0-1,0 0 1,0 1 0,0-1 0,0 0 0,0 1 0,-1-1 0,1 0 0,0 1 0,0-1 0,0 1 0,-1-1 0,1 1 0,1 1-1,2 2-14,0-1 0,0 1-1,0 1 1,-1-1 0,6 9-1,13 29-6,-2 1 1,-1 1-1,17 65 0,-18-54 31,15 46 35,146 401 60,-162-453-377,-14-18-1112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46.9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0 108 4818,'0'0'929,"202"-78"-849,-65 61-48,0 5-32,-16 12-1249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47.4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13 423 3506,'0'0'192,"-2"25"-139,0 0-402,-3 51 1673,4-70-807,0-11-23,0-51 236,1 25-689,1-1-1,2 1 1,9-39 0,-9 56-38,1 0-1,0 1 1,1 0 0,1 0 0,0 0 0,0 1 0,1-1 0,1 2 0,16-20 0,-20 27-6,0 1 1,0-1-1,0 1 0,0 0 1,1 0-1,0 0 0,-1 1 1,1-1-1,0 1 0,0 0 1,1 1-1,6-2 0,-9 2-5,1 1 0,-1-1 0,1 1 0,-1 0 0,1 0 0,-1 0 0,1 0 0,-1 1 0,1 0 0,-1-1 0,1 1 0,-1 0 0,0 1 0,1-1 0,-1 1 0,0-1 0,0 1 0,0 0 0,0 0 0,2 3 0,3 3 1,-1 1-1,0 0 1,-1 0-1,0 0 1,-1 1-1,1 0 0,-2 0 1,5 15-1,2 9 22,9 48 0,-10-21 52,-3 1 0,0 81 0,-6-176-44,1-1 0,2 1 0,1 0 0,1 0 0,2 1 0,1 0 0,18-40 0,-13 38-54,2 0 0,2 0 1,1 2-1,1 0 0,2 1 0,1 1 1,2 1-1,27-25 0,-48 51 15,-1-1 1,1 1-1,0 0 0,1 0 0,-1 1 0,0-1 0,1 1 1,-1 0-1,1 0 0,0 1 0,-1-1 0,1 1 0,0 0 1,0 0-1,7 0 0,-10 1 13,0 0 1,-1 0-1,1 0 1,-1 0-1,1 0 0,0 0 1,-1 1-1,1-1 1,0 1-1,-1-1 1,1 1-1,-1-1 0,1 1 1,-1 0-1,1 0 1,-1-1-1,0 1 1,1 0-1,-1 1 0,0-1 1,0 0-1,2 2 1,-1 1-1,0 0 0,0 0 1,0 1-1,-1-1 0,1 1 0,-1-1 1,1 7-1,3 32 7,-1 0 0,-4 80 0,-1-54 28,0 2-2,3 76 6,-2-145-47,0 0 0,1-1 0,-1 1 0,0 0 0,1 0 0,-1 0-1,1-1 1,-1 1 0,1 0 0,0-1 0,0 1 0,0 0 0,0-1 0,0 1 0,0-1 0,0 1 0,0-1 0,1 0 0,-1 0 0,0 1 0,1-1 0,-1 0 0,1 0 0,0 0 0,-1-1-1,1 1 1,2 1 0,-1-1-85,1-1-1,-1 1 0,1-1 0,-1 0 1,1 0-1,-1 0 0,1 0 0,-1-1 1,1 1-1,-1-1 0,1 0 1,-1 0-1,0 0 0,5-3 0,2-2-447,-1 0 0,0 0-1,0-1 1,7-8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47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470 380 1953,'3'-43'736,"7"-139"-365,-8 27 1542,1 1451-758,-3-1294-1096,1-10 178,2-46 88,-6-111 0,0 144-277,0-1 0,-1 1 0,-1 0 1,-1 0-1,-1 1 0,-1-1 0,-1 1 0,-14-23 0,20 37-50,-1 0 0,0 0-1,-1 0 1,1 0-1,-1 1 1,0-1-1,0 1 1,-1 0-1,0 1 1,0 0-1,0 0 1,0 0 0,0 0-1,-1 1 1,0 0-1,1 1 1,-1-1-1,0 1 1,0 1-1,-1-1 1,1 1-1,0 0 1,0 1 0,-9 0-1,10 0-4,-1 1 1,1-1-1,0 1 1,0 1-1,0-1 0,0 1 1,0 0-1,0 1 0,0-1 1,0 1-1,-9 7 1,5-3-4,1 0 1,1 1 0,-1 0 0,1 0 0,-13 19 0,3 1-5,2 0 0,1 2 0,-19 48 1,27-62 14,1 1 0,1 1 1,0-1-1,2 1 0,0 0 1,0-1-1,2 1 0,0 1 1,3 26-1,-2-41 0,1 0 1,0 0-1,0 1 0,0-1 1,0 0-1,1 0 0,0 0 0,-1 0 1,2 0-1,-1-1 0,0 1 1,1-1-1,-1 1 0,1-1 1,0 0-1,0 0 0,0 0 0,1 0 1,6 4-1,0-2 1,0-1 0,0-1-1,0 1 1,1-1 0,-1-1 0,1 0-1,11 0 1,19 2-110,0-1 0,0-3 0,0-1 1,-1-3-1,1-1 0,60-15 0,-54 4-1913,85-43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56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4 255 2801,'0'0'1518,"-1"26"-1475,-1 166-48,2-109 287,0-74 423,0-53-118,0 8-552,2 0-1,1 0 1,2 0 0,15-58 0,-16 80-35,1-1 1,0 1 0,1 1-1,1-1 1,0 1 0,1 0-1,0 0 1,1 1 0,0 0-1,1 1 1,0 0 0,1 1-1,0 0 1,16-11 0,-18 16-10,-1 1 1,1-1-1,0 2 0,0-1 1,1 1-1,-1 1 1,1 0-1,14-2 0,-19 4 2,1-1 0,0 1-1,-1 0 1,1 0 0,-1 1-1,1-1 1,-1 1-1,1 1 1,-1-1 0,1 1-1,-1 0 1,0 0 0,0 0-1,0 1 1,0 0-1,6 4 1,-4 0-2,0 1 0,-1 0 1,0 0-1,0 1 0,0 0 0,-1 0 0,-1 0 1,0 1-1,4 10 0,2 12-11,9 52 0,-7 2 35,-4 0 0,-5 109 0,-3-193 4,0-5 40,1-87 76,12-93 1,-9 153-144,1 1 1,1 0-1,2 0 1,1 1-1,1 0 1,1 0-1,17-29 0,-24 51 0,-1 1 0,1-1-1,1 1 1,-1 0 0,1 0-1,-1 1 1,2-1 0,-1 1-1,0 0 1,1 0 0,-1 1-1,1 0 1,11-4 0,-14 5-5,0 1 1,1 1 0,-1-1 0,1 0 0,-1 1 0,1 0-1,-1 0 1,1 0 0,-1 0 0,1 0 0,-1 1 0,0 0 0,1-1-1,-1 1 1,1 1 0,-1-1 0,0 0 0,0 1 0,0 0-1,0-1 1,0 1 0,0 0 0,0 1 0,-1-1 0,1 0-1,-1 1 1,1-1 0,1 4 0,6 9-5,0 1 1,-1 0-1,0 0 0,-1 1 1,-1 0-1,9 34 0,16 112 30,-23-102 55,0 82 0,-10-231 108,-1 14-120,8-75 0,-4 127-85,1 0 0,2 0 0,0 1 0,1-1 0,0 1 0,2 1 0,21-39 0,-25 52-22,1-1-1,0 1 1,0 1-1,0-1 1,1 1-1,0 0 1,0 0 0,1 1-1,10-7 1,-13 10 21,0-1 0,1 1 0,-1 1 0,1-1 0,0 1 0,-1-1 0,1 1 0,0 1 0,0-1 0,-1 1 0,1 0 0,0 0 0,0 0 0,0 0 0,-1 1 0,1 0 0,9 3 0,-10-3 20,0 1-1,0 1 1,0-1 0,-1 0-1,1 1 1,0 0 0,-1 0-1,0 0 1,0 0-1,0 0 1,0 1 0,0 0-1,-1-1 1,1 1 0,3 8-1,2 7 2,0 0-1,5 24 0,-10-36 13,5 27 21,-2 0-1,4 53 0,-9-63-9,1 0 0,1 1 0,1-1 0,1 0 0,2-1 0,17 44 0,-23-64-19,2 1 0,-1-1 1,0 1-1,1-1 0,-1 0 0,1 0 0,0 0 0,0 0 0,0-1 1,6 4-1,-4-3-40,0-1 1,1 0-1,-1 0 1,1 0-1,10 1 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57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426 46 752,'0'0'2257,"-30"-8"-1840,-96-23-183,118 29-220,0 0-1,1 1 1,-1 0-1,0 1 1,0 0 0,0 0-1,0 1 1,1 0-1,-1 0 1,0 0-1,1 1 1,-1 1-1,1-1 1,-1 1-1,1 0 1,0 1-1,-13 8 1,11-4-8,-1 0 0,1 1-1,1 0 1,-1 1 0,2 0 0,-1 0 0,1 0 0,-8 17-1,9-12 7,0-1 0,0 1 0,1 0 0,1 0 0,0 0 0,2 1 0,-1 0 0,2-1 0,0 1 0,1 0 0,1-1 0,0 1-1,4 15 1,-4-21-4,2-1-1,-1-1 0,1 1 0,1 0 1,0-1-1,0 1 0,0-1 1,1 0-1,0-1 0,7 8 0,-7-10-5,0 0-1,0 0 0,1-1 0,-1 0 0,1 0 0,0 0 0,0-1 1,0 0-1,0 0 0,1 0 0,-1-1 0,1 0 0,0 0 0,10 1 1,-4-2-2,-1 1 0,1-2 0,17 0 0,-25-1 7,-1 1 0,0-1 0,1 0 1,-1 0-1,1-1 0,-1 1 0,0-1 1,0 0-1,0 0 0,0-1 0,0 1 1,-1-1-1,4-3 0,4-5 15,-1 0-1,0-1 1,-1 0-1,0 0 1,-1-1 0,0 0-1,-1-1 1,-1 0-1,0 0 1,-1 0 0,0-1-1,3-19 1,-1-11 54,-2 0 0,0-85 1,-8 112 211,1 17-128,1 14-259,1 31 68,-1 5 60,9 78 0,-6-111-13,1-1 0,1 0 0,0 0 0,1 0 0,0 0 0,1-1 0,1 0 0,0 0 0,13 17 0,-17-26-99,2 1 1,-1-1 0,0-1-1,1 1 1,0-1 0,0 0-1,0 0 1,1 0 0,-1 0-1,1-1 1,0 0 0,0 0-1,0-1 1,0 0 0,0 0-1,0 0 1,1-1 0,-1 0-1,1 0 1,-1-1 0,11 0-1,27 0-2865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57.5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1 208,'0'0'387,"6"27"203,-6-27-589,13 69 585,5 76 0,31 407 628,-48-545-1194,1 19-9,-2-26-4,0 1 0,0 0-1,0-1 1,1 1 0,-1 0-1,0-1 1,0 1 0,0 0 0,1-1-1,-1 1 1,0-1 0,0 1-1,1 0 1,-1-1 0,0 1 0,1-1-1,-1 1 1,1-1 0,-1 1-1,1-1 1,-1 1 0,1-1 0,-1 0-1,1 1 1,0-1 0,0 0 45,0 0 1,-1-1 0,1 1 0,-1-1-1,1 1 1,0-1 0,-1 0-1,1 1 1,-1-1 0,0 1-1,1-1 1,-1 0 0,1 1 0,-1-1-1,0 0 1,0 0 0,1 1-1,-1-1 1,0 0 0,0 0 0,0 1-1,0-2 1,2-4 223,20-73 794,21-62-854,-21 80-300,3 2 0,3 1 0,2 1 0,3 1 0,73-94 0,-99 141-511,0 1 0,1 0 0,0 0 0,1 1 0,10-8 0,-13 13-1611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58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99 944,'0'0'929,"-10"28"-75,-32 94-340,38-111-472,1 0 0,1 1 0,0-1 0,0 1 0,1 0 0,1 0 0,0 12-1,1-1 1,-1-11-19,0 0 1,1 0 0,0 1-1,1-1 1,1 0 0,0-1-1,6 17 1,-7-24-23,0 0-1,0 0 0,0 0 1,1 0-1,-1 0 0,1-1 1,0 1-1,1-1 0,-1 0 1,0 1-1,1-2 0,0 1 1,-1 0-1,1-1 0,0 0 1,0 0-1,1 0 0,-1 0 1,0 0-1,1-1 0,-1 0 1,9 1-1,0 0 17,-1-1 0,1-1 0,0 0 0,0 0 0,0-2 0,-1 1 0,1-2 0,-1 0 0,1 0 0,-1-1 0,0 0-1,0-1 1,-1-1 0,1 0 0,-1 0 0,18-15 0,-6 4-41,-2-1 1,0-1-1,-1-1 0,-1 0 1,-1-2-1,22-33 0,-31 41 37,-1-1-1,0 0 1,-2-1-1,1 1 1,-2-1-1,0 0 1,-1-1-1,-1 1 1,0-1-1,-1 0 1,-1-29-1,-1 42 5,-1 1 0,1 0 0,-1 0 0,1 0 0,-1 1 0,0-1 0,-1 0 0,1 0 0,0 0 0,-1 1 0,1-1 0,-1 1 0,0-1 0,0 1 0,0-1 0,0 1 0,0 0 0,0 0 0,-1 0 0,1 0 0,-1 1 0,0-1 0,1 1 1,-1-1-1,0 1 0,0 0 0,0 0 0,1 0 0,-1 1 0,0-1 0,0 1 0,-1-1 0,-2 1 0,0 0-10,0-1 1,1 1-1,-1 0 1,0 1 0,0 0-1,0 0 1,0 0-1,1 0 1,-1 1 0,1 0-1,-1 0 1,1 1-1,0-1 1,-1 1-1,1 0 1,1 0 0,-6 5-1,1 2-13,1 0 0,-1 1 0,2 0 0,0 0 0,0 0 0,1 1 0,0 0 0,1 1 0,0-1 0,-4 21 0,3-2 7,1-1 1,2 1-1,0 47 0,3-68 2,0 0 1,1 0-1,0 1 0,1-1 1,0 0-1,1 0 0,0-1 1,0 1-1,1 0 0,6 10 1,-7-15-3,0-1 0,0 1 0,1-1 0,0 0 0,0 0 1,0 0-1,0 0 0,1 0 0,-1-1 0,1 0 0,0 0 1,0 0-1,0-1 0,0 0 0,0 0 0,1 0 1,-1 0-1,0-1 0,1 0 0,7 0 0,-4 1 8,1-1 1,0 0-1,0-1 0,-1 0 0,1-1 0,0 0 0,-1 0 1,1-1-1,-1 0 0,1-1 0,-1 0 0,0-1 0,0 1 1,0-2-1,8-5 0,7-7 45,-2 0 0,0-2 0,-1-1 0,-1-1 1,0 0-1,30-45 0,-40 49-34,0 1 1,-1-1-1,-1 0 1,0-1-1,-1 0 1,-1 0-1,-1-1 0,-1 0 1,0 0-1,-1 0 1,0-22-1,-3 26-22,0 7 27,1-1 0,-2 1 0,1 0-1,-1-1 1,-1 1 0,-2-11 0,3 17-6,0 0 1,0 0 0,0 0-1,0 0 1,-1 0-1,1 0 1,-1 1-1,1-1 1,-1 1 0,1-1-1,-1 1 1,0-1-1,0 1 1,0 0-1,0 0 1,0 0-1,0 0 1,0 0 0,0 0-1,0 1 1,0-1-1,0 1 1,0 0-1,-1-1 1,1 1 0,0 0-1,0 0 1,-3 1-1,5-1-26,-1 1 0,1-1-1,0 1 1,0-1 0,0 1-1,0-1 1,0 1 0,0-1-1,0 1 1,0 0 0,0-1-1,0 1 1,0-1 0,0 1 0,1-1-1,-1 1 1,0-1 0,0 1-1,0-1 1,1 1 0,-1-1-1,0 1 1,1-1 0,-1 1-1,0-1 1,1 1 0,7 7-12,0 0 0,1-1 0,0 0 0,0 0 1,0-1-1,13 7 0,-3-2 33,26 16 46,-9-7-34,-2 2 0,-1 1 1,31 28-1,-55-43-31,0 1-1,-1 0 1,0 0-1,0 1 1,-1 0-1,0 0 1,-1 1-1,-1 0 1,1 0-1,-2 0 1,0 1-1,0 0 1,-1 0 0,3 17-1,-4-14-9,-1-1-1,-1 1 1,0-1-1,-1 1 0,0 0 1,-7 25-1,6-31 12,-1 0 0,-1 0 0,1 0 0,-1-1 0,-1 1 0,0-1 0,0 0 0,-1 0 0,0-1 0,0 0 0,-7 7 0,4-6 11,0 0 1,-1 0 0,1-2-1,-1 1 1,-1-1 0,1 0-1,-1-1 1,0 0 0,0-1-1,-1-1 1,1 1 0,-1-2-1,0 1 1,1-2 0,-14 1-1,24-2 6,-1 1-1,0-1 1,0 0-1,0 0 1,0 0-1,0 0 0,0-1 1,1 1-1,-1 0 1,0-1-1,0 1 1,0-1-1,1 0 1,-1 0-1,0 1 0,1-1 1,-1 0-1,1 0 1,-1-1-1,1 1 1,-1 0-1,1 0 0,0-1 1,0 1-1,-1-1 1,1 1-1,0-1 1,-1-2-1,0-3 47,1 0 1,0 1-1,0-1 0,0 0 0,1 0 1,1-12-1,-1 13-40,0 0-12,1-1-1,0 1 1,1-1-1,-1 1 0,1-1 1,1 1-1,-1 0 0,1 0 1,0 0-1,0 0 1,1 1-1,0-1 0,0 1 1,0 0-1,0 0 0,1 0 1,0 1-1,0-1 0,0 1 1,0 0-1,9-4 1,-4 2-20,0 1 1,1 1 0,-1-1 0,1 2-1,0-1 1,0 1 0,0 1 0,0 0 0,0 1-1,1 0 1,-1 1 0,14 0 0,-23 0-58,1 0 0,-1 1 0,0-1 0,1 0 0,-1 1 0,1-1 1,-1 1-1,0 0 0,1 0 0,-1 0 0,0 0 0,0 0 0,1 0 0,-1 1 0,0-1 0,0 1 1,-1-1-1,1 1 0,0 0 0,0 0 0,-1-1 0,1 1 0,-1 0 0,2 4 0,0 6-2907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59.4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7 297 6099,'0'0'613,"25"0"-613,49 1 44,207-3 78,-269 2-137,64-7-40,-70 6 10,-1 0 1,0 0 0,0-1-1,0 1 1,0-1-1,0 0 1,0 0 0,-1-1-1,1 0 1,-1 0-1,6-4 1,-8 4 29,0 0-1,-1 1 1,1-1 0,-1 0 0,0 0 0,0 0-1,0 0 1,0 0 0,0 0 0,-1-1 0,1 1-1,-1 0 1,0-5 0,0 1 45,0 0 1,-1 0 0,0 0-1,0 0 1,-2-9 0,-1 9-10,1 0 1,-1 0 0,-1 0 0,1 0 0,-1 1 0,-1 0 0,1 0 0,-1 0 0,0 1 0,-10-8 0,1 2 0,-1 0-1,0 1 1,-26-12 0,24 16-25,-1 0 0,0 0 1,0 2-1,-1 0 0,0 2 1,1 0-1,-1 1 0,0 1 1,0 1-1,-26 4 0,39-4 2,0 1 0,0 1-1,0-1 1,0 1 0,1 0-1,-1 0 1,1 1-1,0 0 1,0 0 0,0 1-1,1-1 1,-1 1 0,1 1-1,0-1 1,1 1 0,-1-1-1,1 1 1,0 1 0,1-1-1,-1 0 1,-2 9 0,0 2 2,0 0 0,1 1 1,1 0-1,0 0 0,2 0 1,0 1-1,1 21 1,1-28 15,0-1 0,1 1 0,1 0 1,0-1-1,1 1 0,0-1 1,0 0-1,1 0 0,1 0 0,0-1 1,0 1-1,1-1 0,1 0 1,-1-1-1,1 0 0,1 0 0,0 0 1,0-1-1,1 0 0,18 13 0,-8-8 21,1-1-1,0 0 1,1-2 0,0 0-1,0-1 1,1-1-1,26 5 1,-11-5-417,1-2 1,-1-1-1,58-1 1,-19-4-2336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3:59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1 240 800,'0'0'2615,"2"18"-2170,-1-4-585,6 40 1495,-5-48-831,-1-9 0,0-35 378,-1 3-781,-1 0-63,5-43 0,-3 68-78,1 1-1,0-1 1,0 1 0,1 0 0,0 0-1,0 0 1,1 0 0,0 0 0,8-11-1,-9 17 3,0 1 0,-1 0 0,1-1 1,0 1-1,0 0 0,0 0 0,0 1 0,1-1 0,-1 0 0,0 1 0,1 0 0,-1 0 0,1 0 0,-1 0 1,1 1-1,-1-1 0,1 1 0,0 0 0,-1 0 0,1 0 0,0 1 0,-1-1 0,1 1 0,-1 0 0,1 0 0,-1 0 1,1 0-1,-1 1 0,0-1 0,0 1 0,0 0 0,0 0 0,0 0 0,4 4 0,2 4-26,0 1-1,-1 0 0,0 0 1,0 1-1,10 22 0,25 71 65,-41-100-20,12 32 25,-1 0 0,-2 1-1,-2 1 1,-1-1 0,-3 1 0,2 48 0,-7-85 28,0-6 219,-1-68 665,-1 22-831,3-1 0,10-77 0,-8 113-179,0 0 0,1 0 0,0 1 0,1-1 0,1 1 0,0 1 0,1-1 0,0 1-1,1 0 1,1 1 0,0 0 0,0 0 0,13-11 0,-16 18 40,0 0-1,1 0 1,-1 1 0,1-1-1,0 2 1,0-1 0,0 1-1,1 0 1,9-2 0,-14 4 25,1 0 0,-1 0 0,1 0 0,-1 1 0,1 0 0,-1 0 0,1 0 0,-1 0 1,1 0-1,-1 1 0,1 0 0,-1 0 0,0 0 0,1 0 0,-1 0 0,0 0 0,0 1 1,0 0-1,0-1 0,0 1 0,0 0 0,0 1 0,4 4 0,0 2-8,0 1 0,-1 0 0,0 0 0,-1 0-1,0 1 1,-1 0 0,5 16 0,16 86 87,-14 5 149,-9-84-118,1 0-1,1 0 1,11 36 0,-15-67-116,0-1 1,1 0 0,0 1 0,-1-1 0,1 0 0,0 0 0,0 1-1,0-1 1,0 0 0,0 0 0,1 0 0,-1 0 0,1 0 0,-1 0-1,1-1 1,0 1 0,0-1 0,-1 1 0,1-1 0,0 1 0,0-1-1,1 0 1,-1 0 0,0 0 0,0 0 0,5 1 0,30 0-1535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00.4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424 130 544,'0'0'3738,"-1"-20"-3092,0-1-384,-6-36 1,6 55-242,0 0-1,1 0 1,-1 1 0,0-1-1,0 0 1,0 1-1,0-1 1,0 1 0,-1-1-1,1 1 1,0 0-1,-1-1 1,1 1 0,-1 0-1,1 0 1,-1 0-1,1 0 1,-1 0 0,0 0-1,0 1 1,1-1-1,-1 0 1,0 1 0,0-1-1,0 1 1,0 0 0,1 0-1,-1 0 1,0 0-1,0 0 1,0 0 0,0 0-1,-3 1 1,-4-1 44,-2-1-49,1 1 1,-1-1 0,0 2-1,1-1 1,-1 2-1,1-1 1,0 1-1,-1 1 1,1 0 0,0 0-1,0 1 1,1 1-1,-16 8 1,8-2-17,1 1 0,1 1 0,0 1 1,0 0-1,2 0 0,0 1 0,0 1 0,-12 21 0,18-24 0,0 0-1,0 1 1,1 0-1,1 0 1,0 0-1,1 1 0,1 0 1,0-1-1,1 1 1,1 0-1,0 25 1,1-34-2,1 0 1,0 0-1,0-1 1,0 1 0,0 0-1,1-1 1,0 1-1,0-1 1,1 1-1,0-1 1,-1 0 0,2 0-1,-1-1 1,6 7-1,-3-5 1,-1-1 0,2 0-1,-1 0 1,0-1 0,1 0 0,0 0-1,0 0 1,0-1 0,12 4-1,8-1 34,1 0-1,0-2 1,-1-1-1,55-1 0,-73-2-20,0 0-1,1-1 0,-1 0 0,0 0 1,1-1-1,-1 0 0,14-6 1,-19 6-6,-1 1 1,1-1-1,-1-1 1,0 1-1,1 0 0,-1-1 1,0 0-1,-1 0 1,1 0-1,0 0 1,-1 0-1,0 0 1,1-1-1,-1 1 1,-1-1-1,1 1 1,0-1-1,-1 0 1,2-7-1,2-19 87,-1-1 0,-2 1 0,-1-1 0,-1 0 0,-9-58 0,3 27-57,5 88-197,1 1-1,7 52 0,-4-65 204,2 0 1,-1 0-1,2 0 0,0-1 1,0 0-1,2 0 0,-1-1 1,17 21-1,-19-27-99,1-1 0,-1 1 1,1-1-1,0 0 0,0 0 0,0-1 1,1 0-1,-1 0 0,1-1 0,0 1 1,0-1-1,1-1 0,-1 0 0,0 0 0,1 0 1,-1-1-1,1 0 0,8 0 0,23-1-1849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00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41 496,'0'0'4514,"-10"-11"-3916,8 8-596,0 0 1,0 1-1,0-1 1,0 1-1,0-1 1,-1 1-1,1 0 1,-1 0-1,0 0 1,0 1-1,-5-4 0,8 6-3,-1-1 0,1 0 0,-1 0 0,1 0 0,-1 0 0,1 1-1,-1-1 1,1 0 0,-1 1 0,1-1 0,0 0 0,-1 1 0,1-1-1,0 0 1,-1 1 0,1-1 0,0 1 0,-1-1 0,1 1 0,0-1-1,0 0 1,-1 1 0,1-1 0,0 1 0,0-1 0,0 1 0,0 0-1,0-1 1,0 1 0,-3 40 6,37 280 130,-4-83-38,3 99-12,-30-445 1460,-3 62-1486,-1-5-81,7-55 0,-4 91 8,0-1-1,1 1 1,1-1-1,1 1 0,0 0 1,1 1-1,14-25 1,-17 33-9,0 2 0,1-1 1,0 0-1,0 1 1,1 0-1,-1-1 0,1 2 1,0-1-1,0 1 0,10-6 1,-12 7 12,0 1 1,0 0-1,0 0 1,0 0-1,0 0 1,0 0-1,1 1 1,-1-1-1,0 1 1,0 0-1,1 0 1,-1 0 0,0 0-1,0 1 1,1-1-1,-1 1 1,0 0-1,0 0 1,0 0-1,0 0 1,0 1-1,3 1 1,-1 1-7,0 1 0,0 0-1,-1 0 1,1 0 0,-1 0 0,0 1 0,-1 0 0,1 0 0,-1 0 0,0 0 0,3 11-1,1 4-2,-1 1 0,6 30 0,-8-24 51,2 47 0,-6-66 15,0 0 1,-1 0 0,0 0 0,0 1 0,-1-1-1,0-1 1,-1 1 0,0 0 0,-5 11 0,0-9 18,0 1 0,0-1 1,-1-1-1,-1 0 1,1 0-1,-2-1 0,1 0 1,-1 0-1,-1-2 0,-14 9 1,12-8-131,0-1 0,0-1 0,-1 0 0,0 0 0,0-2 0,-1 0 0,0-1 0,-24 3 0,38-6-84,0 0-1,0 0 0,-1 0 0,1 0 0,0 0 1,0 0-1,0 0 0,0-1 0,0 1 1,0-1-1,-1 0 0,-1-1 0,2 1-225,0-1 0,1 0-1,-1 0 1,1 0 0,0 0 0,0 0 0,-1 0-1,1 0 1,1-1 0,-2-2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01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1 864 3442,'0'0'595,"29"22"-555,88 71 37,-71-60 58,-45-32-123,0 0 1,0-1 0,0 0-1,0 1 1,0-1 0,0 1-1,1-1 1,-1 0-1,0 0 1,0 0 0,0 0-1,0 0 1,0 0 0,0 0-1,2 0 1,8-1 95,-9 1-69,0-1-1,-1 1 1,1-1-1,0 0 0,0 1 1,-1-1-1,1 0 0,-1 0 1,1 0-1,-1 0 1,1 0-1,-1-1 0,0 1 1,1 0-1,-1-1 0,0 1 1,0-1-1,0 1 1,0-1-1,0 1 0,0-1 1,-1 0-1,1 1 0,0-4 1,15-50 516,-14 43-455,9-41 171,-3 0 0,3-73 0,-11-110 46,-1 185-204,0 16-28,-1-1-1,-2 1 1,-2 0 0,-1 0 0,-1 1 0,-2 0 0,-2 0-1,-1 1 1,-19-35 0,29 63-45,-4-7 263,4 13-174,2 11-107,2 82-132,4 0 1,20 108 0,63 165 159,-81-347-44,0 0-1,1 0 1,1 0-1,15 22 0,-20-36-6,0 0-1,0-1 0,1 1 0,-1-1 1,1 0-1,0 0 0,1-1 0,-1 1 1,1-1-1,0-1 0,0 1 0,0-1 1,0 0-1,1 0 0,-1-1 0,12 3 1,-8-3-22,-1-1 1,1 0 0,-1-1 0,1 0-1,0 0 1,-1-1 0,1-1-1,-1 0 1,0 0 0,1 0 0,-1-1-1,0-1 1,-1 0 0,1 0 0,16-10-1,-3-3-84,0 0-1,-2-1 1,0-1-1,24-29 1,-16 14-25,-1-1 0,-2-1 0,-1-1 0,-2-1 0,19-48 0,-29 59 147,-2 0-1,-1 0 0,-2-1 1,0 0-1,-2 0 1,-1-1-1,-1 1 1,-2-54-1,-1 80 6,0 1 0,0-1 0,-1 1 0,1-1-1,0 1 1,-1-1 0,1 1 0,-1 0 0,1-1 0,-1 1-1,0 0 1,0-1 0,1 1 0,-1 0 0,0 0 0,0 0-1,0-1 1,0 1 0,0 0 0,-1 1 0,1-1 0,0 0-1,0 0 1,-3 0 0,1-1 17,0 1 0,-1 1 0,1-1 0,-1 0 0,1 1 0,-1 0 1,1 0-1,-1 0 0,1 0 0,-6 1 0,0 1-8,0 0 0,1 0 0,-1 1 0,0 0 1,1 0-1,0 1 0,0 0 0,-11 8 0,4 1-24,0 1 1,1 1-1,1 1 0,0 0 1,1 0-1,1 1 0,0 1 0,2-1 1,0 2-1,0 0 0,-5 22 1,4-11 91,2 1-1,2 0 1,0 0 0,2 0 0,2 0 0,1 51 0,2-75-73,-1 0 0,1 1 0,0-1 0,0 0-1,1 0 1,0 0 0,1 0 0,-1 0 0,1-1 0,0 1 0,1-1 0,0 0 0,0 0 0,0 0 0,1 0 0,0-1 0,0 1 0,10 7 0,-4-6-4,0 0 0,1-1 0,0-1 0,0 0 0,1 0 0,0-1 1,-1-1-1,1 0 0,20 2 0,2 0-219,-1-2 1,0-2-1,1-1 1,0-2-1,-1-1 1,43-9-1,-47 3-1697,0-2 0,44-22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01.8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1 116 4674,'0'0'4498,"71"-17"-4322,27-7 16,18-6-160,0 9-32,-9 9-864,-15 4-2193,-33 5-417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02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1 167 3265,'0'0'3922,"208"-57"-3842,-80 31-80,-1-1-144,-17-3-2001,-21 3-2433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02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508 172 4626,'0'0'3036,"-2"23"-3311,1 18 279,1 0 0,2-1 0,14 78 0,39 233 240,-29-161-135,-23-175-93,-2-6-2,0-1 0,0 1 0,1 0 1,1-1-1,3 9 0,-6-16 111,0-4 292,-4-58-67,-3 1 1,-2 1 0,-23-79 0,9 42-263,-46-184-278,62 249 170,2 0 0,1-1-1,2 1 1,3-59 0,0 33 28,8-25 109,-9 81-165,-4 5-229,-40 40 88,-75 74-271,-133 170-1,201-219-2353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02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0 197 3554,'0'0'4402,"202"-39"-3810,-23-12-432,2 10-160,-24 5-576,-44 6-2594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17.0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45 548 3730,'0'0'2838,"-7"-9"-2285,3 4-435,0 0 1,0-1 0,1 1 0,-1-1 0,1 0-1,1 1 1,-1-1 0,1-1 0,0 1 0,0 0 0,1-1-1,-1 1 1,2 0 0,-1-8 0,0 0-41,2 0 0,0 0 0,4-21 1,-3 28-65,0 0 1,1 0 0,0 0 0,0 1-1,0-1 1,1 1 0,0 0 0,8-10-1,10-8-8,2 0 0,0 1-1,2 1 1,0 2 0,1 0-1,2 2 1,-1 1 0,2 1-1,52-19 1,-35 18 3,2 2 0,-1 3-1,2 1 1,0 2 0,89-3 0,-112 12-14,190-2 2,-171 4 5,1 2 1,71 16 0,409 147-69,-378-115 84,-34-11-16,-1 6 0,-3 4 0,-2 5 0,178 123 0,97 71 65,-208-140-22,171 139 1,-240-156 72,-5 4 0,-5 5-1,-3 4 1,120 179 0,-90-86-58,52 74 127,-150-239-168,1-1 1,1-2-1,2-1 0,1-1 1,56 40-1,-6-17 12,1-4 0,3-3 1,2-4-1,1-4 0,2-4 0,1-3 0,1-5 0,166 24 0,5-24-33,309-9-1,-527-17-2,-1-3 0,74-14 0,87-34 42,-142 35-27,237-69-7,-38 8-33,-123 36-95,-119 34 24,0 0-1,-1-2 1,-1 0-1,33-23 1,-11 3-121,1 2-1,70-34 1,-78 44 121,-32 16 66,-1 1-29,-650 1 573,1120-17-482,-407 10-53,92-4 15,-155 11 219,0 4-165,-2 24 62,-1-1-1,-2 1 1,-1-1 0,-1 0 0,-1-1 0,-14 30 0,-4 20-23,11-26-93,8-26-209,0 0-1,-2 0 1,0-1 0,-21 36-1,-1-25-4101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21.1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12 283 3217,'0'0'5163,"1"-5"-4739,1-12-371,3-24 57,-2 0 1,-2 1-1,-5-56 0,-7 58 75,11 38-183,0 0-1,0-1 1,0 1 0,0 0 0,0 0 0,0 0 0,0 0 0,0 0 0,0-1-1,0 1 1,0 0 0,0 0 0,0 0 0,-1 0 0,1 0 0,0 0-1,0-1 1,0 1 0,0 0 0,0 0 0,0 0 0,0 0 0,0 0 0,0 0-1,-1 0 1,1 0 0,0-1 0,0 1 0,0 0 0,0 0 0,0 0 0,0 0-1,-1 0 1,1 0 0,0 0 0,0 0 0,0 0 0,0 0 0,0 0-1,-1 0 1,1 0 0,0 0 0,0 0 0,0 0 0,0 0 0,0 0 0,0 0-1,-1 0 1,1 0 0,0 0 0,0 0 0,0 0 0,0 1 0,0-1 0,0 0-1,-1 0 1,1 0 0,0 0 0,0 0 0,-2 24-102,7 113 133,43 242 1,-48-375-81,0-3-89,0 1 0,0-1-1,0 0 1,1 1 0,-1-1 0,0 1-1,1-1 1,-1 0 0,1 0-1,-1 1 1,1-1 0,0 0-1,-1 0 1,1 0 0,0 1 0,0-1-1,1 1 1,0-19-6718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21.3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1 3474,'0'0'1579,"-24"5"-1184,3-1-283,0 1 0,-37 14 0,55-18-86,1 0 0,0 1 0,-1 0-1,1 0 1,0-1 0,0 1 0,0 0 0,1 0 0,-1 1 0,0-1 0,1 0 0,-1 1-1,1-1 1,0 1 0,0-1 0,0 1 0,0-1 0,0 1 0,1 0 0,-1-1-1,1 1 1,0 0 0,-1 0 0,1-1 0,1 1 0,-1 4 0,1-2 36,-1 0 0,1 0 0,1 0 1,-1 0-1,1 0 0,-1 0 1,1 0-1,1 0 0,-1-1 0,1 1 1,5 7-1,-3-8-19,-1 0 0,1 0 0,0 0 0,0-1 0,0 0 0,1 0 0,-1 0 0,1-1 0,0 1 0,0-1-1,0-1 1,10 3 0,7-1 39,-1-1-1,28-1 1,-42-1-58,0 0 1,0-1-1,0 0 0,0 0 0,-1-1 1,1 0-1,-1 0 0,1-1 0,-1 0 1,0 0-1,8-5 0,-11 5-13,0 1 0,0-1 0,-1-1 0,1 1 1,-1 0-1,0-1 0,0 0 0,0 0 0,-1 1 0,1-2 0,-1 1 0,0 0 0,0 0 0,-1-1 0,1 1 0,-1-1 0,0 1 0,0-1 0,0-9 0,0 7-4,0 0 0,-1 0 1,0 0-1,-1-1 0,0 1 0,0 0 0,-2-8 0,2 13-68,0 0-1,1 1 1,-1-1-1,0 0 1,0 0-1,-1 0 1,1 1-1,0-1 1,-1 1-1,1-1 1,-1 1-1,1-1 1,-1 1-1,1 0 1,-1 0-1,0 0 1,0 0-1,0 0 1,0 0-1,0 0 1,0 1-1,0-1 1,0 0-1,0 1 1,0 0-1,-4-1 1,-8 1-2783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21.8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33 315 2449,'0'0'3973,"-5"0"-3066,4 0-880,0 0 1,0 0-1,0 0 0,0 0 1,0 0-1,0 0 1,0 0-1,0 0 0,0-1 1,0 1-1,0 0 1,0-1-1,0 1 1,1 0-1,-1-1 0,0 0 1,0 1-1,0-1 1,0 1-1,1-1 0,-1 0 1,0 0-1,1 1 1,-1-1-1,1 0 1,-1 0-1,1 0 0,-1 0 1,1 1-1,-1-1 1,1-1-1,-1-4 38,0 0 0,0 0 0,1 0 0,0 0 0,1-7 0,-1 3-62,1 0 13,0 0 1,1 0-1,0 0 0,0 0 1,1 0-1,0 0 1,1 1-1,0-1 1,1 1-1,7-12 1,-9 16-26,1 1 1,-1-1-1,1 1 0,0-1 1,0 1-1,0 0 1,1 0-1,-1 1 1,1-1-1,0 1 1,0 0-1,0 1 1,0-1-1,1 1 1,-1 0-1,1 0 1,-1 1-1,1-1 1,10 0-1,-11 2 0,0-1-1,0 1 1,-1 0-1,1 1 1,0-1-1,0 1 1,0 0-1,0 0 1,9 4-1,-11-3 1,0 1 0,0-1-1,0 1 1,0-1 0,0 1-1,0 0 1,-1 0 0,1 0-1,-1 1 1,0-1 0,0 1-1,2 5 1,12 28 18,-2-1 0,-2 2 0,-1 0 0,-2 0 0,-2 1 0,-1 0-1,-3 1 1,0 58 0,-3-96 29,0-6 79,-1-53-6,4-101 82,-2 144-245,2-1-1,0 1 0,1 0 1,0 0-1,1 0 1,1 1-1,0-1 0,0 1 1,2 0-1,0 1 1,0 0-1,1 0 1,0 1-1,1 0 0,0 1 1,1 0-1,0 0 1,1 1-1,0 1 0,0 0 1,1 1-1,0 0 1,0 1-1,1 0 1,-1 1-1,1 0 0,0 1 1,1 1-1,-1 1 1,22-2-1,-31 4 45,0-1 1,0 2-1,0-1 1,0 0-1,0 1 1,0 0-1,0 0 1,-1 1-1,1-1 0,0 1 1,-1 0-1,1 0 1,-1 1-1,0-1 1,0 1-1,0 0 1,5 4-1,-4-1 8,0 0-1,-1 0 1,0 1-1,0-1 1,-1 1-1,1 0 1,-2 0-1,1 0 1,-1 0-1,3 14 1,2 25 112,-2 0-1,-2 0 1,-4 73 0,-1-33 166,2 12-235,0-97-68,0 0 0,0 0 0,0 0 0,0 0-1,0 0 1,0 0 0,0 0 0,0 0 0,0 0 0,1 0 0,-1 0 0,0 0 0,1 0-1,-1 0 1,0-1 0,1 1 0,0 0 0,-1 0 0,1 0 0,1 1 0,18 1-1862,-15-3 1460,37 0-4165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22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344 196 4690,'0'0'2596,"-8"10"-2247,-26 28-122,28-28-132,8-8-61,6-3 24,-4-1-42,1 1 0,0-1 1,-1 0-1,0 0 0,1-1 0,-1 1 0,0-1 0,0 0 1,0 0-1,-1 0 0,1-1 0,-1 1 0,1-1 0,-1 0 1,0 0-1,-1 0 0,1 0 0,-1 0 0,0-1 0,3-6 1,-2 4 1,-1 0 0,1 0 0,-1-1 0,0 1 1,-1-1-1,0 1 0,0-1 0,0 0 1,-1 1-1,-1-1 0,1 0 0,-1 1 1,-2-8-1,2 11-21,-1 0 0,0 0 0,0 1 0,0-1 0,0 1 0,-1 0 0,1 0 0,-1 0 0,0 0 0,0 0 0,0 0 0,0 1 0,-1-1 0,1 1 0,-1 0 0,1 0 0,-1 0 0,0 1 0,1-1 0,-1 1 0,-8-1 0,-5-2-23,1 1 1,-1 1-1,-32 0 1,41 2 19,-1 1 0,0 0-1,0 0 1,0 1 0,0 0 0,1 0 0,-1 1-1,1 0 1,0 0 0,0 1 0,0 1 0,0-1-1,0 1 1,1 0 0,0 1 0,-8 7 0,7-4 6,1-1 1,0 1-1,1 0 1,0 0-1,0 1 1,1 0-1,0 0 1,1 0-1,0 0 1,1 1-1,0 0 1,-3 19-1,4-12 6,0 0 0,1 1 0,0-1 1,2 0-1,0 0 0,1 1 0,1-1 0,1-1 0,7 21 0,-8-28-4,2 0 0,0 0-1,0 0 1,1-1 0,0 1 0,0-1-1,1-1 1,0 1 0,1-1 0,0 0-1,0-1 1,1 0 0,0 0 0,0-1-1,0 0 1,12 5 0,1-3-29,0 0-1,0-1 1,1-1-1,0-1 1,0-1 0,1-2-1,-1 0 1,1-1 0,-1-1-1,1-2 1,31-5 0,-45 5-3,1-1-1,-1-1 1,1 0 0,-1 0 0,0-1-1,0 0 1,-1-1 0,0 0 0,0 0 0,0-1-1,-1 0 1,0-1 0,0 0 0,-1 0 0,0 0-1,0-1 1,-1 0 0,0-1 0,-1 1 0,0-1-1,5-14 1,0-4 61,-2 0 0,0 0 0,-2-1 0,-2 0 0,0 0 0,-1-52 0,-3-55 70,-2 128 129,-2 11-139,-2 21-76,5 76 134,3 0 1,5 0-1,26 130 1,-39-273 618,-31-66-653,27 84-209,0 0-1,2 0 0,1-1 0,1 0 0,1 0 1,1 0-1,0-40 0,4 64 67,1-1 0,-1 0 0,1 1 0,0-1 0,0 1 0,0-1 0,0 1 0,0-1 0,1 1 0,-1 0 0,1 0 0,-1 0 0,1-1 0,0 1 0,0 1 0,0-1 0,0 0 0,0 0 0,0 1 0,0-1 0,4-1 0,7-3-141,-1 0 0,1 1 1,14-4-1,-12 4 11,53-15-343,2 2 1,0 3-1,94-7 0,-163 25 1760,-5 6-655,-15 15-434,6-7 8,2-1-22,2 0-1,0 1 0,1 0 0,0 0 1,2 1-1,0 0 0,-7 36 1,9-23-15,1 1 1,1-1 0,5 63-1,-3-87-143,1-1 1,0 1-1,1 0 0,0-1 0,0 1 0,0-1 0,0 1 0,1-1 1,0 0-1,1 0 0,-1 0 0,1-1 0,0 1 0,1-1 0,-1 0 1,1 0-1,9 7 0,-6-7-278,0 0 1,1 0-1,-1 0 1,1-1-1,0 0 0,1-1 1,-1 0-1,1 0 1,-1-1-1,1-1 1,14 2-1,42-2-3783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22.8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54 341 4738,'0'0'894,"31"-8"-862,99-25-11,-59 17 2,-50 13-19,0-2 0,0-1-1,-1 0 1,0-1 0,35-19 0,-51 24 11,-1 0 0,1-1 1,-1 1-1,1-1 1,-1 0-1,0 0 0,0 0 1,0 0-1,-1-1 0,1 1 1,-1-1-1,0 0 1,0 0-1,0 0 0,0 1 1,-1-2-1,0 1 0,1 0 1,-1 0-1,-1 0 1,1-1-1,-1 1 0,0 0 1,0-1-1,0 1 0,0 0 1,-1 0-1,1-1 1,-1 1-1,-1 0 0,1 0 1,0 0-1,-1 0 0,0 0 1,0 0-1,0 0 1,-5-6-1,0 3 46,-1 0 0,0 0 0,-1 0 0,1 1 0,-1 0 0,0 1 0,-1 0 0,1 1 1,-1-1-1,0 2 0,0-1 0,-18-2 0,1 1 108,0 2 0,1 1 0,-52 2 0,71 0-120,0 1 0,0 1 0,0-1-1,0 1 1,1 0 0,-1 1 0,1-1 0,-1 1 0,1 1 0,0-1 0,0 1-1,0 0 1,1 0 0,-1 1 0,1 0 0,0 0 0,0 0 0,1 0 0,-1 1 0,1 0-1,1 0 1,-6 11 0,1-1 109,1 0 1,1 1-1,1 0 0,0 0 0,1 1 0,1-1 0,0 1 1,1 18-1,1-26-123,1-1 1,0 1-1,0-1 1,1 1-1,0-1 0,1 0 1,0 1-1,0-1 1,1 0-1,0 0 1,1 0-1,0-1 1,1 1-1,-1-1 1,1 0-1,1 0 1,0-1-1,0 0 0,0 0 1,1 0-1,0 0 1,0-1-1,16 10 1,-8-7-47,1-1 1,-1-1 0,1 0 0,0-1-1,1 0 1,-1-2 0,26 5-1,3-4-880,75-1 0,2-4-2569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23.7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516 218 2737,'0'0'1972,"-7"-27"-1449,-24-88-62,30 111-441,0 0 1,-1 0-1,0 0 0,1 0 0,-1 0 0,0 0 0,-1 1 1,1-1-1,-1 1 0,0 0 0,1 0 0,-1 0 0,-1 0 1,1 0-1,0 1 0,-1-1 0,1 1 0,-1 0 1,-4-2-1,0 1 77,1 1 0,-1 1 0,0 0 0,1 0 0,-1 0 1,0 1-1,-8 0 0,3 1 86,0-1-130,0 0 0,0 1 1,-1 1-1,1 0 0,0 1 1,0 1-1,1 0 0,-1 0 1,1 1-1,0 1 0,0 0 1,1 0-1,-1 2 1,2-1-1,-1 1 0,1 1 1,0 0-1,-10 12 0,10-10 4,0 2 0,0-1 0,1 2 0,1-1 0,0 1 0,1 0 0,1 0 0,0 1-1,1 0 1,-5 20 0,6-10-6,0-1-1,1 1 1,2 0-1,0 0 0,6 42 1,-5-60-47,2 0 0,-1 0 0,1-1 0,0 1 0,0-1 0,1 1 0,0-1 0,0 0-1,0 0 1,1 0 0,0 0 0,0-1 0,0 0 0,1 0 0,-1 0 0,1 0 0,1 0 0,-1-1 0,1 0 0,-1-1 0,1 1 0,0-1 0,1 0 0,-1 0 0,12 3 0,0-1-10,0-1 0,1-1 0,0 0 1,-1-2-1,1 0 0,0-1 0,0-1 0,24-4 0,-35 4-11,1-1 0,-1-1-1,0 1 1,0-1-1,0-1 1,0 0 0,0 0-1,-1 0 1,1-1-1,-1 0 1,-1-1 0,1 1-1,-1-1 1,0-1-1,0 1 1,0-1 0,-1 0-1,0 0 1,-1 0-1,6-13 1,-2 3 31,-1 0 0,-1-1 0,0 0 0,-1 0 0,-1 0 0,-1-1 0,-1 1-1,0-29 1,-1 23 23,-1 8 13,0 0 1,-3-23-1,2 35-29,0-1 0,0 0 0,-1 1 0,1-1 0,-1 1 0,0-1 0,0 1 0,-1 0 1,1 0-1,-1 0 0,0 0 0,-4-5 0,6 9-19,1-1-1,0 1 1,0 0 0,-1 0-1,1-1 1,0 1 0,0 0-1,-1 0 1,1-1 0,0 1-1,0 0 1,-1 0 0,1 0-1,0-1 1,-1 1 0,1 0-1,0 0 1,-1 0 0,1 0-1,-1 0 1,1 0 0,0 0-1,-1 0 1,1 0 0,0 0 0,-1 0-1,1 0 1,0 0 0,-1 0-1,1 0 1,-1 0 0,-4 12-13,5 27-66,1-29 74,-2 46 5,0-9 20,5 55 0,-3-88-16,1-1 0,1 0 0,0 0 0,1 0 1,0 0-1,1-1 0,0 1 0,13 21 0,-16-31-6,0 0-1,0 0 1,0 0 0,0 0 0,0 0-1,1-1 1,-1 1 0,1-1-1,0 1 1,0-1 0,0 0 0,0 0-1,0 0 1,0-1 0,0 1-1,1-1 1,-1 1 0,0-1 0,1 0-1,-1-1 1,1 1 0,0 0-1,-1-1 1,1 0 0,0 0 0,-1 0-1,1 0 1,-1-1 0,1 1-1,0-1 1,-1 0 0,0 0 0,1 0-1,-1-1 1,4-1 0,4-4 5,-1 1 0,0-1 1,-1-1-1,1 0 0,-1 0 0,-1-1 1,0 0-1,0 0 0,7-12 1,1-5 6,-2 1 1,-1-2-1,-1 0 0,-1 0 1,-1-1-1,-2 0 1,-1-1-1,-1 0 1,-1 0-1,-2-1 1,0-49-1,-3 79-13,0-1 1,0 1-1,0-1 1,0 1-1,0 0 0,0-1 1,0 1-1,0 0 1,0-1-1,0 1 1,0 0-1,0-1 0,1 1 1,-1-1-1,0 1 1,0 0-1,0-1 0,0 1 1,1 0-1,-1 0 1,0-1-1,0 1 0,1 0 1,-1 0-1,0-1 1,1 1-1,-1 0 0,0 0 1,1-1-1,-1 1 1,0 0-1,1 0 1,-1 0-1,0 0 0,1 0 1,-1 0-1,0 0 1,1 0-1,-1 0 0,1 0 1,-1 0-1,16 4-73,-10 0 60,0-1-1,-1 1 0,1 0 1,-1 1-1,0 0 0,-1-1 1,1 2-1,-1-1 0,0 0 1,6 12-1,-2-7 14,3 7-10,0 0 1,0 0 0,-2 1-1,0 1 1,-1-1 0,-1 1-1,-1 1 1,0-1 0,-2 1-1,0 0 1,-1 0 0,-2 0-1,0 1 1,0-1 0,-4 21-1,2-34 16,0-1 0,-1 0 0,0 1 0,0-1 1,0 0-1,-1 0 0,0 0 0,0 0 0,-1 0 0,0-1 0,0 0 0,0 0 0,0 0 0,-1 0 0,0 0 0,0-1 0,0 0 0,0 0 0,-7 3 1,45-9-65,14-7-320,-1-3 1,0-2-1,0-1 1,-2-3-1,0-2 1,-2-1-1,0-2 1,42-32-1,-73 47 424,-1 0 1,0-1-1,0 0 1,0-1-1,-1 0 1,-1-1-1,0 0 1,0 0-1,-1-1 1,-1 0-1,0 0 1,0 0-1,-1-1 1,-1 1-1,0-1 1,-1-1-1,0 1 1,-1 0-1,-1-1 1,0-22-1,-1 32 12,0 0-1,-1 0 0,1 0 1,-1 0-1,0 0 1,0 1-1,-1-1 1,1 0-1,-1 0 1,0 1-1,0-1 0,0 1 1,0-1-1,-1 1 1,1 0-1,-1 0 1,-5-4-1,3 2-8,-1 1 0,0 1 0,0-1 0,0 1-1,0 0 1,-1 0 0,1 1 0,-1 0 0,0 0 0,-6-1 0,3 2-13,0-1 0,1 1 0,-1 1 1,0 0-1,0 0 0,1 1 1,-1 0-1,1 1 0,-1 0 1,1 1-1,-1 0 0,1 0 1,0 1-1,0 0 0,-14 9 1,12-4 43,1 1 0,0 0 0,1 0 0,0 1 0,1 0 0,0 1 0,0 0 0,1 0 0,1 1 0,-8 22 0,6-12 138,1 1 1,1-1-1,1 2 1,2-1-1,-2 32 1,4-45-148,1-1 0,1 1 0,-1-1 0,2 1 0,-1-1-1,2 0 1,-1 1 0,1-1 0,8 16 0,-7-19-59,0 0 0,0-1 0,1 1 0,0-1 0,1 0 0,-1-1 0,1 1 0,0-1 0,0 0 1,1 0-1,0-1 0,0 0 0,9 4 0,4 0-200,1-1 1,0-1-1,1-1 1,-1 0 0,1-2-1,0-1 1,37 0-1,62-1-3391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24.1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625 0 4738,'0'0'2948,"0"41"-2233,-2 279 841,1-268-1293,3 340 727,-2-377-973,0 1 0,2-1 0,0 0 0,0 1 0,2-1 0,0 0 0,0-1 0,8 17 0,-4-21 27,-3-11 55,-2-22 83,-9-112-17,4 116-153,-2 1 0,0-1 0,0 1 0,-2 0 0,-11-23 0,10 26-12,0 0-1,-2 0 0,0 1 0,0 0 0,-2 0 0,-19-19 0,24 27-1,-1 0 0,-1 0 0,1 1 0,-1 0 0,1 1 0,-1 0-1,-1 0 1,1 0 0,-1 1 0,1 1 0,-1-1 0,0 1 0,0 1 0,-11-1 0,8 2-1,0 0 0,0 1-1,0 0 1,1 1 0,-1 1 0,0 0-1,1 0 1,0 1 0,0 1 0,0 0-1,0 0 1,1 1 0,0 0 0,0 1 0,-16 14-1,3 1 67,1 0 0,1 2-1,1 0 1,-31 49 0,40-54 80,0-1 1,1 1-1,1 1 1,1 0-1,1 0 1,0 0-1,2 1 1,0 0-1,-2 27 1,6-43-115,1 0-1,0 0 1,-1 0-1,2 0 1,-1 0 0,0 0-1,1 0 1,0 0 0,0 0-1,1 0 1,-1-1 0,1 1-1,0 0 1,0-1-1,1 1 1,4 6 0,-2-6-25,0-1 0,1 0 0,-1 0 0,1-1 0,-1 0 0,1 0 0,0 0 0,0 0 0,1-1 0,-1 0 0,0-1 0,11 2 0,21 4-99,-1-3-1,1-1 1,0-2 0,0-1-1,0-2 1,74-14 0,-58 1-1183,90-38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25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49 133 1601,'0'0'5888,"-8"-25"-4904,-26-76-21,29 95-540,3 17-103,2 25-46,40 242 2,-10-96-115,3 246 525,-34-482-364,4-103 266,-2 147-590,1 1 0,0-1 0,0 1 1,1 0-1,0 0 0,1 0 0,0 0 1,0 0-1,1 1 0,0 0 0,1 0 1,0 0-1,0 0 0,0 1 0,1 0 0,12-10 1,-9 10-3,1 0 1,-1 1 0,1 0 0,0 1 0,0 0-1,1 0 1,-1 2 0,1-1 0,0 1-1,0 1 1,0 0 0,20 0 0,-26 2-2,1 0 0,0 1 0,0 0 0,-1 0 0,1 1 1,-1 0-1,1 0 0,-1 0 0,0 1 0,0 0 0,0 0 0,0 1 0,0-1 1,-1 1-1,1 1 0,-1-1 0,0 1 0,-1-1 0,1 2 0,-1-1 1,0 0-1,0 1 0,0 0 0,-1 0 0,3 7 0,2 6-5,0 0 0,-2 0 0,0 0-1,-1 1 1,-1 0 0,-1 0 0,0 29 0,-2-39 18,-1 0 1,0 0 0,0 0 0,-1 0 0,-1 0-1,0 0 1,0-1 0,-1 1 0,0 0 0,-1-1 0,0 0-1,0 0 1,-1 0 0,0-1 0,0 1 0,-1-1-1,0 0 1,-1-1 0,0 1 0,0-1 0,0-1 0,-11 8-1,1-2-57,0-1-1,-2 0 1,1-2-1,-1 0 0,0 0 1,-1-2-1,0-1 1,0 0-1,-1-1 1,1-2-1,-29 3 0,48-6-33,0 0 0,1 0 0,-1 0 0,0 0 0,1 0-1,-1 0 1,0-1 0,1 1 0,-1 0 0,1 0 0,-1 0 0,0-1-1,1 1 1,-1 0 0,1-1 0,-1 1 0,0 0 0,1-1 0,-1 1-1,1-1 1,-1 1 0,1-1 0,0 1 0,-1-1 0,1 1-1,-1-1 1,1 1 0,0-1 0,0 0 0,-1 1 0,1-1 0,0 0-1,0 1 1,0-1 0,-1 1 0,1-1 0,0 0 0,0 1-1,0-1 1,0 0 0,0 0 0,8-28-2486,-1 16 908,0 2 0,17-22-1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25.4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234 109 4834,'0'0'2911,"0"35"-2319,2 113-285,-2-137-277,0 1 0,0-1 0,1 0 0,1 1 0,0-1 0,0 0 0,7 17 0,-7-24-23,0 0-1,1-1 1,-1 0-1,1 1 1,0-1 0,0 0-1,0 0 1,0-1-1,0 1 1,1 0 0,0-1-1,-1 0 1,1 0-1,0 0 1,0-1 0,7 3-1,7 1 22,0-1 1,0-1-1,0-1 0,1 0 1,-1-1-1,1-2 0,-1 1 0,1-2 1,18-4-1,-27 4-14,0-1 1,0 0-1,-1-1 1,0 0 0,1-1-1,-2 1 1,1-2-1,0 1 1,-1-1-1,0-1 1,-1 1-1,1-1 1,-1-1-1,0 1 1,7-12-1,-6 7 68,-1 0-1,0-1 1,0 0-1,-2 0 1,0 0-1,0 0 1,-1-1-1,-1 0 0,0 0 1,1-21-1,-2-107 1017,-2 92-768,4 117-459,2 0 1,17 69 0,4 27 163,-11 32-36,-10 212 0,-7-360-13,-2-1 1,-1 1 0,-3-1-1,-21 76 1,21-102 19,0 0-1,-1-1 1,0 0 0,-2-1 0,0 0-1,-1 0 1,-1-1 0,-1-1 0,0 0-1,-1 0 1,-1-1 0,-31 24 0,29-28 29,-1-1 1,0 0 0,0-1-1,-1-1 1,0-1-1,-1-1 1,1 0 0,-1-2-1,0 0 1,-26 1 0,32-3-11,0-2-1,1 0 1,-1 0 0,0-1 0,1-1 0,-1-1-1,1 0 1,-1 0 0,1-1 0,0-1 0,1 0-1,-1-1 1,1 0 0,0-1 0,1 0-1,-12-10 1,12 7 6,1-1 0,0 0-1,1 0 1,0-1 0,1 0-1,1-1 1,0 0 0,0 0-1,1 0 1,1-1 0,-5-19-1,4 10-1,2-1 0,0 0 0,2 0 0,1 0 0,0 0 0,4-30 0,-1 37-30,1 0 0,1 0 0,0 0 1,1 1-1,0 0 0,2 0 0,0 0 0,0 1 0,2 0 0,13-19 0,-8 16 1,1 1 0,1 0-1,0 1 1,1 1 0,1 0 0,0 2-1,24-14 1,-10 9 0,0 3 0,1 0 0,0 2 0,1 2-1,0 1 1,1 2 0,0 1 0,1 1 0,66 0 0,-98 6 0,6-1-12,0 1 0,1 0-1,-1 1 1,0 0 0,1 1 0,10 3-1,-18-4 5,-1 1 1,0-1-1,1 0 0,-1 1 0,0-1 1,0 1-1,0 0 0,0 0 0,0 0 0,0 0 1,-1 0-1,1 0 0,-1 0 0,1 1 0,-1-1 1,0 0-1,0 1 0,0-1 0,0 1 0,0-1 1,-1 1-1,1 0 0,-1-1 0,0 1 0,0 0 1,0 3-1,1 1-128,0-1 0,-1 1 1,0 0-1,0-1 0,-1 1 1,0-1-1,0 1 1,-1-1-1,1 1 0,-1-1 1,-1 0-1,-5 11 0,-24 18-4583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26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401 42 5635,'0'0'5639,"0"32"-5508,0 384 603,0 86-222,2-719-104,-5-259-584,0 447 156,-8-37 0,7 48-8,0 1-1,1-1 0,1 1 1,1-1-1,1 0 0,0 0 0,3-18 1,4 17 45,-6 17-10,0 0-1,0 0 1,0 0-1,0 0 1,-1 0-1,1 0 1,-1 0-1,1-1 1,-1-2-1,-4 8-91,-16 15 62,2 0 0,0 1 0,-20 26-1,4-3 34,-10 7-555,2 3 1,3 0-1,-64 115 0,74-109-3785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26.3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1 140 5795,'0'0'3313,"238"-50"-2256,-96 14-321,7 18-608,-4 6-96,-8 9-32,-27-3-1200,-33-8-3074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28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0 583 5987,'0'0'1902,"39"-3"-1641,497-20 321,-529 23-578,715 19 1313,103 72-847,-99-9-474,852 29 1005,-819-60-930,840 36 95,-512-73-185,1-42 76,400-22-103,1420 50 217,-2277-34-213,-362 14 55,574 10 99,-552 35-79,24 2 1,247-27-64,-130-24 11,-187 6 22,60 6 10,92-7-26,-225 9 46,134-13-4,5-4-77,547-122-17,-506 85 88,164-42 19,-299 42-58,261-116-1,-401 141 9,93-64 0,-141 85 5,2 1 0,0 2-1,48-17 1,-186 51-336,-3 0 371,-1-5 0,-183-1 0,260-13-49,47 0-22,59 0-17,331-30-884,-160 7 376,-194 19 449,131-5-26,-179 9 144,1 0 0,-1 0 0,1 0 0,-1 0 0,1 0 0,-1 0 0,1 0 0,-1 0 0,1 1 0,-1-1 1,1 1-1,-1-1 0,1 1 0,-1-1 0,0 1 0,1 0 0,-1 0 0,0 0 0,2 1 0,-2 0 9,-1 0-1,1 0 1,0 0-1,-1 0 1,1 0-1,-1 0 1,0 0-1,0 0 1,0 0-1,0 0 1,0 3-1,0 1 14,-2 16 203,0 0 1,-2 0-1,0-1 1,-13 37 0,8-30-110,1 0 1,-4 37 0,9-35-551,0-1 0,3 1 0,3 43 0,4-56-4422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09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3 266 144,'0'0'5192,"0"0"-5154,0 0 0,0 0 0,0 0 0,0 0-1,1 1 1,-1-1 0,0 0 0,0 0 0,0 0 0,0 0 0,0 0 0,1 0 0,-1 0 0,0 0 0,0 0 0,0 0 0,0 0 0,0 0 0,1 0 0,-1 0-1,0 0 1,0 0 0,0 0 0,0 0 0,0 0 0,1 0 0,-1 0 0,0 0 0,0 0 0,0 0 0,0-1 0,0 1 0,1 0 0,-1 0 0,0 0 0,0 0 0,0 0-1,0 0 1,0 0 0,0 0 0,0-1 0,0 1 0,1 0 0,-1 0 0,0 0 0,0 0 0,0 0 0,0-1 0,0 1 0,0 0 0,0 0 0,0 0 0,0 0-1,0-1 1,0 1 0,0 0 0,0 0 0,0 0 0,0 0 0,0 0 0,0-1 0,0 1 0,0 0 0,0 0 0,0 0 0,-1 0 0,1-1 0,3-51 440,-2-1 1,-13-102-1,15 196-384,-4 55 0,0 5-42,34 308 293,-17-251-311,-14-138-30,0 7 16,1-1 0,1 1-1,9 29 1,-13-55-76,1 1 1,-1 0 0,1 0 0,0-1-1,-1 1 1,1 0 0,0-1 0,0 1-1,0-1 1,0 1 0,0-1 0,1 1-1,-1-1 1,0 0 0,1 1 0,2 1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0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385 149 320,'0'0'5939,"-5"-24"-5184,-17-71-174,22 93-553,-1 1-1,1-1 0,-1 0 0,1 1 0,-1-1 0,0 1 0,1-1 0,-1 1 0,0-1 0,0 1 0,0-1 0,0 1 0,0 0 0,-1 0 0,1 0 0,0 0 1,-1 0-1,-2-2 0,3 3-4,0-1 0,-1 1 0,1 0 0,-1 0 0,1 0 1,-1-1-1,1 2 0,-1-1 0,1 0 0,0 0 1,-1 0-1,-1 1 0,-4 1 87,2-2-97,0 1-1,1-1 0,-1 1 0,1 0 1,-1 1-1,1-1 0,-1 1 0,1 0 1,0 0-1,0 0 0,0 1 1,0-1-1,0 1 0,-6 7 0,-4 3-12,1 2-1,-15 20 1,17-21 25,-11 17 24,0 0-1,2 1 0,1 2 0,2 0 1,-17 49-1,24-55-17,2 0-1,1 1 0,1 1 1,2-1-1,1 0 1,1 1-1,3 44 1,1-61-21,0 0-1,1 0 1,0-1 0,1 1 0,1-1-1,0 0 1,0 0 0,1-1-1,1 1 1,0-1 0,1-1 0,-1 0-1,2 0 1,0 0 0,18 15 0,-14-14-3,0-1 0,1 0 0,1-1 0,0 0 0,0-1 0,0-1 0,1-1 0,0 0 0,0-1 0,1 0 0,29 3 0,63-5-143,-74-4 51,-24 1 79,0-1 1,0 0 0,0-1-1,0 0 1,0-1 0,0 0-1,-1-1 1,1 0 0,-1 0-1,0-1 1,0-1 0,-1 1-1,0-2 1,0 1 0,0-1-1,-1-1 1,0 0 0,0 0-1,-1 0 1,0-1 0,0 0-1,-1 0 1,0-1 0,-1 0-1,0 0 1,-1 0 0,0 0-1,4-15 1,-4 4 18,-1 0-1,0 0 1,-2 0 0,0 0 0,-1-1-1,-1 1 1,-2 0 0,-6-32 0,2 25-10,-2 1 1,-1-1-1,-1 1 1,-1 1-1,-25-40 1,10 25 35,-30-38 1,46 66-26,0 1 0,-1 0 0,0 0-1,-1 1 1,0 1 0,-22-14 0,32 22-116,-1 0 1,1 0-1,-1 1 1,0-1-1,1 1 1,-1 0-1,0 0 0,0 0 1,0 0-1,0 1 1,0 0-1,0 0 1,0 0-1,0 0 0,0 0 1,1 1-1,-1 0 1,0-1-1,0 2 1,0-1-1,1 0 0,-1 1 1,0-1-1,1 1 1,-1 0-1,1 1 1,-4 2-1,-14 15-3388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39 309 2017,'0'0'3964,"0"-24"-2731,0-16-783,1-2 47,-6-47-1,-4 29 130,8 55-381,0 1 1,0-1-1,-1 0 0,0 1 1,0-1-1,0 1 0,0-1 1,-1 1-1,0 0 0,-3-4 0,6 30 84,9 322-506,-1-247-306,32 153 1,-37-237-104,0 0 0,0 0 0,1 0 0,1-1 0,0 0 0,1 1-1,0-2 1,15 21 0,11-1-4251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4434,'0'0'6227,"-18"15"-6195,18 89-32,18 24 32,3 11-32,6-2 0,5-9-1057,-5-24-1808,-6-33-3938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1 190 4930,'0'0'2786,"0"-178"-1666,0 166 1169,3 42-2289,15 50 16,8 30 320,4 21 16,-9 2-288,0-2-64,2-9-128,4-18-656,0-27-1985,0-30-2402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2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49 313 1185,'0'0'7045,"0"-9"-5999,1-7-877,1 0 0,0 0 0,2 0 1,-1 0-1,2 1 0,0-1 0,13-26 0,-11 29-176,-1 0 0,2 0 1,0 1-1,1 0 0,0 0 1,0 1-1,1 1 1,1-1-1,16-11 0,-23 19 2,-1 0-1,1 1 1,0 0 0,0 0-1,1 0 1,-1 0-1,0 1 1,0 0 0,1 0-1,-1 0 1,1 0-1,-1 1 1,1-1 0,0 1-1,-1 0 1,1 1-1,-1-1 1,1 1 0,6 1-1,-6 0-3,0 1-1,0-1 1,0 1-1,0-1 0,-1 1 1,1 1-1,-1-1 1,0 1-1,0-1 0,0 1 1,0 1-1,-1-1 1,1 0-1,-1 1 0,4 7 1,1 5 2,0 0 1,-1 1 0,-1-1 0,-1 1 0,7 37-1,-7-12 27,-1 66 0,-4-91-13,-1 0-1,0-1 1,-1 1-1,-1 0 1,-1 0-1,-1-1 1,0 0-1,-1 0 0,-1 0 1,0-1-1,-14 22 1,-1-4 32,0-2 0,-2-1 0,-2 0 0,-35 32 0,10-18 368,-88 61-1,134-102-317,11-4-42,17 0-36,0-1 0,1-2-1,36-8 1,-31 5-11,75-15-27,292-53-417,-276 56 139,157-2 0,-225 18 7,-37 1-157,0 0-1,0 1 1,0 1 0,26 4 0,-36-1-674,-12 2-116,-43 9-1477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2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104 318 4162,'0'0'3249,"-62"-220"-2352,38 170-225,12 17 577,6 18 1040,6 18-1809,6 65-480,24 42 0,8 27 80,-2 14 0,-6 1-80,-3-12-48,-4-22-528,4-28-801,3-37-1488,-1-41-2610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3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51 390 4322,'0'0'1793,"-8"14"-875,-34 58 399,43-74-1241,-1 0 0,1 1 0,-1-1 0,0 0 0,0 0 0,1 0 0,-1 1 0,0-1 0,0 0 0,-1 0 0,1 0 0,-1-1 0,0-10 25,2-7-32,0-1 0,2 1 0,0 0 1,2 0-1,0 1 0,1-1 0,1 1 0,13-25 0,-7 18-49,2 0 0,1 2 0,1-1 0,1 2 0,24-24 0,-34 39-22,-1 2 0,1-1 0,0 1 0,1 0 1,0 1-1,-1 0 0,19-7 0,-24 10-3,1 1 1,-1 0-1,0 0 0,1 0 0,-1 0 0,0 1 1,1-1-1,-1 1 0,1 0 0,-1 0 0,1 0 1,-1 0-1,1 1 0,-1 0 0,0-1 0,1 1 1,-1 0-1,0 1 0,0-1 0,0 0 0,1 1 1,-1 0-1,-1 0 0,1 0 0,0 0 0,4 4 1,-3 0 5,0 1 0,0-1 0,0 0 0,-1 1 0,0 0 0,0 0 0,-1 0 0,0 0 0,0 0-1,-1 0 1,1 9 0,1 16 48,-2 39 0,-1-51-28,0 12 10,1-2 32,-7 60 0,4-79 3,0-1-1,-1 0 0,0 0 1,0 0-1,-1-1 1,0 1-1,-1-1 1,0 0-1,-11 14 0,23-30 55,1 1 0,0 0 0,0 0 0,0 0 0,0 1 0,1 1 0,0-1-1,14-4 1,-19 7-130,1 0-1,0 1 1,-1-1 0,1 1-1,0 0 1,-1 0-1,1 1 1,0-1 0,0 1-1,0 0 1,0 1-1,-1-1 1,1 1 0,0 0-1,0 0 1,-1 0-1,1 1 1,-1-1 0,1 1-1,-1 0 1,0 1-1,1-1 1,-1 1 0,0 0-1,5 4 1,-1 3-5,-1 1 0,0 0 1,-1 0-1,1 0 0,-2 1 0,0 0 1,0 0-1,-2 0 0,1 1 0,-1-1 1,1 17-1,0 5 29,-1 1 0,-2 0 0,-3 37 1,0-60-4,1-1 0,-2 1 1,0-1-1,0 0 0,-1 0 1,0 0-1,-1 0 1,-1-1-1,1 0 0,-1 0 1,-1 0-1,0-1 0,0 0 1,-1 0-1,0-1 0,-1 0 1,0-1-1,0 1 1,0-2-1,-1 1 0,0-1 1,-1-1-1,1 0 0,-1 0 1,0-1-1,0-1 0,0 1 1,0-2-1,-1 0 0,-15 1 1,22-2-2,-1 0 0,1-1 0,0 0-1,-1-1 1,1 1 0,-1-1 0,1 0 0,0 0 0,-1 0 0,1-1 0,0 0 0,-10-5 0,12 5 1,-1-1 0,1 0 0,-1 0 1,1 0-1,0-1 0,0 1 1,0-1-1,1 1 0,-1-1 1,1 0-1,0 0 0,0 0 0,1 0 1,-1 0-1,-1-9 0,0 5-5,1-1 0,1 1 1,-1-1-1,2 0 0,-1 1 0,1-1 0,0 0 0,1 0 0,2-8 0,-3 13-5,1 1-1,0 0 1,0 0-1,1 0 1,-1 0 0,1 0-1,-1 1 1,1-1 0,0 0-1,0 1 1,0-1-1,0 1 1,0 0 0,1 0-1,-1 0 1,1 0 0,0 0-1,-1 0 1,1 0-1,0 1 1,0 0 0,0-1-1,0 1 1,0 0-1,0 1 1,6-2 0,-3 1-12,-1 0 1,1 0 0,0 1 0,0 0-1,0 0 1,0 0 0,0 0-1,-1 1 1,1 0 0,0 1 0,9 2-1,-12-2 0,0 0 0,1 0-1,-1 0 1,0 1 0,-1-1-1,1 1 1,0 0 0,-1 0-1,1 0 1,-1 0 0,0 0-1,0 0 1,0 1 0,-1-1-1,1 0 1,-1 1 0,0 0-1,2 6 1,-1 0-177,0-4-169,0 0-1,-1 1 1,0-1 0,0 1-1,0 10 1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4882,'0'0'4002,"95"0"-4658,3 0-1201,3 0-960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4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 3378,'0'0'1760,"181"-9"-1936,-97-15-1937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4818,'0'0'1761,"176"3"-1409,-84-3-224,15 0-128,-3-9-768,-21-5-3730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5955,'0'0'3313,"146"0"-3745,-27 0-1841,14-6-2865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0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2865,'0'0'2513,"202"0"-2513,-107-9-32,12-9-2193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72 5314,'0'0'1681,"214"-35"-1393,-110 17 145,0 3-385,-12 12-48,0 3-1361,-24 0-1937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9124,'0'0'1361,"246"0"-1697,-74-27-2786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5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1 104 8932,'0'0'2081,"157"-50"-1825,-47 29 48,15 3 16,8 3-175,13 15-145,-1 0-81,-17 0-1407,-27 0-3458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6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39 455 3522,'0'0'1534,"-4"-33"-939,-16-107 344,13 92 105,3 0-1,0-57 1,4 95-939,1 14-67,-1-1 1,1 1-1,0 0 1,0-1-1,0 1 1,0-1-1,3 6 0,4 10-36,175 449 333,-152-391-310,-20-51-13,24 61 38,55 99 1,-79-174-25,-3-17 29,-1-28 45,-5 24-97,55-419 86,-22 123-53,-34 300-35,1-12 3,0 0 1,2-1-1,0 1 1,1 1-1,1-1 1,11-22-1,-17 38-5,0 0 1,1 0-1,-1 1 1,0-1-1,1 1 0,-1-1 1,1 0-1,-1 1 1,1-1-1,-1 1 1,1-1-1,-1 1 0,1-1 1,-1 1-1,1 0 1,0-1-1,-1 1 0,1 0 1,0-1-1,-1 1 1,1 0-1,0 0 0,0 0 1,-1 0-1,1-1 1,0 1-1,-1 0 0,1 0 1,0 0-1,0 1 1,-1-1-1,1 0 1,0 0-1,0 0 0,1 2-3,0-1-1,0 0 0,0 0 0,-1 0 1,1 1-1,0-1 0,-1 1 1,1 0-1,-1-1 0,0 1 0,3 3 1,19 40-7,-2 0 0,-2 1 0,21 76 0,-38-115 12,141 519 95,-140-511-88,9 29-11,-12-41 6,1-1 0,0 0 0,0 0 0,0 0 0,0 1 0,0-1 1,1 0-1,-1-1 0,1 1 0,-1 0 0,1 0 0,-1 0 0,1-1 0,3 3 0,-5-4-2,1 0 1,0 0-1,-1 0 1,1 1 0,-1-1-1,1 0 1,0 0-1,-1 0 1,1 0 0,0 0-1,-1 0 1,1 0-1,-1 0 1,1-1 0,0 1-1,-1 0 1,1 0-1,-1 0 1,1-1 0,0 1-1,-1 0 1,1-1-1,-1 1 1,1 0 0,-1-1-1,1 1 1,-1-1-1,0 1 1,1-1 0,-1 1-1,1-1 1,-1 0-1,14-23 181,-13 21-150,35-91 787,42-174 0,-44 144-725,-14 50-159,-1 1-541,3 0 0,37-82-1,-39 120-2108,-9 19-1754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3185,'0'0'4939,"0"12"-4745,34 390 722,-17-246-850,36 290 33,-51-660 106,0 183-234,2 1 1,1 0-1,1 0 0,20-58 0,-20 72 13,1 1 0,0 0 1,0 0-1,2 1 0,0 0 0,0 0 1,1 1-1,1 1 0,0-1 1,22-16-1,-27 24 4,1 1 0,0 0 0,0 0 0,0 1 0,1 0 1,9-3-1,-13 5 7,-1 0-1,0 0 1,1 0 0,-1 1 0,0 0 0,1-1 0,-1 1-1,1 1 1,-1-1 0,0 0 0,1 1 0,-1 0 0,0-1-1,1 1 1,-1 1 0,0-1 0,4 2 0,-3 0-1,-1 0 1,0 0-1,0 1 1,0-1-1,0 1 1,-1-1-1,0 1 1,1 0-1,-1 0 1,-1 0-1,1 0 1,1 5-1,14 59 3,-7 15 294,-3 0 0,-6 146 0,-3-101 90,1-107-490,1-12 118,0 0 0,0 0 1,0 0-1,1 1 0,1-1 1,3 16-1,-4-23-170,0 0 0,1 0-1,-1 0 1,0 0 0,1-1 0,-1 1 0,1 0 0,-1-1 0,1 1 0,0-1 0,0 1-1,0-1 1,0 0 0,0 1 0,0-1 0,0 0 0,0-1 0,0 1 0,0 0 0,1-1 0,-1 1-1,0-1 1,0 1 0,1-1 0,-1 0 0,0 0 0,1 0 0,-1 0 0,0-1 0,0 1-1,5-2 1,39-8-4817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49 433 4690,'0'0'1201,"34"-7"-1140,111-19 115,-104 22-66,74 0-1,-96 4-102,1 0-1,0-1 1,0 0 0,-1-2-1,36-9 1,-52 11-3,-1 0 0,1 1-1,-1-1 1,0 0 0,0 0 0,1-1 0,-1 1 0,0 0 0,0-1-1,0 1 1,0-1 0,-1 0 0,1 1 0,0-1 0,-1 0 0,1 0-1,-1 0 1,0 0 0,1-1 0,-1 1 0,0 0 0,0 0 0,-1-1-1,1 1 1,0-1 0,-1 1 0,1 0 0,-1-1 0,0 1 0,0-1-1,0 1 1,0-1 0,0 1 0,-1-1 0,1 1 0,-1-1 0,0 1-1,1 0 1,-2-3 0,-2-6 42,-1 1 0,0 0-1,0 0 1,-1 0 0,0 1 0,0 0-1,-11-12 1,-8-5 60,0 1 0,-1 2 0,-1 0 0,-42-26 0,56 40 26,-1 2 0,0 0-1,0 0 1,0 1 0,-1 1 0,0 0 0,0 2 0,0-1-1,0 2 1,-1 0 0,1 1 0,-24 0 0,35 2-78,0-1 1,-1 1-1,1 0 0,0 0 1,0 1-1,0-1 0,1 1 1,-1 0-1,0 0 0,1 0 1,-1 0-1,1 1 0,0-1 1,-1 1-1,-4 6 0,2-2 21,1 0-1,0 1 0,0-1 1,1 1-1,0 1 0,-6 16 0,2 2 147,1 1 0,2 0 0,-4 50 0,7-50 2,1 0 0,1 0-1,5 40 1,-3-58-198,0-1 1,0 0-1,1 0 0,0 0 0,1 0 0,0 0 0,0-1 0,1 1 0,0-1 1,0-1-1,1 1 0,0-1 0,12 12 0,-4-7-33,1-1-1,0-1 0,1 0 1,0-1-1,0-1 0,1 0 1,0-1-1,1-1 1,-1-1-1,26 5 0,7-2-1038,0-3 0,77-1 0,-31-4-3070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8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15 542 528,'0'0'5531,"-2"10"-4726,-11 65 1543,13-115-1940,6-135 180,-3 156-580,0 0 0,1 0 1,0 1-1,2-1 0,0 1 0,2 0 1,10-20-1,-16 33-11,1 0 1,0 0-1,0 0 0,0 1 1,1-1-1,-1 1 0,1 0 1,0 0-1,1 0 0,-1 0 1,0 1-1,1 0 0,0 0 1,0 0-1,0 0 0,0 1 1,0 0-1,1 0 0,-1 0 1,1 1-1,-1 0 0,7-1 1,-9 2-2,1 1 0,-1-1 0,0 0-1,1 1 1,-1 0 0,0 0 0,1 0 0,-1 0 0,0 0 0,0 1 0,0-1 0,0 1 0,0 0 0,-1 0 0,1 0 0,0 0 0,-1 1 0,0-1 0,1 1 0,-1-1 0,0 1 0,0 0 0,0 0 0,2 6 0,4 8-6,0-1 1,-1 2 0,5 23 0,-11-39 8,10 42-6,-2 0 1,7 88-1,-12 93 48,-4-177-22,0-45 13,0-52 170,5-139 18,-2 160-221,1 0 0,2 1-1,0 0 1,18-46 0,-2 20-13,51-86 0,-60 117-19,1 1 0,2 0-1,0 1 1,1 1-1,0 1 1,28-22 0,-39 35 7,-1 1 1,1 1-1,1-1 1,-1 1-1,0 0 1,1 0-1,-1 1 1,8-2-1,-12 3 18,0 1 1,0 0-1,0-1 1,1 1-1,-1 0 1,0 0-1,0 0 0,0 1 1,0-1-1,0 0 1,0 1-1,0-1 1,0 1-1,0 0 1,0 0-1,0 0 0,0 0 1,0 0-1,0 0 1,-1 0-1,1 1 1,0-1-1,-1 0 0,1 1 1,-1 0-1,0-1 1,1 1-1,-1 0 1,0 0-1,2 3 1,2 10-1,-1 0 0,-1 1 0,0-1 0,-1 1 0,-1-1 0,0 1 1,-3 23-1,2-16 17,0 326 701,0-334-640,0-1 1,1 1-1,0 0 1,1-1-1,8 26 1,-8-35-67,0 0-1,0 0 1,0-1 0,1 1 0,0-1 0,0 0 0,0 0 0,0 0 0,1 0 0,0 0 0,0-1 0,0 0 0,0 1 0,0-1 0,0-1 0,1 1 0,-1-1-1,1 0 1,5 2 0,2 0-133,0-1 0,-1-1 0,1 1 0,18-1 0,57 0-2745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8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364 500 3746,'0'0'1152,"3"-35"-149,15-112-85,-4 35 2454,-15 125-3352,-1 0-1,0 0 0,-1 0 1,0-1-1,-1 0 0,-1 1 1,-6 11-1,7-14-6,-339 822 430,323-777-405,40-112-65,3 0 0,30-55 0,0 4 25,-6 4-14,205-495 0,-247 584 14,3-7 3,1 0-1,20-38 1,-27 56-4,0 0-1,0 0 1,1 0 0,0 0-1,0 1 1,0-1 0,0 1 0,0 0-1,1 0 1,0 0 0,-1 1-1,1-1 1,0 1 0,0 0-1,0 0 1,1 0 0,-1 0-1,0 1 1,1-1 0,7 0 0,-8 2 0,-1 1 0,0-1 0,1 1 1,-1-1-1,0 1 0,1 0 1,-1 1-1,0-1 0,0 1 0,0-1 1,0 1-1,0 0 0,-1 0 1,1 0-1,0 0 0,-1 0 1,1 1-1,-1-1 0,0 1 0,0 0 1,0 0-1,2 5 0,6 9 9,-2 0-1,13 35 0,-16-36-1,27 86 158,34 194-1,-11-33-73,2-104-1201,-55-147-2171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8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 5458,'0'0'1697,"205"-62"-1697,-77 50 96,5 6-64,-2 6-32,-15 0-1136,-30 0-2482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9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705 66 512,'0'0'5832,"-17"-9"-5042,5 2-679,4 2-52,0 0-1,0 1 1,-1 0-1,0 0 1,0 1 0,0 0-1,0 0 1,0 1-1,-1 0 1,1 1-1,-1 0 1,1 1-1,-19 1 1,15 2 2,1 0 0,-1 1 0,1 1 0,0 0 0,0 1 0,1 0 0,0 0 0,0 2 0,0-1 0,1 1 0,0 1 0,0 0 0,1 0 0,1 1 0,-1 0 0,1 0 0,1 1 0,0 0 0,1 1 0,0-1 0,1 1 0,0 0 0,0 1 0,2-1 0,-1 1 0,2 0-1,-3 24 1,3-14-45,0 0 0,2 0-1,1 0 1,0-1-1,2 1 1,6 27-1,-7-42-14,1 0 0,0 0 0,0-1 0,1 1 0,-1-1 0,2 1 0,-1-1 0,1-1 0,0 1 0,1-1-1,-1 1 1,1-2 0,0 1 0,1-1 0,-1 0 0,1 0 0,0 0 0,1-1 0,-1 0 0,11 3 0,-7-3-5,1 0 1,-1-1 0,1-1 0,0 0 0,0 0 0,0-1 0,1-1 0,-1 0 0,0 0 0,0-2 0,0 1 0,18-6 0,-23 3 3,0 0 0,0 0 0,-1-1 0,1 0 0,-1 0 0,0 0 0,-1-1 0,1 0 0,-1 0 0,0-1 0,6-10 0,0-1 4,-2 0 0,0 0 0,10-32 0,-12 21 7,-1 0 0,-1 0 1,-2 0-1,0 0 1,-4-45-1,1 46 3,0 18 16,0-1-1,-1 1 0,0-1 1,0 0-1,-1 1 0,-1 0 1,0-1-1,0 1 0,-1 1 1,-1-1-1,1 0 0,-1 1 1,-1 0-1,0 0 0,0 0 1,-1 1-1,0 0 0,-8-7 1,14 14-68,1 9-106,6 62 1321,16 125-1245,-6-82 77,9 154-35,-12 339-1,-15-565-8,-1 0 1,-1-1 0,-3 1-1,-1-1 1,-26 74-1,27-97 16,-1-1 0,0 0-1,-1-1 1,0 0 0,-1 0-1,-23 25 1,24-32 13,0 0 0,-1 0 1,1 0-1,-2-1 0,1-1 0,-1 0 0,0 0 1,0-1-1,0 0 0,-24 5 0,22-6 5,0-1-1,0 0 0,0-2 1,0 1-1,0-2 0,-1 0 1,1 0-1,0-1 0,0-1 1,-1 0-1,1-1 0,0 0 1,1-1-1,-1 0 0,1-1 0,0-1 1,0 0-1,0 0 0,1-1 1,0-1-1,0 0 0,1 0 1,0-1-1,1-1 0,-1 1 1,-10-17-1,2 1 2,2-1 0,1 0 0,1-1-1,1-1 1,2 0 0,0-1 0,2 0 0,1 0 0,2-1-1,1 0 1,1 0 0,1 0 0,2-1 0,1 1 0,7-54-1,-4 70-2,0 0 0,0 0-1,2 0 1,0 0-1,0 1 1,1-1 0,1 1-1,0 1 1,1-1-1,0 1 1,1 1 0,0 0-1,1 0 1,0 0 0,0 2-1,1-1 1,1 1-1,13-8 1,-6 6-5,1 0 0,0 1 0,1 1 0,0 1 0,1 1 0,-1 1 0,1 1 0,1 1 0,-1 0 0,45 0 0,-1 4-318,-24 0-3678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486 202 4690,'0'0'2484,"4"-10"-2265,0-3-214,0 3 10,0-1-1,-1 0 1,0 0-1,1-18 1,-3 26-10,-1 0 0,0 0 0,0 0 0,0 0 0,-1 0 1,1 0-1,-1 0 0,1 0 0,-1 1 0,0-1 0,0 0 0,0 0 0,-1 1 0,1-1 0,-1 1 0,1-1 0,-1 1 1,0-1-1,0 1 0,0 0 0,0 0 0,0 0 0,-1 0 0,-3-2 0,-5-2 26,0 0 0,-1 2-1,0-1 1,1 2 0,-1-1 0,-1 1 0,-16-1-1,-90-1 521,115 5-529,-4 0 1,0 0 0,-1 1 0,1 0 0,0 1 0,0 0 0,0 0 0,0 0 0,0 1 0,0 0 0,1 1 0,0 0 0,-1 0 0,1 0 0,1 1 0,-1 0 0,1 1 0,0-1 0,0 1 0,0 0 0,1 1-1,0-1 1,-7 12 0,2-2-16,1 1 0,0 0-1,1 0 1,1 1-1,1 0 1,0 0 0,1 1-1,-3 28 1,3-9-1,3 0-1,1 1 1,5 48 0,-3-74-9,1 1 0,1-1 1,0 0-1,1 1 0,0-1 0,1-1 0,1 1 0,0-1 0,0 0 1,11 14-1,-11-18-1,0 0 1,1 0 0,0-1-1,0 0 1,1 0-1,-1-1 1,2 0-1,-1 0 1,1-1 0,0 0-1,0-1 1,0 0-1,0 0 1,15 3-1,-12-4-3,1-1-1,-1 0 0,0-1 1,1 0-1,-1-1 0,1 0 1,-1-1-1,21-4 0,-26 3 2,0 0-1,0 0 0,0-1 1,0 0-1,0 0 0,-1-1 1,1 0-1,-1 0 0,0 0 0,0-1 1,-1 0-1,0 0 0,1 0 1,-1-1-1,6-9 0,-2-1 9,0 0-1,-1 0 1,-1-1-1,-1 0 1,0-1-1,-1 1 1,-1-1-1,3-30 1,-3-16 45,-3-72-1,-2 69 10,1 65-52,1-3 9,-1 1 1,0 0 0,0-1 0,-1 1 0,1 0 0,-1-1 0,0 1 0,0 0 0,0 0 0,-1 0 0,-2-6 0,2 9 29,2 6-14,-1 88-57,-2-22 40,11 103-1,-5-153-9,0-1 0,1 1 0,1-1 0,1 0 1,0-1-1,2 0 0,0 0 0,1 0 0,20 28 0,-24-40-1,1-1 0,-1 0 0,1-1 0,1 1 0,-1-1 0,1-1 0,0 1 0,0-1 0,0 0 0,1-1 0,-1 1 0,1-1 0,0-1 0,8 2-1,-11-3 0,0 1-1,0-2 1,0 1-1,0-1 0,0 0 1,0 0-1,0 0 1,0 0-1,0-1 0,0 0 1,0 0-1,0-1 1,0 1-1,0-1 0,-1 0 1,1 0-1,-1 0 1,1-1-1,-1 0 0,0 0 1,0 0-1,0 0 0,6-7 1,-1-3 0,-1 0 0,-1-1 0,0 0 0,0 0 0,-2 0-1,1-1 1,-2 0 0,0 0 0,-1 0 0,1-18 0,2-29 8,-3-72 0,-4 100-4,1-274 166,-6 532-156,6 129 116,0-352-150,4 36 119,-3-36-199,-1 0-1,0 0 1,1-1-1,-1 1 1,1 0-1,0 0 1,-1 0-1,1 0 0,0-1 1,-1 1-1,1 0 1,0 0-1,0-1 1,0 1-1,0-1 1,0 1-1,-1-1 1,1 1-1,0-1 0,0 0 1,0 1-1,0-1 1,0 0-1,0 0 1,0 0-1,1 1 1,-1-1-1,0 0 1,1-1-1,-2 1 24,0 0 0,1 0 0,-1 0 0,0 0-1,1 0 1,-1 0 0,0 0 0,1 0 0,-1 0 0,0 0 0,1 0 0,-1 0-1,0 0 1,1 0 0,-1-1 0,0 1 0,1 0 0,-1 0 0,0 0-1,0-1 1,1 1 0,-1 0 0,0 0 0,0-1 0,0 1 0,1 0 0,-1-1-1,0 1 1,0 0 0,0 0 0,0-1 0,1 0 0,5-28-3469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0 6643,'0'0'3986,"-48"48"-4210,81-30-1409,6-9-3297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6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0 500 2321,'0'0'5066,"2"-30"-4380,-2-1-531,0 13-64,0-1 0,1 0 0,1 0 0,1 0 0,1 1 0,0 0 0,14-36 0,-13 43-18,0 0 0,0 0 1,1 1-1,1-1 0,0 2 0,0-1 0,1 1 0,13-13 0,-16 18-55,1-1-1,1 1 1,-1 0-1,0 0 1,1 1-1,0 0 1,0 0-1,0 1 1,0 0-1,0 0 1,1 0-1,-1 1 1,1 0-1,12 0 1,-18 1-20,1 1 1,-1-1 0,0 0-1,0 0 1,0 1 0,0 0 0,0-1-1,0 1 1,0 0 0,0 0 0,0 0-1,0 0 1,0 0 0,0 0 0,-1 1-1,1-1 1,0 0 0,-1 1 0,3 2-1,-1 1 1,0-1-1,-1 1 0,1-1 1,-1 1-1,0 0 0,0 0 1,-1 0-1,2 6 1,1 13 4,-1 1 0,-1 45 0,-2-51 6,1 341 290,1-396-18,1 0 1,3 1-1,1 0 0,11-36 1,-9 37-275,1-1-20,1 1 0,1 0 0,2 1 0,2 0 0,1 1 1,23-34-1,-28 50-56,1 1-1,0 0 1,0 0 0,2 1 0,21-16 0,-25 22-18,-1 1-1,1 1 1,1 0-1,-1 1 1,1 0-1,0 0 1,0 1 0,0 1-1,16-2 1,-24 4 64,0 0 0,-1 0 0,1 1 1,0 0-1,0 0 0,0 0 0,0 0 1,0 1-1,-1 0 0,1-1 0,0 1 0,0 1 1,-1-1-1,1 0 0,-1 1 0,1 0 1,-1 0-1,0 0 0,1 0 0,-1 0 1,3 3-1,-3 0 5,1 0 1,-1 1-1,0-1 1,0 1-1,-1-1 1,1 1-1,-1 0 1,-1 0-1,1-1 1,-1 2-1,0-1 1,0 9-1,2 43 147,-3 1 0,-2 0-1,-10 58 1,2-27 285,9-83-371,1 1 1,-1-1-1,1 1 0,1 0 1,-1-1-1,4 15 0,-2-19-37,-1 1 0,0-1-1,1 0 1,-1 0 0,1 0-1,0-1 1,0 1-1,0 0 1,0-1 0,1 1-1,-1-1 1,1 0 0,-1 0-1,1 0 1,0 0-1,0 0 1,0-1 0,0 1-1,3 1 1,9 2 2,1-1-1,-1 0 1,1-1 0,0 0-1,32 0 1,91-5-175,-132 1 144,185-14-938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1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96 335 3602,'0'0'651,"-10"-27"93,-29-88 27,29 85 134,-8-54 1,15 63 91,-12-36-1,15 73-833,18 374-160,32 337 232,-50-727-235,0 0 1,0 0 0,0 0 0,0 1-1,0-1 1,0 0 0,0 0 0,0 0 0,0 0-1,0 0 1,0 0 0,0 0 0,0 0-1,0 0 1,0 0 0,0 0 0,0 1 0,0-1-1,0 0 1,0 0 0,0 0 0,0 0-1,0 0 1,0 0 0,0 0 0,0 0 0,0 0-1,0 0 1,0 0 0,0 0 0,0 1-1,0-1 1,0 0 0,0 0 0,0 0 0,0 0-1,0 0 1,-1 0 0,1 0 0,0 0-1,0 0 1,0 0 0,0 0 0,0 0-1,0 0 1,0 0 0,0 0 0,0 0 0,0 0-1,0 0 1,-1 0 0,1 0 0,0 0-1,0 0 1,0 0 0,0 0 0,0 0 0,0 0-1,0 0 1,0 0 0,0 0 0,0 0-1,0 0 1,-1 0 0,1 0 0,0 0 0,0 0-1,-4-6 41,-1-6-21,1 0 0,0-1 0,0 1 1,1-1-1,1 0 0,-1-21 0,2-90-40,1 76 32,0 28-11,1 1 0,0 0 0,2 0 0,0 0 0,1 1 0,8-24 0,-9 34-3,0 0-1,1 0 0,0 0 0,1 0 1,0 1-1,0 0 0,0 0 0,1 0 0,0 1 1,1 0-1,-1 0 0,1 0 0,0 1 1,1 0-1,14-7 0,-15 8-1,1 0 0,1 1 0,-1 0-1,0 1 1,1 0 0,-1 0 0,1 1 0,0 0 0,0 0 0,-1 1 0,1 0-1,0 1 1,0 0 0,-1 0 0,1 1 0,-1 0 0,1 0 0,-1 1-1,0 0 1,0 1 0,0 0 0,0 0 0,-1 0 0,1 1 0,-1 0 0,0 1-1,-1 0 1,0 0 0,1 0 0,6 11 0,0 1 6,-2 1 0,0 0 0,-2 1 0,0 0 0,-1 1 0,-1-1 0,8 39 0,-9-23 21,-2 0 1,-1 1-1,-3 68 0,-1-93-5,-1 0-1,0 1 1,0-1-1,-1 0 0,-1-1 1,0 1-1,0-1 1,-1 1-1,-1-1 1,1-1-1,-2 1 1,0-1-1,-10 12 0,4-9 0,0 0-1,0-1 0,-2 0 0,1-1 0,-2-1 0,1 0 1,-1-1-1,-20 8 0,25-12-139,0-1-1,0 0 1,0-1 0,0 0 0,-1-1-1,1 0 1,-1 0 0,1-1 0,-18-1-1,28 0 2,-1 0 0,1 0-1,-1-1 1,1 1 0,0 0 0,-1 0-1,1-1 1,-1 1 0,1 0 0,0-1-1,0 1 1,-1-1 0,1 0 0,0 0-1,0 1 1,0-1 0,-1 0 0,1 0-1,0 0 1,0 0 0,0 0 0,-1-2-1,1-2-358,0 1 1,0-1-1,0 0 0,0 0 0,1 0 0,0 0 0,0-4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2.0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1 318 4434,'0'0'638,"33"0"-390,109 0-69,-108 2-8,-1 1 0,54 13 0,-1-1 15,-30-11-156,68-3 1,-122 0-30,0-1 0,1 0 0,-1-1-1,0 1 1,0 0 0,1-1 0,-1 1 0,0-1 0,0 1 0,0-1 0,0 0 0,0 0-1,0 0 1,0 0 0,0-1 0,0 1 0,-1 0 0,1-1 0,0 1 0,-1-1 0,1 0-1,-1 1 1,0-1 0,1 0 0,-1 0 0,2-4 0,-2 1 3,0 0-1,0-1 1,0 1-1,0-1 1,-1 0 0,0 1-1,0-1 1,-1 1 0,0-1-1,-1-6 1,0 4 6,-1-1 1,-1 1-1,1 0 0,-1 0 0,0 0 1,-1 0-1,0 1 0,0-1 1,-1 1-1,0 1 0,-11-11 1,-7-5 167,-50-34 0,60 46-67,-1 0 1,0 1-1,-1 1 0,1 1 0,-2 0 0,1 0 1,-1 2-1,0 0 0,0 1 0,0 1 1,-1 0-1,-27 1 0,41 2-72,0 0 0,0 0 0,0 1 1,0 0-1,0 0 0,0 0 0,0 0 0,0 1 0,1 0 0,-1-1 0,0 1 0,1 1 1,-1-1-1,1 0 0,0 1 0,0 0 0,0 0 0,0-1 0,0 2 0,1-1 0,-1 0 1,1 1-1,0-1 0,0 1 0,0-1 0,0 1 0,1 0 0,0 0 0,-2 5 0,-2 12 94,1 1-1,0-1 1,2 1-1,0 30 1,1-29-9,2 0 1,0 0 0,2 0 0,0 0 0,2-1 0,0 0-1,15 39 1,-12-44-109,0-1 1,1 1-1,1-2 0,0 1 0,1-1 0,1-1 0,0 0 1,1 0-1,0-2 0,19 15 0,-13-14-292,0-1-1,0-1 1,1-1 0,0-1-1,1 0 1,0-1-1,1-2 1,-1 0 0,31 4-1,-11-7-2043,48-1 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2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318 215 4866,'0'0'3172,"-12"14"-2627,0-2-480,1 1-1,-11 19 1,22-32-62,-1 1-1,1 0 0,-1-1 0,1 1 0,0 0 0,-1 0 1,1-1-1,0 1 0,-1 0 0,1 0 0,0 0 0,0 0 1,0-1-1,0 1 0,0 0 0,0 0 0,0 0 0,0 0 1,0 0-1,0-1 0,1 1 0,-1 0 0,0 0 0,1 0 1,-1-1-1,0 1 0,1 0 0,-1 0 0,1-1 0,-1 1 1,1 0-1,-1-1 0,1 1 0,-1-1 0,1 1 1,0-1-1,0 1 0,-1-1 0,1 1 0,0-1 0,-1 1 1,2-1-1,34 7 41,-33-6-36,11 0 12,0 0-1,0-1 1,0 0-1,1-1 1,-1-1-1,20-4 1,-29 4-20,-1 1 0,1-1 0,0 0-1,0 0 1,-1 0 0,0-1 0,1 1 0,-1-1 0,0 0 0,0 0 0,0-1 0,-1 1 0,1-1 0,-1 0 0,0 0 0,0 0 0,0 0 0,-1-1 0,1 1 0,-1-1 0,2-5 0,-2 3-3,0 1 1,-1 0-1,0 0 0,0 0 1,0-1-1,-1 1 0,0 0 0,0-1 1,0 1-1,-1 0 0,0 0 1,0-1-1,-1 1 0,0 0 0,0 0 1,0 0-1,-1 1 0,0-1 0,0 1 1,0-1-1,-1 1 0,0 0 1,0 0-1,0 0 0,0 1 0,-1-1 1,0 1-1,0 0 0,-6-3 1,-3-2 2,0 0 1,0 1 0,-1 1-1,-1 1 1,1 0 0,-1 1 0,0 0-1,0 1 1,-1 1 0,-19-1-1,20 2 4,-1 2-1,1 0 0,0 0 1,-17 4-1,27-3 0,0 1 1,0-1 0,1 1-1,-1 1 1,0-1-1,1 1 1,0 0 0,0 0-1,-1 1 1,2-1 0,-1 1-1,0 0 1,-6 8-1,2 0 25,0 0 0,1 1 0,0 0-1,1 0 1,1 1 0,0 0 0,0 0-1,2 0 1,0 0 0,-5 31 0,6-16 94,1 1 0,1 0 0,2 0 0,6 47 0,-3-59-146,0 1 1,1-1 0,1 0 0,1-1 0,0 0-1,1 0 1,1 0 0,1-1 0,0 0 0,1-1-1,1 0 1,0-1 0,1 0 0,1-1 0,0 0-1,0-1 1,1-1 0,1-1 0,0 0 0,0 0-1,1-2 1,0 0 0,1-1 0,0-1 0,0-1-1,0 0 1,0-1 0,31 2 0,-21-3-486,1-2-1,-1-1 1,1-2 0,-1 0 0,0-2 0,32-8-1,-42 7 313,-1-1-1,-1 0 0,1-2 0,-1 0 1,0 0-1,-1-1 0,0-1 1,0-1-1,-1 0 0,24-26 1,-23 20 228,0-2 0,-1 0 0,-1-1 0,-1 0 0,-1-1 0,0 0 0,-2-1 0,-1 0 0,6-24 0,-6 15 285,-2 0-1,-1-1 0,-2 1 0,-1-1 0,-1 0 0,-4-38 0,2 63-230,0-1-1,0 1 0,-1-1 0,0 1 0,0 0 1,-1-1-1,1 1 0,-2 0 0,1 1 0,-1-1 1,0 0-1,-9-10 0,9 13-22,0 0 0,0 1 0,0 0 0,0 0-1,-1 0 1,0 0 0,1 0 0,-1 1 0,0 0 0,0 0 0,0 1 0,0-1-1,0 1 1,-1 0 0,1 0 0,0 1 0,-1 0 0,-10 0 0,12 1-21,0-1-1,0 1 1,0 0 0,0 0 0,0 0 0,0 1 0,0-1 0,0 1 0,0 0 0,1 0-1,-1 0 1,1 1 0,-1-1 0,-3 4 0,2 0-7,-1 0 1,1 1-1,1-1 0,-1 1 1,1 0-1,0 0 0,-3 7 1,-1 6 18,2 0 1,0 0 0,1 0 0,1 1 0,-2 23 0,4-24-1,1-1-1,1 0 1,1 1 0,0-1 0,2 0 0,0 1 0,6 18 0,-7-31-43,1 1 1,0-1-1,0 1 0,1-1 0,0 0 1,0 0-1,0 0 0,1-1 0,0 0 1,1 0-1,-1 0 0,1 0 0,0-1 0,1 0 1,-1 0-1,1-1 0,0 1 0,0-2 1,12 6-1,-11-6-3,1 0 0,-1-1 0,1 0 0,0 0 0,-1-1 0,1 0 0,0 0 1,0-1-1,0 0 0,-1-1 0,1 0 0,0 0 0,0-1 0,-1 0 0,1-1 0,-1 0 0,0 0 0,0-1 0,0 0 1,0 0-1,-1 0 0,1-1 0,-1-1 0,9-8 0,-8 5 1,0-1 0,-1-1 0,0 1 0,-1-1 0,0 0 0,0-1 0,-2 1 0,1-1 0,-1 0 0,-1 0 0,0-1 0,-1 1 0,0-1 0,0-17 0,-2 19 0,0 0 0,-1 1 0,0 0 0,-1-1 0,0 1 0,0 0-1,-1 0 1,0 0 0,-1 0 0,0 0 0,-1 1 0,0-1 0,0 1 0,-1 1 0,0-1 0,-1 1-1,-11-11 1,0 4-108,0 1-1,-1 1 0,0 0 0,-1 2 1,0 0-1,-31-11 0,18 9-2318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4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32 289 4178,'0'0'1819,"-4"17"-1749,-3 12 27,2 1 0,-3 52 0,5-66 994,0-33 293,3-28-1038,-1 0-196,8-74 0,-5 107-152,0-1 1,1 1-1,0-1 0,1 1 0,0 0 0,1 0 0,0 1 0,1-1 0,1 1 0,12-17 0,-17 25-2,1 1 0,0-1 1,-1 1-1,1 0 1,0-1-1,0 1 1,0 0-1,1 1 0,-1-1 1,0 1-1,1-1 1,-1 1-1,6-1 1,-7 2-4,-1-1 1,1 1 0,0 0 0,0 0 0,0 0 0,0 0 0,0 0 0,0 1 0,-1-1 0,1 0 0,0 1-1,0 0 1,0-1 0,-1 1 0,1 0 0,0 0 0,-1 0 0,1 0 0,-1 0 0,1 0 0,-1 0 0,1 1-1,-1-1 1,0 0 0,0 1 0,0-1 0,0 1 0,2 2 0,4 12-5,-1 0 0,0 0 0,-1 1-1,0-1 1,-2 1 0,3 25 0,1 106 9,-7-146 2,1 207 203,-1-263-116,-1-9-53,11-95 1,-8 138-43,2 1 1,0-1 0,2 1-1,0 0 1,1 1 0,1-1-1,0 1 1,1 1 0,15-21-1,-21 34-5,1-1-1,0 1 1,1-1 0,-1 1-1,1 0 1,0 1-1,-1-1 1,2 1 0,-1 0-1,11-4 1,-14 6 0,1 0-1,0 0 1,0 0 0,0 0 0,0 1-1,0 0 1,0-1 0,-1 1 0,1 0 0,0 0-1,0 1 1,0-1 0,0 1 0,0-1 0,0 1-1,0 0 1,-1 0 0,1 0 0,0 0 0,-1 1-1,1-1 1,-1 1 0,1-1 0,-1 1 0,4 3-1,0 3 7,0-1 0,-1 1-1,0 0 1,0 0-1,-1 1 1,0 0-1,0-1 1,-1 1-1,5 19 1,12 93-12,-19-109 19,11 286 100,-12-279-93,0-15 41,-2-11 80,-5-26-43,2 0 1,2 0 0,0-1-1,5-51 1,-2 35-87,0 27-2,2 0 0,0 0 0,1 0 1,1 0-1,14-40 0,-14 50-25,2 1-1,-1 0 1,1 0-1,1 1 1,0-1 0,0 1-1,1 1 1,1 0-1,0 0 1,0 0 0,16-11-1,-19 17 1,-1 1-1,1-1 1,0 1-1,0 1 1,0-1-1,12-2 1,-16 4 18,1 0 0,-1 1 0,1-1 0,0 1 0,-1 0 0,1 0 0,-1 0 0,1 0 0,0 0 0,-1 0 0,1 1 0,-1 0 1,1-1-1,-1 1 0,1 0 0,-1 0 0,1 0 0,-1 0 0,0 1 0,4 1 0,-3 1 4,0 1-1,0-1 1,0 1 0,0-1-1,0 1 1,-1 0 0,0 0-1,0 0 1,1 8 0,12 58 5,-6 26 158,-4 1-1,-8 112 1,-3-150-87,4-47-178,0 1 1,1 0 0,1 0-1,1 24 1,-1-38 38,0 0-1,0 0 1,0 1 0,0-1 0,1 0 0,-1 0 0,0 1 0,0-1 0,0 0-1,0 0 1,0 1 0,0-1 0,1 0 0,-1 0 0,0 1 0,0-1 0,0 0 0,1 0-1,-1 0 1,0 0 0,0 1 0,1-1 0,-1 0 0,0 0 0,0 0 0,1 0 0,-1 0-1,0 0 1,0 0 0,1 0 0,-1 1 0,0-1 0,0 0 0,1 0 0,-1 0-1,0 0 1,1-1 0,-1 1 0,0 0 0,0 0 0,1 0 0,-1 0 0,26 0-4830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4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0 494 4626,'0'0'1505,"29"-4"-1489,-2-1-11,29-3 16,72-3 1,-123 11-20,167-11 38,-140 7-42,0-1 0,0-1 0,38-14 1,-67 19 1,0 0 1,-1 0-1,1 0 1,0-1 0,0 1-1,-1-1 1,1 1-1,-1-1 1,1 0 0,-1 0-1,0 0 1,0-1-1,0 1 1,0 0 0,0-1-1,0 1 1,-1-1-1,1 0 1,-1 1 0,0-1-1,1 0 1,-1 0-1,-1 0 1,1 0-1,0 0 1,-1 0 0,1 0-1,-1 0 1,0 0-1,0 0 1,-1 0 0,1-1-1,0 1 1,-1 0-1,0 0 1,0 0 0,0 1-1,0-1 1,0 0-1,0 0 1,-1 0 0,1 1-1,-1-1 1,0 1-1,0-1 1,0 1 0,0 0-1,-3-2 1,-9-9 5,-1 2-1,-1 0 1,0 0 0,0 2-1,-31-14 1,-95-28 160,120 44 79,-1 2-1,0 0 1,0 1-1,-1 2 1,-37 0-1,56 2-224,1 0-1,-1 1 1,0 0-1,0 0 1,0 0-1,1 1 1,-1 0-1,1 0 1,-1 0-1,1 0 1,0 1-1,0-1 1,0 1-1,0 0 1,0 0-1,1 1 1,-1-1 0,1 1-1,0 0 1,0 0-1,0 0 1,1 0-1,-1 0 1,1 0-1,0 1 1,-2 6-1,-3 8 28,2 0-1,0 0 1,0 1-1,2-1 1,-1 26-1,1-10 12,1 0 0,2-1-1,2 1 1,9 59 0,-9-85-55,0 0 0,1 0 0,0 0 0,0 0 0,0-1 0,1 0 0,1 0 0,-1 0 1,1 0-1,1-1 0,-1 1 0,1-1 0,1-1 0,-1 1 0,1-1 0,0 0 0,1-1 0,-1 0 0,1 0 0,0 0 1,0-1-1,0 0 0,11 3 0,-1-3-1,1-1 0,0 0 0,0-1 1,0-1-1,20-2 0,-25 1-2,1 0-8,0-1 0,-1 0-1,1-1 1,0-1 0,-1 0 0,0-1-1,21-9 1,-14 3-19,-1-1 1,0-1-1,0-1 0,20-17 0,-7 3 12,-1-1 0,-2-1 0,0-1 0,-2-2-1,-2-1 1,-1-1 0,-1-2 0,35-71 0,-53 91 25,0-1 1,-1 0-1,0 0 1,-2 0-1,0 0 1,0-1-1,-2 1 1,0-1-1,-2 1 1,1-1-1,-5-17 0,5 31 1,-1-1 0,0 1 0,0 0 0,-1 0 0,1 0 0,-1 1 0,0-1 0,0 0 0,0 1 0,0-1 0,-1 1 0,1 0 0,-1-1 0,0 1 0,0 1 0,0-1 0,-1 0 0,1 1-1,0-1 1,-5-1 0,0 1 17,0-1-1,0 2 0,0-1 0,0 1 0,0 0 1,0 1-1,-1 0 0,-16 0 0,24 1-25,-1 0 0,1-1 0,-1 1-1,1 0 1,-1 0 0,1 0 0,-1 0-1,1 1 1,-1-1 0,1 0 0,-1 1 0,1-1-1,0 1 1,-1-1 0,1 1 0,0 0-1,-1-1 1,1 1 0,0 0 0,0 0 0,-1 0-1,1 0 1,0 0 0,0 0 0,0 0-1,0 1 1,1-1 0,-1 0 0,0 0 0,0 1-1,1-1 1,-1 0 0,1 1 0,-1-1-1,1 1 1,-1-1 0,1 1 0,0-1-1,0 1 1,0-1 0,0 1 0,0-1 0,0 1-1,0-1 1,1 1 0,0 1 0,0 3 0,1 0 1,0-1 0,0 1 0,1-1 0,0 0 0,0 0-1,0 0 1,0 0 0,1-1 0,0 1 0,0-1 0,4 4-1,29 20 20,0-3-1,69 36 0,-64-39-5,-2 2 0,63 47 0,-88-58-15,0 0 0,-1 2-1,-1-1 1,0 2-1,-1 0 1,-1 0-1,17 32 1,-22-34 0,0 1 0,0 0-1,-2 0 1,0 1 0,-1-1 0,0 1 0,-1 0-1,-1 0 1,0 0 0,-2 17 0,0-25 1,0-1 0,0 0 0,0 0 0,-1 1 0,0-1 0,-1 0 0,1 0 1,-1-1-1,0 1 0,-1-1 0,0 1 0,0-1 0,0 0 0,-1-1 0,-9 10 0,4-7 7,-1 1 1,0-2-1,0 1 0,-1-2 0,0 0 0,0 0 0,-24 7 0,16-7 5,-1-1-1,0 0 0,0-2 1,0 0-1,-1-2 0,-25-1 1,43 0 11,0 0 0,0 0 0,0 0 0,0-1 0,1 1 0,-1-1 0,0 0 0,0 0 0,1-1 0,-1 1 0,0-1 0,1 0 0,-1 0 0,1 0 0,0 0 0,0-1 0,0 1 0,0-1 0,0 0 0,-4-5 0,4 3 9,1 0-1,0-1 1,0 1-1,1 0 1,-1-1-1,1 1 0,0-1 1,1 1-1,-1-1 1,1 1-1,0-1 1,1 1-1,-1-1 1,2-6-1,0 4-30,0 0 1,0-1-1,1 1 0,-1 1 1,2-1-1,-1 0 0,1 1 1,0-1-1,1 1 0,0 1 1,0-1-1,0 0 0,1 1 0,0 0 1,0 1-1,1-1 0,-1 1 1,1 0-1,0 1 0,1 0 1,12-6-1,-1 2 8,1 2-1,0 0 1,0 0-1,1 2 1,-1 1-1,1 0 1,33 1-1,-50 2-4,0 0-1,0 0 1,-1 0 0,1 0-1,0 1 1,-1-1-1,1 1 1,0 0-1,-1 0 1,1 1 0,-1-1-1,1 1 1,-1-1-1,0 1 1,0 0-1,0 0 1,5 5 0,-5-3 4,-1-1 1,0 1 0,0 0 0,0 0-1,0 0 1,-1 0 0,1 1 0,-1-1-1,0 0 1,-1 1 0,1-1 0,-1 0-1,0 1 1,0 5 0,-3 14 187,-1-14-367,4-10 134,-1 0 0,1 0 0,0 0 0,-1-1-1,1 1 1,0 0 0,-1 0 0,1 0 0,0 0-1,-1 0 1,1 0 0,0-1 0,-1 1 0,1 0 0,0 0-1,0 0 1,-1-1 0,1 1 0,0 0 0,0 0-1,0-1 1,-1 1 0,1 0 0,0-1 0,0 1-1,0 0 1,0-1 0,-1 1 0,1 0 0,0 0 0,0-1-1,-12-36-5281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8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66 430 1697,'0'0'6995,"0"-10"-4687,-4-68-2103,-2 0 1,-32-142-1,36 211-177,2 6-7,0 1-1,-1-1 1,0 1-1,1-1 1,-1 1 0,0-1-1,0 1 1,0 0 0,0 0-1,-1-1 1,1 1-1,-3-3 1,2 13 137,23 519-177,-12-404 40,-6-57-6,3 0 1,18 83-1,-21-137-2,0-1 1,1 1 0,9 16 0,-12-25-172,0 0-1,1 0 1,0 0 0,0-1 0,0 1 0,0-1 0,0 0 0,1 1-1,-1-1 1,0 0 0,1 0 0,0 0 0,-1-1 0,1 1 0,0-1-1,6 3 1,16-2-4284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9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452 160 4498,'0'0'1273,"34"-4"-796,114-14 486,-134 16-863,0 1 0,0 0-1,0 1 1,0 0-1,0 2 1,0-1 0,-1 2-1,1 0 1,-1 0 0,1 1-1,-1 1 1,0 0-1,18 11 1,-24-11-83,0 1-1,0 0 1,-1 0-1,1 1 1,-1 0-1,-1 0 1,1 0 0,-1 1-1,-1 0 1,1 0-1,-1 0 1,-1 0-1,1 1 1,-2-1 0,1 1-1,-1 0 1,0 0-1,-1 0 1,1 11-1,-1-6-6,-1-1-1,0 1 0,-1 0 0,0-1 0,-1 0 0,-1 1 0,0-1 0,0 0 0,-2 0 1,0 0-1,0-1 0,-1 0 0,0 0 0,-13 18 0,7-15 7,0-1 0,-1 0 1,0-1-1,-1 0 0,-1-1 0,0 0 0,-1-2 1,0 0-1,0 0 0,-20 7 0,17-8 80,-1-2 0,0 0 0,0-1 0,0-1 0,0-1 0,-1-1 0,0-1 0,1-1 0,-1 0 1,0-2-1,-24-3 0,31 1-37,-1 0 1,0-1 0,0 0-1,1-1 1,0-1 0,0 0 0,1-1-1,0-1 1,0 0 0,0-1-1,1 0 1,0-1 0,1 0-1,0 0 1,-17-23 0,21 22-14,-1 0 0,1-1 0,1 0 0,0 0 0,1 0-1,0-1 1,1 0 0,0 0 0,1 0 0,0 0 0,1 0 0,1-1 0,0 1 0,1-1 0,0 1 0,1 0 0,1-1 0,0 1-1,1 0 1,0 0 0,1 0 0,0 0 0,1 0 0,1 1 0,0 0 0,0 0 0,10-11 0,-2 5-41,1 1-1,1 0 1,1 1 0,1 1 0,0 0 0,1 1 0,0 2-1,1 0 1,0 1 0,1 0 0,27-8 0,-10 6-4,1 2 0,1 2 0,-1 1 0,1 3 0,69-2 0,-88 6-2,1 1 0,0 1 0,-1 1 0,1 1 0,-1 0 0,0 2 0,0 1 0,0 0 0,-1 2 0,1 0 0,-2 1 0,0 1 0,20 14 0,-11-4 12,-1 0-1,-1 2 0,-1 1 0,0 1 0,-2 1 0,-2 1 1,0 1-1,-1 1 0,-2 0 0,23 49 0,-33-59 17,0 1 0,-1 0 0,-1 1 0,-1 0-1,-1 0 1,0 0 0,-2 0 0,0 1 0,-1-1 0,-2 1-1,0-1 1,0 0 0,-2 1 0,-1-1 0,-1 0-1,0-1 1,-1 1 0,-1-1 0,-11 21 0,3-15 22,-1-1 0,0 0 0,-2-1 1,-1 0-1,-35 32 0,1-9 74,-77 52 0,48-42-99,-4-4 0,-106 48 0,131-73-598,0-3 1,-1-3-1,-2-3 1,-84 14-1,-102-15-6290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4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104 426 3426,'0'0'1643,"0"-29"-920,0-176 35,1 155-577,0 18 223,-1 1 0,-5-33-1,0 49 218,4 16-612,1 0-1,-1 0 1,1 0-1,-1 0 1,1 0-1,0 0 1,-1 0-1,1 0 1,0 0-1,0 0 1,0 0-1,0 0 1,0 1-1,0-1 1,0 0-1,0 0 1,1 2-1,-1 991 678,-1-1111-585,-23-180 0,3 173-96,3 22-7,-11-199-1,29 283-7,0 18 9,1 0 0,-1 0 1,0 0-1,0 0 0,0 0 1,0 0-1,0 0 1,0 1-1,0-1 0,0 0 1,0 0-1,0 0 0,0 0 1,0 0-1,1 0 0,-1 0 1,0 0-1,0 0 0,0 0 1,0 0-1,0 0 1,0 0-1,0 0 0,1 1 1,-1-1-1,0 0 0,0 0 1,0 0-1,0 0 0,0 0 1,0 0-1,1 0 0,-1 0 1,0-1-1,0 1 0,0 0 1,0 0-1,0 0 1,0 0-1,0 0 0,1 0 1,-1 0-1,0 0 0,0 0 1,0 0-1,0 0 0,0 0 1,0 0-1,0 0 0,0-1 1,0 1-1,0 0 0,1 0 1,-1 0-1,0 0 1,0 0-1,0 0 0,0 0 1,0-1-1,0 1 0,0 0 1,0 0-1,0 0 0,0 0 1,0 0-1,10 5 0,1 2 1,-2-1-1,1 1 0,-1 1 1,0 0-1,0 0 0,9 12 1,57 78 61,-50-65-21,29 46-11,-3 2-1,-4 2 1,-3 2-1,-4 2 1,-4 2 0,34 127-1,-64-193-21,-6-18-1,1 0-1,0-1 0,0 1 1,1 0-1,-1-1 1,1 1-1,0-1 1,1 1-1,-1-1 0,5 7 1,-2-12 288,-3-11 252,11-214 918,5-49-1337,-11 226-136,1 0 0,2 1 1,26-72-1,-34 113-68,3-7-36,1 1-1,11-21 1,-15 31-165,0 0 0,0 0 0,0 0 0,0 0 0,1 0 0,-1 1-1,1-1 1,0 1 0,0 0 0,0 0 0,0 0 0,0 0 0,0 0 0,0 1 0,7-3-1,12 2-3690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4.9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37 264 4706,'0'0'939,"34"13"-747,113 41-85,-134-50-103,1 0 0,-1-1 0,1-1 0,-1 0 1,1-1-1,0 0 0,0-1 0,0-1 0,-1 0 0,1-1 0,0 0 0,19-6 0,-17 4 2,-7 2-4,1-1 0,0 0 0,-1 0 0,1-1 1,-1 0-1,0 0 0,0-1 0,13-10 0,-19 12-5,0 0 0,0 0 0,0 0 1,-1 0-1,0 0 0,1-1 0,-1 1 0,0-1 0,-1 0 0,1 1 0,-1-1 0,1 0 0,-1 0 0,0 0 1,0 0-1,-1 0 0,0 0 0,1 0 0,-1 0 0,0 0 0,-1 0 0,1 0 0,-1 0 0,-1-6 0,0 5-9,1 0 0,-1 0 0,-1 1 0,1-1 0,-1 0 0,1 1 0,-1-1 0,-1 1 0,1 0 0,-1 0 0,-7-6 0,-51-36 12,52 38 3,-7-2 91,0 0 1,0 1-1,-1 1 1,0 1-1,-1 0 1,1 1-1,-1 1 1,-1 1-1,1 1 0,0 0 1,-1 1-1,1 2 1,-1 0-1,-35 5 1,49-4-53,0 1 1,1 0-1,-1 1 0,1-1 1,0 1-1,-1 0 1,1 0-1,1 1 1,-1 0-1,0 0 1,1 0-1,0 0 1,0 0-1,0 1 1,1 0-1,-1 0 0,1 0 1,0 0-1,1 0 1,-1 1-1,-1 6 1,-3 8 188,1-1 1,0 1-1,2 0 1,-4 38-1,6-35-29,1 0 0,1 0 0,5 44-1,-3-57-180,0-1 0,1 0 0,0 0 0,0 0 0,1 0 0,0 0 0,0-1 0,1 0 0,0 0 0,1 0 0,11 13 0,-6-11-22,-1 0-1,1-1 0,1-1 1,0 0-1,0 0 0,0-1 1,1 0-1,22 7 0,-13-7-365,1 0 0,0-2-1,1-1 1,31 2 0,48-3-3275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5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32 715 5122,'0'0'1011,"-5"9"-597,-17 30-219,22-40-173,0 1-1,0 0 1,0 0 0,0 0 0,0 0 0,0 0 0,0 0-1,0 0 1,0 0 0,0 0 0,0 0 0,0 0 0,0-1-1,0 1 1,0 0 0,0 0 0,0 0 0,0 0 0,0 0-1,0 0 1,0 0 0,0 0 0,-1 0 0,1 0-1,0 0 1,0 0 0,0 0 0,0 0 0,0 0 0,0 0-1,0 0 1,0 0 0,0 0 0,0-1 0,0 1 0,0 0-1,0 0 1,-1 0 0,1 0 0,0 0 0,0 0 0,0 0-1,0 0 1,0 0 0,0 0 0,0 1 0,0-1 0,0 0-1,0 0 1,0 0 0,-1 0 0,1 0 0,0 0 0,0 0-1,0 0 1,0 0 0,0 0 0,0 0 0,0 0-1,0 0 1,-1-14 417,4-20-267,0 22-164,2 0 0,0 1 0,0 0 0,1 0 0,0 0 0,1 0 1,1 1-1,-1 0 0,1 1 0,1 0 0,0 0 0,14-10 0,-17 14-17,1-1 0,0 2 1,0-1-1,1 1 0,-1 0 0,1 1 0,0-1 0,0 2 0,0-1 1,1 1-1,-1 0 0,0 1 0,1 0 0,-1 0 0,1 1 0,0 0 1,-1 0-1,1 1 0,9 2 0,-15-2 5,0 1 0,0-1 0,0 1 0,0-1 0,0 1-1,0 0 1,0 0 0,-1 0 0,1 0 0,-1 1 0,1-1 0,-1 1 0,0-1 0,0 1 0,0 0 0,0 0 0,-1 0-1,1 0 1,-1 0 0,0 0 0,1 0 0,-1 4 0,3 7-10,-1 1 0,-1-1 0,0 26 1,-1-14 17,-1-1 0,-1 1 0,-8 46 0,5-57 6,0 0 0,-1 0 1,0-1-1,-1 0 0,-1 0 1,0-1-1,-16 22 0,22-34-8,-2 5 5,0-1 0,-1 0 0,0 0 0,0 0 0,0-1 0,-1 1 0,0-1 0,1 0 0,-1-1 0,-1 1 0,-7 4 0,13-10-1,0 1 0,0-1 1,0 1-1,0 0 1,0-1-1,0 1 0,1-1 1,-1 1-1,0 0 1,1-1-1,-1 1 0,1 0 1,-1 0-1,2-3 1,25-33-39,48-52 0,-17 21-6,-41 48 27,74-97-54,-77 97 61,-1-1 1,0 0-1,16-42 1,-27 59 7,-1 0 0,1 0 1,-1-1-1,0 1 1,-1-1-1,1 1 1,-1-1-1,1 1 1,-2-1-1,1 1 0,-1-9 1,0 13-3,0 0 1,-1 1-1,1-1 0,0 0 1,0 0-1,0 0 0,0 1 1,0-1-1,0 0 0,0 1 0,1-1 1,-1 1-1,0-1 0,0 1 1,0 0-1,0-1 0,0 1 1,1 0-1,-1 0 0,0-1 1,1 1-1,-2 1 0,-4 8 6,-1 1-1,2 0 1,0-1-1,0 2 1,0-1-1,2 0 1,-1 1-1,2 0 1,-3 17 0,0 13 90,2 59 0,3-80-67,0 1 0,2-1-1,4 23 1,-4-36-29,0-1 0,1 1 1,-1 0-1,2-1 0,-1 0 0,1 0 1,0 0-1,0 0 0,1-1 0,0 1 1,7 7-1,-4-7 0,0 0 0,0-1-1,0 1 1,1-2 0,-1 1 0,2-1 0,-1 0 0,0-1 0,20 6-1,-10-6-18,0 0-1,0-1 1,0-1-1,28-1 0,-42-1-7,0 0 0,0-1 0,0 1 1,0-1-1,0 0 0,-1 0 0,1-1 0,0 0 0,-1 1 0,1-1 0,-1-1 0,1 1 0,-1-1 0,0 0 0,0 0 0,0 0 0,3-4 0,-2 1 8,1-1 0,-1 0 0,0-1 0,-1 1 0,0-1 0,0 0 0,0 0 0,4-17 0,-1-8 23,-1-1 0,-1 0 0,-1-66 0,-3-609 234,-3 902 15,5 246 765,0-394-911,13 70-1,-13-102-320,0 0-1,0 0 1,2 0-1,-1 0 1,2-1-1,0 1 1,0-1-1,1-1 1,11 15-1,2-11-3023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5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 4978,'0'0'2145,"223"-59"-2097,-104 59-48,6 0-48,-24 0-2993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6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85 305 3089,'0'0'1358,"-7"-26"-685,-23-84-49,27 95-439,0-1-1,2 1 1,-1-1-1,3-20 1,-1 28 135,0 0-1,0 0 1,-1 0 0,1 0 0,-2-1 0,-3-12-1,5 39-62,-1 21-250,11 269 202,13 302 73,-23-607-226,0-11 134,0-68 199,1-82-206,-25-207 0,-14 105-154,37 238-10,1 22-19,0 0 0,-1 0 0,1 0 0,0-1 0,0 1 0,0 0 0,0 0 0,0-1 0,0 1 0,0 0 0,0 0 0,0-1 0,0 1 0,0 0 0,0 0 0,0-1 0,0 1 0,0 0 0,0 0 0,0-1 0,0 1 0,0 0 0,0 0 0,0 0 0,0-1 0,0 1 0,0 0 0,0 0 0,1-1 0,-1 1 0,0 0 0,0 0 0,0 0 0,0 0 0,1-1 0,-1 1 0,0 0 0,0 0 0,0 0 0,1 0 0,-1 0 0,0-1 0,0 1 0,0 0 0,1 0 0,-1 0 0,0 0 0,0 0 0,1 0-1,6 8-21,-6-7 18,43 68-20,42 90 1,-55-100 44,137 320 29,-162-365-47,0 6 8,2-1 1,1 0-1,0-1 1,2 0 0,11 17-1,-21-35-8,-1 1-1,1 0 0,-1 0 0,1-1 1,0 1-1,-1-1 0,1 1 1,0 0-1,-1-1 0,1 0 0,0 1 1,0-1-1,-1 1 0,1-1 1,0 0-1,0 1 0,0-1 1,-1 0-1,1 0 0,0 0 0,0 0 1,2 0-1,-2 0 12,0-1 0,0 1 0,0-1 0,0 1 0,0-1 1,-1 0-1,1 0 0,0 1 0,0-1 0,0 0 0,-1 0 0,1 0 0,0 0 0,-1 0 0,1 0 1,-1 0-1,1 0 0,-1 0 0,1 0 0,-1 0 0,0-2 0,14-48 421,-2 0 0,5-59 0,3-113-282,-19 208-130,4-52-28,-3 15-194,15-75 0,-16 122 64,0 0 1,0 1 0,1-1-1,-1 1 1,1-1-1,0 1 1,5-7-1,-6 10-91,0 0-1,0 0 0,0-1 0,0 1 1,0 0-1,0 0 0,0 0 0,1 0 1,-1 1-1,0-1 0,1 0 0,-1 0 1,1 1-1,-1-1 0,1 1 0,-1-1 1,1 1-1,-1 0 0,1 0 0,-1 0 1,1-1-1,-1 1 0,1 1 0,-1-1 0,4 0 1,18 8-4638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7.2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66 1857,'0'0'3898,"-5"-11"-2762,-17-33-290,22 43-827,0 1 1,-1-1-1,1 1 0,0-1 1,-1 0-1,1 1 0,-1-1 0,1 1 1,-1-1-1,1 1 0,-1-1 1,1 1-1,-1-1 0,1 1 1,-1 0-1,0-1 0,1 1 1,-1 0-1,0 0 0,1-1 1,-1 1-1,0 0 0,1 0 1,-1 0-1,0 0 0,0 0 1,0 0-7,0 1 0,0-1 0,0 1 0,0 0 0,1-1 0,-1 1 0,0 0 1,1 0-1,-1-1 0,0 1 0,1 0 0,-1 0 0,1 0 0,-1 0 0,1 0 0,0 0 0,-1 1 1,-4 13 11,0 1 0,1 0 1,1 0-1,1 0 1,-1 19-1,2 89 209,2-101-191,-1-9-26,1 1 0,0-1 0,2 1 0,0-1 0,0 0 0,1 0 0,1 0-1,0 0 1,12 20 0,-13-26-11,1 0 0,1-1 0,-1 0 0,1 0 0,0-1 0,1 1 0,0-1-1,0-1 1,0 1 0,0-1 0,1 0 0,0-1 0,0 0 0,0 0 0,1-1 0,15 4 0,-12-4-5,0 0 1,1-1 0,-1-1-1,1 0 1,-1-1-1,20-2 1,-27 2-2,0-1 0,0 0 0,1-1 0,-1 1 0,0-1 0,0 0 0,-1 0 0,1 0 0,0-1 0,-1 0 0,1 0 0,-1 0-1,0 0 1,0-1 0,0 0 0,-1 0 0,5-5 0,-2 0-1,-1-1 0,0 1-1,-1-1 1,0 0 0,0 0-1,-1 0 1,0 0 0,-1-1-1,2-10 1,-1-13-8,-3-50 0,0 46 14,0 13 7,-6-43 0,5 60-2,-1 0 0,0 0 0,0 0 0,-1 0 0,0 0 0,0 1 0,-1-1 0,-8-11 0,5 11 120,3 9 27,3 19-28,1-18-145,-1 35 20,6 123 132,-2-138-159,0 0 0,1-1-1,1 0 1,1 0 0,13 30-1,-13-37-573,0-1 0,1 0 0,1 0 0,0-1 0,19 22-1,3-9-1989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7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1 315 3410,'0'0'1043,"0"-35"-232,3-109-291,-2 135-481,0 0 1,0 0-1,1 1 0,0-1 1,0 1-1,5-12 0,-4 15 1,0 0 0,0 0-1,1 1 1,-1-1-1,8-7 1,-10 11-33,0-1 3,1 0-1,0 1 1,-1-1-1,1 0 1,0 0-1,0 1 0,0-1 1,0 1-1,1 0 1,-1 0-1,0-1 1,0 1-1,1 1 1,-1-1-1,1 0 1,-1 1-1,1-1 1,-1 1-1,1 0 1,-1-1-1,1 1 0,-1 1 1,1-1-1,-1 0 1,1 0-1,-1 1 1,1 0-1,-1-1 1,1 1-1,-1 0 1,0 0-1,1 0 1,-1 1-1,0-1 0,0 1 1,0-1-1,0 1 1,0-1-1,0 1 1,0 0-1,2 3 1,2 7 31,0 1 0,-1-1 1,-1 1-1,0 0 0,0 0 1,-1 0-1,2 21 0,2 97 413,-7-122-433,1 135 300,-1-144-316,0 0 1,0-1-1,1 1 0,-1 0 1,0-1-1,1 1 1,-1 0-1,0-1 1,0 1-1,1 0 1,-1 0-1,1-1 1,-1 1-1,0 0 1,1 0-1,-1 0 0,0-1 1,1 1-1,-1 0 1,1 0-1,-1 0 1,1 0-1,-1 0 1,0 0-1,1 0 1,-1 0-1,1 0 1,-1 0-1,1 0 1,-1 0-1,0 0 0,1 0 1,-1 0-1,1 1 1,-1-1-1,0 0 1,1 0-1,-1 0 1,1 1-1,-1-1 1,0 0-1,1 0 1,-1 1-1,0-1 0,0 0 1,1 1-1,-1-1 1,0 0-1,0 1 1,1-1-1,-1 1 1,0-1-1,0 0 1,0 1-1,0-1 1,0 1-1,1-1 1,-1 1-1,0-1 0,0 0 1,0 1-1,9-19 160,-1-1-1,-1 0 0,0 0 0,6-31 0,5-13-96,25-52-12,-38 104-55,0 1 1,1 0-1,0 0 1,1 0-1,0 1 1,0 0-1,1 0 1,10-9-1,-16 16-4,0 0 0,0 1 0,1-1 1,-1 0-1,0 1 0,1-1 0,0 1 0,-1 0 0,1 0 0,0 0 0,-1 0 0,1 0 0,0 1 0,0-1 0,0 1 1,0 0-1,-1 0 0,5 0 0,-5 1-1,1 0 0,-1 0 0,0 0 0,0 0 0,0 0 0,0 0 0,0 1 1,0-1-1,0 0 0,0 1 0,-1 0 0,1 0 0,0-1 0,-1 1 0,1 0 0,-1 0 0,1 3 0,4 8-8,0 1-1,-1-1 0,-1 1 0,0 0 0,2 23 0,2 34 27,-3-1 0,-5 73-1,0-68 82,0-73-36,0-31 341,-1-26-277,3-86-54,0 121-77,0 0 1,2 0 0,0 0-1,13-36 1,-13 45 7,4-10-34,1 1 0,19-34 1,-26 51 22,0-1-1,0 1 1,0 0 0,0 0 0,1 0 0,-1 0 0,1 0 0,0 1 0,0-1-1,0 1 1,0-1 0,0 1 0,1 0 0,-1 1 0,1-1 0,-1 0-1,1 1 1,0 0 0,-1 0 0,1 0 0,0 0 0,7 0 0,-10 1 8,0 0 0,-1 0 1,1 1-1,0-1 0,0 0 1,-1 0-1,1 0 0,0 1 1,0-1-1,-1 0 0,1 1 1,0-1-1,-1 0 0,1 1 1,0-1-1,-1 1 0,1-1 1,-1 1-1,1 0 0,-1-1 1,1 1-1,-1 0 0,1-1 1,-1 2-1,5 6-1,-1 0 0,-1 0 1,0 1-1,0 0 0,0 0 0,1 15 0,4 64 32,-5-47 0,2 35 45,-5-43-56,2 0 1,1 0-1,2 0 0,1 0 0,12 34 0,-16-63-124,0 1-1,-1-1 1,2 0-1,-1 0 1,0 0-1,6 7 1,-6-10-143,-1 0 0,1 0 0,0 0 0,-1 0-1,1 0 1,0 0 0,-1 0 0,1 0 0,0-1 0,0 1 0,3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8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2417,'0'0'3679,"1"33"-2916,12 234 171,23 287-403,-35-537-524,4 16 34,-5-31 7,0-7 77,-1-75 116,4-113-135,-2 185-102,0 0-1,0 0 1,1 1 0,0-1-1,0 1 1,1-1-1,0 1 1,0 0 0,1 0-1,0 1 1,0-1 0,0 1-1,11-12 1,-10 13-9,0 1 0,1 0 0,-1 0 0,1 0 0,0 1 0,0-1 0,0 1 0,0 1 0,1 0 0,-1-1 0,1 2 0,0-1 0,-1 1-1,1 0 1,0 0 0,9 1 0,-10 0-1,1 0 0,0 0 0,0 1 0,0 0 0,-1 0 0,1 1-1,-1 0 1,9 3 0,-11-3 4,-1 0-1,1 1 1,-1-1-1,0 1 0,1-1 1,-1 1-1,-1 0 1,1 0-1,0 0 1,-1 1-1,0-1 1,1 0-1,-1 1 0,-1 0 1,4 7-1,-1 2 12,0 1 0,-1 0 0,0-1 0,-1 1 0,0 16 0,-4 75 439,2-97-411,0-1 0,-1 1 0,0-1 0,-1 1 0,0-1 0,0 0 0,0 0 0,-1 0 0,0 0 0,0 0 0,-1-1 0,0 1 0,0-1 0,0 0 0,-1 0 0,0 0 0,0-1 0,0 0 0,-1 0 1,0 0-1,0-1 0,0 1 0,-1-2 0,-7 5 0,-3 1-214,-1 0 0,0-2 1,0 0-1,0-1 0,-1-1 1,0 0-1,0-1 0,-35 1 1,54-5 120,-1 0 1,1 0-1,0 0 0,0 0 1,0 0-1,0 0 1,-1 0-1,1 0 1,0 0-1,0 0 1,0 0-1,-1 0 0,1 0 1,0 0-1,0 0 1,0 0-1,0 0 1,-1 0-1,1 0 1,0 0-1,0-1 1,0 1-1,0 0 0,0 0 1,-1 0-1,1 0 1,0 0-1,0-1 1,0 1-1,0 0 1,0 0-1,0 0 0,0 0 1,0-1-1,0 1 1,-1 0-1,1 0 1,0 0-1,0 0 1,0-1-1,0 1 1,0 0-1,0 0 0,0 0 1,0-1-1,0 1 1,1 0-1,-1 0 1,0 0-1,0-1 1,0 1-1,0 0 1,0 0-1,0 0 0,0-1 1,0-33-4457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8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0 268 3778,'0'0'2484,"32"3"-2455,104 7 3,23-7 0,-135-4-32,-19 1 3,1-1 1,-1 1-1,1-1 0,-1 0 1,0 0-1,1 0 1,-1-1-1,0 0 0,0 0 1,0-1-1,0 1 1,-1-1-1,1 0 0,0 0 1,-1 0-1,0-1 1,0 0-1,0 0 0,0 0 1,-1 0-1,0 0 0,0-1 1,0 1-1,0-1 1,0 0-1,-1 0 0,0 0 1,0 0-1,-1 0 1,1-1-1,-1 1 0,0 0 1,-1-1-1,1 1 1,-1-1-1,0-7 0,-2 8 17,1 0-1,0 1 1,-1-1-1,0 0 1,0 1 0,0-1-1,-1 1 1,1 0-1,-1 0 1,0 0-1,0 0 1,-1 0-1,1 1 1,-1-1 0,1 1-1,-1 0 1,0 0-1,-1 0 1,1 1-1,-7-4 1,-9-3 116,0 0 0,-1 1 0,-28-8 0,18 10 120,0 0 0,-1 3-1,0 0 1,-32 2-1,61 1-233,0 0 1,-1 0-1,1 0 0,0 1 0,-1-1 0,1 1 0,0-1 1,0 1-1,0 0 0,0 1 0,0-1 0,0 0 0,0 1 1,0 0-1,0 0 0,1 0 0,-1 0 0,-2 3 0,2-1-12,0 0 1,0 0-1,1 1 0,0-1 0,0 1 0,0 0 0,0-1 0,1 1 0,0 0 0,0 0 0,0 7 0,-1 7 16,1 1 0,0-1 0,2 1 0,1-1 0,0 0 0,1 0 0,1 0 0,1 0 0,1-1 0,12 29-1,-8-25-18,2 0 0,0-1 0,2 0 0,0-1 0,1 0 0,1-2 0,36 33 0,-44-44-2,1 0 0,0-1 0,1 0 0,-1 0 0,1-1 0,0 0 0,1-1 0,-1 0 0,19 4 0,-12-5 3,-1-1 1,1 0 0,0-2-1,0 0 1,29-3 0,-38 2-5,0-1 0,0 0 1,0 0-1,0 0 1,0-1-1,-1-1 0,1 1 1,-1-1-1,0 0 0,0-1 1,10-8-1,-8 4 2,1 0 0,-2 0 0,1-1 0,-2-1 0,1 1 0,10-22 1,-7 8 13,0-1 0,-2 0 1,-1-1-1,-1 0 0,-1-1 1,3-36-1,-4-76 184,-6 107 115,-9 133-119,8 207-28,3-165-117,-1-141-34,0-23 246,-2-87 193,5-148-434,-3 251-40,0 0 0,0 1 1,1-1-1,0 0 0,0 0 1,0 0-1,1 0 1,-1 1-1,1-1 0,0 1 1,0-1-1,1 1 0,0 0 1,-1 0-1,1 0 0,1 0 1,-1 1-1,0-1 1,1 1-1,0 0 0,0 0 1,0 0-1,0 0 0,0 1 1,1-1-1,6-2 1,24-7-219,0 2 1,1 1 0,0 1-1,64-4 1,-25 3-227,-75 8 461,0 1 0,1 0 0,-1 0-1,0 0 1,1 0 0,-1 0 0,0 0 0,1 0-1,-1 0 1,0 0 0,1 0 0,-1 0-1,0 0 1,1 0 0,-1 0 0,0 0-1,1 0 1,-1 0 0,0 0 0,1 1-1,-1-1 1,0 0 0,1 0 0,-1 0-1,0 1 1,0-1 0,1 0 0,-1 0 0,0 0-1,0 1 1,0-1 0,1 0 0,-1 1-1,0-1 1,0 0 0,0 0 0,0 1-1,1-1 1,-1 0 0,0 1 0,0-1-1,0 0 1,0 1 0,0-1 0,0 0 0,0 1-1,0-1 1,0 1 0,0-1 0,0 0-1,0 1 1,0-1 0,-1 0 0,1 1-1,0-1 1,0 0 0,0 0 0,0 1-1,0-1 1,-1 1 0,-14 27 79,8-18-20,-6 18 47,1 0 0,1 1 0,1 0 0,2 0 0,1 1 1,2 0-1,0 0 0,3 1 0,0-1 0,2 1 0,4 44 1,-3-70-157,0 1 0,0-1 0,1 0 0,-1 1 0,1-1 0,0 0 0,1 0 0,-1 0 1,1 0-1,0 0 0,0-1 0,1 1 0,-1-1 0,1 0 0,0 0 0,0 0 1,0 0-1,1-1 0,-1 0 0,1 0 0,0 0 0,0 0 0,0-1 0,0 0 1,0 0-1,0 0 0,9 1 0,39 1-3040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9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0 3314,'0'0'2945,"-57"95"-2753,84-92-32,3-3 16,-1 0-48,-8-15-128,0-11-160,-18 5-2657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9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2561,'0'0'737,"0"205"-753,0-178 16,12-12 288,9-15 112,-4 0 160,-2-3 304,-6-18 17,-6 3 159,-3 0-63,0 0-193,0 3-528,0 7-256,15-7-288,0-6-3041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00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725 59 3169,'0'0'2748,"-33"-10"-1942,-108-29 291,128 36-913,-1 0 0,0 1 0,0 1 1,0 0-1,0 1 0,0 1 0,0 0 1,-23 5-1,16 0 46,0 2-1,0 0 1,-31 17 0,32-14-61,-1 0 0,1 2 0,1 1 0,0 0 0,1 1 0,1 1 0,0 0 0,-22 30 0,27-29-71,1 0 0,1 0 0,1 1-1,0 0 1,1 1 0,1 0 0,1 0 0,0 0 0,2 1 0,-3 28 0,2-10-67,3 0-1,1 0 1,2 0 0,9 64-1,-7-86-25,0-1 0,1 1 1,1-1-1,1 0 0,0 0 0,1-1 0,0 0 0,1 0 0,1-1 0,0 0 0,1 0 0,0-1 0,24 21 0,-20-21-3,2-1 0,-1-1 0,2-1-1,-1 0 1,1-1 0,0 0-1,1-2 1,0 0 0,30 5 0,-9-4-27,1-3 1,1-1 0,54-3-1,-82-1 17,-1 0 0,0-1 0,1 0 0,-1-1-1,0-1 1,-1 0 0,1 0 0,-1-1 0,1 0-1,-2-1 1,1-1 0,-1 1 0,0-2 0,0 1-1,0-2 1,-1 1 0,-1-1 0,0 0 0,0-1-1,0 0 1,-1 0 0,-1-1 0,0 0 0,0 0-1,-1 0 1,-1 0 0,5-19 0,1-15 16,-2 0 1,-2-1-1,-2 0 1,-2 0-1,-5-52 1,2 72-24,-2 1 1,0-1-1,-2 1 1,0 0-1,-2 0 1,-16-39 0,18 54 0,0-1 0,0 1 1,-1 0-1,0 0 0,-1 0 1,0 1-1,-1 0 0,0 1 1,0 0-1,-1 0 0,0 0 1,0 1-1,0 1 0,-1 0 0,0 0 1,-21-9-1,20 13-140,1-1 0,0 1 0,-1 1 0,1 0 0,-1 0 0,-13 2 0,7-1-1249,1 0-2980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01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176 136 3041,'0'0'4461,"-16"17"-3663,4-4-636,-2 2 3,-1 1-1,2 0 1,0 1-1,1 0 1,-17 34 0,21-33-63,-1-1 0,2 1 1,1 0-1,0 1 1,1-1-1,1 1 0,-2 20 1,6-38-39,0-5 93,2-7-122,0 1 0,1-1 0,0 1 0,1 0 0,0 0 0,0 0 0,1 0 0,1 1 0,6-10 0,3-6-22,10-20 18,2 2 0,54-68 0,-72 100-33,1 0 0,0 0-1,0 1 1,1 1 0,1 0-1,0 0 1,0 1 0,0 1 0,1 0-1,0 0 1,0 2 0,1-1-1,0 2 1,17-4 0,-21 6-3,1 1 0,0 0 0,0 0 0,0 2 1,0-1-1,0 1 0,0 1 0,0 0 0,11 3 1,-16-2-3,0-1 1,0 1 0,0 1 0,-1-1-1,1 1 1,-1-1 0,0 2-1,0-1 1,0 0 0,-1 1 0,1 0-1,-1 0 1,0 1 0,-1-1-1,1 1 1,3 7 0,2 10 3,-1-1 0,0 1 1,-2 0-1,0 1 0,-2 0 0,3 40 1,-5-12 1,-2 1 0,-8 52 1,4-77 5,-1-1 0,-1 1 0,-2-1 0,-1 0 0,-1-1 0,-1 0 0,-1 0 0,-1-2 0,-1 1 0,-2-2 1,0 0-1,-1-1 0,-36 35 0,26-31 17,-2-1 1,-1-2-1,-1-1 1,-1-1-1,0-2 1,-2-1-1,0-1 1,-1-3-1,-62 19 1,75-29 155,18-3 113,13-1 16,90-5-134,150-26 0,-11-1-175,175 11-83,-474 21 9,-136-3-2529,76-12-2459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0.1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40 5122,'0'0'1204,"-3"-10"-1114,-6-19-175,24 76-40,21 70 155,-5 1 0,-6 2 0,-4 1 0,-6 0 1,-1 126-1,-14 37 1058,0-282-730,12-2-54,44-4-389,1-3 1,-1-2-1,94-28 1,-81 19-837,29-9-1056,-8-2-379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0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75 4402,'0'0'1926,"-30"0"-1635,12-1-273,8 1-15,-1-1 0,0 1 0,0 1 0,0 0 1,1 1-1,-13 3 0,19-4-3,-1 1 0,1-1 0,1 1 0,-1 0 1,0 1-1,0-1 0,1 0 0,-1 1 0,1 0 0,0 0 0,0 0 0,0 0 1,0 1-1,1-1 0,-1 1 0,1 0 0,0-1 0,0 1 0,0 0 0,1 0 0,-1 0 1,0 7-1,-6 20 66,3-1 1,0 1 0,2 1 0,2-1-1,1 0 1,6 58 0,-5-81-64,1 0 0,0 0 0,0 0 1,1-1-1,0 1 0,1-1 0,-1 1 1,1-1-1,0 0 0,1-1 0,0 1 1,0-1-1,0 0 0,1 0 0,0 0 1,0-1-1,1 0 0,-1 0 1,1-1-1,0 1 0,0-2 0,1 1 1,7 2-1,-6-3 12,0 0-1,0-1 1,0 0 0,0-1-1,0 0 1,0 0 0,0-1-1,0 0 1,1-1 0,-1 0-1,0 0 1,0-1 0,0 0 0,0-1-1,-1 0 1,1 0 0,-1-1-1,0 0 1,1-1 0,9-6-1,-7 2 9,-1-1 0,0 0 0,0 0 0,0-1 0,-2 0 0,1 0 0,-1-1-1,-1 0 1,0-1 0,-1 1 0,0-1 0,-1-1 0,-1 1 0,0-1-1,0 0 1,-2 0 0,0 0 0,0 0 0,-1 0 0,-2-27 0,0 29-54,-1 0 0,0-1 0,-1 1 0,0 1 0,0-1 0,-2 0 0,1 1 0,-2 0 0,1 0 0,-1 0 0,-1 1 0,0 0 0,0 0 0,-1 1 0,-1 0 0,-15-14 0,14 15-353,0 0 1,-1 1-1,0 0 1,0 0-1,0 2 1,-1-1-1,1 1 1,-1 1-1,-24-5 1,-5 6-3187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0.8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1 206 832,'0'0'4154,"10"-11"-2934,29-30-412,-38 41-805,-1 0 0,0 0 0,0 0 1,0-1-1,0 1 0,0 0 0,1 0 0,-1 0 0,0-1 0,0 1 1,0 0-1,1 0 0,-1 0 0,0 0 0,0 0 0,0-1 1,1 1-1,-1 0 0,0 0 0,0 0 0,1 0 0,-1 0 1,0 0-1,0 0 0,1 0 0,-1 0 0,0 0 0,1 0 0,-1 0 1,0 0-1,0 0 0,1 0 0,-1 0 0,0 0 0,0 0 1,0 1-1,1-1 0,0 12-11,0 34-32,2-1 0,14 82 0,-13-108 45,1 1 0,1 0 0,1-1 0,0 0 0,2-1 0,0 0 0,1 0 0,24 32 0,-28-43-3,1-1-1,-1 0 0,1 0 1,1 0-1,-1-1 0,1 0 1,0-1-1,0 0 1,0 0-1,1-1 0,-1 0 1,1 0-1,0-1 0,0 0 1,17 2-1,-18-4 1,-1 0-1,0 0 1,0 0 0,1 0-1,-1-1 1,0-1 0,0 1-1,0-1 1,0 0-1,0-1 1,-1 0 0,1 0-1,-1 0 1,1-1 0,-1 1-1,0-2 1,-1 1-1,1-1 1,-1 0 0,7-7-1,-2-1-79,-1-1-1,0 0 0,-1-1 0,-1 0 1,0 0-1,-1-1 0,0 1 1,3-20-1,-3 5-140,-1-1 0,-2-1 0,0-40 0,-3 66 180,-4-39-311,4 44 347,-1-1-1,1 1 0,-1-1 1,1 1-1,-1-1 1,0 1-1,1-1 0,-1 1 1,0 0-1,0-1 1,0 1-1,0 0 0,0 0 1,0-1-1,-1 1 1,1 0-1,0 0 0,0 1 1,-1-1-1,1 0 0,-1 0 1,1 1-1,-2-2 1,2 2 11,0 0 0,-1 0 0,1 1 0,0-1 0,0 0 0,0 0 0,0 0 0,0 1 0,0-1 0,-1 1 0,1-1 0,0 1 0,0-1 0,0 1 0,1-1 0,-1 1 0,0 0 0,0 0 0,0 0 0,0-1 0,1 1 0,-1 0 0,0 0 1,1 0-1,-1 0 0,0 0 0,1 0 0,0 0 0,-1 0 0,1 0 0,-1 0 0,1 1 0,0-1 0,0 1 0,-10 45-62,9-43 67,-3 19-15,2 0 0,0 1 0,1-1 0,3 29 0,-2-46 7,1-1 0,0 1 0,0-1 0,0 1 0,1-1 0,0 0 0,0 0 1,0 0-1,0 0 0,1 0 0,0 0 0,0-1 0,0 1 0,1-1 0,-1 0 0,1 0 0,0 0 0,0-1 1,1 1-1,-1-1 0,1 0 0,0 0 0,-1 0 0,7 2 0,-3-2 48,0-1-1,-1 0 1,1 0-1,0 0 1,0-1-1,0 0 1,0-1 0,0 0-1,0 0 1,0-1-1,0 1 1,0-2-1,0 1 1,-1-1-1,1-1 1,0 1-1,-1-1 1,0 0 0,13-8-1,-12 6 21,-1-1 0,0 0 1,0-1-1,0 1 0,-1-1 0,0 0 0,-1-1 0,1 0 0,-1 1 1,-1-2-1,1 1 0,-1 0 0,-1-1 0,0 0 0,0 0 0,3-17 1,-2-1-147,-1-1 1,-1 0-1,-1 1 1,-1-1 0,-2 0-1,-1 0 1,-12-51 0,-2 26-2143,8 9-1490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1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0 371 2289,'0'0'1329,"34"20"-1303,115 59 33,-142-75-58,0-1 0,1 0 0,-1-1 0,1 0 0,-1 0-1,1 0 1,0-1 0,0 0 0,0-1 0,0 0 0,0 0 0,0 0 0,-1-1 0,1-1-1,0 1 1,0-1 0,-1 0 0,10-5 0,-9 5-5,4-3-31,0 1-1,0-2 0,0 0 0,-1 0 0,0-1 1,18-14-1,-24 17 23,0-1-1,0 1 1,-1-1-1,1 0 1,-1 0 0,-1-1-1,1 1 1,-1-1 0,0 0-1,0 0 1,0 0 0,-1 0-1,0-1 1,2-10-1,-3 11 18,0 1-1,0-1 0,-1 0 0,0 0 1,0 0-1,-1 0 0,1 1 0,-1-1 0,-1 0 1,1 0-1,-1 1 0,0-1 0,-4-8 0,2 8 23,0 1-1,-1 0 1,1 0-1,-1 0 0,0 1 1,0 0-1,0 0 0,-1 0 1,1 0-1,-1 1 1,-11-5-1,-1 1 42,1 2-1,-1-1 1,0 2 0,-1 1-1,1 0 1,-1 1 0,1 1 0,-21 1-1,31 0-53,1 1 1,0-1-1,0 1 0,-1 1 0,1-1 1,0 1-1,0 1 0,0-1 0,0 1 0,1 0 1,-1 1-1,1-1 0,0 1 0,0 1 0,0-1 1,0 1-1,1 0 0,0 0 0,0 0 1,0 1-1,1 0 0,0 0 0,0 0 0,0 1 1,1-1-1,-4 10 0,-1 6-6,1 1 0,1-1 0,1 1 0,1 0 0,1 0 1,1 0-1,1 28 0,0-40-3,2 1 1,-1-1-1,1 1 1,1-1-1,0 0 0,1 1 1,0-1-1,1 0 1,0-1-1,1 1 1,0-1-1,0 0 1,1 0-1,0 0 0,1-1 1,0 0-1,1 0 1,0-1-1,0 0 1,1 0-1,0-1 1,0 0-1,1-1 1,-1 0-1,1 0 0,12 4 1,-2-2-6,0-1 1,0 0-1,1-2 0,0-1 1,0 0-1,0-1 1,0-2-1,24 0 1,-31-1-2,1-1 0,0-1 1,-1 0-1,1-1 0,-1-1 1,0 0-1,0-1 0,0 0 1,-1-1-1,0-1 0,0 0 1,19-14-1,-19 10 36,-1-1 0,1 0 0,-2-1 0,0-1 0,0 0 0,-1 0-1,-1 0 1,-1-2 0,0 1 0,-1-1 0,10-30 0,-11 23 36,0-1 0,-2 0 0,-1 0-1,-1-1 1,0 1 0,-2 0 0,-6-45 0,-4 22 314,9 45-318,0-1 1,0 0-1,0 1 1,0-1-1,0 1 1,-1-1 0,1 1-1,-1-1 1,0 1-1,1 0 1,-1 0-1,0 0 1,0 0-1,-4-2 1,6 3-66,-1 1 0,1 0 1,0 0-1,0 0 0,-1 0 0,1 0 0,0 0 1,0 0-1,-1 0 0,1 0 0,0 0 0,0 0 1,-1 0-1,1 0 0,0 0 0,0 0 1,-1 1-1,1-1 0,0 0 0,0 0 0,-1 0 1,1 0-1,0 0 0,0 1 0,0-1 0,-1 0 1,1 0-1,0 0 0,0 1 0,0-1 1,0 0-1,-1 0 0,1 0 0,0 1 0,0-1 1,0 0-1,0 0 0,0 1 0,0-1 0,0 0 1,0 0-1,0 1 0,0-1 0,0 0 1,0 0-1,0 1 0,0-1 0,0 1 0,-1 19-48,1-14 38,0 27-10,6 139-48,-4-150 64,2-1-1,0 0 1,2 0-1,0 0 1,1-1 0,11 22-1,-18-42 7,0 0-1,0 0 1,0 1-1,0-1 1,0 0-1,0 0 1,0 0-1,0 0 1,0 1-1,0-1 1,0 0-1,0 0 1,0 0-1,0 0 1,0 0-1,0 1 1,0-1-1,0 0 1,0 0-1,0 0 1,0 0-1,0 0 1,1 1-1,-1-1 1,0 0-1,0 0 1,0 0-1,0 0 1,0 0-1,0 0 1,0 0-1,1 0 1,-1 0-1,0 1 1,0-1 0,0 0-1,0 0 1,0 0-1,1 0 1,-1 0-1,0 0 1,0 0-1,0 0 1,0 0-1,1 0 1,-1 0-1,0 0 1,0 0-1,0 0 1,0 0-1,0 0 1,1 0-1,-1 0 1,0-1-1,0 1 1,0 0-1,0 0 1,0 0-1,1 0 1,-1 0-1,0 0 1,0 0-1,0 0 1,0-1-1,3-15 375,-3-26 343,0 40-699,-14-139 38,6 90-421,1-59 0,7 105 314,0 0-1,1 0 1,0 0-1,0 0 0,0 0 1,1 0-1,-1 0 1,1 0-1,0 0 0,1 1 1,-1-1-1,1 1 1,0 0-1,0 0 0,0 0 1,1 0-1,-1 0 1,1 1-1,0-1 0,0 1 1,0 0-1,7-4 1,9-3-162,0 0 1,0 2-1,42-13 1,-58 20 182,91-25-370,151-21-1,-243 46 411,-3 1-5,0 0-1,0 1 0,0-1 0,0 0 1,0 0-1,0 0 0,0 0 1,0 1-1,0-1 0,0 0 0,0 0 1,0 0-1,0 0 0,0 0 0,0 1 1,0-1-1,0 0 0,0 0 1,0 0-1,0 0 0,0 1 0,0-1 1,0 0-1,0 0 0,0 0 0,0 0 1,0 0-1,0 1 0,1-1 1,-1 0-1,0 0 0,0 0 0,0 0 1,0 0-1,0 0 0,0 0 0,1 1 1,-1-1-1,0 0 0,0 0 0,0 0 1,0 0-1,0 0 0,1 0 1,-1 0-1,0 0 0,0 0 0,0 0 1,0 0-1,1 0 0,-1 0 0,0 0 1,0 0-1,0 0 0,0 0 1,1 0-1,-1 0 0,-20 33 310,-7 13 160,-41 92 0,62-122-408,0 1 1,1-1 0,1 1 0,1 0 0,0 0-1,2 1 1,-1-1 0,2 1 0,1-1 0,2 19-1,-2-31-63,0 1-1,0 0 0,1 0 1,-1-1-1,1 1 0,1-1 1,-1 1-1,1-1 0,0 0 1,0 0-1,1 0 0,-1 0 1,1-1-1,0 1 0,0-1 1,1 0-1,-1-1 0,1 1 1,0-1-1,9 5 0,-1-2-42,1-1 0,0 0-1,0-1 1,0-1 0,0 0-1,0-1 1,22 1 0,88-1-1033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2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518 456 4098,'0'0'896,"-15"-39"-490,-49-126-62,6-8 573,33 94 1453,50 138-2517,-5-17 19,34 88 115,57 209 0,-5 150 71,-86-375-122,-25-136-91,-2 1-1,0-1 1,-1 1 0,-1 1 0,-14-25-1,-71-99-886,72 116 882,-2 1 1,0 0-1,-2 2 1,-1 1-1,-32-22 1,39 32 133,0 1-1,-1 1 1,0 1 0,0 0 0,-1 2 0,-1 1 0,1 0-1,-39-6 1,57 13 50,-1 0 1,1 1-1,-1-1 0,1 1 0,-1 0 1,0 0-1,1 1 0,-1-1 0,1 1 1,-1 0-1,1 0 0,0 1 0,-1-1 1,-7 5-1,9-4-21,0 1-1,0 0 1,0 0-1,0 1 1,0-1 0,1 1-1,0-1 1,-1 1-1,1 0 1,0 0 0,1 0-1,-1 0 1,1 0 0,0 0-1,-1 5 1,-4 21-14,2 1 0,1 0 1,2 49-1,1-71 11,0 13-1,1 0 0,1 0 0,0 0 0,2-1 0,7 23 0,-8-32 3,2-1 0,0 1 0,0-1 0,1 0 0,1 0 0,0-1 0,0 0 0,1 0 0,0-1 0,14 13 0,-5-9 8,0 0 1,1-1-1,1 0 1,0-2-1,0 0 1,1-2-1,0 0 0,1-1 1,0-1-1,0-1 1,28 4-1,6-3-60,1-2 0,-1-3 0,68-6 0,-107 4 13,0-1-1,-1-1 1,1-1-1,-1 0 0,0-1 1,0 0-1,0-1 1,-1-1-1,27-17 0,-30 17 41,-1-1-1,0 0 1,-1-1-1,0 0 1,0 0-1,-1-1 0,0 0 1,-1-1-1,0 0 1,-1 0-1,0 0 1,8-21-1,-6-1 57,-1 1-1,-2-1 0,-1 0 1,-1 0-1,-3-57 1,-1 56 38,1 33-90,-3-59 160,2 56-71,0 0 1,-1-1-1,1 1 0,-1 0 0,1 0 1,-1 1-1,0-1 0,-1 0 0,1 1 1,-1-1-1,-5-5 0,7 31-29,5 26-102,1 0 1,3-1-1,26 86 1,-9-39 30,5 13-2010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2.6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5683,'0'0'1184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3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888 105 3650,'0'0'827,"-24"-17"-264,24 17-563,-106-69 328,101 66-322,0 0 1,0 1-1,-1 0 1,1 0-1,0 1 1,-1-1-1,1 1 0,-1 0 1,1 0-1,-1 1 1,1 0-1,-1 0 1,0 0-1,1 1 1,-1-1-1,1 1 1,-1 1-1,1-1 1,-1 1-1,1 0 1,-9 5-1,6-2-4,0 0 0,0 1 0,1 0 0,0 1 1,0 0-1,1 0 0,-1 0 0,2 1 0,-1-1 0,-5 11 0,3-2-2,1 0 0,1 0-1,0 0 1,1 1-1,0-1 1,2 1 0,-3 28-1,3 3-44,5 73 0,-2-113 40,1 1 1,0 0 0,1-1-1,0 1 1,0-1-1,0 0 1,1 0-1,1 0 1,-1 0-1,1 0 1,0-1 0,9 12-1,-8-14-2,0 0 0,0 0 0,0 0 0,1-1 0,0 1 0,0-2 0,0 1 0,0 0 0,1-1-1,-1 0 1,1-1 0,0 0 0,0 0 0,0 0 0,11 1 0,-11-2 8,0 0 0,0-1 0,0 1 0,0-1 0,0-1 0,0 0 0,0 0 1,12-3-1,-15 3 6,0-1 1,0 0-1,-1 0 1,1 0-1,0 0 1,-1-1 0,1 0-1,-1 0 1,0 0-1,0 0 1,0 0 0,0 0-1,-1-1 1,1 1-1,1-5 1,3-5 66,0 0-1,-2-1 1,0 0 0,0 0 0,-1 0 0,-1 0 0,2-20-1,0-103 1041,-5 115-897,0 19-176,1-6 65,0 1-1,-1-1 1,-1 1-1,1-1 1,-1 0 0,-1 1-1,0-1 1,0 1-1,0 0 1,-1 0 0,-1 0-1,-6-13 1,6 19-31,2 9-127,2 17-211,6 33 42,3 0 0,2 0 0,22 64 0,-2-6 211,4 38-46,-7 1 0,-7 1 0,3 253 0,-24-369 48,-1 0 0,-2 1 0,-2-1 0,-2-1 0,-17 60 0,19-81 15,-2-1 0,0-1 0,0 0 0,-2 0 0,1 0 0,-2-1 0,0 0 0,-1-1 0,0 0 0,-1-1 0,-1 0 0,1-1 0,-2 0 0,0-1 0,-18 10 0,7-8 24,-1-1 1,-1-1-1,0-1 0,0-2 1,-1 0-1,0-2 1,0-1-1,0-1 0,0-2 1,-1-1-1,1-1 1,-51-8-1,61 5 58,2-1-1,-1 0 1,0-2 0,1 1 0,1-2-1,-1 0 1,1-1 0,0-1-1,1 0 1,0-1 0,1 0 0,0-1-1,1-1 1,-20-25 0,18 17-37,0-1 0,1 0 0,0-1 0,2-1 0,1 0 0,2 0 0,0-1 0,1 0 0,-5-36 0,7 29-112,1-1 0,2 0 0,1 0 0,2 0 0,1 0-1,8-41 1,-7 60 47,0 1 0,2-1 1,-1 1-1,2 0 0,0 0 0,0 1 0,1 0 0,1 0 0,0 0 0,0 1 0,1 0 0,1 1 0,0 0 0,0 1 1,1 0-1,0 0 0,13-7 0,-6 7-5,0 0 1,1 2-1,0 0 1,0 0 0,1 2-1,-1 1 1,1 0-1,0 1 1,1 2-1,-1 0 1,0 1-1,32 3 1,-44-2-12,0 0 0,1 1-1,-2 0 1,1 0 0,0 0 0,0 1-1,-1 0 1,1 1 0,-1 0 0,0 0-1,0 0 1,0 1 0,-1 0 0,11 11-1,-11-10-447,0 1 0,-1 1 0,0-1 0,0 1 0,-1 0 0,0 0 0,6 17 0,-6-16-2791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3.5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56 3378,'0'0'3732,"-2"-11"-3022,-8-34-270,9 113-752,-1-18 296,4-1-219,3 0-1,1 0 1,2-1 0,3 0 0,1 0 0,3-1 0,22 49 0,-35-90-1451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3.7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0 3618,'0'0'1184,"-78"179"-1088,93-161 32,12-10-32,3-2 192,-10-6-15,-8 0 415,-9 0 384,-3-20-255,0-7-817,0 0-368,0 3-2146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4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19 4498,'0'0'3186,"-1"-6"-2944,-2-7-243,1 21-30,2 43-54,0-34 69,25 460 39,31-4 7,-52-440-24,1-2-1,1 1 0,2-1 1,13 35-1,-19-62-4,-1-1 1,1 0-1,0 1 1,0-1-1,0 0 1,1 0-1,-1 0 1,1 0-1,0-1 1,0 1-1,0-1 1,0 1-1,0-1 1,0 0-1,0 0 1,1-1-1,-1 1 1,1-1-1,-1 1 1,1-1-1,0 0 1,0-1-1,-1 1 1,1 0-1,0-1 0,7 0 1,-4-1-10,1 0 0,-1 0-1,1 0 1,-1-1 0,0 0 0,0-1-1,0 0 1,0 0 0,0 0 0,0-1 0,-1 0-1,11-8 1,-7 3-205,0-1-1,-1 0 1,0 0 0,12-18-1,-5 1-1187,13-30 1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4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 7764,'0'0'0,"235"3"-1857,-90-3 1937,10-15-80,-25-6-1489,-35 3-1840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4.4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0 119 4962,'0'0'4450,"235"-56"-4146,-93 26-304,-2 6-1216,-27 15-2050,-39 9-799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4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1 114 5394,'0'0'897,"258"-33"-769,-124 6-128,-7 1-336,-17-1-3250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4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321 155 4978,'0'0'1121,"-25"-26"-43,-80-77 29,102 100-1074,1 1 1,-1 0-1,0-1 1,1 1-1,-1 1 1,0-1-1,0 0 1,-1 1-1,1-1 1,0 1-1,0 0 1,-1 0-1,1 0 1,-1 0-1,1 1 1,-6-1-1,7 2-14,-1 0 0,1 0-1,-1 0 1,1 0 0,-1 0 0,1 0 0,0 1-1,-1-1 1,1 1 0,0 0 0,0-1-1,0 1 1,0 0 0,-2 3 0,-5 9-12,-1 0 0,2 0 0,0 1 0,1 1 0,0-1 1,1 1-1,1 0 0,-6 32 0,2-5 38,2 1-1,2 1 1,2-1 0,2 1-1,1 0 1,3-1 0,13 67-1,-11-89-42,1-1-1,1 1 0,0-2 0,2 1 0,1-1 0,0-1 0,15 21 0,-16-27-4,1-1 0,1 1 0,0-2-1,0 1 1,1-2 0,0 0 0,1 0-1,0-1 1,1 0 0,24 10 0,-21-12-10,0 0-1,1-2 1,-1 0 0,1-1 0,0 0 0,1-2 0,-1 0 0,0-1 0,0-1 0,1-1 0,-1-1-1,0 0 1,0-1 0,0-1 0,0 0 0,-1-2 0,1 0 0,-1-1 0,-1-1 0,1 0 0,-2-1-1,1-1 1,-1 0 0,0-1 0,-1-1 0,-1 0 0,0-1 0,0-1 0,-1 0 0,-1 0-1,-1-1 1,0-1 0,10-20 0,-11 15 21,-1 0 0,-1 0 0,-1 0-1,-1-1 1,0 0 0,-2 0 0,-1-1 0,-1 1-1,-1-26 1,-1 30 41,-1 0 0,0 0 0,-2 0 0,0 0 1,-1 0-1,0 1 0,-2 0 0,0 0 0,-1 0 0,0 1 0,-17-23 0,10 20 32,0 1 1,-2 1-1,0 0 1,0 1-1,-2 1 0,0 0 1,0 2-1,-1 0 0,-1 1 1,0 1-1,-1 1 1,0 1-1,-43-11 0,45 16-275,0 1-1,0 0 0,0 1 0,0 2 1,0 0-1,0 1 0,0 1 0,0 0 1,0 2-1,1 1 0,-1 0 0,-30 13 0,-27 23-6658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6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350 44 144,'0'0'4770,"-29"0"-4703,-94 0 168,114-1-29,-1 1 0,1 0 0,0 0 0,-1 1 0,1 1 0,0-1 0,0 2 0,0-1 0,0 1 0,0 1-1,0-1 1,1 1 0,-13 9 0,16-8-125,0 0-1,0 1 1,1-1-1,-1 1 0,2 0 1,-1 0-1,1 1 1,-1-1-1,2 1 0,-1 0 1,1-1-1,0 1 0,0 0 1,1 0-1,-1 10 1,-1 9-57,1 2 0,1-1 1,1 0-1,1 0 1,2 0-1,1 0 1,0 0-1,2-1 0,14 37 1,-14-47-16,0 0 0,1-1 0,1 1 0,1-2 1,0 1-1,1-1 0,0 0 0,1-1 0,1 0 1,0-1-1,1 0 0,0-1 0,1-1 0,0 0 0,0-1 1,17 8-1,-20-12-1,0-1-1,1 0 1,-1-1 0,1-1 0,0 0 0,0 0-1,0-1 1,19-1 0,-24 0-3,0 0 0,0-1 0,0 0 0,0-1 0,0 1 1,0-1-1,-1-1 0,1 1 0,-1-1 0,1 0 0,-1 0 0,0-1 0,0 0 1,-1 0-1,10-9 0,-5 2-3,-1-2-1,0 1 1,-1-2-1,0 1 1,-1-1 0,-1 0-1,0 0 1,-1-1 0,0 1-1,-1-1 1,3-27 0,-3-1-36,-1-1 1,-7-82 0,3 110 27,-1 1 1,0 0 0,-2 1-1,0-1 1,0 1 0,-1-1-1,-1 1 1,0 1 0,-1-1-1,-1 1 1,0 0-1,-10-12 1,11 16 8,-1 1-1,0 0 1,0 1-1,0 0 1,-1 0-1,0 1 1,0 0-1,-1 0 1,1 1 0,-1 0-1,0 1 1,-1 0-1,1 1 1,-1 0-1,1 0 1,-1 2-1,-13-2 1,16 2-55,0 0 0,1 0 0,-1 1 0,0 1 0,0-1 0,0 1 0,1 0 0,-1 1 0,0 0 0,1 0 0,-1 0 0,1 1 0,-13 7 0,-5 5-2945,10-10-2760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7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300 57 4050,'0'0'3172,"4"-10"-2337,14-27-181,-14 27 13,-5 13-587,-3 5-57,0 0 1,-1 0 0,-1 0 0,1-1-1,-1 1 1,0-1 0,-11 9-1,-54 41 49,50-42-41,-1-2 1,0 0-1,0-1 0,-1-1 0,-1-1 1,-39 11-1,59-17 517,12 1-435,20 5-96,113 31 143,168 27 0,-130-48-2407,-123-19-1064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7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340 31 2161,'0'0'3460,"8"-5"-2369,22-15-58,-23 15-179,-11 12-329,-14 11-469,-1-1 0,-1 0 0,0-2 1,-37 23-1,21-18 25,-1-1 1,-47 16 0,66-29 304,-1 0 0,-33 4 0,52-10-383,0 0 0,0 0 0,0 0 0,0 0 0,0 1 0,1-1 0,-1 0 0,0 0 0,0 0 0,0 0 0,0 0 0,0 0 0,0 0 0,0 0 0,0 0 0,0 0 0,0 0 0,1 1 0,-1-1 0,0 0 0,0 0 0,0 0 0,0 0 0,0 0 0,0 0 0,0 0 0,0 1 0,0-1 0,0 0-1,0 0 1,0 0 0,0 0 0,0 0 0,0 0 0,0 0 0,0 1 0,0-1 0,0 0 0,0 0 0,0 0 0,0 0 0,0 0 0,0 0 0,-1 0 0,1 0 0,0 1 0,0-1 0,0 0 0,0 0 0,0 0 0,0 0 0,0 0 0,0 0 0,0 0 0,0 0 0,-1 0 0,1 0 0,0 0 0,0 0 0,0 0 0,0 0 0,0 1 0,14 5 46,309 58 205,-273-56-238,411 67-2487,-393-68-626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8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4 4066,'0'0'2796,"0"0"-2783,0 0 1,-1 0-1,1 0 1,0 0-1,0 0 1,0 0-1,0 0 1,0 0-1,0 0 1,0 0-1,0 0 1,0 0-1,0 0 1,-1 0-1,1 0 1,0 0-1,0 0 1,0 0-1,0 0 1,0 0-1,0 0 1,0 0 0,0 0-1,0 0 1,0 0-1,0 0 1,0 0-1,0-1 1,0 1-1,0 0 1,-1 0-1,1 0 1,0 0-1,0 0 1,0 0-1,0 0 1,0 0-1,0 0 1,0 0-1,0 0 1,0-1-1,0 1 1,0 0-1,0 0 1,0 0-1,0 0 1,0 0-1,0 0 1,0 0-1,0 0 1,1 0-1,-1 0 1,0-1-1,0 1 1,0 0-1,0 0 1,0 0-1,0 0 1,0 0-1,0 0 1,0 0-1,0 0 1,-6 9 51,-1 0 1,0-1-1,-1 1 0,0-1 1,-17 13-1,-53 33 238,64-44-248,-22 11 361,0-2 0,-1-1 0,-1-1 0,-42 12 0,78-29-199,67 2-94,0 3 1,92 19-1,121 43-726,-243-57 361,37 11-1690,-25-7-1027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8.7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446 17 4578,'0'0'2647,"0"-4"-2167,1-2-416,-2-1 31,-12 24-50,12-17-44,-15 20 41,-2-2 0,0 0 0,-1 0-1,-37 25 1,20-20 44,-1-1 0,-45 20 0,57-31 400,-1-1 1,0-1-1,-44 9 0,67-17-206,23 0-189,153 24-183,304 86 0,-393-88-2040,-33-14-1715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9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219 180 3746,'0'0'1696,"-13"11"-1647,-37 39-33,1 1 1,-57 82 0,172-232 834,103-206 0,-169 304-813,1 0 0,-1 0 0,1-1 0,-1 1 0,1 0 1,-1 0-1,1 0 0,0 0 0,-1 0 0,1 0 0,0 0 0,0 0 0,0 0 0,0 0 0,0 1 0,0-1 0,0 0 0,0 1 0,0-1 0,0 0 0,2 0 0,-1 2-38,0-1 0,0 1 0,0-1 0,0 1-1,0 0 1,0 0 0,0 0 0,0 0 0,-1 0 0,1 1 0,0-1 0,0 0 0,-1 1-1,3 2 1,11 10-59,31 28 246,78 55 0,-108-86-368,1-1 1,1-1-1,0 0 0,0-1 0,0-1 0,1 0 0,0-2 0,1 0 0,20 2 0,23-5-2657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10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231 113 2977,'0'0'4234,"-1"-9"-3588,-6-25-537,7 33-109,0 1 0,0 0-1,0-1 1,-1 1-1,1 0 1,0-1-1,0 1 1,0 0 0,-1 0-1,1-1 1,0 1-1,0 0 1,-1 0 0,1 0-1,0 0 1,-1-1-1,1 1 1,0 0 0,-1 0-1,1 0 1,0 0-1,-1 0 1,1 0 0,0 0-1,-1 0 1,1 0-1,0 0 1,-1 0 0,1 0-1,0 0 1,-1 0-1,1 0 1,0 0-1,-1 0 1,1 0 0,0 0-1,-1 0 1,1 1-1,0-1 1,-1 0 0,1 0-1,0 0 1,0 1-1,-1-1 1,1 0 0,0 0-1,0 1 1,-1-1-1,1 0 1,0 0 0,0 1-1,0-1 1,0 0-1,-1 1 1,1-1 0,0 0-1,0 1 1,0 0-1,-25 31 4,2 1 0,-24 47 0,11-18 18,-41 64 29,104-145-60,7-11 66,-1-2 1,50-64 0,-69 77-24,-1 0-1,-1 0 0,0-1 1,-2-1-1,0 1 0,-2-2 1,10-34-1,-14 26 665,-4 28-319,4 7-108,3 13-441,9 23 237,1-2 1,39 66-1,-50-96-213,0 0 0,0-1 0,1 1-1,0-1 1,0-1 0,0 1 0,1-1 0,1-1 0,-1 1 0,1-1 0,0-1-1,0 0 1,1 0 0,-1-1 0,1 0 0,20 5 0,19-6-3372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10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16 4466,'0'0'3156,"-13"-2"-2270,-26-9-244,34 9-436,7 2-46,30 7-114,95 34 18,-8-2 2,-2-10 43,71 21-52,-184-48-62,0-1 0,0 1 0,0-1 1,0 1-1,0 1 0,0-1 0,5 5 0,-8-7 0,-1 1-1,1 0 1,0 0 0,-1 0-1,1 0 1,-1-1-1,1 1 1,-1 0-1,1 0 1,-1 0-1,0 0 1,1 0 0,-1 0-1,0 0 1,0 0-1,0 0 1,0 0-1,0 0 1,0 0 0,0 1-1,0-1 1,0 0-1,0 0 1,-1 0-1,1 0 1,0 0-1,-1 0 1,1-1 0,-1 1-1,1 0 1,-1 0-1,1 0 1,-1 0-1,0 0 1,1-1-1,-1 1 1,0 0 0,0-1-1,-1 2 1,-16 13 18,-1 0 0,-1-1 0,-31 16 0,33-19 1,-298 150-387,294-152-247,0 0 0,-26 5 0,-27-3-2893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11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66 880,'0'0'2546,"-8"-9"-1927,-35-47 4092,43 56-4668,16 2 391,24 7-708,15 12 332,106 54 1,-57-23-46,-84-43-11,-2-1 4,0 1 0,0 0 0,-1 1 0,17 14 1,-33-24-9,0 1 1,1 0 0,-1 0 0,0 0 0,0 0 0,1 0 0,-1 0 0,0 1 0,0-1 0,0 0 0,-1 0 0,1 1 0,0-1 0,0 1 0,-1-1 0,1 1 0,-1-1 0,1 1 0,-1-1 0,0 1 0,1-1 0,-1 1 0,0 0 0,0-1 0,0 1 0,0-1 0,0 1 0,-1-1 0,1 1 0,0 0 0,-1-1 0,1 1 0,-2 1 0,-1 1 1,0 0 0,0 0 0,-1 0 0,1 0 0,-1 0 0,0-1 0,0 0 0,0 0 0,-7 4 0,-35 19-442,0-2 1,-1-2 0,-1-2-1,-1-3 1,0-1 0,-92 16-1,26-18-4242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18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217 150 2897,'0'0'1919,"1"-11"-1850,7-103 787,-8 113-816,0 0 0,-1 0 0,1 1 0,0-1-1,0 0 1,-1 0 0,1 0 0,-1 0 0,1 1 0,-1-1-1,1 0 1,-1 0 0,1 1 0,-1-1 0,1 0-1,-1 1 1,0-1 0,0 1 0,1-1 0,-1 1 0,0-1-1,0 1 1,1-1 0,-1 1 0,0 0 0,-1-1 0,-2 0 19,-1-1 1,1 1-1,-1 0 1,1 1 0,-1-1-1,-5 1 1,4 0-51,0 0 0,1 0 1,-1 1-1,1 0 0,-1 0 0,0 0 0,1 0 1,-1 1-1,1 0 0,0 0 0,-9 6 1,5 0-12,0 1 0,1 0 0,0 1-1,0 0 1,1 0 0,0 1 0,1 0 0,0 0 0,1 0 0,0 1 0,1-1 0,0 1 0,1 1 0,0-1 0,1 0 0,1 1 0,-1-1 0,2 1 0,0-1-1,1 1 1,3 21 0,-3-31 1,0 0 0,0 1-1,1-1 1,-1 0 0,1 1 0,0-1-1,-1 0 1,1 0 0,1 0-1,-1-1 1,0 1 0,1 0-1,0-1 1,4 4 0,0-2-7,0 0 0,0 0 0,0-1 0,0 1-1,0-2 1,11 4 0,7-1-45,0-1 0,0-1 0,28-1 0,-24 0-175,35-1-117,-60-1 339,0 0-1,0 0 1,1-1-1,-1 0 1,0 0-1,0 0 1,0 0-1,0-1 1,0 0-1,0 0 1,4-2-1,-6 2 8,0 0 1,0-1-1,0 1 0,0 0 0,0-1 0,-1 1 0,1-1 1,-1 0-1,0 1 0,0-1 0,0 0 0,0 0 0,0 0 1,0 0-1,-1 0 0,1-4 0,-2-53 71,0 52-62,-1 0-17,0 0 0,0-1-1,-1 1 1,-1 0 0,1 1 0,-1-1 0,0 0 0,-1 1 0,0 0 0,0 0 0,-1 1 0,1-1 0,-1 1 0,-1 0 0,1 1 0,-1-1 0,0 1 0,0 1 0,-1-1 0,0 1 0,1 1 0,-1-1-1,0 1 1,-1 1 0,1-1 0,0 2 0,-13-2 0,10 3-1743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24.6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106 410 4930,'0'0'1070,"-10"-34"-616,-1-7-364,-42-164 535,47 178-191,-12-50 329,12 54-290,4 21-159,2 7 71,9 64-434,26 102 0,-4-31 117,75 679 79,-103-734-94,-4-53-1131,10 64 1,-3-76-1839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25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256 18 3378,'0'0'3759,"-26"-5"-3413,13 3-294,4 0-11,0 0 1,1 1 0,-1 0-1,0 0 1,0 1-1,0 1 1,-11 1 0,15-1-15,1 0 0,0 1 0,-1 0-1,1 0 1,0 0 0,0 0 0,0 0 0,0 1 0,1 0 0,-1 0 0,1 0 0,-1 0 0,1 1 0,0-1 0,1 1 0,-1 0-1,0 0 1,1 0 0,0 0 0,-3 8 0,-8 21 122,2 2-1,1-1 0,2 2 1,1-1-1,2 1 1,2 0-1,1 42 0,1-61-131,2-1 0,0 1 0,0-1-1,2 0 1,0 1 0,1-1-1,0 0 1,13 28 0,-12-36-13,0 1-1,0-1 1,0 0 0,1-1-1,0 1 1,1-1 0,0-1 0,0 1-1,0-1 1,1 0 0,0-1-1,0 1 1,0-2 0,1 1-1,-1-1 1,13 4 0,-6-3 8,0-1 0,1-1 0,-1 0 0,1-1 0,-1 0 0,1-1 0,-1-1 0,1-1 0,0 0 0,-1-1 1,1-1-1,-1 0 0,23-8 0,-29 7-9,0 1-1,0-2 1,0 1 0,-1-1 0,0 0 0,0-1 0,0 0 0,0 0 0,-1-1-1,0 0 1,-1 0 0,0 0 0,0-1 0,0 0 0,-1 0 0,0-1-1,-1 0 1,0 1 0,0-1 0,-1-1 0,0 1 0,3-17 0,-3 5 0,-1-1-1,-1 1 1,-1-1 0,-1 1 0,-1-1 0,-1 1 0,-1-1 0,0 1 0,-2 0 0,0 1 0,-2 0 0,0 0 0,-13-22 0,14 28-14,-1 1 1,-1 0-1,0 0 1,-1 1 0,0 0-1,-1 1 1,0 0-1,-1 0 1,0 1-1,-1 1 1,0 0-1,0 1 1,-1 0-1,0 1 1,0 1 0,-1 0-1,0 1 1,-26-6-1,36 10 6,0 0 1,-1 1-1,1-1 0,0 1 1,0 0-1,-1 1 0,1-1 0,0 1 1,0 0-1,-1 0 0,1 1 0,-5 1 1,7-1-33,1-1 0,-1 1 0,1 0 0,-1 0 1,1 0-1,-1 0 0,1 0 0,0 1 0,0-1 1,0 1-1,0-1 0,1 1 0,-1-1 0,1 1 1,-1 0-1,1 0 0,0 0 0,0 0 0,-1 5 1,-1 39-2446,3-5-1333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25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515 240 2753,'0'0'2569,"6"-9"-2454,-4 5-118,2-1 47,0-1 0,0 1 0,-1-1 0,0 0-1,3-12 1,-5 16-22,0-1 0,-1 0 0,1 1 1,-1-1-1,0 0 0,0 0 0,0 0 0,0 1 0,0-1 0,-1 0 1,1 0-1,-1 0 0,0 1 0,0-1 0,0 1 0,0-1 0,0 0 1,0 1-1,-1 0 0,1-1 0,-4-3 0,-4-3 31,-1 0 0,1 1 0,-1 1 0,0-1-1,-1 2 1,0-1 0,0 1 0,-14-4 0,1 0 119,-2 1 0,-47-9 1,52 14-71,0 1 1,0 0 0,0 2-1,-30 1 1,45 1-98,0-1 0,1 1 0,-1 0 1,0 1-1,1-1 0,-1 1 0,1 0 0,-1 0 0,1 1 0,0 0 1,0 0-1,0 0 0,1 0 0,-1 1 0,1 0 0,0 0 1,0 0-1,0 0 0,0 1 0,-5 8 0,0 4-14,1 0 0,1 1 0,0 0 0,1 0 0,1 0 0,-4 36 0,3-1-34,3 64 0,3-98 45,1 0 0,1 1 0,0-1 1,2 0-1,0-1 0,1 1 0,13 30 1,-14-40 2,1 0 1,-1 0-1,2 0 1,-1-1-1,1 0 1,1-1-1,-1 1 1,1-1 0,0 0-1,1-1 1,0 1-1,0-2 1,0 1-1,1-1 1,0 0-1,14 5 1,-12-6 5,1-1-1,-1 0 1,1-1-1,0 0 1,0-1 0,-1 0-1,1-1 1,18-2 0,-24 2-2,-1-1 0,1 0 0,0 0 0,-1-1 0,1 0 0,0 0 0,-1 0 0,0-1 0,0 1 0,0-1 0,0 0 0,0-1 0,0 1 0,-1-1 0,1 0 0,-1 0 0,0-1 0,5-7 0,-3 2 19,-1 0-1,-1-1 1,1 0 0,-2 0 0,1-1 0,-2 1 0,1 0 0,0-14 0,0-98 187,-3 85-153,0-2-16,1 19 37,0-1 0,-2 0 0,0 0 0,-2 1 0,0-1 0,-10-33 0,13 55-69,0 0 1,0 0-1,0 1 0,-1-1 1,1 0-1,0 0 0,0 0 1,0 1-1,0-1 1,0 0-1,0 0 0,0 0 1,-1 0-1,1 0 0,0 1 1,0-1-1,0 0 1,0 0-1,-1 0 0,1 0 1,0 0-1,0 0 0,0 0 1,0 0-1,-1 0 1,1 0-1,0 0 0,0 0 1,0 0-1,-1 0 0,1 0 1,0 0-1,0 0 1,0 0-1,-1 0 0,1 0 1,0 0-1,0 0 0,0 0 1,-1 0-1,1 0 1,0 0-1,0 0 0,0 0 1,0 0-1,-1-1 0,1 1 1,0 0-1,0 56 36,2 1 1,16 90-1,-13-125-37,0 0-1,2 0 1,0-1 0,1 0-1,1 0 1,1-1 0,1-1-1,1 1 1,26 31 0,-33-44-129,1 0 0,1 0 1,-1-1-1,1 0 1,1 0-1,-1 0 0,1-1 1,0-1-1,0 1 1,0-1-1,0 0 0,1-1 1,0 0-1,14 3 1,51-2-3626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26.0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427 0 592,'0'0'5595,"-3"39"-5219,2-33-338,-4 64 548,3 0 0,11 115-1,46 194 138,-33-269-663,49 150 1,-66-245-52,-3-6 1,1 0 0,0 0 1,0 0-1,1-1 0,0 1 0,0-1 1,1 0-1,1 0 0,7 9 1,-13-17-8,1 0 1,-1 0-1,0 0 1,0 0-1,0 0 1,1 0-1,-1 0 1,0 0-1,0 0 1,0 0-1,1 0 1,-1 0-1,0 0 1,0 0 0,1 0-1,-1 0 1,0 0-1,0 0 1,0 0-1,0 0 1,1 0-1,-1 0 1,0-1-1,0 1 1,0 0-1,0 0 1,1 0-1,-1 0 1,0-1 0,0 1-1,0 0 1,0 0-1,0 0 1,0 0-1,0-1 1,0 1-1,1 0 1,-1 0-1,0 0 1,0-1-1,0 1 1,0 0-1,0 0 1,0 0-1,0-1 1,0 1 0,0 0-1,0 0 1,0 0-1,0-1 1,0 1-1,-1 0 1,1 0-1,0-1 1,1-18 108,-1 15-69,-1-26-20,-1 0 0,-2 1 0,0 0-1,-2-1 1,-2 1 0,0 1 0,-2 0 0,-1 0 0,-1 1 0,-1 0-1,-2 1 1,0 1 0,-2 0 0,-1 2 0,-32-35 0,42 50-33,0 1 0,0 0 0,-1 1 0,0 0 0,0 1 1,0 0-1,-1 0 0,0 1 0,0 0 0,0 0 0,0 1 1,0 1-1,-1 0 0,1 0 0,-1 1 0,1 0 1,-1 1-1,-14 1 0,18 0 4,0 0 1,0 0 0,1 1-1,-1-1 1,0 1-1,1 1 1,-1 0-1,1-1 1,0 2 0,0-1-1,0 1 1,-7 6-1,4-3 0,0 2-1,1-1 1,0 1-1,1 1 1,0-1-1,-10 19 1,4-3 8,2 1 1,0 1-1,2 0 1,1 0-1,-6 38 0,7-30 93,2 1 0,2-1 0,1 47 0,2-71-56,1 0-1,0 1 0,1-1 1,1 0-1,-1 0 0,2 0 1,-1-1-1,1 1 1,1-1-1,0 0 0,1 0 1,0 0-1,0-1 0,10 12 1,-5-11-26,1 0 1,0 0 0,0-1-1,0-1 1,1 0 0,1 0-1,-1-1 1,1-1 0,1-1-1,-1 0 1,19 4 0,6-1-53,1-2 0,0-2 0,44 0 0,-36-3-616,61-8 0,-61-1-1201,52-16 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26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 7555,'0'0'1825,"219"-30"-1553,-55-5-208,8 8-64,-11 12-2081,-31 12-1568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26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1 215 6051,'0'0'2033,"288"-95"-2433,-113 56 400,15-2-1249,-8 2-2177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26.9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499 226 6227,'0'0'429,"-26"-17"-301,-91-51 70,107 64-104,1 0-1,-1 0 1,0 1 0,1 1-1,-2-1 1,1 2 0,0-1 0,0 1-1,0 1 1,-1 0 0,1 1 0,-17 2-1,22-2-31,-3-1 31,0 2-1,0-1 0,0 1 1,1 1-1,-1-1 0,1 1 1,-1 1-1,1-1 0,0 1 1,0 0-1,0 1 0,-10 9 1,9-6-25,1 0 0,0 0 1,0 1-1,1 0 0,0 0 0,1 0 1,0 1-1,-6 15 0,2 3 4,2-1 0,0 1 0,3 0 0,0 1 0,1-1 0,2 41 0,1-52-26,1 1-1,0-1 1,1 0 0,1 0 0,0 0-1,1 0 1,1 0 0,1-1 0,0 1-1,2-2 1,-1 1 0,20 27 0,-14-25-36,1-1 1,1-1-1,1 0 1,0-1-1,1-1 1,0-1-1,1 0 1,0-1-1,1-1 1,1-1-1,0-1 1,0 0-1,1-2 1,0 0-1,0-1 1,30 4 0,-24-6 1,1-1 1,-1-2 0,1 0 0,0-2 0,53-9 0,-69 8-8,-1-1 1,0 0-1,0-1 1,0 0-1,0-1 1,-1 0-1,1-1 1,-1 0-1,-1-1 1,1 0-1,-1 0 1,-1-1-1,1 0 1,-1-1-1,0 0 1,10-15-1,-10 10 9,-1-1 1,-1 1-1,0-1 0,0 0 0,-2 0 0,0-1 0,-1 1 0,0-1 0,-1 0 1,-1 0-1,-1 0 0,-1-24 0,-1 18 6,-1 1 1,-1-1-1,-1 1 1,0 0-1,-2 0 1,-1 0-1,0 1 1,-17-29-1,6 19-72,-1 1-1,-2 1 0,-1 1 1,0 2-1,-2 0 0,-1 1 0,-1 1 1,-2 2-1,1 1 0,-2 1 0,-1 1 1,0 2-1,-1 1 0,-1 2 1,0 1-1,0 1 0,-2 2 0,1 2 1,-1 0-1,-59-1 0,-13 7-3017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29.4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28 4434,'0'0'3418,"-3"-4"-2562,-4-10-488,14 7-180,33 5-91,-18 3-67,-18-1-24,59-1 49,0 3 0,-1 2 0,64 14 1,22 18-25,237 91 1,133 93-41,-459-194 13,134 58 48,116 52-10,-221-94-18,190 84 10,-220-103 8,1-4 0,116 24 0,319 57-15,-274-24-51,-21-4 26,172 8 97,-181-44-59,141 53-1,-233-60-27,-45-13-11,170 46 14,94 23-63,-300-81 62,1-1 0,0-1 0,21 1 0,-57-21-52,-69-48-48,46 37 128,-74-69 0,81 62 21,2-1 0,1-2 0,2-1 0,1-1 0,-35-73 0,63 113-59,-2-1 28,1-1 0,0 0 0,-1 0 1,1 0-1,1 0 0,-1 0 0,0 0 1,0-3-1,1 32-172,6 242 10,1 154 115,-8-298 12,0-111-15,2-3-56,16-20-5,29-27-331,3 3-1,0 1 1,2 3-1,2 1 1,0 4-1,108-37 1,-126 52-1866,-35 10 2177,0 0 1,1 0-1,-1 0 0,0 0 0,0 0 1,1 0-1,-1 0 0,0 0 1,0-1-1,1 1 0,-1 0 1,0 0-1,0 0 0,1 0 0,1-3-1085,-2 3 1085,0-1 0,0 1 1,0 0-1,0 0 0,0-1 1,0 1-1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2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491 281 4722,'0'0'1193,"-7"32"-1244,-18 102 48,24-128 5,0-1-1,0 1 0,1 0 0,-1 0 1,1 0-1,1 0 0,-1 0 1,1 0-1,0 0 0,0 0 0,3 7 1,-1-9-1,-1 0 0,1 0 1,-1-1-1,1 1 1,0-1-1,0 0 0,1 0 1,-1 0-1,7 4 0,-3-2 0,-3-2-16,0 0 0,1 0 0,0-1 0,-1 0 0,1 0 1,0 0-1,0-1 0,0 0 0,0 0 0,0 0 0,1 0 0,-1-1 1,0 0-1,0 0 0,0 0 0,0-1 0,1 0 0,-1 0 1,0 0-1,0 0 0,0-1 0,-1 0 0,1 0 0,0 0 0,-1-1 1,1 0-1,-1 1 0,0-1 0,6-6 0,-2-2 13,-1 0 0,-1 0 0,0-1-1,0 0 1,-1 0 0,-1 0 0,0-1 0,-1 0-1,0 1 1,-1-1 0,0 0 0,-1 0 0,0-1-1,-2-13 1,0 10-11,0-1 1,-2 1-1,0 0 0,-1 0 0,0 1 1,-2-1-1,0 1 0,0 0 0,-2 0 1,-11-17-1,10 19 17,-1 1-1,0 1 1,-1-1 0,0 2 0,-1-1-1,0 2 1,-1-1 0,0 2 0,-1 0-1,-23-12 1,27 17 29,1 0 1,-1 0-1,0 2 0,0-1 0,-1 1 1,1 0-1,0 1 0,-1 1 1,1-1-1,-1 2 0,1-1 0,-1 1 1,1 1-1,0 0 0,0 0 0,0 1 1,-19 8-1,15-3 5,0 0 1,1 0-1,0 1 1,1 1-1,-1 0 0,2 1 1,0 0-1,0 1 0,-13 19 1,2 1 75,2 0 0,-30 65 0,36-67 23,3 1 1,0 0-1,2 1 1,1 0-1,2 0 1,1 1-1,2-1 1,0 43-1,4-58-89,0 0-1,0 0 1,2 0-1,0 0 1,1-1-1,0 1 1,2-1-1,0 0 0,1 0 1,0-1-1,1 0 1,1 0-1,0-1 1,1 0-1,1-1 0,0 0 1,18 17-1,-13-18-183,0 0 0,1-2-1,0 1 1,0-2 0,1-1 0,0 0-1,1-1 1,-1-1 0,1 0-1,1-2 1,26 3 0,92-1-2460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3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0 6067,'0'0'85,"-20"34"-48,5-9-30,2-7 1,2 1 0,0 0 0,1 1 1,1 0-1,1 0 0,1 0 0,1 1 0,0 1 0,2-1 0,-2 23 1,5-24 22,0 0 0,2 0 0,0 0 0,1 0 0,1 0 0,1-1 0,1 1 0,1-1 0,8 20 0,-10-31-20,0 0 0,1 1 0,0-2 0,0 1 0,1 0-1,0-1 1,0 0 0,1 0 0,0-1 0,0 0 0,0 0 0,1-1-1,0 0 1,0 0 0,0-1 0,0 0 0,1 0 0,0-1 0,0 0-1,0 0 1,12 1 0,-9-2-3,1 0 0,0-1 0,0 0 0,-1-1-1,1 0 1,0-1 0,-1-1 0,1 0 0,15-5 0,-21 4-1,0 1 0,0-2 0,-1 1 0,1-1 0,-1 0 0,0 0 0,0-1 0,0 0 0,-1 0 0,1 0 0,-1-1 0,-1 1 0,1-1 0,-1 0 0,0-1 0,6-12 0,-5 9 1,-1-1 0,0 1 1,-1-1-1,0 0 0,-1 0 1,0 0-1,0 0 0,-1 0 1,-1 0-1,0 0 1,-1 0-1,0-1 0,0 1 1,-1 0-1,-1 0 0,-4-14 1,1 12-3,0-1 1,0 2 0,-1-1 0,-1 1-1,0 0 1,-1 0 0,0 1-1,0 0 1,-1 1 0,-1 0 0,0 0-1,-13-8 1,11 9-148,-1 0 0,0 1 1,0 0-1,-1 1 0,0 1 0,0 0 1,0 1-1,-1 1 0,0 0 0,0 1 0,0 1 1,-17-1-1,20 3-3370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3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26 105 4194,'0'0'2209,"-4"-2"-1804,3 2-405,1-1 0,-1 1 0,1 0 0,-1 0 0,1 0 0,-1 0 0,1-1 0,-1 1 0,1 0 0,-1 0 0,1 0 0,-1 0 0,1 0 0,-1 0 0,1 0 0,-1 0 0,1 0 0,-1 0 0,1 1 0,-1-1 0,1 0 0,-1 0 0,1 0 0,-1 1 0,1-1 0,-1 0 0,1 1 0,-1-1 0,1 0 0,0 1 0,-1-1 0,1 0 0,0 1 0,-1-1 0,1 1 0,0-1 0,-1 1 0,1-1 0,0 1 0,0-1 0,0 1 0,0-1 0,-1 1 0,0 4 1,0-1 0,1 1-1,-1-1 1,1 1-1,0-1 1,1 7 0,13 76 32,-5-47-19,2-1 1,20 53-1,-26-80-11,1 0 0,0 0 0,1 0 0,0-1 0,0 0 0,1 0 0,1-1 1,0 0-1,0 0 0,1-1 0,12 9 0,-15-14-8,0-1 1,0 0 0,0 1-1,0-2 1,1 1 0,-1-1-1,1-1 1,-1 1-1,1-1 1,0 0 0,0-1-1,0 0 1,9-1-1,-10 0 3,0 0-1,-1 0 0,1 0 0,0-1 0,-1 0 0,1 0 1,-1-1-1,0 1 0,0-1 0,0-1 0,0 1 0,-1-1 0,1 0 1,7-8-1,-5 2 5,-1 0-1,0-1 1,0 0 0,-1 0 0,0 0-1,-1-1 1,-1 1 0,0-1 0,0-1-1,-1 1 1,2-21 0,-1-10 3,-2 0 1,-4-44-1,2 84-5,-1-18-2,-1 0 0,-9-39-1,9 51 26,-1 0 0,0 0 0,-1 0 0,0 0 0,0 1 0,0-1 0,-1 1 0,-9-11 0,14 19-18,0 0-1,0 0 0,0 1 0,0-1 1,0 0-1,0 0 0,0 0 0,0 0 1,-1 0-1,1 0 0,0 1 0,0-1 1,0 0-1,0 0 0,0 0 1,0 0-1,0 0 0,0 0 0,0 0 1,-1 0-1,1 0 0,0 1 0,0-1 1,0 0-1,0 0 0,0 0 0,0 0 1,-1 0-1,1 0 0,0 0 1,0 0-1,0 0 0,0 0 0,0 0 1,-1 0-1,1 0 0,0 0 0,0 0 1,0 0-1,0 0 0,0 0 1,-1 0-1,1 0 0,0 0 0,0-1 1,0 1-1,0 0 0,0 0 0,0 0 1,0 0-1,-1 0 0,1 0 0,0 0 1,0 0-1,0 0 0,0-1 1,0 1-1,0 0 0,0 0 0,0 0 1,0 0-1,0 0 0,0-1 0,0 1 1,0 0-1,0 0 0,-1 0 0,1 0 1,0 0-1,-1 13 7,-1 1 0,2 0 0,-1 0 1,2 0-1,0-1 0,4 21 0,2-2 5,17 53-1,-11-52-571,2 0 0,1-1 0,35 53-1,-26-49-2428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3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16 465 2849,'0'0'1302,"-3"-34"-576,-9-115-494,11 141-231,2 0 0,-1 0 0,1 0 0,0 0-1,0 0 1,1 0 0,0 1 0,1-1 0,-1 1 0,7-12 0,-7 15-2,1-1 0,1 0 0,-1 1 0,1 0 0,-1-1 0,1 1 0,0 1 1,1-1-1,-1 1 0,1-1 0,-1 1 0,8-3 0,-7 4-2,0 0 0,0 0-1,0 1 1,0 0 0,0 0-1,0 0 1,1 0 0,-1 1 0,0 0-1,0 0 1,1 0 0,-1 1 0,0 0-1,0 0 1,1 0 0,-1 1 0,0-1-1,0 1 1,-1 1 0,1-1-1,0 0 1,-1 1 0,1 0 0,-1 0-1,0 1 1,0-1 0,5 6 0,2 5-4,0 1 1,0 0 0,-1 0 0,-1 1 0,-1 1-1,0-1 1,-1 1 0,-1 0 0,-1 1-1,5 26 1,-2 3 94,-2 1 0,0 84-1,-6-128 199,0-11 282,-1-64 268,2-93-567,1 142-286,1-1 1,0 1-1,2 0 1,1 0-1,9-24 1,-3 16-98,25-43 0,-31 64 60,0 0-1,0 0 1,0 1 0,1 0 0,0 1 0,1-1 0,-1 1 0,15-10 0,-20 16 36,0 0-1,0-1 1,1 1 0,-1 0 0,0 0-1,0 0 1,1 0 0,-1 0-1,0 1 1,1-1 0,-1 1 0,1 0-1,-1-1 1,1 1 0,-1 0-1,0 0 1,5 1 0,-5 0 11,0 0 1,0 0 0,0 0-1,0 0 1,-1 0-1,1 1 1,-1-1 0,1 0-1,-1 1 1,1-1-1,-1 1 1,0-1 0,0 1-1,1 0 1,-1 0-1,0-1 1,0 3-1,4 9 4,-1 0 0,-1 1 0,0-1-1,-1 0 1,1 17 0,-3-20-11,7 121 129,1 19 395,-7-143-472,0 0 1,0 0 0,0-1-1,1 1 1,0 0 0,0-1 0,1 1-1,0-1 1,0 0 0,6 10-1,-6-13-34,0 0-1,0 0 0,1 0 1,-1 0-1,1 0 0,-1-1 1,1 0-1,0 0 0,0 0 1,0 0-1,0-1 0,0 1 1,0-1-1,0 0 0,1 0 1,-1-1-1,8 1 0,-4 0-169,-1-1 0,1 0 0,0 0 0,0-1-1,-1 0 1,9-2 0,-2-2-1215,1-1 0,23-13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4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96 532 3490,'0'0'3020,"-6"-33"-1985,-19-107-56,8-1-421,14 103-319,-2 1 0,-2 0-1,-16-54 1,18 76-89,5 15-156,0 0 1,-1 0 0,1 0 0,0 1 0,0-1-1,0 0 1,0 0 0,0 0 0,0 0 0,0 0-1,0 0 1,0 0 0,-1 0 0,1 0-1,0 0 1,0 0 0,0 0 0,0 0 0,0 1-1,0-1 1,0 0 0,-1 0 0,1 0-1,0 0 1,0 0 0,0 0 0,0 0 0,0 0-1,0 0 1,-1 0 0,1-1 0,0 1 0,0 0-1,0 0 1,0 0 0,0 0 0,0 0-1,-1 0 1,33 419-289,-12-218 351,-12-108-47,-4-15-2,4 0 0,31 130 0,-37-199-10,1 0 0,0 0 0,1 0 0,0 0 0,5 9 0,-7-15-3,0-1 0,0 1 0,0-1 0,0 0 0,0 0 0,1 0 0,-1 0 0,1 0 0,-1-1 0,1 1 0,-1-1 0,1 0 0,0 1 0,0-1 0,0 0 0,0-1 0,0 1 0,0 0 0,6-1 0,-2 0-47,1 0 0,-1-1 0,0 0 0,1 0 0,-1-1 0,0 0 0,1 0 0,-1-1 0,0 1-1,-1-2 1,1 1 0,-1-1 0,1 0 0,-1 0 0,0-1 0,7-7 0,1-1-465,0-2 1,-1 0 0,-1 0 0,0-1 0,11-21-1,15-41-2127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5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1 227 5843,'0'0'1536,"267"-66"-1504,-68 19 16,15 5-48,-12 7-608,-32 14-1201,-37 6-80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5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1 320,'0'0'6531,"-33"50"-6531,60 22 128,-1 8 160,-5-3-80,0-11-31,-9-7-65,-3-12-80,0-14-32,0-15-225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5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6339,'0'0'0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6.3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0 617 256,'0'0'3530,"0"25"-2551,0 55 584,0-70-931,0-12-35,0-59 237,1 43-822,0 0 0,1 0 0,1 1 0,0-1 0,2 1 0,0 0 0,1 0 0,0 0 0,1 1 0,1 0 1,1 0-1,0 1 0,1 0 0,14-16 0,-19 26-20,0 0-1,-1 0 1,1 1-1,1 0 1,-1 0 0,1 0-1,-1 1 1,1-1-1,0 1 1,0 1 0,11-5-1,-13 7-4,-1-1 0,0 0 0,0 1 0,0 0 0,1 0 0,-1 0 0,0 0 0,0 0 0,1 0-1,-1 1 1,0 0 0,0 0 0,0 0 0,0 0 0,0 0 0,0 0 0,0 1 0,0-1 0,-1 1 0,1 0 0,0 0 0,-1 0 0,0 0 0,1 1 0,-1-1-1,3 5 1,2 4-28,-1 0 0,0 0 0,-1 0 0,0 1 0,-1 0 0,0 0 0,3 15 0,11 93 22,-17-111 14,6 198 80,-7-176 18,1-103-61,4-1 0,2 1-1,4 0 1,3 1-1,2 1 1,31-80 0,-42 138-113,0-3-60,1 1 0,14-25 0,-18 36 92,0 0 1,0 1 0,0-1 0,0 0 0,0 1 0,1-1-1,-1 1 1,1 0 0,0 0 0,-1 0 0,1 0 0,0 0-1,0 1 1,0-1 0,0 1 0,0 0 0,1 0 0,4-1-1,-6 2 31,-1 0 0,0 0-1,0 0 1,1 0-1,-1 0 1,0 0-1,0 0 1,1 0-1,-1 1 1,0-1 0,0 0-1,0 1 1,0-1-1,1 1 1,-1 0-1,0-1 1,0 1 0,0 0-1,0-1 1,0 1-1,0 0 1,-1 0-1,1 0 1,0 0-1,0 0 1,0 2 0,12 34-51,-11-28 38,12 65-7,7 93 0,-15-98 160,30 131 0,-33-187-104,1-1 1,1 1 0,0-1-1,0-1 1,12 18-1,-14-24-13,1 0 0,0 0 0,0 0 0,0-1-1,1 0 1,-1 0 0,1 0 0,0-1 0,0 1-1,0-1 1,1 0 0,-1-1 0,10 4 0,-1-3-16,-1 1 0,1-2-1,0 0 1,0-1 0,0 0 0,0-1 0,0-1 0,0 0 0,0-1 0,-1 0 0,1-1 0,0-1 0,-1 0 0,0-1 0,0 0 0,20-12 0,-8 2-169,0-1 0,-1-1 0,-1-1 1,-1-1-1,-1-1 0,38-46 1,-45 47 205,0-2 1,-1 0 0,-2 0-1,0-1 1,-1-1 0,-1 0-1,-2 0 1,0 0 0,-1-1-1,-1 0 1,-2 0 0,0-1-1,-2 1 1,-2-44 0,0 52 25,-1 0 1,0 1 0,-2 0-1,1-1 1,-2 1 0,0 1-1,-1-1 1,0 1-1,-1 0 1,-14-21 0,16 27 30,-1 0 1,-1 0 0,1 1 0,-1-1-1,0 2 1,-1-1 0,1 1 0,-2 0-1,1 1 1,0-1 0,-1 2 0,0-1-1,0 1 1,0 1 0,-1 0 0,1 0-1,-19-2 1,21 4-15,0 0 0,1 1-1,-1 0 1,0 1 0,0-1-1,1 2 1,-1-1 0,1 0 0,-1 1-1,1 0 1,0 1 0,-1 0 0,1 0-1,-9 6 1,7-4-36,1 2 1,-1-1-1,1 1 1,0 1-1,1-1 1,0 1-1,0 0 0,1 0 1,-5 10-1,-1 4-5,2 1 1,1 0-1,0 0 0,2 1 0,1 0 0,1 0 0,-2 30 0,5-40-13,-1 10 4,1 1-1,1-1 0,6 46 1,-5-63-20,0-1-1,1 0 1,-1 0 0,1 0-1,1 0 1,-1 0 0,1-1 0,0 1-1,1-1 1,-1 1 0,1-1-1,0 0 1,0-1 0,0 1-1,1-1 1,0 0 0,0 0-1,0 0 1,0 0 0,8 3 0,-5-3 13,2-1 1,-1 1 0,0-2 0,0 1 0,1-1 0,-1-1 0,1 1 0,0-2 0,-1 1 0,1-1 0,0-1 0,0 0 0,-1 0 0,1-1 0,-1 0 0,1-1 0,-1 0 0,0 0 0,0-1-1,0 0 1,-1-1 0,0 0 0,1 0 0,-1-1 0,-1 0 0,1 0 0,-1-1 0,-1 0 0,1 0 0,-1 0 0,0-1 0,-1 0 0,10-17 0,-8 9 73,0 0 1,-1-1-1,-1 1 1,0-1-1,-1 0 1,-1 0-1,2-26 1,-6-124 1026,1 154-1043,0 12-66,-6-65 351,5 61-322,0 0 1,0 0-1,0 0 0,-1 0 0,0 0 0,0 0 1,0 0-1,-1 1 0,-5-9 0,8 12-31,-6-2-22,3 21-223,12 1094-155,-26-688 190,10-368 201,-2 0 1,-2 0 0,-3-1 0,-2-1 0,-35 79 0,40-111 4,-1 0 0,0-1 0,-2-1 0,0 0 1,-2-1-1,0 0 0,-1-2 0,0 0 0,-2 0 0,0-2 1,-22 14-1,25-19 27,-1-1 0,0-1 1,0 0-1,0-2 0,-1 0 1,0 0-1,-1-2 0,1 0 0,-1-1 1,1-1-1,-1-1 0,0-1 1,0 0-1,-34-6 0,42 4 9,0 0 0,0-1 0,0-1-1,0 0 1,0 0 0,1-1 0,-1-1 0,1 0-1,1 0 1,-1-1 0,1 0 0,0 0-1,-15-18 1,14 13 18,1 0-1,1-1 1,0 0 0,1 0-1,0-1 1,1 0-1,0 0 1,1-1 0,1 0-1,-3-21 1,1-3-21,2 0 0,1 0 0,3 0 0,0 0 0,3-1 0,2 1 0,1 0 0,1 1 0,3 0 0,1 0 0,2 1 0,28-59 0,-17 51-46,2 0 0,2 2 0,1 1 1,3 2-1,1 0 0,39-35 0,-50 56 7,0 0 0,2 2-1,0 0 1,1 1 0,27-11-1,-33 18 1,0 2 0,0 0-1,0 2 1,1 0-1,0 0 1,0 2-1,0 1 1,21 0-1,-38 2-27,-1-1 0,1 2 0,0-1-1,0 0 1,0 0 0,-1 1 0,1-1 0,5 3-1,-7-3-26,-1 1-1,1 0 0,0 0 0,-1-1 0,1 1 1,0 0-1,-1 0 0,1 0 0,-1 0 0,1-1 1,-1 1-1,0 0 0,1 0 0,-1 0 1,0 0-1,1 0 0,-1 0 0,0 0 0,0 0 1,0 0-1,0 0 0,0 0 0,-1 2 0,2-2-84,-1 0 1,0 0-1,0 0 0,0 0 0,-1 0 0,1 0 0,0 0 0,0 1 0,-1-1 0,1 0 0,0 0 0,-1 0 1,1 0-1,-1 0 0,0 0 0,1 0 0,-1-1 0,0 1 0,1 0 0,-1 0 0,0 0 0,0-1 0,0 1 1,-1 1-1,-8 2-1448,0 0 0,-1 0-1,-16 3 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7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696 268 3265,'0'0'2959,"-3"-3"-2351,1-11-377,1 0 0,0 0 0,2-22-1,0 23-224,0 0 0,-2 0 0,-3-25 0,3 34-5,0-1 0,0 0 0,-1 1 0,0-1 0,0 1 0,0-1 0,-1 1 0,1 0-1,-1 0 1,0 0 0,0 0 0,-1 1 0,1-1 0,-6-3 0,2 2 5,0 0 0,0 1 0,0 0 0,0 0 0,-1 1 0,1 0-1,-1 0 1,0 1 0,-11-2 0,-3 1 7,-1 1 0,-27 1 1,36 1-16,1 2 0,0 0 0,0 0 0,1 1 0,-1 1 0,0 0 0,1 1 0,0 0 0,0 1 0,1 0 0,-1 1 0,1 0 0,1 1 0,-1 0 0,2 1 0,-13 13 0,-6 8-4,2 2 0,1 2-1,-40 70 1,41-63 38,-27 68-1,44-90-16,1 0 1,0 0-1,2 0 1,0 0-1,1 1 0,0 26 1,2-42-15,1-1 1,0 0 0,0 0 0,0 0 0,1 0-1,-1 1 1,1-1 0,0 0 0,0 0 0,0 0-1,0 0 1,0 0 0,1-1 0,-1 1 0,1 0-1,2 3 1,-1-4-1,-1-1 1,1 1-1,0 0 0,0-1 0,0 1 0,0-1 0,0 0 1,1 0-1,-1 0 0,0 0 0,0-1 0,1 0 0,-1 1 1,5-1-1,288 1 335,-133-4-291,-156 2-52,-1 1 0,1 1 0,-1-1 0,1 1 0,-1 0 0,0 0-1,0 1 1,1 0 0,-1 0 0,0 1 0,0-1 0,-1 1 0,1 1 0,-1-1-1,1 1 1,-1 0 0,0 0 0,-1 0 0,1 1 0,-1-1 0,1 1 0,-1 0 0,-1 1-1,1-1 1,-1 1 0,4 8 0,2 5 18,-2 1 0,0 0 0,-1 0 0,-1 0 0,0 1 0,1 27 0,-2 127 88,-4-165-95,-1-1 0,1 1 0,-2-1 0,1 1-1,-1-1 1,-1 0 0,0 0 0,-6 14 0,6-17 6,-1-1 0,1 0 0,-1 0 0,0 0 0,0-1-1,0 1 1,-1-1 0,1 0 0,-1 0 0,0-1 0,0 1 0,-1-1 0,1 0 0,-8 2 0,0 0 22,0 0 1,-1-2-1,0 0 0,0 0 0,0-1 0,0-1 0,0 0 0,-28-3 0,32 2-24,-1-2-1,1 1 1,0-2-1,0 1 1,0-1-1,0-1 1,0 0 0,0 0-1,1-1 1,0 0-1,0-1 1,-11-8-1,12 6-27,0 0 0,1 0 1,0 0-1,1-1 0,-1 0 0,2 0 0,-1-1 1,1 0-1,-6-17 0,6 10-286,1 0-1,0 0 1,2-1 0,-1 1 0,2-24 0,0-56-2117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7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16 4370,'0'0'2121,"-2"-6"-1697,-6-3-334,5 19-64,1 41-30,2-35 15,0-5-8,0 87 138,22 184 0,-15-243-126,30 146 37,-31-164-49,1 0 0,0 0 0,2-1 0,0 0 0,1-1 0,17 25 0,-22-39 0,0 1-1,0-1 0,1 0 0,-1 0 1,1-1-1,0 1 0,1-1 1,-1-1-1,1 1 0,-1-1 0,1 0 1,0-1-1,1 0 0,-1 0 0,0 0 1,0-1-1,1 0 0,-1 0 1,1-1-1,-1 0 0,0 0 0,1-1 1,-1 0-1,1 0 0,-1-1 0,11-4 1,-8 2-46,1-2 0,-1 1 0,-1-1 0,1-1 0,-1 0 0,0 0 0,-1-1-1,12-12 1,-10 8-357,0 0-1,0-1 1,-1 0-1,-1-1 1,11-24-1,-10 14-1252,7-34 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7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0 202 6211,'0'0'832,"279"-50"-560,-95 5-272,10 1-64,-10 8-2049,-36 9-1376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8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505 756 4290,'0'0'1139,"-8"-4"-280,-4-1-811,0 1-1,0 0 0,-1 1 1,1 0-1,-1 1 1,1 1-1,-1 0 1,0 0-1,0 1 0,1 1 1,-1 0-1,0 1 1,1 0-1,-1 1 0,1 0 1,0 1-1,0 1 1,-14 6-1,7-2 2,1 1-1,-1 1 1,2 0-1,-1 2 1,2 0 0,0 0-1,0 2 1,1 0-1,1 0 1,-22 33 0,30-38-30,0 0 1,1 0 0,1 1 0,0-1 0,0 1-1,1 0 1,-3 20 0,4-6 48,0-1 0,2 37 0,1-53-60,0 1 0,1-1 0,-1 0 0,2 0 0,-1 0 0,1 0 0,0-1 0,1 1 0,-1-1 0,2 1 0,-1-1 0,1-1 0,0 1-1,0-1 1,1 1 0,0-2 0,0 1 0,0-1 0,1 1 0,0-2 0,0 1 0,0-1 0,13 6 0,0-2 0,0 0 1,1-1-1,0-1 1,0-1-1,1-1 1,-1-1-1,1-1 1,23-1-1,-26 0 14,-2-1-14,0 0 0,29-5 0,-41 4-22,0 0 0,1-1 1,-1 0-1,0 0 0,0 0 0,0 0 1,0-1-1,0 0 0,-1 0 0,1 0 0,-1-1 1,6-5-1,-2 0 30,-1 0 0,0-1 0,0 0 0,-1-1 0,0 1 1,0-1-1,-2 0 0,1-1 0,-1 1 0,-1-1 0,4-21 0,-2-8 80,-2 1 0,-2-46 0,-1 57-60,0 3-13,1 1 50,-5-37 0,4 57-55,-1-1-1,0 1 1,0 0-1,0 0 1,-1 0 0,0 0-1,0 0 1,0 0-1,-1 1 1,1-1 0,-1 1-1,-6-8 1,9 12-19,0 0 0,0 0 1,0-1-1,0 1 0,0 0 1,-1 0-1,1 0 0,0-1 0,0 1 1,0 0-1,0 0 0,0 0 1,-1 0-1,1 0 0,0 0 1,0-1-1,0 1 0,0 0 0,-1 0 1,1 0-1,0 0 0,0 0 1,0 0-1,-1 0 0,1 0 0,0 0 1,0 0-1,0 0 0,-1 0 1,1 0-1,0 0 0,0 0 0,0 0 1,-1 0-1,1 0 0,0 0 1,0 0-1,0 0 0,-1 0 0,1 0 1,0 0-1,0 1 0,0-1 1,-1 0-1,1 0 0,0 0 1,0 0-1,0 0 0,0 1 0,0-1 1,-1 0-1,1 0 0,0 0 1,0 0-1,0 1 0,0-1 0,0 0 1,0 0-1,0 0 0,0 1 1,0-1-1,0 0 0,0 1 0,-4 71-127,9 106 0,-5-165 131,2 0 0,-1 0-1,2 0 1,0-1-1,0 1 1,1-1-1,1 0 1,0 0 0,0 0-1,13 19 1,-13-25-11,0 0 1,0 0 0,1 0-1,-1 0 1,1-1-1,1 0 1,-1 0 0,1-1-1,-1 0 1,1 0-1,0 0 1,1-1 0,-1 0-1,1-1 1,-1 1-1,1-1 1,0-1 0,15 2-1,-13-2-28,0 0-1,0-1 0,-1 0 0,1 0 0,0-1 0,0 0 1,-1-1-1,1 0 0,0 0 0,-1-1 0,0-1 1,0 1-1,0-1 0,0-1 0,-1 0 0,1 0 0,-1-1 1,0 0-1,6-7 0,-2 2-30,-1-1 1,-1 0-1,0-1 1,-1 0-1,-1 0 1,0-1-1,0 0 1,9-28-1,-10 20 78,-1 0 0,-2-1 0,0 0 0,-1 0 0,0-33-1,-2 17 50,-2-80 410,0 109-403,0 0 1,-1 0-1,0 0 1,0 0-1,-1 0 0,-1 0 1,0 1-1,-9-18 1,11 24 4,2 2-41,-1 0 0,1 0 0,-1 0-1,1 0 1,-1 0 0,0 0 0,0 1 0,1-1 0,-1 0 0,0 0 0,0 0 0,0 1 0,0-1-1,0 0 1,0 1 0,0-1 0,0 1 0,-1-1 0,-1 7-44,1 352-59,9-267 136,-6-83-56,1 1-1,0-1 1,0 1 0,1-1-1,0 0 1,1 0 0,-1 0-1,7 9 1,-10-17-7,0 0 0,0 0 0,0-1 0,0 1 0,0 0 0,0 0 0,0 0 0,0 0 0,0 0 0,0 0 0,0 0 0,0-1 0,0 1 0,1 0 0,-1 0 0,0 0 0,0 0 0,0 0 0,0 0 0,0 0 0,0 0 0,0 0 0,0 0 0,1 0 0,-1-1 0,0 1 0,0 0 0,0 0 0,0 0 0,0 0 0,0 0 0,1 0 0,-1 0 0,0 0 0,0 0 0,0 0 0,0 0 0,0 0 0,0 0 0,1 0 0,-1 0 0,0 0 1,0 1-1,0-1 0,0 0 0,0 0 0,0 0 0,0 0 0,1 0 0,-1 0 0,0 0 0,0 0 0,0 0 0,0 0 0,0 0 0,0 1 0,0-1 0,0 0 0,0 0 0,0 0 0,0 0 0,0 0 0,0 0 0,1 0 0,-1 1 0,0-12 72,0 10-58,0-49 73,-2 1 0,-18-98 0,14 124-163,1-1 0,1 1 1,1-1-1,1 1 0,1-1 1,1 0-1,4-25 0,-3 46 32,0 0-1,1-1 1,-1 1-1,0 0 1,1 0-1,0 0 1,0 0-1,0 0 1,0 1-1,0-1 1,1 1-1,-1-1 1,1 1 0,-1 0-1,1 0 1,0 0-1,0 0 1,6-3-1,5-1-156,1 1-1,28-8 1,-33 10 146,56-12-293,0 2 0,1 4-1,117-3 1,-183 12 515,-25 9 795,15-1-932,0 0 0,0 0 0,0 1 0,1 1 0,0-1 0,1 1 0,0 1 0,1-1 0,0 1 0,1 0 1,0 0-1,0 1 0,-3 15 0,0 4 37,1 0 1,1 1 0,-2 63-1,7-74-39,1-1-1,1 0 0,1 1 1,1-1-1,0 0 0,2 0 1,7 23-1,-9-36-26,0 0 0,1 0 0,-1 0 0,1 0 0,1 0 0,-1-1 0,1 0 0,0 0 0,1 0 1,-1-1-1,1 0 0,0 0 0,1 0 0,-1 0 0,1-1 0,0-1 0,0 1 0,0-1 0,0 0 0,1 0 0,12 2 0,-6-2 13,0-1 0,0-1 0,0 0 0,0 0 0,0-2 0,24-3 0,-29 3-35,0-1 0,0 0 0,-1-1 0,1 0 0,-1-1 0,0 1 0,0-2 0,0 1 0,-1-1-1,1 0 1,8-9 0,-1-1 18,-1 0 0,-1-2 0,0 0-1,-1 0 1,-1-1 0,-1 0 0,-1-1-1,0 0 1,-1-1 0,-1 0 0,-1 0-1,6-39 1,-4-7 19,-2 0 0,-6-116 0,-4 129-27,-1-1 1,-19-76 0,-40-100 21,31 126 636,30 127-752,5 82 152,23 167 0,-9-158-3,17 92 2,-27-179-42,1 0 0,1-1 0,1 0 0,2-1 1,18 33-1,-26-53-106,-1-1 0,1 0 0,0 1 0,0-1-1,0 0 1,1 0 0,-1-1 0,1 1 0,0-1 0,0 1 0,1-1 0,-1-1 0,0 1 0,1 0 0,0-1 0,5 2 0,16-2-2274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8.8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0 102 6963,'0'0'1009,"194"-54"-865,-64 37-96,4-1-48,-12 9-1617,-42 6-3922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9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1 470 2833,'0'0'1249,"2"22"-742,8 63-118,-10-84-377,0-1-1,0 1 0,-1 0 0,1 0 1,1 0-1,-1-1 0,0 1 0,0 0 1,0 0-1,0-1 0,0 1 0,1 0 1,-1 0-1,0-1 0,1 1 0,-1 0 1,1-1-1,-1 1 0,0 0 0,1-1 1,0 1-1,-1-1 0,1 1 0,-1-1 1,1 1-1,0-1 0,-1 1 0,1-1 1,0 1-1,-1-1 0,1 0 0,0 0 1,1 1-1,13-12 217,-13 9-177,10-12 97,-1 0 0,0 0 0,-1-1 1,-1 0-1,12-26 0,30-87 260,-41 92-220,-1 0 1,-1 0-1,-3-1 1,0 0-1,-2-62 1,-3 96-128,0 0 0,0 0 0,0 0 0,0 0 0,0 0 0,-1 0 1,1 0-1,-1 0 0,0 0 0,0 0 0,0 0 0,0 1 0,-1-1 1,1 0-1,-3-2 0,2 3-17,0 1 0,0-1 0,-1 1 0,1 0 1,0 0-1,-1 0 0,1 0 0,-1 0 0,1 0 0,-1 1 1,1-1-1,-1 1 0,0 0 0,1 0 0,-1 0 0,-3 0 0,5 0-44,1 0 0,-1 0-1,1 0 1,-1 1-1,1-1 1,-1 0-1,1 0 1,-1 0-1,1 1 1,-1-1-1,1 0 1,-1 1-1,1-1 1,-1 0 0,1 1-1,-1-1 1,1 1-1,0-1 1,-1 1-1,1-1 1,0 1-1,-1-1 1,1 1-1,0-1 1,0 1-1,0-1 1,-1 2 0,-2 23-19,3-18 9,1 0 0,0-1 0,0 1 0,0-1 1,4 13-1,1-10-20,-1 0-1,1 0 1,0-1 0,1 0 0,0 0 0,0 0 0,1-1-1,9 7 1,78 53-304,-56-41 235,-35-24 81,33 23-361,-1 2 1,52 49-1,-79-68 303,-2 0 0,1 0 0,-1 1 0,0 0-1,-1 1 1,0-1 0,0 1 0,-1 1 0,-1-1 0,0 0 0,0 1 0,-1 0 0,0 0 0,-1 0 0,2 21 0,-4-28 76,0 0 1,0-1 0,0 1-1,-1-1 1,1 1 0,-1-1-1,0 1 1,0-1 0,0 0-1,-1 1 1,1-1 0,-1 0-1,0 0 1,0 0 0,0 0-1,0 0 1,0 0 0,-5 3-1,3-2 31,-1-1 0,0 0-1,0 0 1,-1-1-1,1 1 1,-1-1 0,1 0-1,-1 0 1,1-1 0,-11 1-1,3 0 286,-1 0-1,0-2 0,-1 0 1,-24-3-1,37 3-279,1 0 0,-1-1 0,0 0 0,0 1 1,0-1-1,1 0 0,-1 0 0,0 0 0,1 0 0,-1 0 0,0 0 0,1-1 1,0 1-1,-1 0 0,1-1 0,0 1 0,0-1 0,0 0 0,0 1 0,0-1 1,0 0-1,0 1 0,0-1 0,1 0 0,-1 0 0,1 0 0,-1 0 1,1 0-1,0 0 0,0 0 0,0-2 0,0 1-24,0 0 0,0 0 0,0 0-1,1 0 1,-1 0 0,1 0 0,0 0 0,0 0-1,0 0 1,0 0 0,1 0 0,-1 1 0,1-1 0,-1 0-1,1 1 1,0-1 0,0 1 0,0 0 0,3-3 0,5 0-117,-1 0 0,0 0 0,1 1 1,0 1-1,15-5 0,-10 4-464,18-10-2403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39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242 451 4706,'0'0'1427,"-2"-29"289,-1-8-1256,-4-84 993,-2 154-642,-212 1091-707,242-1232-475,66-199 25,28-104 38,-80 267 234,79-267-300,-112 407 373,-1 0 0,1 0-1,0 0 1,0 1 0,0-1 0,5-6 0,-7 10-3,1-1 0,0 1 0,-1-1 0,1 1 0,-1-1 1,1 1-1,0-1 0,0 1 0,-1 0 0,1-1 1,0 1-1,-1 0 0,1 0 0,0-1 0,0 1 1,0 0-1,-1 0 0,1 0 0,0 0 0,0 0 0,0 0 1,-1 0-1,1 0 0,0 0 0,0 1 0,0-1 1,-1 0-1,1 0 0,0 1 0,0-1 0,-1 0 1,1 1-1,0-1 0,-1 1 0,1-1 0,0 1 0,-1-1 1,1 1-1,-1 0 0,1-1 0,-1 1 0,1 0 1,-1-1-1,0 1 0,1 1 0,11 18-43,-1 0-1,-1 1 1,-1 0-1,7 23 1,-3-9 71,100 290 452,2 5-220,-75-229-214,63 114 0,-55-132-2435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40.0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0 202 7267,'0'0'1537,"170"-71"-2049,-25 33 512,16 2 0,5 3-945,-20 9-1920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40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113 275 3378,'0'0'3108,"-18"28"-3079,-55 88 3,69-109-26,0 0 0,1-1 0,0 1 1,1 1-1,-3 9 0,5 13 64,2-11 2,-2-21 134,1-47 3189,-1 26-3314,2 0-1,1 1 1,0-1 0,9-27-1,-5 30-83,1 0 1,1 0-1,1 1 0,0 1 0,1-1 0,1 2 1,18-21-1,-24 31-10,1 0 0,0 1 0,1 0 0,-1 0 0,1 0 0,1 1 0,-1 0 0,11-4 0,-13 6-2,0 1 1,0 1-1,0-1 0,0 1 0,0 0 0,1 0 0,-1 1 0,0 0 1,1 0-1,-1 1 0,0-1 0,0 1 0,11 3 0,-12-2-2,0 0-1,0 1 0,-1-1 0,1 1 1,-1 0-1,0 0 0,0 0 0,0 0 1,0 1-1,0 0 0,-1-1 0,1 1 0,-1 1 1,0-1-1,-1 0 0,5 9 0,2 6-45,-1 1-1,9 36 0,-14-46 53,8 41 2,-3-1-1,-2 1 0,-2 0 1,-3 74-1,-1-116 13,0-9 1,0 1-1,0-1 1,0 1 0,0-1-1,0 1 1,0-1 0,0 1 0,0-1-1,0 1 1,0-1 0,-1 1 0,1-1-1,0 0 1,0 1 0,0-1 0,-1 1-1,1-1 1,0 0 0,0 1-1,-1-1 1,1 0 0,0 1 0,-1-1-1,1 0 1,-1 1 0,1-1 0,0 0-1,-1 0 1,1 1 0,-1-1 0,1 0-1,0 0 1,-1 0 0,1 0-1,-1 0 1,1 1 0,-1-1 0,0 0-1,0-1 14,0 1 0,0 0 1,-1 0-1,1-1 0,0 1 0,0 0 0,0-1 0,0 1 0,0-1 0,0 0 0,0 1 0,0-1 0,1 0 0,-1 1 0,0-1 0,0 0 0,0 0 0,0-1 0,-4-6 37,0-1-1,1 1 1,0-1-1,1 0 0,0 0 1,0 0-1,1 0 0,-1-15 1,-5-84-9,7 83-57,2 0 1,1 0-1,1 0 0,0 0 1,2 0-1,12-35 0,-12 46-44,1 0 0,0 0 0,1 1 0,0 0 0,1 0 0,0 1 0,1 0-1,1 0 1,0 1 0,0 1 0,1-1 0,15-10 0,-22 18 26,0 1 1,0 0 0,0-1-1,0 1 1,1 1-1,-1-1 1,1 1-1,-1-1 1,1 1-1,-1 0 1,10 0-1,-11 1 24,0 0 1,0 1-1,0-1 0,0 1 0,0 0 0,0-1 0,-1 1 0,1 0 0,0 1 0,0-1 0,-1 0 0,1 1 1,-1 0-1,1-1 0,-1 1 0,0 0 0,0 0 0,0 1 0,0-1 0,3 4 0,4 11-12,0 2 0,-1-1-1,-1 1 1,0 1 0,-2-1 0,6 37-1,12 88 167,7 40 51,-28-175-192,0 1 0,1-1 0,0 0 0,0 0 0,1-1-1,0 1 1,8 12 0,-9-18-197,-1 0 0,1-1 0,0 1 0,0 0 0,0-1 0,0 0 0,0 1 0,1-1 0,-1 0 0,1-1 0,-1 1 0,1-1 0,0 1 0,-1-1 0,1 0 0,0-1 0,0 1 0,0-1 0,0 1 0,5-2 0,46 0-4866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40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296 0 4738,'0'0'1908,"9"43"-1404,101 504 1697,19-19-1577,-125-513-600,8 25 5,-12-38-21,0-1-1,1 0 1,-1 0 0,1 0-1,-1 0 1,1 0-1,-1 0 1,1 0-1,0 0 1,-1 0 0,1 0-1,0 0 1,0 0-1,0 0 1,0-1-1,0 1 1,0 0 0,0-1-1,0 1 1,0 0-1,0-1 1,0 0-1,2 1 1,-2-6 205,-1-39 52,-2 0-1,-3 0 0,-15-70 0,15 91-275,-2 1 0,-1 0 0,0 1 0,-2 0 0,0 0 0,-2 1 0,0 0 0,-28-33 0,32 43-20,-1 1 0,0 0-1,-1 0 1,0 1 0,-1 0 0,1 1-1,-1 0 1,-1 1 0,1 0-1,-1 1 1,0 0 0,0 1 0,0 0-1,-1 1 1,0 1 0,1 0 0,-21-1-1,26 3 30,0 0 0,0 0 0,-1 1 0,1 0 0,0 0 0,0 1 0,0 0 0,0 0 0,0 1 0,0 0 0,1 0 0,0 0 0,-1 1 0,-7 6 0,6-3 2,0 0 0,0 1 0,1 0 0,0 0 1,1 1-1,0 0 0,0 0 0,1 0 0,-5 11 1,2-1 21,1 1 0,1 0 0,1 1 0,0 0 0,2-1 0,0 1 0,2 0 0,0 0 0,3 34 0,-1-46 7,0 1-1,1-1 1,0 0-1,1 0 0,0 0 1,0 0-1,1 0 0,0-1 1,1 1-1,0-1 1,0 0-1,1-1 0,-1 1 1,2-1-1,-1 0 1,11 8-1,-5-6-12,0-1 1,1-1-1,0 0 0,0 0 1,1-1-1,-1-1 0,1 0 0,1-1 1,27 4-1,-4-3-280,-1-1 1,1-2-1,0-2 0,0-1 1,65-12-1,-76 6-1243,0-2 1,48-22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41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0 111 3602,'0'0'8660,"21"-21"-8596,65-3-128,9-9-1457,-17 1-4482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41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8132,'0'0'3249,"179"-15"-3185,-99 0-64,-3-6-2897,-9 3-3954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41.5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0 214 6595,'0'0'2849,"185"-50"-2769,-84 20-32,14-9-48,-8-5-384,-29-7-5522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09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3 266 144,'0'0'5192,"0"0"-5154,0 0 0,0 0 0,0 0 0,0 0-1,1 1 1,-1-1 0,0 0 0,0 0 0,0 0 0,0 0 0,0 0 0,1 0 0,-1 0 0,0 0 0,0 0 0,0 0 0,0 0 0,0 0 0,1 0 0,-1 0-1,0 0 1,0 0 0,0 0 0,0 0 0,0 0 0,1 0 0,-1 0 0,0 0 0,0 0 0,0 0 0,0-1 0,0 1 0,1 0 0,-1 0 0,0 0 0,0 0 0,0 0-1,0 0 1,0 0 0,0 0 0,0-1 0,0 1 0,1 0 0,-1 0 0,0 0 0,0 0 0,0 0 0,0-1 0,0 1 0,0 0 0,0 0 0,0 0 0,0 0-1,0-1 1,0 1 0,0 0 0,0 0 0,0 0 0,0 0 0,0 0 0,0-1 0,0 1 0,0 0 0,0 0 0,0 0 0,-1 0 0,1-1 0,3-51 440,-2-1 1,-13-102-1,15 196-384,-4 55 0,0 5-42,34 308 293,-17-251-311,-14-138-30,0 7 16,1-1 0,1 1-1,9 29 1,-13-55-76,1 1 1,-1 0 0,1 0 0,0-1-1,-1 1 1,1 0 0,0-1 0,0 1-1,0-1 1,0 1 0,0-1 0,1 1-1,-1-1 1,0 0 0,1 1 0,2 1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0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385 149 320,'0'0'5939,"-5"-24"-5184,-17-71-174,22 93-553,-1 1-1,1-1 0,-1 0 0,1 1 0,-1-1 0,0 1 0,1-1 0,-1 1 0,0-1 0,0 1 0,0-1 0,0 1 0,0 0 0,-1 0 0,1 0 0,0 0 1,-1 0-1,-2-2 0,3 3-4,0-1 0,-1 1 0,1 0 0,-1 0 0,1 0 1,-1-1-1,1 2 0,-1-1 0,1 0 0,0 0 1,-1 0-1,-1 1 0,-4 1 87,2-2-97,0 1-1,1-1 0,-1 1 0,1 0 1,-1 1-1,1-1 0,-1 1 0,1 0 1,0 0-1,0 0 0,0 1 1,0-1-1,0 1 0,-6 7 0,-4 3-12,1 2-1,-15 20 1,17-21 25,-11 17 24,0 0-1,2 1 0,1 2 0,2 0 1,-17 49-1,24-55-17,2 0-1,1 1 0,1 1 1,2-1-1,1 0 1,1 1-1,3 44 1,1-61-21,0 0-1,1 0 1,0-1 0,1 1 0,1-1-1,0 0 1,0 0 0,1-1-1,1 1 1,0-1 0,1-1 0,-1 0-1,2 0 1,0 0 0,18 15 0,-14-14-3,0-1 0,1 0 0,1-1 0,0 0 0,0-1 0,0-1 0,1-1 0,0 0 0,0-1 0,1 0 0,29 3 0,63-5-143,-74-4 51,-24 1 79,0-1 1,0 0 0,0-1-1,0 0 1,0-1 0,0 0-1,-1-1 1,1 0 0,-1 0-1,0-1 1,0-1 0,-1 1-1,0-2 1,0 1 0,0-1-1,-1-1 1,0 0 0,0 0-1,-1 0 1,0-1 0,0 0-1,-1 0 1,0-1 0,-1 0-1,0 0 1,-1 0 0,0 0-1,4-15 1,-4 4 18,-1 0-1,0 0 1,-2 0 0,0 0 0,-1-1-1,-1 1 1,-2 0 0,-6-32 0,2 25-10,-2 1 1,-1-1-1,-1 1 1,-1 1-1,-25-40 1,10 25 35,-30-38 1,46 66-26,0 1 0,-1 0 0,0 0-1,-1 1 1,0 1 0,-22-14 0,32 22-116,-1 0 1,1 0-1,-1 1 1,0-1-1,1 1 1,-1 0-1,0 0 0,0 0 1,0 0-1,0 1 1,0 0-1,0 0 1,0 0-1,0 0 0,0 0 1,1 1-1,-1 0 1,0-1-1,0 2 1,0-1-1,1 0 0,-1 1 1,0-1-1,1 1 1,-1 0-1,1 1 1,-4 2-1,-14 15-3388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39 309 2017,'0'0'3964,"0"-24"-2731,0-16-783,1-2 47,-6-47-1,-4 29 130,8 55-381,0 1 1,0-1-1,-1 0 0,0 1 1,0-1-1,0 1 0,0-1 1,-1 1-1,0 0 0,-3-4 0,6 30 84,9 322-506,-1-247-306,32 153 1,-37-237-104,0 0 0,0 0 0,1 0 0,1-1 0,0 0 0,1 1-1,0-2 1,15 21 0,11-1-4251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0 4434,'0'0'6227,"-18"15"-6195,18 89-32,18 24 32,3 11-32,6-2 0,5-9-1057,-5-24-1808,-6-33-3938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1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1 190 4930,'0'0'2786,"0"-178"-1666,0 166 1169,3 42-2289,15 50 16,8 30 320,4 21 16,-9 2-288,0-2-64,2-9-128,4-18-656,0-27-1985,0-30-2402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2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49 313 1185,'0'0'7045,"0"-9"-5999,1-7-877,1 0 0,0 0 0,2 0 1,-1 0-1,2 1 0,0-1 0,13-26 0,-11 29-176,-1 0 0,2 0 1,0 1-1,1 0 0,0 0 1,0 1-1,1 1 1,1-1-1,16-11 0,-23 19 2,-1 0-1,1 1 1,0 0 0,0 0-1,1 0 1,-1 0-1,0 1 1,0 0 0,1 0-1,-1 0 1,1 0-1,-1 1 1,1-1 0,0 1-1,-1 0 1,1 1-1,-1-1 1,1 1 0,6 1-1,-6 0-3,0 1-1,0-1 1,0 1-1,0-1 0,-1 1 1,1 1-1,-1-1 1,0 1-1,0-1 0,0 1 1,0 1-1,-1-1 1,1 0-1,-1 1 0,4 7 1,1 5 2,0 0 1,-1 1 0,-1-1 0,-1 1 0,7 37-1,-7-12 27,-1 66 0,-4-91-13,-1 0-1,0-1 1,-1 1-1,-1 0 1,-1 0-1,-1-1 1,0 0-1,-1 0 0,-1 0 1,0-1-1,-14 22 1,-1-4 32,0-2 0,-2-1 0,-2 0 0,-35 32 0,10-18 368,-88 61-1,134-102-317,11-4-42,17 0-36,0-1 0,1-2-1,36-8 1,-31 5-11,75-15-27,292-53-417,-276 56 139,157-2 0,-225 18 7,-37 1-157,0 0-1,0 1 1,0 1 0,26 4 0,-36-1-674,-12 2-116,-43 9-1477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2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104 318 4162,'0'0'3249,"-62"-220"-2352,38 170-225,12 17 577,6 18 1040,6 18-1809,6 65-480,24 42 0,8 27 80,-2 14 0,-6 1-80,-3-12-48,-4-22-528,4-28-801,3-37-1488,-1-41-2610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3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51 390 4322,'0'0'1793,"-8"14"-875,-34 58 399,43-74-1241,-1 0 0,1 1 0,-1-1 0,0 0 0,0 0 0,1 0 0,-1 1 0,0-1 0,0 0 0,-1 0 0,1 0 0,-1-1 0,0-10 25,2-7-32,0-1 0,2 1 0,0 0 1,2 0-1,0 1 0,1-1 0,1 1 0,13-25 0,-7 18-49,2 0 0,1 2 0,1-1 0,1 2 0,24-24 0,-34 39-22,-1 2 0,1-1 0,0 1 0,1 0 1,0 1-1,-1 0 0,19-7 0,-24 10-3,1 1 1,-1 0-1,0 0 0,1 0 0,-1 0 0,0 1 1,1-1-1,-1 1 0,1 0 0,-1 0 0,1 0 1,-1 0-1,1 1 0,-1 0 0,0-1 0,1 1 1,-1 0-1,0 1 0,0-1 0,0 0 0,1 1 1,-1 0-1,-1 0 0,1 0 0,0 0 0,4 4 1,-3 0 5,0 1 0,0-1 0,0 0 0,-1 1 0,0 0 0,0 0 0,-1 0 0,0 0 0,0 0-1,-1 0 1,1 9 0,1 16 48,-2 39 0,-1-51-28,0 12 10,1-2 32,-7 60 0,4-79 3,0-1-1,-1 0 0,0 0 1,0 0-1,-1-1 1,0 1-1,-1-1 1,0 0-1,-11 14 0,23-30 55,1 1 0,0 0 0,0 0 0,0 0 0,0 1 0,1 1 0,0-1-1,14-4 1,-19 7-130,1 0-1,0 1 1,-1-1 0,1 1-1,0 0 1,-1 0-1,1 1 1,0-1 0,0 1-1,0 0 1,0 1-1,-1-1 1,1 1 0,0 0-1,0 0 1,-1 0-1,1 1 1,-1-1 0,1 1-1,-1 0 1,0 1-1,1-1 1,-1 1 0,0 0-1,5 4 1,-1 3-5,-1 1 0,0 0 1,-1 0-1,1 0 0,-2 1 0,0 0 1,0 0-1,-2 0 0,1 1 0,-1-1 1,1 17-1,0 5 29,-1 1 0,-2 0 0,-3 37 1,0-60-4,1-1 0,-2 1 1,0-1-1,0 0 0,-1 0 1,0 0-1,-1 0 1,-1-1-1,1 0 0,-1 0 1,-1 0-1,0-1 0,0 0 1,-1 0-1,0-1 0,-1 0 1,0-1-1,0 1 1,0-2-1,-1 1 0,0-1 1,-1-1-1,1 0 0,-1 0 1,0-1-1,0-1 0,0 1 1,0-2-1,-1 0 0,-15 1 1,22-2-2,-1 0 0,1-1 0,0 0-1,-1-1 1,1 1 0,-1-1 0,1 0 0,0 0 0,-1 0 0,1-1 0,0 0 0,-10-5 0,12 5 1,-1-1 0,1 0 0,-1 0 1,1 0-1,0-1 0,0 1 1,0-1-1,1 1 0,-1-1 1,1 0-1,0 0 0,0 0 0,1 0 1,-1 0-1,-1-9 0,0 5-5,1-1 0,1 1 1,-1-1-1,2 0 0,-1 1 0,1-1 0,0 0 0,1 0 0,2-8 0,-3 13-5,1 1-1,0 0 1,0 0-1,1 0 1,-1 0 0,1 0-1,-1 1 1,1-1 0,0 0-1,0 1 1,0-1-1,0 1 1,0 0 0,1 0-1,-1 0 1,1 0 0,0 0-1,-1 0 1,1 0-1,0 1 1,0 0 0,0-1-1,0 1 1,0 0-1,0 1 1,6-2 0,-3 1-12,-1 0 1,1 0 0,0 1 0,0 0-1,0 0 1,0 0 0,0 0-1,-1 1 1,1 0 0,0 1 0,9 2-1,-12-2 0,0 0 0,1 0-1,-1 0 1,0 1 0,-1-1-1,1 1 1,0 0 0,-1 0-1,1 0 1,-1 0 0,0 0-1,0 0 1,0 1 0,-1-1-1,1 0 1,-1 1 0,0 0-1,2 6 1,-1 0-177,0-4-169,0 0-1,-1 1 1,0-1 0,0 1-1,0 10 1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4882,'0'0'4002,"95"0"-4658,3 0-1201,3 0-960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4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 3378,'0'0'1760,"181"-9"-1936,-97-15-1937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4818,'0'0'1761,"176"3"-1409,-84-3-224,15 0-128,-3-9-768,-21-5-3730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4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5955,'0'0'3313,"146"0"-3745,-27 0-1841,14-6-2865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0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2865,'0'0'2513,"202"0"-2513,-107-9-32,12-9-2193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72 5314,'0'0'1681,"214"-35"-1393,-110 17 145,0 3-385,-12 12-48,0 3-1361,-24 0-1937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9124,'0'0'1361,"246"0"-1697,-74-27-2786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5.5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1 104 8932,'0'0'2081,"157"-50"-1825,-47 29 48,15 3 16,8 3-175,13 15-145,-1 0-81,-17 0-1407,-27 0-3458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6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39 455 3522,'0'0'1534,"-4"-33"-939,-16-107 344,13 92 105,3 0-1,0-57 1,4 95-939,1 14-67,-1-1 1,1 1-1,0 0 1,0-1-1,0 1 1,0-1-1,3 6 0,4 10-36,175 449 333,-152-391-310,-20-51-13,24 61 38,55 99 1,-79-174-25,-3-17 29,-1-28 45,-5 24-97,55-419 86,-22 123-53,-34 300-35,1-12 3,0 0 1,2-1-1,0 1 1,1 1-1,1-1 1,11-22-1,-17 38-5,0 0 1,1 0-1,-1 1 1,0-1-1,1 1 0,-1-1 1,1 0-1,-1 1 1,1-1-1,-1 1 1,1-1-1,-1 1 0,1-1 1,-1 1-1,1 0 1,0-1-1,-1 1 0,1 0 1,0-1-1,-1 1 1,1 0-1,0 0 0,0 0 1,-1 0-1,1-1 1,0 1-1,-1 0 0,1 0 1,0 0-1,0 1 1,-1-1-1,1 0 1,0 0-1,0 0 0,1 2-3,0-1-1,0 0 0,0 0 0,-1 0 1,1 1-1,0-1 0,-1 1 1,1 0-1,-1-1 0,0 1 0,3 3 1,19 40-7,-2 0 0,-2 1 0,21 76 0,-38-115 12,141 519 95,-140-511-88,9 29-11,-12-41 6,1-1 0,0 0 0,0 0 0,0 0 0,0 1 0,0-1 1,1 0-1,-1-1 0,1 1 0,-1 0 0,1 0 0,-1 0 0,1-1 0,3 3 0,-5-4-2,1 0 1,0 0-1,-1 0 1,1 1 0,-1-1-1,1 0 1,0 0-1,-1 0 1,1 0 0,0 0-1,-1 0 1,1 0-1,-1 0 1,1-1 0,0 1-1,-1 0 1,1 0-1,-1 0 1,1-1 0,0 1-1,-1 0 1,1-1-1,-1 1 1,1 0 0,-1-1-1,1 1 1,-1-1-1,0 1 1,1-1 0,-1 1-1,1-1 1,-1 0-1,14-23 181,-13 21-150,35-91 787,42-174 0,-44 144-725,-14 50-159,-1 1-541,3 0 0,37-82-1,-39 120-2108,-9 19-1754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3185,'0'0'4939,"0"12"-4745,34 390 722,-17-246-850,36 290 33,-51-660 106,0 183-234,2 1 1,1 0-1,1 0 0,20-58 0,-20 72 13,1 1 0,0 0 1,0 0-1,2 1 0,0 0 0,0 0 1,1 1-1,1 1 0,0-1 1,22-16-1,-27 24 4,1 1 0,0 0 0,0 0 0,0 1 0,1 0 1,9-3-1,-13 5 7,-1 0-1,0 0 1,1 0 0,-1 1 0,0 0 0,1-1 0,-1 1-1,1 1 1,-1-1 0,0 0 0,1 1 0,-1 0 0,0-1-1,1 1 1,-1 1 0,0-1 0,4 2 0,-3 0-1,-1 0 1,0 0-1,0 1 1,0-1-1,0 1 1,-1-1-1,0 1 1,1 0-1,-1 0 1,-1 0-1,1 0 1,1 5-1,14 59 3,-7 15 294,-3 0 0,-6 146 0,-3-101 90,1-107-490,1-12 118,0 0 0,0 0 1,0 0-1,1 1 0,1-1 1,3 16-1,-4-23-170,0 0 0,1 0-1,-1 0 1,0 0 0,1-1 0,-1 1 0,1 0 0,-1-1 0,1 1 0,0-1 0,0 1-1,0-1 1,0 0 0,0 1 0,0-1 0,0 0 0,0-1 0,0 1 0,0 0 0,1-1 0,-1 1-1,0-1 1,0 1 0,1-1 0,-1 0 0,0 0 0,1 0 0,-1 0 0,0-1 0,0 1-1,5-2 1,39-8-4817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49 433 4690,'0'0'1201,"34"-7"-1140,111-19 115,-104 22-66,74 0-1,-96 4-102,1 0-1,0-1 1,0 0 0,-1-2-1,36-9 1,-52 11-3,-1 0 0,1 1-1,-1-1 1,0 0 0,0 0 0,1-1 0,-1 1 0,0 0 0,0-1-1,0 1 1,0-1 0,-1 0 0,1 1 0,0-1 0,-1 0 0,1 0-1,-1 0 1,0 0 0,1-1 0,-1 1 0,0 0 0,0 0 0,-1-1-1,1 1 1,0-1 0,-1 1 0,1 0 0,-1-1 0,0 1 0,0-1-1,0 1 1,0-1 0,0 1 0,-1-1 0,1 1 0,-1-1 0,0 1-1,1 0 1,-2-3 0,-2-6 42,-1 1 0,0 0-1,0 0 1,-1 0 0,0 1 0,0 0-1,-11-12 1,-8-5 60,0 1 0,-1 2 0,-1 0 0,-42-26 0,56 40 26,-1 2 0,0 0-1,0 0 1,0 1 0,-1 1 0,0 0 0,0 2 0,0-1-1,0 2 1,-1 0 0,1 1 0,-24 0 0,35 2-78,0-1 1,-1 1-1,1 0 0,0 0 1,0 1-1,0-1 0,1 1 1,-1 0-1,0 0 0,1 0 1,-1 0-1,1 1 0,0-1 1,-1 1-1,-4 6 0,2-2 21,1 0-1,0 1 0,0-1 1,1 1-1,0 1 0,-6 16 0,2 2 147,1 1 0,2 0 0,-4 50 0,7-50 2,1 0 0,1 0-1,5 40 1,-3-58-198,0-1 1,0 0-1,1 0 0,0 0 0,1 0 0,0 0 0,0-1 0,1 1 0,0-1 1,0-1-1,1 1 0,0-1 0,12 12 0,-4-7-33,1-1-1,0-1 0,1 0 1,0-1-1,0-1 0,1 0 1,0-1-1,1-1 1,-1-1-1,26 5 0,7-2-1038,0-3 0,77-1 0,-31-4-3070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7.8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15 542 528,'0'0'5531,"-2"10"-4726,-11 65 1543,13-115-1940,6-135 180,-3 156-580,0 0 0,1 0 1,0 1-1,2-1 0,0 1 0,2 0 1,10-20-1,-16 33-11,1 0 1,0 0-1,0 0 0,0 1 1,1-1-1,-1 1 0,1 0 1,0 0-1,1 0 0,-1 0 1,0 1-1,1 0 0,0 0 1,0 0-1,0 0 0,0 1 1,0 0-1,1 0 0,-1 0 1,1 1-1,-1 0 0,7-1 1,-9 2-2,1 1 0,-1-1 0,0 0-1,1 1 1,-1 0 0,0 0 0,1 0 0,-1 0 0,0 0 0,0 1 0,0-1 0,0 1 0,0 0 0,-1 0 0,1 0 0,0 0 0,-1 1 0,0-1 0,1 1 0,-1-1 0,0 1 0,0 0 0,0 0 0,2 6 0,4 8-6,0-1 1,-1 2 0,5 23 0,-11-39 8,10 42-6,-2 0 1,7 88-1,-12 93 48,-4-177-22,0-45 13,0-52 170,5-139 18,-2 160-221,1 0 0,2 1-1,0 0 1,18-46 0,-2 20-13,51-86 0,-60 117-19,1 1 0,2 0-1,0 1 1,1 1-1,0 1 1,28-22 0,-39 35 7,-1 1 1,1 1-1,1-1 1,-1 1-1,0 0 1,1 0-1,-1 1 1,8-2-1,-12 3 18,0 1 1,0 0-1,0-1 1,1 1-1,-1 0 1,0 0-1,0 0 0,0 1 1,0-1-1,0 0 1,0 1-1,0-1 1,0 1-1,0 0 1,0 0-1,0 0 0,0 0 1,0 0-1,0 0 1,-1 0-1,1 1 1,0-1-1,-1 0 0,1 1 1,-1 0-1,0-1 1,1 1-1,-1 0 1,0 0-1,2 3 1,2 10-1,-1 0 0,-1 1 0,0-1 0,-1 1 0,-1-1 0,0 1 1,-3 23-1,2-16 17,0 326 701,0-334-640,0-1 1,1 1-1,0 0 1,1-1-1,8 26 1,-8-35-67,0 0-1,0 0 1,0-1 0,1 1 0,0-1 0,0 0 0,0 0 0,0 0 0,1 0 0,0 0 0,0-1 0,0 0 0,0 1 0,0-1 0,0-1 0,1 1 0,-1-1-1,1 0 1,5 2 0,2 0-133,0-1 0,-1-1 0,1 1 0,18-1 0,57 0-2745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8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364 500 3746,'0'0'1152,"3"-35"-149,15-112-85,-4 35 2454,-15 125-3352,-1 0-1,0 0 0,-1 0 1,0-1-1,-1 0 0,-1 1 1,-6 11-1,7-14-6,-339 822 430,323-777-405,40-112-65,3 0 0,30-55 0,0 4 25,-6 4-14,205-495 0,-247 584 14,3-7 3,1 0-1,20-38 1,-27 56-4,0 0-1,0 0 1,1 0 0,0 0-1,0 1 1,0-1 0,0 1 0,0 0-1,1 0 1,0 0 0,-1 1-1,1-1 1,0 1 0,0 0-1,0 0 1,1 0 0,-1 0-1,0 1 1,1-1 0,7 0 0,-8 2 0,-1 1 0,0-1 0,1 1 1,-1-1-1,0 1 0,1 0 1,-1 1-1,0-1 0,0 1 0,0-1 1,0 1-1,0 0 0,-1 0 1,1 0-1,0 0 0,-1 0 1,1 1-1,-1-1 0,0 1 0,0 0 1,0 0-1,2 5 0,6 9 9,-2 0-1,13 35 0,-16-36-1,27 86 158,34 194-1,-11-33-73,2-104-1201,-55-147-2171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8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 5458,'0'0'1697,"205"-62"-1697,-77 50 96,5 6-64,-2 6-32,-15 0-1136,-30 0-2482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19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705 66 512,'0'0'5832,"-17"-9"-5042,5 2-679,4 2-52,0 0-1,0 1 1,-1 0-1,0 0 1,0 1 0,0 0-1,0 0 1,0 1-1,-1 0 1,1 1-1,-1 0 1,1 1-1,-19 1 1,15 2 2,1 0 0,-1 1 0,1 1 0,0 0 0,0 1 0,1 0 0,0 0 0,0 2 0,0-1 0,1 1 0,0 1 0,0 0 0,1 0 0,1 1 0,-1 0 0,1 0 0,1 1 0,0 0 0,1 1 0,0-1 0,1 1 0,0 0 0,0 1 0,2-1 0,-1 1 0,2 0-1,-3 24 1,3-14-45,0 0 0,2 0-1,1 0 1,0-1-1,2 1 1,6 27-1,-7-42-14,1 0 0,0 0 0,0-1 0,1 1 0,-1-1 0,2 1 0,-1-1 0,1-1 0,0 1 0,1-1-1,-1 1 1,1-2 0,0 1 0,1-1 0,-1 0 0,1 0 0,0 0 0,1-1 0,-1 0 0,11 3 0,-7-3-5,1 0 1,-1-1 0,1-1 0,0 0 0,0 0 0,0-1 0,1-1 0,-1 0 0,0 0 0,0-2 0,0 1 0,18-6 0,-23 3 3,0 0 0,0 0 0,-1-1 0,1 0 0,-1 0 0,0 0 0,-1-1 0,1 0 0,-1 0 0,0-1 0,6-10 0,0-1 4,-2 0 0,0 0 0,10-32 0,-12 21 7,-1 0 0,-1 0 1,-2 0-1,0 0 1,-4-45-1,1 46 3,0 18 16,0-1-1,-1 1 0,0-1 1,0 0-1,-1 1 0,-1 0 1,0-1-1,0 1 0,-1 1 1,-1-1-1,1 0 0,-1 1 1,-1 0-1,0 0 0,0 0 1,-1 1-1,0 0 0,-8-7 1,14 14-68,1 9-106,6 62 1321,16 125-1245,-6-82 77,9 154-35,-12 339-1,-15-565-8,-1 0 1,-1-1 0,-3 1-1,-1-1 1,-26 74-1,27-97 16,-1-1 0,0 0-1,-1-1 1,0 0 0,-1 0-1,-23 25 1,24-32 13,0 0 0,-1 0 1,1 0-1,-2-1 0,1-1 0,-1 0 0,0 0 1,0-1-1,0 0 0,-24 5 0,22-6 5,0-1-1,0 0 0,0-2 1,0 1-1,0-2 0,-1 0 1,1 0-1,0-1 0,0-1 1,-1 0-1,1-1 0,0 0 1,1-1-1,-1 0 0,1-1 0,0-1 1,0 0-1,0 0 0,1-1 1,0-1-1,0 0 0,1 0 1,0-1-1,1-1 0,-1 1 1,-10-17-1,2 1 2,2-1 0,1 0 0,1-1-1,1-1 1,2 0 0,0-1 0,2 0 0,1 0 0,2-1-1,1 0 1,1 0 0,1 0 0,2-1 0,1 1 0,7-54-1,-4 70-2,0 0 0,0 0-1,2 0 1,0 0-1,0 1 1,1-1 0,1 1-1,0 1 1,1-1-1,0 1 1,1 1 0,0 0-1,1 0 1,0 0 0,0 2-1,1-1 1,1 1-1,13-8 1,-6 6-5,1 0 0,0 1 0,1 1 0,0 1 0,1 1 0,-1 1 0,1 1 0,1 1 0,-1 0 0,45 0 0,-1 4-318,-24 0-3678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486 202 4690,'0'0'2484,"4"-10"-2265,0-3-214,0 3 10,0-1-1,-1 0 1,0 0-1,1-18 1,-3 26-10,-1 0 0,0 0 0,0 0 0,0 0 0,-1 0 1,1 0-1,-1 0 0,1 0 0,-1 1 0,0-1 0,0 0 0,0 0 0,-1 1 0,1-1 0,-1 1 0,1-1 0,-1 1 1,0-1-1,0 1 0,0 0 0,0 0 0,0 0 0,-1 0 0,-3-2 0,-5-2 26,0 0 0,-1 2-1,0-1 1,1 2 0,-1-1 0,-1 1 0,-16-1-1,-90-1 521,115 5-529,-4 0 1,0 0 0,-1 1 0,1 0 0,0 1 0,0 0 0,0 0 0,0 0 0,0 1 0,0 0 0,1 1 0,0 0 0,-1 0 0,1 0 0,1 1 0,-1 0 0,1 1 0,0-1 0,0 1 0,0 0 0,1 1-1,0-1 1,-7 12 0,2-2-16,1 1 0,0 0-1,1 0 1,1 1-1,1 0 1,0 0 0,1 1-1,-3 28 1,3-9-1,3 0-1,1 1 1,5 48 0,-3-74-9,1 1 0,1-1 1,0 0-1,1 1 0,0-1 0,1-1 0,1 1 0,0-1 0,0 0 1,11 14-1,-11-18-1,0 0 1,1 0 0,0-1-1,0 0 1,1 0-1,-1-1 1,2 0-1,-1 0 1,1-1 0,0 0-1,0-1 1,0 0-1,0 0 1,15 3-1,-12-4-3,1-1-1,-1 0 0,0-1 1,1 0-1,-1-1 0,1 0 1,-1-1-1,21-4 0,-26 3 2,0 0-1,0 0 0,0-1 1,0 0-1,0 0 0,-1-1 1,1 0-1,-1 0 0,0 0 0,0-1 1,-1 0-1,0 0 0,1 0 1,-1-1-1,6-9 0,-2-1 9,0 0-1,-1 0 1,-1-1-1,-1 0 1,0-1-1,-1 1 1,-1-1-1,3-30 1,-3-16 45,-3-72-1,-2 69 10,1 65-52,1-3 9,-1 1 1,0 0 0,0-1 0,-1 1 0,1 0 0,-1-1 0,0 1 0,0 0 0,0 0 0,-1 0 0,-2-6 0,2 9 29,2 6-14,-1 88-57,-2-22 40,11 103-1,-5-153-9,0-1 0,1 1 0,1-1 0,1 0 1,0-1-1,2 0 0,0 0 0,1 0 0,20 28 0,-24-40-1,1-1 0,-1 0 0,1-1 0,1 1 0,-1-1 0,1-1 0,0 1 0,0-1 0,0 0 0,1-1 0,-1 1 0,1-1 0,0-1 0,8 2-1,-11-3 0,0 1-1,0-2 1,0 1-1,0-1 0,0 0 1,0 0-1,0 0 1,0 0-1,0-1 0,0 0 1,0 0-1,0-1 1,0 1-1,0-1 0,-1 0 1,1 0-1,-1 0 1,1-1-1,-1 0 0,0 0 1,0 0-1,0 0 0,6-7 1,-1-3 0,-1 0 0,-1-1 0,0 0 0,0 0 0,-2 0-1,1-1 1,-2 0 0,0 0 0,-1 0 0,1-18 0,2-29 8,-3-72 0,-4 100-4,1-274 166,-6 532-156,6 129 116,0-352-150,4 36 119,-3-36-199,-1 0-1,0 0 1,1-1-1,-1 1 1,1 0-1,0 0 1,-1 0-1,1 0 0,0-1 1,-1 1-1,1 0 1,0 0-1,0-1 1,0 1-1,0-1 1,0 1-1,-1-1 1,1 1-1,0-1 0,0 0 1,0 1-1,0-1 1,0 0-1,0 0 1,0 0-1,1 1 1,-1-1-1,0 0 1,1-1-1,-2 1 24,0 0 0,1 0 0,-1 0 0,0 0-1,1 0 1,-1 0 0,0 0 0,1 0 0,-1 0 0,0 0 0,1 0 0,-1 0-1,0 0 1,1 0 0,-1-1 0,0 1 0,1 0 0,-1 0 0,0 0-1,0-1 1,1 1 0,-1 0 0,0 0 0,0-1 0,0 1 0,1 0 0,-1-1-1,0 1 1,0 0 0,0 0 0,0-1 0,1 0 0,5-28-3469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0 6643,'0'0'3986,"-48"48"-4210,81-30-1409,6-9-3297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0.6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0 500 2321,'0'0'5066,"2"-30"-4380,-2-1-531,0 13-64,0-1 0,1 0 0,1 0 0,1 0 0,1 1 0,0 0 0,14-36 0,-13 43-18,0 0 0,0 0 1,1 1-1,1-1 0,0 2 0,0-1 0,1 1 0,13-13 0,-16 18-55,1-1-1,1 1 1,-1 0-1,0 0 1,1 1-1,0 0 1,0 0-1,0 1 1,0 0-1,0 0 1,1 0-1,-1 1 1,1 0-1,12 0 1,-18 1-20,1 1 1,-1-1 0,0 0-1,0 0 1,0 1 0,0 0 0,0-1-1,0 1 1,0 0 0,0 0 0,0 0-1,0 0 1,0 0 0,0 0 0,-1 1-1,1-1 1,0 0 0,-1 1 0,3 2-1,-1 1 1,0-1-1,-1 1 0,1-1 1,-1 1-1,0 0 0,0 0 1,-1 0-1,2 6 1,1 13 4,-1 1 0,-1 45 0,-2-51 6,1 341 290,1-396-18,1 0 1,3 1-1,1 0 0,11-36 1,-9 37-275,1-1-20,1 1 0,1 0 0,2 1 0,2 0 0,1 1 1,23-34-1,-28 50-56,1 1-1,0 0 1,0 0 0,2 1 0,21-16 0,-25 22-18,-1 1-1,1 1 1,1 0-1,-1 1 1,1 0-1,0 0 1,0 1 0,0 1-1,16-2 1,-24 4 64,0 0 0,-1 0 0,1 1 1,0 0-1,0 0 0,0 0 0,0 0 1,0 1-1,-1 0 0,1-1 0,0 1 0,0 1 1,-1-1-1,1 0 0,-1 1 0,1 0 1,-1 0-1,0 0 0,1 0 0,-1 0 1,3 3-1,-3 0 5,1 0 1,-1 1-1,0-1 1,0 1-1,-1-1 1,1 1-1,-1 0 1,-1 0-1,1-1 1,-1 2-1,0-1 1,0 9-1,2 43 147,-3 1 0,-2 0-1,-10 58 1,2-27 285,9-83-371,1 1 1,-1-1-1,1 1 0,1 0 1,-1-1-1,4 15 0,-2-19-37,-1 1 0,0-1-1,1 0 1,-1 0 0,1 0-1,0-1 1,0 1-1,0 0 1,0-1 0,1 1-1,-1-1 1,1 0 0,-1 0-1,1 0 1,0 0-1,0 0 1,0-1 0,0 1-1,3 1 1,9 2 2,1-1-1,-1 0 1,1-1 0,0 0-1,32 0 1,91-5-175,-132 1 144,185-14-938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1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96 335 3602,'0'0'651,"-10"-27"93,-29-88 27,29 85 134,-8-54 1,15 63 91,-12-36-1,15 73-833,18 374-160,32 337 232,-50-727-235,0 0 1,0 0 0,0 0 0,0 1-1,0-1 1,0 0 0,0 0 0,0 0 0,0 0-1,0 0 1,0 0 0,0 0 0,0 0-1,0 0 1,0 0 0,0 0 0,0 1 0,0-1-1,0 0 1,0 0 0,0 0 0,0 0-1,0 0 1,0 0 0,0 0 0,0 0 0,0 0-1,0 0 1,0 0 0,0 0 0,0 1-1,0-1 1,0 0 0,0 0 0,0 0 0,0 0-1,0 0 1,-1 0 0,1 0 0,0 0-1,0 0 1,0 0 0,0 0 0,0 0-1,0 0 1,0 0 0,0 0 0,0 0 0,0 0-1,0 0 1,-1 0 0,1 0 0,0 0-1,0 0 1,0 0 0,0 0 0,0 0 0,0 0-1,0 0 1,0 0 0,0 0 0,0 0-1,0 0 1,-1 0 0,1 0 0,0 0 0,0 0-1,-4-6 41,-1-6-21,1 0 0,0-1 0,0 1 1,1-1-1,1 0 0,-1-21 0,2-90-40,1 76 32,0 28-11,1 1 0,0 0 0,2 0 0,0 0 0,1 1 0,8-24 0,-9 34-3,0 0-1,1 0 0,0 0 0,1 0 1,0 1-1,0 0 0,0 0 0,1 0 0,0 1 1,1 0-1,-1 0 0,1 0 0,0 1 1,1 0-1,14-7 0,-15 8-1,1 0 0,1 1 0,-1 0-1,0 1 1,1 0 0,-1 0 0,1 1 0,0 0 0,0 0 0,-1 1 0,1 0-1,0 1 1,0 0 0,-1 0 0,1 1 0,-1 0 0,1 0 0,-1 1-1,0 0 1,0 1 0,0 0 0,0 0 0,-1 0 0,1 1 0,-1 0 0,0 1-1,-1 0 1,0 0 0,1 0 0,6 11 0,0 1 6,-2 1 0,0 0 0,-2 1 0,0 0 0,-1 1 0,-1-1 0,8 39 0,-9-23 21,-2 0 1,-1 1-1,-3 68 0,-1-93-5,-1 0-1,0 1 1,0-1-1,-1 0 0,-1-1 1,0 1-1,0-1 1,-1 1-1,-1-1 1,1-1-1,-2 1 1,0-1-1,-10 12 0,4-9 0,0 0-1,0-1 0,-2 0 0,1-1 0,-2-1 0,1 0 1,-1-1-1,-20 8 0,25-12-139,0-1-1,0 0 1,0-1 0,0 0 0,-1-1-1,1 0 1,-1 0 0,1-1 0,-18-1-1,28 0 2,-1 0 0,1 0-1,-1-1 1,1 1 0,0 0 0,-1 0-1,1-1 1,-1 1 0,1 0 0,0-1-1,0 1 1,-1-1 0,1 0 0,0 0-1,0 1 1,0-1 0,-1 0 0,1 0-1,0 0 1,0 0 0,0 0 0,-1-2-1,1-2-358,0 1 1,0-1-1,0 0 0,0 0 0,1 0 0,0 0 0,0-4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2.0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1 318 4434,'0'0'638,"33"0"-390,109 0-69,-108 2-8,-1 1 0,54 13 0,-1-1 15,-30-11-156,68-3 1,-122 0-30,0-1 0,1 0 0,-1-1-1,0 1 1,0 0 0,1-1 0,-1 1 0,0-1 0,0 1 0,0-1 0,0 0 0,0 0-1,0 0 1,0 0 0,0-1 0,0 1 0,-1 0 0,1-1 0,0 1 0,-1-1 0,1 0-1,-1 1 1,0-1 0,1 0 0,-1 0 0,2-4 0,-2 1 3,0 0-1,0-1 1,0 1-1,0-1 1,-1 0 0,0 1-1,0-1 1,-1 1 0,0-1-1,-1-6 1,0 4 6,-1-1 1,-1 1-1,1 0 0,-1 0 0,0 0 1,-1 0-1,0 1 0,0-1 1,-1 1-1,0 1 0,-11-11 1,-7-5 167,-50-34 0,60 46-67,-1 0 1,0 1-1,-1 1 0,1 1 0,-2 0 0,1 0 1,-1 2-1,0 0 0,0 1 0,0 1 1,-1 0-1,-27 1 0,41 2-72,0 0 0,0 0 0,0 1 1,0 0-1,0 0 0,0 0 0,0 0 0,0 1 0,1 0 0,-1-1 0,0 1 0,1 1 1,-1-1-1,1 0 0,0 1 0,0 0 0,0 0 0,0-1 0,0 2 0,1-1 0,-1 0 1,1 1-1,0-1 0,0 1 0,0-1 0,0 1 0,1 0 0,0 0 0,-2 5 0,-2 12 94,1 1-1,0-1 1,2 1-1,0 30 1,1-29-9,2 0 1,0 0 0,2 0 0,0 0 0,2-1 0,0 0-1,15 39 1,-12-44-109,0-1 1,1 1-1,1-2 0,0 1 0,1-1 0,1-1 0,0 0 1,1 0-1,0-2 0,19 15 0,-13-14-292,0-1-1,0-1 1,1-1 0,0-1-1,1 0 1,0-1-1,1-2 1,-1 0 0,31 4-1,-11-7-2043,48-1 1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2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318 215 4866,'0'0'3172,"-12"14"-2627,0-2-480,1 1-1,-11 19 1,22-32-62,-1 1-1,1 0 0,-1-1 0,1 1 0,0 0 0,-1 0 1,1-1-1,0 1 0,-1 0 0,1 0 0,0 0 0,0 0 1,0-1-1,0 1 0,0 0 0,0 0 0,0 0 0,0 0 1,0 0-1,0-1 0,1 1 0,-1 0 0,0 0 0,1 0 1,-1-1-1,0 1 0,1 0 0,-1 0 0,1-1 0,-1 1 1,1 0-1,-1-1 0,1 1 0,-1-1 0,1 1 1,0-1-1,0 1 0,-1-1 0,1 1 0,0-1 0,-1 1 1,2-1-1,34 7 41,-33-6-36,11 0 12,0 0-1,0-1 1,0 0-1,1-1 1,-1-1-1,20-4 1,-29 4-20,-1 1 0,1-1 0,0 0-1,0 0 1,-1 0 0,0-1 0,1 1 0,-1-1 0,0 0 0,0 0 0,0-1 0,-1 1 0,1-1 0,-1 0 0,0 0 0,0 0 0,0 0 0,-1-1 0,1 1 0,-1-1 0,2-5 0,-2 3-3,0 1 1,-1 0-1,0 0 0,0 0 1,0-1-1,-1 1 0,0 0 0,0-1 1,0 1-1,-1 0 0,0 0 1,0-1-1,-1 1 0,0 0 0,0 0 1,0 0-1,-1 1 0,0-1 0,0 1 1,0-1-1,-1 1 0,0 0 1,0 0-1,0 0 0,0 1 0,-1-1 1,0 1-1,0 0 0,-6-3 1,-3-2 2,0 0 1,0 1 0,-1 1-1,-1 1 1,1 0 0,-1 1 0,0 0-1,0 1 1,-1 1 0,-19-1-1,20 2 4,-1 2-1,1 0 0,0 0 1,-17 4-1,27-3 0,0 1 1,0-1 0,1 1-1,-1 1 1,0-1-1,1 1 1,0 0 0,0 0-1,-1 1 1,2-1 0,-1 1-1,0 0 1,-6 8-1,2 0 25,0 0 0,1 1 0,0 0-1,1 0 1,1 1 0,0 0 0,0 0-1,2 0 1,0 0 0,-5 31 0,6-16 94,1 1 0,1 0 0,2 0 0,6 47 0,-3-59-146,0 1 1,1-1 0,1 0 0,1-1 0,0 0-1,1 0 1,1 0 0,1-1 0,0 0 0,1-1-1,1 0 1,0-1 0,1 0 0,1-1 0,0 0-1,0-1 1,1-1 0,1-1 0,0 0 0,0 0-1,1-2 1,0 0 0,1-1 0,0-1 0,0-1-1,0 0 1,0-1 0,31 2 0,-21-3-486,1-2-1,-1-1 1,1-2 0,-1 0 0,0-2 0,32-8-1,-42 7 313,-1-1-1,-1 0 0,1-2 0,-1 0 1,0 0-1,-1-1 0,0-1 1,0-1-1,-1 0 0,24-26 1,-23 20 228,0-2 0,-1 0 0,-1-1 0,-1 0 0,-1-1 0,0 0 0,-2-1 0,-1 0 0,6-24 0,-6 15 285,-2 0-1,-1-1 0,-2 1 0,-1-1 0,-1 0 0,-4-38 0,2 63-230,0-1-1,0 1 0,-1-1 0,0 1 0,0 0 1,-1-1-1,1 1 0,-2 0 0,1 1 0,-1-1 1,0 0-1,-9-10 0,9 13-22,0 0 0,0 1 0,0 0 0,0 0-1,-1 0 1,0 0 0,1 0 0,-1 1 0,0 0 0,0 0 0,0 1 0,0-1-1,0 1 1,-1 0 0,1 0 0,0 1 0,-1 0 0,-10 0 0,12 1-21,0-1-1,0 1 1,0 0 0,0 0 0,0 0 0,0 1 0,0-1 0,0 1 0,0 0 0,1 0-1,-1 0 1,1 1 0,-1-1 0,-3 4 0,2 0-7,-1 0 1,1 1-1,1-1 0,-1 1 1,1 0-1,0 0 0,-3 7 1,-1 6 18,2 0 1,0 0 0,1 0 0,1 1 0,-2 23 0,4-24-1,1-1-1,1 0 1,1 1 0,0-1 0,2 0 0,0 1 0,6 18 0,-7-31-43,1 1 1,0-1-1,0 1 0,1-1 0,0 0 1,0 0-1,0 0 0,1-1 0,0 0 1,1 0-1,-1 0 0,1 0 0,0-1 0,1 0 1,-1 0-1,1-1 0,0 1 0,0-2 1,12 6-1,-11-6-3,1 0 0,-1-1 0,1 0 0,0 0 0,-1-1 0,1 0 0,0 0 1,0-1-1,0 0 0,-1-1 0,1 0 0,0 0 0,0-1 0,-1 0 0,1-1 0,-1 0 0,0 0 0,0-1 0,0 0 1,0 0-1,-1 0 0,1-1 0,-1-1 0,9-8 0,-8 5 1,0-1 0,-1-1 0,0 1 0,-1-1 0,0 0 0,0-1 0,-2 1 0,1-1 0,-1 0 0,-1 0 0,0-1 0,-1 1 0,0-1 0,0-17 0,-2 19 0,0 0 0,-1 1 0,0 0 0,-1-1 0,0 1 0,0 0-1,-1 0 1,0 0 0,-1 0 0,0 0 0,-1 1 0,0-1 0,0 1 0,-1 1 0,0-1 0,-1 1-1,-11-11 1,0 4-108,0 1-1,-1 1 0,0 0 0,-1 2 1,0 0-1,-31-11 0,18 9-2318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4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32 289 4178,'0'0'1819,"-4"17"-1749,-3 12 27,2 1 0,-3 52 0,5-66 994,0-33 293,3-28-1038,-1 0-196,8-74 0,-5 107-152,0-1 1,1 1-1,0-1 0,1 1 0,0 0 0,1 0 0,0 1 0,1-1 0,1 1 0,12-17 0,-17 25-2,1 1 0,0-1 1,-1 1-1,1 0 1,0-1-1,0 1 1,0 0-1,1 1 0,-1-1 1,0 1-1,1-1 1,-1 1-1,6-1 1,-7 2-4,-1-1 1,1 1 0,0 0 0,0 0 0,0 0 0,0 0 0,0 0 0,0 1 0,-1-1 0,1 0 0,0 1-1,0 0 1,0-1 0,-1 1 0,1 0 0,0 0 0,-1 0 0,1 0 0,-1 0 0,1 0 0,-1 0 0,1 1-1,-1-1 1,0 0 0,0 1 0,0-1 0,0 1 0,2 2 0,4 12-5,-1 0 0,0 0 0,-1 1-1,0-1 1,-2 1 0,3 25 0,1 106 9,-7-146 2,1 207 203,-1-263-116,-1-9-53,11-95 1,-8 138-43,2 1 1,0-1 0,2 1-1,0 0 1,1 1 0,1-1-1,0 1 1,1 1 0,15-21-1,-21 34-5,1-1-1,0 1 1,1-1 0,-1 1-1,1 0 1,0 1-1,-1-1 1,2 1 0,-1 0-1,11-4 1,-14 6 0,1 0-1,0 0 1,0 0 0,0 0 0,0 1-1,0 0 1,0-1 0,-1 1 0,1 0 0,0 0-1,0 1 1,0-1 0,0 1 0,0-1 0,0 1-1,0 0 1,-1 0 0,1 0 0,0 0 0,-1 1-1,1-1 1,-1 1 0,1-1 0,-1 1 0,4 3-1,0 3 7,0-1 0,-1 1-1,0 0 1,0 0-1,-1 1 1,0 0-1,0-1 1,-1 1-1,5 19 1,12 93-12,-19-109 19,11 286 100,-12-279-93,0-15 41,-2-11 80,-5-26-43,2 0 1,2 0 0,0-1-1,5-51 1,-2 35-87,0 27-2,2 0 0,0 0 0,1 0 1,1 0-1,14-40 0,-14 50-25,2 1-1,-1 0 1,1 0-1,1 1 1,0-1 0,0 1-1,1 1 1,1 0-1,0 0 1,0 0 0,16-11-1,-19 17 1,-1 1-1,1-1 1,0 1-1,0 1 1,0-1-1,12-2 1,-16 4 18,1 0 0,-1 1 0,1-1 0,0 1 0,-1 0 0,1 0 0,-1 0 0,1 0 0,0 0 0,-1 0 0,1 1 0,-1 0 1,1-1-1,-1 1 0,1 0 0,-1 0 0,1 0 0,-1 0 0,0 1 0,4 1 0,-3 1 4,0 1-1,0-1 1,0 1 0,0-1-1,0 1 1,-1 0 0,0 0-1,0 0 1,1 8 0,12 58 5,-6 26 158,-4 1-1,-8 112 1,-3-150-87,4-47-178,0 1 1,1 0 0,1 0-1,1 24 1,-1-38 38,0 0-1,0 0 1,0 1 0,0-1 0,1 0 0,-1 0 0,0 1 0,0-1 0,0 0-1,0 0 1,0 1 0,0-1 0,1 0 0,-1 0 0,0 1 0,0-1 0,0 0 0,1 0-1,-1 0 1,0 0 0,0 1 0,1-1 0,-1 0 0,0 0 0,0 0 0,1 0 0,-1 0-1,0 0 1,0 0 0,1 0 0,-1 1 0,0-1 0,0 0 0,1 0 0,-1 0-1,0 0 1,1-1 0,-1 1 0,0 0 0,0 0 0,1 0 0,-1 0 0,26 0-4830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4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0 494 4626,'0'0'1505,"29"-4"-1489,-2-1-11,29-3 16,72-3 1,-123 11-20,167-11 38,-140 7-42,0-1 0,0-1 0,38-14 1,-67 19 1,0 0 1,-1 0-1,1 0 1,0-1 0,0 1-1,-1-1 1,1 1-1,-1-1 1,1 0 0,-1 0-1,0 0 1,0-1-1,0 1 1,0 0 0,0-1-1,0 1 1,-1-1-1,1 0 1,-1 1 0,0-1-1,1 0 1,-1 0-1,-1 0 1,1 0-1,0 0 1,-1 0 0,1 0-1,-1 0 1,0 0-1,0 0 1,-1 0 0,1-1-1,0 1 1,-1 0-1,0 0 1,0 0 0,0 1-1,0-1 1,0 0-1,0 0 1,-1 0 0,1 1-1,-1-1 1,0 1-1,0-1 1,0 1 0,0 0-1,-3-2 1,-9-9 5,-1 2-1,-1 0 1,0 0 0,0 2-1,-31-14 1,-95-28 160,120 44 79,-1 2-1,0 0 1,0 1-1,-1 2 1,-37 0-1,56 2-224,1 0-1,-1 1 1,0 0-1,0 0 1,0 0-1,1 1 1,-1 0-1,1 0 1,-1 0-1,1 0 1,0 1-1,0-1 1,0 1-1,0 0 1,0 0-1,1 1 1,-1-1 0,1 1-1,0 0 1,0 0-1,0 0 1,1 0-1,-1 0 1,1 0-1,0 1 1,-2 6-1,-3 8 28,2 0-1,0 0 1,0 1-1,2-1 1,-1 26-1,1-10 12,1 0 0,2-1-1,2 1 1,9 59 0,-9-85-55,0 0 0,1 0 0,0 0 0,0 0 0,0-1 0,1 0 0,1 0 0,-1 0 1,1 0-1,1-1 0,-1 1 0,1-1 0,1-1 0,-1 1 0,1-1 0,0 0 0,1-1 0,-1 0 0,1 0 0,0 0 1,0-1-1,0 0 0,11 3 0,-1-3-1,1-1 0,0 0 0,0-1 1,0-1-1,20-2 0,-25 1-2,1 0-8,0-1 0,-1 0-1,1-1 1,0-1 0,-1 0 0,0-1-1,21-9 1,-14 3-19,-1-1 1,0-1-1,0-1 0,20-17 0,-7 3 12,-1-1 0,-2-1 0,0-1 0,-2-2-1,-2-1 1,-1-1 0,-1-2 0,35-71 0,-53 91 25,0-1 1,-1 0-1,0 0 1,-2 0-1,0 0 1,0-1-1,-2 1 1,0-1-1,-2 1 1,1-1-1,-5-17 0,5 31 1,-1-1 0,0 1 0,0 0 0,-1 0 0,1 0 0,-1 1 0,0-1 0,0 0 0,0 1 0,0-1 0,-1 1 0,1 0 0,-1-1 0,0 1 0,0 1 0,0-1 0,-1 0 0,1 1-1,0-1 1,-5-1 0,0 1 17,0-1-1,0 2 0,0-1 0,0 1 0,0 0 1,0 1-1,-1 0 0,-16 0 0,24 1-25,-1 0 0,1-1 0,-1 1-1,1 0 1,-1 0 0,1 0 0,-1 0-1,1 1 1,-1-1 0,1 0 0,-1 1 0,1-1-1,0 1 1,-1-1 0,1 1 0,0 0-1,-1-1 1,1 1 0,0 0 0,0 0 0,-1 0-1,1 0 1,0 0 0,0 0 0,0 0-1,0 1 1,1-1 0,-1 0 0,0 0 0,0 1-1,1-1 1,-1 0 0,1 1 0,-1-1-1,1 1 1,-1-1 0,1 1 0,0-1-1,0 1 1,0-1 0,0 1 0,0-1 0,0 1-1,0-1 1,1 1 0,0 1 0,0 3 0,1 0 1,0-1 0,0 1 0,1-1 0,0 0 0,0 0-1,0 0 1,0 0 0,1-1 0,0 1 0,0-1 0,4 4-1,29 20 20,0-3-1,69 36 0,-64-39-5,-2 2 0,63 47 0,-88-58-15,0 0 0,-1 2-1,-1-1 1,0 2-1,-1 0 1,-1 0-1,17 32 1,-22-34 0,0 1 0,0 0-1,-2 0 1,0 1 0,-1-1 0,0 1 0,-1 0-1,-1 0 1,0 0 0,-2 17 0,0-25 1,0-1 0,0 0 0,0 0 0,-1 1 0,0-1 0,-1 0 0,1 0 1,-1-1-1,0 1 0,-1-1 0,0 1 0,0-1 0,0 0 0,-1-1 0,-9 10 0,4-7 7,-1 1 1,0-2-1,0 1 0,-1-2 0,0 0 0,0 0 0,-24 7 0,16-7 5,-1-1-1,0 0 0,0-2 1,0 0-1,-1-2 0,-25-1 1,43 0 11,0 0 0,0 0 0,0 0 0,0-1 0,1 1 0,-1-1 0,0 0 0,0 0 0,1-1 0,-1 1 0,0-1 0,1 0 0,-1 0 0,1 0 0,0 0 0,0-1 0,0 1 0,0-1 0,0 0 0,-4-5 0,4 3 9,1 0-1,0-1 1,0 1-1,1 0 1,-1-1-1,1 1 0,0-1 1,1 1-1,-1-1 1,1 1-1,0-1 1,1 1-1,-1-1 1,2-6-1,0 4-30,0 0 1,0-1-1,1 1 0,-1 1 1,2-1-1,-1 0 0,1 1 1,0-1-1,1 1 0,0 1 1,0-1-1,0 0 0,1 1 0,0 0 1,0 1-1,1-1 0,-1 1 1,1 0-1,0 1 0,1 0 1,12-6-1,-1 2 8,1 2-1,0 0 1,0 0-1,1 2 1,-1 1-1,1 0 1,33 1-1,-50 2-4,0 0-1,0 0 1,-1 0 0,1 0-1,0 1 1,-1-1-1,1 1 1,0 0-1,-1 0 1,1 1 0,-1-1-1,1 1 1,-1-1-1,0 1 1,0 0-1,0 0 1,5 5 0,-5-3 4,-1-1 1,0 1 0,0 0 0,0 0-1,0 0 1,-1 0 0,1 1 0,-1-1-1,0 0 1,-1 1 0,1-1 0,-1 0-1,0 1 1,0 5 0,-3 14 187,-1-14-367,4-10 134,-1 0 0,1 0 0,0 0 0,-1-1-1,1 1 1,0 0 0,-1 0 0,1 0 0,0 0-1,-1 0 1,1 0 0,0-1 0,-1 1 0,1 0 0,0 0-1,0 0 1,-1-1 0,1 1 0,0 0 0,0 0-1,0-1 1,-1 1 0,1 0 0,0-1 0,0 1-1,0 0 1,0-1 0,-1 1 0,1 0 0,0 0 0,0-1-1,-12-36-5281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8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66 430 1697,'0'0'6995,"0"-10"-4687,-4-68-2103,-2 0 1,-32-142-1,36 211-177,2 6-7,0 1-1,-1-1 1,0 1-1,1-1 1,-1 1 0,0-1-1,0 1 1,0 0 0,0 0-1,-1-1 1,1 1-1,-3-3 1,2 13 137,23 519-177,-12-404 40,-6-57-6,3 0 1,18 83-1,-21-137-2,0-1 1,1 1 0,9 16 0,-12-25-172,0 0-1,1 0 1,0 0 0,0-1 0,0 1 0,0-1 0,0 0 0,1 1-1,-1-1 1,0 0 0,1 0 0,0 0 0,-1-1 0,1 1 0,0-1-1,6 3 1,16-2-4284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2:29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452 160 4498,'0'0'1273,"34"-4"-796,114-14 486,-134 16-863,0 1 0,0 0-1,0 1 1,0 0-1,0 2 1,0-1 0,-1 2-1,1 0 1,-1 0 0,1 1-1,-1 1 1,0 0-1,18 11 1,-24-11-83,0 1-1,0 0 1,-1 0-1,1 1 1,-1 0-1,-1 0 1,1 0 0,-1 1-1,-1 0 1,1 0-1,-1 0 1,-1 0-1,1 1 1,-2-1 0,1 1-1,-1 0 1,0 0-1,-1 0 1,1 11-1,-1-6-6,-1-1-1,0 1 0,-1 0 0,0-1 0,-1 0 0,-1 1 0,0-1 0,0 0 0,-2 0 1,0 0-1,0-1 0,-1 0 0,0 0 0,-13 18 0,7-15 7,0-1 0,-1 0 1,0-1-1,-1 0 0,-1-1 0,0 0 0,-1-2 1,0 0-1,0 0 0,-20 7 0,17-8 80,-1-2 0,0 0 0,0-1 0,0-1 0,0-1 0,-1-1 0,0-1 0,1-1 0,-1 0 1,0-2-1,-24-3 0,31 1-37,-1 0 1,0-1 0,0 0-1,1-1 1,0-1 0,0 0 0,1-1-1,0-1 1,0 0 0,0-1-1,1 0 1,0-1 0,1 0-1,0 0 1,-17-23 0,21 22-14,-1 0 0,1-1 0,1 0 0,0 0 0,1 0-1,0-1 1,1 0 0,0 0 0,1 0 0,0 0 0,1 0 0,1-1 0,0 1 0,1-1 0,0 1 0,1 0 0,1-1 0,0 1-1,1 0 1,0 0 0,1 0 0,0 0 0,1 0 0,1 1 0,0 0 0,0 0 0,10-11 0,-2 5-41,1 1-1,1 0 1,1 1 0,1 1 0,0 0 0,1 1 0,0 2-1,1 0 1,0 1 0,1 0 0,27-8 0,-10 6-4,1 2 0,1 2 0,-1 1 0,1 3 0,69-2 0,-88 6-2,1 1 0,0 1 0,-1 1 0,1 1 0,-1 0 0,0 2 0,0 1 0,0 0 0,-1 2 0,1 0 0,-2 1 0,0 1 0,20 14 0,-11-4 12,-1 0-1,-1 2 0,-1 1 0,0 1 0,-2 1 0,-2 1 1,0 1-1,-1 1 0,-2 0 0,23 49 0,-33-59 17,0 1 0,-1 0 0,-1 1 0,-1 0-1,-1 0 1,0 0 0,-2 0 0,0 1 0,-1-1 0,-2 1-1,0-1 1,0 0 0,-2 1 0,-1-1 0,-1 0-1,0-1 1,-1 1 0,-1-1 0,-11 21 0,3-15 22,-1-1 0,0 0 0,-2-1 1,-1 0-1,-35 32 0,1-9 74,-77 52 0,48-42-99,-4-4 0,-106 48 0,131-73-598,0-3 1,-1-3-1,-2-3 1,-84 14-1,-102-15-6290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4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104 426 3426,'0'0'1643,"0"-29"-920,0-176 35,1 155-577,0 18 223,-1 1 0,-5-33-1,0 49 218,4 16-612,1 0-1,-1 0 1,1 0-1,-1 0 1,1 0-1,0 0 1,-1 0-1,1 0 1,0 0-1,0 0 1,0 0-1,0 0 1,0 1-1,0-1 1,0 0-1,0 0 1,1 2-1,-1 991 678,-1-1111-585,-23-180 0,3 173-96,3 22-7,-11-199-1,29 283-7,0 18 9,1 0 0,-1 0 1,0 0-1,0 0 0,0 0 1,0 0-1,0 0 1,0 1-1,0-1 0,0 0 1,0 0-1,0 0 0,0 0 1,0 0-1,1 0 0,-1 0 1,0 0-1,0 0 0,0 0 1,0 0-1,0 0 1,0 0-1,0 0 0,1 1 1,-1-1-1,0 0 0,0 0 1,0 0-1,0 0 0,0 0 1,0 0-1,1 0 0,-1 0 1,0-1-1,0 1 0,0 0 1,0 0-1,0 0 1,0 0-1,0 0 0,1 0 1,-1 0-1,0 0 0,0 0 1,0 0-1,0 0 0,0 0 1,0 0-1,0 0 0,0-1 1,0 1-1,0 0 0,1 0 1,-1 0-1,0 0 1,0 0-1,0 0 0,0 0 1,0-1-1,0 1 0,0 0 1,0 0-1,0 0 0,0 0 1,0 0-1,10 5 0,1 2 1,-2-1-1,1 1 0,-1 1 1,0 0-1,0 0 0,9 12 1,57 78 61,-50-65-21,29 46-11,-3 2-1,-4 2 1,-3 2-1,-4 2 1,-4 2 0,34 127-1,-64-193-21,-6-18-1,1 0-1,0-1 0,0 1 1,1 0-1,-1-1 1,1 1-1,0-1 1,1 1-1,-1-1 0,5 7 1,-2-12 288,-3-11 252,11-214 918,5-49-1337,-11 226-136,1 0 0,2 1 1,26-72-1,-34 113-68,3-7-36,1 1-1,11-21 1,-15 31-165,0 0 0,0 0 0,0 0 0,0 0 0,1 0 0,-1 1-1,1-1 1,0 1 0,0 0 0,0 0 0,0 0 0,0 0 0,0 0 0,0 1 0,7-3-1,12 2-3690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4.9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37 264 4706,'0'0'939,"34"13"-747,113 41-85,-134-50-103,1 0 0,-1-1 0,1-1 0,-1 0 1,1-1-1,0 0 0,0-1 0,0-1 0,-1 0 0,1-1 0,0 0 0,19-6 0,-17 4 2,-7 2-4,1-1 0,0 0 0,-1 0 0,1-1 1,-1 0-1,0 0 0,0-1 0,13-10 0,-19 12-5,0 0 0,0 0 0,0 0 1,-1 0-1,0 0 0,1-1 0,-1 1 0,0-1 0,-1 0 0,1 1 0,-1-1 0,1 0 0,-1 0 0,0 0 1,0 0-1,-1 0 0,0 0 0,1 0 0,-1 0 0,0 0 0,-1 0 0,1 0 0,-1 0 0,-1-6 0,0 5-9,1 0 0,-1 0 0,-1 1 0,1-1 0,-1 0 0,1 1 0,-1-1 0,-1 1 0,1 0 0,-1 0 0,-7-6 0,-51-36 12,52 38 3,-7-2 91,0 0 1,0 1-1,-1 1 1,0 1-1,-1 0 1,1 1-1,-1 1 1,-1 1-1,1 1 0,0 0 1,-1 1-1,1 2 1,-1 0-1,-35 5 1,49-4-53,0 1 1,1 0-1,-1 1 0,1-1 1,0 1-1,-1 0 1,1 0-1,1 1 1,-1 0-1,0 0 1,1 0-1,0 0 1,0 0-1,0 1 1,1 0-1,-1 0 0,1 0 1,0 0-1,1 0 1,-1 1-1,-1 6 1,-3 8 188,1-1 1,0 1-1,2 0 1,-4 38-1,6-35-29,1 0 0,1 0 0,5 44-1,-3-57-180,0-1 0,1 0 0,0 0 0,0 0 0,1 0 0,0 0 0,0-1 0,1 0 0,0 0 0,1 0 0,11 13 0,-6-11-22,-1 0-1,1-1 0,1-1 1,0 0-1,0 0 0,0-1 1,1 0-1,22 7 0,-13-7-365,1 0 0,0-2-1,1-1 1,31 2 0,48-3-3275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5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32 715 5122,'0'0'1011,"-5"9"-597,-17 30-219,22-40-173,0 1-1,0 0 1,0 0 0,0 0 0,0 0 0,0 0 0,0 0-1,0 0 1,0 0 0,0 0 0,0 0 0,0 0 0,0-1-1,0 1 1,0 0 0,0 0 0,0 0 0,0 0 0,0 0-1,0 0 1,0 0 0,0 0 0,-1 0 0,1 0-1,0 0 1,0 0 0,0 0 0,0 0 0,0 0 0,0 0-1,0 0 1,0 0 0,0 0 0,0-1 0,0 1 0,0 0-1,0 0 1,-1 0 0,1 0 0,0 0 0,0 0 0,0 0-1,0 0 1,0 0 0,0 0 0,0 1 0,0-1 0,0 0-1,0 0 1,0 0 0,-1 0 0,1 0 0,0 0 0,0 0-1,0 0 1,0 0 0,0 0 0,0 0 0,0 0-1,0 0 1,-1-14 417,4-20-267,0 22-164,2 0 0,0 1 0,0 0 0,1 0 0,0 0 0,1 0 1,1 1-1,-1 0 0,1 1 0,1 0 0,0 0 0,14-10 0,-17 14-17,1-1 0,0 2 1,0-1-1,1 1 0,-1 0 0,1 1 0,0-1 0,0 2 0,0-1 1,1 1-1,-1 0 0,0 1 0,1 0 0,-1 0 0,1 1 0,0 0 1,-1 0-1,1 1 0,9 2 0,-15-2 5,0 1 0,0-1 0,0 1 0,0-1 0,0 1-1,0 0 1,0 0 0,-1 0 0,1 0 0,-1 1 0,1-1 0,-1 1 0,0-1 0,0 1 0,0 0 0,0 0 0,-1 0-1,1 0 1,-1 0 0,0 0 0,1 0 0,-1 4 0,3 7-10,-1 1 0,-1-1 0,0 26 1,-1-14 17,-1-1 0,-1 1 0,-8 46 0,5-57 6,0 0 0,-1 0 1,0-1-1,-1 0 0,-1 0 1,0-1-1,-16 22 0,22-34-8,-2 5 5,0-1 0,-1 0 0,0 0 0,0 0 0,0-1 0,-1 1 0,0-1 0,1 0 0,-1-1 0,-1 1 0,-7 4 0,13-10-1,0 1 0,0-1 1,0 1-1,0 0 1,0-1-1,0 1 0,1-1 1,-1 1-1,0 0 1,1-1-1,-1 1 0,1 0 1,-1 0-1,2-3 1,25-33-39,48-52 0,-17 21-6,-41 48 27,74-97-54,-77 97 61,-1-1 1,0 0-1,16-42 1,-27 59 7,-1 0 0,1 0 1,-1-1-1,0 1 1,-1-1-1,1 1 1,-1-1-1,1 1 1,-2-1-1,1 1 0,-1-9 1,0 13-3,0 0 1,-1 1-1,1-1 0,0 0 1,0 0-1,0 0 0,0 1 1,0-1-1,0 0 0,0 1 0,1-1 1,-1 1-1,0-1 0,0 1 1,0 0-1,0-1 0,0 1 1,1 0-1,-1 0 0,0-1 1,1 1-1,-2 1 0,-4 8 6,-1 1-1,2 0 1,0-1-1,0 2 1,0-1-1,2 0 1,-1 1-1,2 0 1,-3 17 0,0 13 90,2 59 0,3-80-67,0 1 0,2-1-1,4 23 1,-4-36-29,0-1 0,1 1 1,-1 0-1,2-1 0,-1 0 0,1 0 1,0 0-1,0 0 0,1-1 0,0 1 1,7 7-1,-4-7 0,0 0 0,0-1-1,0 1 1,1-2 0,-1 1 0,2-1 0,-1 0 0,0-1 0,20 6-1,-10-6-18,0 0-1,0-1 1,0-1-1,28-1 0,-42-1-7,0 0 0,0-1 0,0 1 1,0-1-1,0 0 0,-1 0 0,1-1 0,0 0 0,-1 1 0,1-1 0,-1-1 0,1 1 0,-1-1 0,0 0 0,0 0 0,0 0 0,3-4 0,-2 1 8,1-1 0,-1 0 0,0-1 0,-1 1 0,0-1 0,0 0 0,0 0 0,4-17 0,-1-8 23,-1-1 0,-1 0 0,-1-66 0,-3-609 234,-3 902 15,5 246 765,0-394-911,13 70-1,-13-102-320,0 0-1,0 0 1,2 0-1,-1 0 1,2-1-1,0 1 1,0-1-1,1-1 1,11 15-1,2-11-3023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5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 4978,'0'0'2145,"223"-59"-2097,-104 59-48,6 0-48,-24 0-2993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6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85 305 3089,'0'0'1358,"-7"-26"-685,-23-84-49,27 95-439,0-1-1,2 1 1,-1-1-1,3-20 1,-1 28 135,0 0-1,0 0 1,-1 0 0,1 0 0,-2-1 0,-3-12-1,5 39-62,-1 21-250,11 269 202,13 302 73,-23-607-226,0-11 134,0-68 199,1-82-206,-25-207 0,-14 105-154,37 238-10,1 22-19,0 0 0,-1 0 0,1 0 0,0-1 0,0 1 0,0 0 0,0 0 0,0-1 0,0 1 0,0 0 0,0 0 0,0-1 0,0 1 0,0 0 0,0 0 0,0-1 0,0 1 0,0 0 0,0 0 0,0-1 0,0 1 0,0 0 0,0 0 0,0 0 0,0-1 0,0 1 0,0 0 0,0 0 0,1-1 0,-1 1 0,0 0 0,0 0 0,0 0 0,0 0 0,1-1 0,-1 1 0,0 0 0,0 0 0,0 0 0,1 0 0,-1 0 0,0-1 0,0 1 0,0 0 0,1 0 0,-1 0 0,0 0 0,0 0 0,1 0-1,6 8-21,-6-7 18,43 68-20,42 90 1,-55-100 44,137 320 29,-162-365-47,0 6 8,2-1 1,1 0-1,0-1 1,2 0 0,11 17-1,-21-35-8,-1 1-1,1 0 0,-1 0 0,1-1 1,0 1-1,-1-1 0,1 1 1,0 0-1,-1-1 0,1 0 0,0 1 1,0-1-1,-1 1 0,1-1 1,0 0-1,0 1 0,0-1 1,-1 0-1,1 0 0,0 0 0,0 0 1,2 0-1,-2 0 12,0-1 0,0 1 0,0-1 0,0 1 0,0-1 1,-1 0-1,1 0 0,0 1 0,0-1 0,0 0 0,-1 0 0,1 0 0,0 0 0,-1 0 0,1 0 1,-1 0-1,1 0 0,-1 0 0,1 0 0,-1 0 0,0-2 0,14-48 421,-2 0 0,5-59 0,3-113-282,-19 208-130,4-52-28,-3 15-194,15-75 0,-16 122 64,0 0 1,0 1 0,1-1-1,-1 1 1,1-1-1,0 1 1,5-7-1,-6 10-91,0 0-1,0 0 0,0-1 0,0 1 1,0 0-1,0 0 0,0 0 0,1 0 1,-1 1-1,0-1 0,1 0 0,-1 0 1,1 1-1,-1-1 0,1 1 0,-1-1 1,1 1-1,-1 0 0,1 0 0,-1 0 1,1-1-1,-1 1 0,1 1 0,-1-1 0,4 0 1,18 8-4638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7.2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66 1857,'0'0'3898,"-5"-11"-2762,-17-33-290,22 43-827,0 1 1,-1-1-1,1 1 0,0-1 1,-1 0-1,1 1 0,-1-1 0,1 1 1,-1-1-1,1 1 0,-1-1 1,1 1-1,-1-1 0,1 1 1,-1 0-1,0-1 0,1 1 1,-1 0-1,0 0 0,1-1 1,-1 1-1,0 0 0,1 0 1,-1 0-1,0 0 0,0 0 1,0 0-7,0 1 0,0-1 0,0 1 0,0 0 0,1-1 0,-1 1 0,0 0 1,1 0-1,-1-1 0,0 1 0,1 0 0,-1 0 0,1 0 0,-1 0 0,1 0 0,0 0 0,-1 1 1,-4 13 11,0 1 0,1 0 1,1 0-1,1 0 1,-1 19-1,2 89 209,2-101-191,-1-9-26,1 1 0,0-1 0,2 1 0,0-1 0,0 0 0,1 0 0,1 0-1,0 0 1,12 20 0,-13-26-11,1 0 0,1-1 0,-1 0 0,1 0 0,0-1 0,1 1 0,0-1-1,0-1 1,0 1 0,0-1 0,1 0 0,0-1 0,0 0 0,0 0 0,1-1 0,15 4 0,-12-4-5,0 0 1,1-1 0,-1-1-1,1 0 1,-1-1-1,20-2 1,-27 2-2,0-1 0,0 0 0,1-1 0,-1 1 0,0-1 0,0 0 0,-1 0 0,1 0 0,0-1 0,-1 0 0,1 0 0,-1 0-1,0 0 1,0-1 0,0 0 0,-1 0 0,5-5 0,-2 0-1,-1-1 0,0 1-1,-1-1 1,0 0 0,0 0-1,-1 0 1,0 0 0,-1-1-1,2-10 1,-1-13-8,-3-50 0,0 46 14,0 13 7,-6-43 0,5 60-2,-1 0 0,0 0 0,0 0 0,-1 0 0,0 0 0,0 1 0,-1-1 0,-8-11 0,5 11 120,3 9 27,3 19-28,1-18-145,-1 35 20,6 123 132,-2-138-159,0 0 0,1-1-1,1 0 1,1 0 0,13 30-1,-13-37-573,0-1 0,1 0 0,1 0 0,0-1 0,19 22-1,3-9-1989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7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1 315 3410,'0'0'1043,"0"-35"-232,3-109-291,-2 135-481,0 0 1,0 0-1,1 1 0,0-1 1,0 1-1,5-12 0,-4 15 1,0 0 0,0 0-1,1 1 1,-1-1-1,8-7 1,-10 11-33,0-1 3,1 0-1,0 1 1,-1-1-1,1 0 1,0 0-1,0 1 0,0-1 1,0 1-1,1 0 1,-1 0-1,0-1 1,0 1-1,1 1 1,-1-1-1,1 0 1,-1 1-1,1-1 1,-1 1-1,1 0 1,-1-1-1,1 1 0,-1 1 1,1-1-1,-1 0 1,1 0-1,-1 1 1,1 0-1,-1-1 1,1 1-1,-1 0 1,0 0-1,1 0 1,-1 1-1,0-1 0,0 1 1,0-1-1,0 1 1,0-1-1,0 1 1,0 0-1,2 3 1,2 7 31,0 1 0,-1-1 1,-1 1-1,0 0 0,0 0 1,-1 0-1,2 21 0,2 97 413,-7-122-433,1 135 300,-1-144-316,0 0 1,0-1-1,1 1 0,-1 0 1,0-1-1,1 1 1,-1 0-1,0-1 1,0 1-1,1 0 1,-1 0-1,1-1 1,-1 1-1,0 0 1,1 0-1,-1 0 0,0-1 1,1 1-1,-1 0 1,1 0-1,-1 0 1,1 0-1,-1 0 1,0 0-1,1 0 1,-1 0-1,1 0 1,-1 0-1,1 0 1,-1 0-1,0 0 0,1 0 1,-1 0-1,1 1 1,-1-1-1,0 0 1,1 0-1,-1 0 1,1 1-1,-1-1 1,0 0-1,1 0 1,-1 1-1,0-1 0,0 0 1,1 1-1,-1-1 1,0 0-1,0 1 1,1-1-1,-1 1 1,0-1-1,0 0 1,0 1-1,0-1 1,0 1-1,1-1 1,-1 1-1,0-1 0,0 0 1,0 1-1,9-19 160,-1-1-1,-1 0 0,0 0 0,6-31 0,5-13-96,25-52-12,-38 104-55,0 1 1,1 0-1,0 0 1,1 0-1,0 1 1,0 0-1,1 0 1,10-9-1,-16 16-4,0 0 0,0 1 0,1-1 1,-1 0-1,0 1 0,1-1 0,0 1 0,-1 0 0,1 0 0,0 0 0,-1 0 0,1 0 0,0 1 0,0-1 0,0 1 1,0 0-1,-1 0 0,5 0 0,-5 1-1,1 0 0,-1 0 0,0 0 0,0 0 0,0 0 0,0 0 0,0 1 1,0-1-1,0 0 0,0 1 0,-1 0 0,1 0 0,0-1 0,-1 1 0,1 0 0,-1 0 0,1 3 0,4 8-8,0 1-1,-1-1 0,-1 1 0,0 0 0,2 23 0,2 34 27,-3-1 0,-5 73-1,0-68 82,0-73-36,0-31 341,-1-26-277,3-86-54,0 121-77,0 0 1,2 0 0,0 0-1,13-36 1,-13 45 7,4-10-34,1 1 0,19-34 1,-26 51 22,0-1-1,0 1 1,0 0 0,0 0 0,1 0 0,-1 0 0,1 0 0,0 1 0,0-1-1,0 1 1,0-1 0,0 1 0,1 0 0,-1 1 0,1-1 0,-1 0-1,1 1 1,0 0 0,-1 0 0,1 0 0,0 0 0,7 0 0,-10 1 8,0 0 0,-1 0 1,1 1-1,0-1 0,0 0 1,-1 0-1,1 0 0,0 1 1,0-1-1,-1 0 0,1 1 1,0-1-1,-1 0 0,1 1 1,0-1-1,-1 1 0,1-1 1,-1 1-1,1 0 0,-1-1 1,1 1-1,-1 0 0,1-1 1,-1 2-1,5 6-1,-1 0 0,-1 0 1,0 1-1,0 0 0,0 0 0,1 15 0,4 64 32,-5-47 0,2 35 45,-5-43-56,2 0 1,1 0-1,2 0 0,1 0 0,12 34 0,-16-63-124,0 1-1,-1-1 1,2 0-1,-1 0 1,0 0-1,6 7 1,-6-10-143,-1 0 0,1 0 0,0 0 0,-1 0-1,1 0 1,0 0 0,-1 0 0,1 0 0,0-1 0,0 1 0,3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8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2417,'0'0'3679,"1"33"-2916,12 234 171,23 287-403,-35-537-524,4 16 34,-5-31 7,0-7 77,-1-75 116,4-113-135,-2 185-102,0 0-1,0 0 1,1 1 0,0-1-1,0 1 1,1-1-1,0 1 1,0 0 0,1 0-1,0 1 1,0-1 0,0 1-1,11-12 1,-10 13-9,0 1 0,1 0 0,-1 0 0,1 0 0,0 1 0,0-1 0,0 1 0,0 1 0,1 0 0,-1-1 0,1 2 0,0-1 0,-1 1-1,1 0 1,0 0 0,9 1 0,-10 0-1,1 0 0,0 0 0,0 1 0,0 0 0,-1 0 0,1 1-1,-1 0 1,9 3 0,-11-3 4,-1 0-1,1 1 1,-1-1-1,0 1 0,1-1 1,-1 1-1,-1 0 1,1 0-1,0 0 1,-1 1-1,0-1 1,1 0-1,-1 1 0,-1 0 1,4 7-1,-1 2 12,0 1 0,-1 0 0,0-1 0,-1 1 0,0 16 0,-4 75 439,2-97-411,0-1 0,-1 1 0,0-1 0,-1 1 0,0-1 0,0 0 0,0 0 0,-1 0 0,0 0 0,0 0 0,-1-1 0,0 1 0,0-1 0,0 0 0,-1 0 0,0 0 0,0-1 0,0 0 0,-1 0 1,0 0-1,0-1 0,0 1 0,-1-2 0,-7 5 0,-3 1-214,-1 0 0,0-2 1,0 0-1,0-1 0,-1-1 1,0 0-1,0-1 0,-35 1 1,54-5 120,-1 0 1,1 0-1,0 0 0,0 0 1,0 0-1,0 0 1,-1 0-1,1 0 1,0 0-1,0 0 1,0 0-1,-1 0 0,1 0 1,0 0-1,0 0 1,0 0-1,0 0 1,-1 0-1,1 0 1,0 0-1,0-1 1,0 1-1,0 0 0,0 0 1,-1 0-1,1 0 1,0 0-1,0-1 1,0 1-1,0 0 1,0 0-1,0 0 0,0 0 1,0-1-1,0 1 1,-1 0-1,1 0 1,0 0-1,0 0 1,0-1-1,0 1 1,0 0-1,0 0 0,0 0 1,0-1-1,0 1 1,1 0-1,-1 0 1,0 0-1,0-1 1,0 1-1,0 0 1,0 0-1,0 0 0,0-1 1,0-33-4457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8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0 268 3778,'0'0'2484,"32"3"-2455,104 7 3,23-7 0,-135-4-32,-19 1 3,1-1 1,-1 1-1,1-1 0,-1 0 1,0 0-1,1 0 1,-1-1-1,0 0 0,0 0 1,0-1-1,0 1 1,-1-1-1,1 0 0,0 0 1,-1 0-1,0-1 1,0 0-1,0 0 0,0 0 1,-1 0-1,0 0 0,0-1 1,0 1-1,0-1 1,0 0-1,-1 0 0,0 0 1,0 0-1,-1 0 1,1-1-1,-1 1 0,0 0 1,-1-1-1,1 1 1,-1-1-1,0-7 0,-2 8 17,1 0-1,0 1 1,-1-1-1,0 0 1,0 1 0,0-1-1,-1 1 1,1 0-1,-1 0 1,0 0-1,0 0 1,-1 0-1,1 1 1,-1-1 0,1 1-1,-1 0 1,0 0-1,-1 0 1,1 1-1,-7-4 1,-9-3 116,0 0 0,-1 1 0,-28-8 0,18 10 120,0 0 0,-1 3-1,0 0 1,-32 2-1,61 1-233,0 0 1,-1 0-1,1 0 0,0 1 0,-1-1 0,1 1 0,0-1 1,0 1-1,0 0 0,0 1 0,0-1 0,0 0 0,0 1 1,0 0-1,0 0 0,1 0 0,-1 0 0,-2 3 0,2-1-12,0 0 1,0 0-1,1 1 0,0-1 0,0 1 0,0 0 0,0-1 0,1 1 0,0 0 0,0 0 0,0 7 0,-1 7 16,1 1 0,0-1 0,2 1 0,1-1 0,0 0 0,1 0 0,1 0 0,1 0 0,1-1 0,12 29-1,-8-25-18,2 0 0,0-1 0,2 0 0,0-1 0,1 0 0,1-2 0,36 33 0,-44-44-2,1 0 0,0-1 0,1 0 0,-1 0 0,1-1 0,0 0 0,1-1 0,-1 0 0,19 4 0,-12-5 3,-1-1 1,1 0 0,0-2-1,0 0 1,29-3 0,-38 2-5,0-1 0,0 0 1,0 0-1,0 0 1,0-1-1,-1-1 0,1 1 1,-1-1-1,0 0 0,0-1 1,10-8-1,-8 4 2,1 0 0,-2 0 0,1-1 0,-2-1 0,1 1 0,10-22 1,-7 8 13,0-1 0,-2 0 1,-1-1-1,-1 0 0,-1-1 1,3-36-1,-4-76 184,-6 107 115,-9 133-119,8 207-28,3-165-117,-1-141-34,0-23 246,-2-87 193,5-148-434,-3 251-40,0 0 0,0 1 1,1-1-1,0 0 0,0 0 1,0 0-1,1 0 1,-1 1-1,1-1 0,0 1 1,0-1-1,1 1 0,0 0 1,-1 0-1,1 0 0,1 0 1,-1 1-1,0-1 1,1 1-1,0 0 0,0 0 1,0 0-1,0 0 0,0 1 1,1-1-1,6-2 1,24-7-219,0 2 1,1 1 0,0 1-1,64-4 1,-25 3-227,-75 8 461,0 1 0,1 0 0,-1 0-1,0 0 1,1 0 0,-1 0 0,0 0 0,1 0-1,-1 0 1,0 0 0,1 0 0,-1 0-1,0 0 1,1 0 0,-1 0 0,0 0-1,1 0 1,-1 0 0,0 0 0,1 1-1,-1-1 1,0 0 0,1 0 0,-1 0-1,0 1 1,0-1 0,1 0 0,-1 0 0,0 0-1,0 1 1,0-1 0,1 0 0,-1 1-1,0-1 1,0 0 0,0 0 0,0 1-1,1-1 1,-1 0 0,0 1 0,0-1-1,0 0 1,0 1 0,0-1 0,0 0 0,0 1-1,0-1 1,0 1 0,0-1 0,0 0-1,0 1 1,0-1 0,-1 0 0,1 1-1,0-1 1,0 0 0,0 0 0,0 1-1,0-1 1,-1 1 0,-14 27 79,8-18-20,-6 18 47,1 0 0,1 1 0,1 0 0,2 0 0,1 1 1,2 0-1,0 0 0,3 1 0,0-1 0,2 1 0,4 44 1,-3-70-157,0 1 0,0-1 0,1 0 0,-1 1 0,1-1 0,0 0 0,1 0 0,-1 0 1,1 0-1,0 0 0,0-1 0,1 1 0,-1-1 0,1 0 0,0 0 0,0 0 1,0 0-1,1-1 0,-1 0 0,1 0 0,0 0 0,0 0 0,0-1 0,0 0 1,0 0-1,0 0 0,9 1 0,39 1-3040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9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0 3314,'0'0'2945,"-57"95"-2753,84-92-32,3-3 16,-1 0-48,-8-15-128,0-11-160,-18 5-2657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4:59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2561,'0'0'737,"0"205"-753,0-178 16,12-12 288,9-15 112,-4 0 160,-2-3 304,-6-18 17,-6 3 159,-3 0-63,0 0-193,0 3-528,0 7-256,15-7-288,0-6-3041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00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725 59 3169,'0'0'2748,"-33"-10"-1942,-108-29 291,128 36-913,-1 0 0,0 1 0,0 1 1,0 0-1,0 1 0,0 1 0,0 0 1,-23 5-1,16 0 46,0 2-1,0 0 1,-31 17 0,32-14-61,-1 0 0,1 2 0,1 1 0,0 0 0,1 1 0,1 1 0,0 0 0,-22 30 0,27-29-71,1 0 0,1 0 0,1 1-1,0 0 1,1 1 0,1 0 0,1 0 0,0 0 0,2 1 0,-3 28 0,2-10-67,3 0-1,1 0 1,2 0 0,9 64-1,-7-86-25,0-1 0,1 1 1,1-1-1,1 0 0,0 0 0,1-1 0,0 0 0,1 0 0,1-1 0,0 0 0,1 0 0,0-1 0,24 21 0,-20-21-3,2-1 0,-1-1 0,2-1-1,-1 0 1,1-1 0,0 0-1,1-2 1,0 0 0,30 5 0,-9-4-27,1-3 1,1-1 0,54-3-1,-82-1 17,-1 0 0,0-1 0,1 0 0,-1-1-1,0-1 1,-1 0 0,1 0 0,-1-1 0,1 0-1,-2-1 1,1-1 0,-1 1 0,0-2 0,0 1-1,0-2 1,-1 1 0,-1-1 0,0 0 0,0-1-1,0 0 1,-1 0 0,-1-1 0,0 0 0,0 0-1,-1 0 1,-1 0 0,5-19 0,1-15 16,-2 0 1,-2-1-1,-2 0 1,-2 0-1,-5-52 1,2 72-24,-2 1 1,0-1-1,-2 1 1,0 0-1,-2 0 1,-16-39 0,18 54 0,0-1 0,0 1 1,-1 0-1,0 0 0,-1 0 1,0 1-1,-1 0 0,0 1 1,0 0-1,-1 0 0,0 0 1,0 1-1,0 1 0,-1 0 0,0 0 1,-21-9-1,20 13-140,1-1 0,0 1 0,-1 1 0,1 0 0,-1 0 0,-13 2 0,7-1-1249,1 0-2980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5:01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176 136 3041,'0'0'4461,"-16"17"-3663,4-4-636,-2 2 3,-1 1-1,2 0 1,0 1-1,1 0 1,-17 34 0,21-33-63,-1-1 0,2 1 1,1 0-1,0 1 1,1-1-1,1 1 0,-2 20 1,6-38-39,0-5 93,2-7-122,0 1 0,1-1 0,0 1 0,1 0 0,0 0 0,0 0 0,1 0 0,1 1 0,6-10 0,3-6-22,10-20 18,2 2 0,54-68 0,-72 100-33,1 0 0,0 0-1,0 1 1,1 1 0,1 0-1,0 0 1,0 1 0,0 1 0,1 0-1,0 0 1,0 2 0,1-1-1,0 2 1,17-4 0,-21 6-3,1 1 0,0 0 0,0 0 0,0 2 1,0-1-1,0 1 0,0 1 0,0 0 0,11 3 1,-16-2-3,0-1 1,0 1 0,0 1 0,-1-1-1,1 1 1,-1-1 0,0 2-1,0-1 1,0 0 0,-1 1 0,1 0-1,-1 0 1,0 1 0,-1-1-1,1 1 1,3 7 0,2 10 3,-1-1 0,0 1 1,-2 0-1,0 1 0,-2 0 0,3 40 1,-5-12 1,-2 1 0,-8 52 1,4-77 5,-1-1 0,-1 1 0,-2-1 0,-1 0 0,-1-1 0,-1 0 0,-1 0 0,-1-2 0,-1 1 0,-2-2 1,0 0-1,-1-1 0,-36 35 0,26-31 17,-2-1 1,-1-2-1,-1-1 1,-1-1-1,0-2 1,-2-1-1,0-1 1,-1-3-1,-62 19 1,75-29 155,18-3 113,13-1 16,90-5-134,150-26 0,-11-1-175,175 11-83,-474 21 9,-136-3-2529,76-12-2459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6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350 44 144,'0'0'4770,"-29"0"-4703,-94 0 168,114-1-29,-1 1 0,1 0 0,0 0 0,-1 1 0,1 1 0,0-1 0,0 2 0,0-1 0,0 1 0,0 1-1,0-1 1,1 1 0,-13 9 0,16-8-125,0 0-1,0 1 1,1-1-1,-1 1 0,2 0 1,-1 0-1,1 1 1,-1-1-1,2 1 0,-1 0 1,1-1-1,0 1 0,0 0 1,1 0-1,-1 10 1,-1 9-57,1 2 0,1-1 1,1 0-1,1 0 1,2 0-1,1 0 1,0 0-1,2-1 0,14 37 1,-14-47-16,0 0 0,1-1 0,1 1 0,1-2 1,0 1-1,1-1 0,0 0 0,1-1 0,1 0 1,0-1-1,1 0 0,0-1 0,1-1 0,0 0 0,0-1 1,17 8-1,-20-12-1,0-1-1,1 0 1,-1-1 0,1-1 0,0 0 0,0 0-1,0-1 1,19-1 0,-24 0-3,0 0 0,0-1 0,0 0 0,0-1 0,0 1 1,0-1-1,-1-1 0,1 1 0,-1-1 0,1 0 0,-1 0 0,0-1 0,0 0 1,-1 0-1,10-9 0,-5 2-3,-1-2-1,0 1 1,-1-2-1,0 1 1,-1-1 0,-1 0-1,0 0 1,-1-1 0,0 1-1,-1-1 1,3-27 0,-3-1-36,-1-1 1,-7-82 0,3 110 27,-1 1 1,0 0 0,-2 1-1,0-1 1,0 1 0,-1-1-1,-1 1 1,0 1 0,-1-1-1,-1 1 1,0 0-1,-10-12 1,11 16 8,-1 1-1,0 0 1,0 1-1,0 0 1,-1 0-1,0 1 1,0 0-1,-1 0 1,1 1 0,-1 0-1,0 1 1,-1 0-1,1 1 1,-1 0-1,1 0 1,-1 2-1,-13-2 1,16 2-55,0 0 0,1 0 0,-1 1 0,0 1 0,0-1 0,0 1 0,1 0 0,-1 1 0,0 0 0,1 0 0,-1 0 0,1 1 0,-13 7 0,-5 5-2945,10-10-2760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7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300 57 4050,'0'0'3172,"4"-10"-2337,14-27-181,-14 27 13,-5 13-587,-3 5-57,0 0 1,-1 0 0,-1 0 0,1-1-1,-1 1 1,0-1 0,-11 9-1,-54 41 49,50-42-41,-1-2 1,0 0-1,0-1 0,-1-1 0,-1-1 1,-39 11-1,59-17 517,12 1-435,20 5-96,113 31 143,168 27 0,-130-48-2407,-123-19-1064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7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340 31 2161,'0'0'3460,"8"-5"-2369,22-15-58,-23 15-179,-11 12-329,-14 11-469,-1-1 0,-1 0 0,0-2 1,-37 23-1,21-18 25,-1-1 1,-47 16 0,66-29 304,-1 0 0,-33 4 0,52-10-383,0 0 0,0 0 0,0 0 0,0 0 0,0 1 0,1-1 0,-1 0 0,0 0 0,0 0 0,0 0 0,0 0 0,0 0 0,0 0 0,0 0 0,0 0 0,0 0 0,0 0 0,1 1 0,-1-1 0,0 0 0,0 0 0,0 0 0,0 0 0,0 0 0,0 0 0,0 0 0,0 1 0,0-1 0,0 0-1,0 0 1,0 0 0,0 0 0,0 0 0,0 0 0,0 0 0,0 1 0,0-1 0,0 0 0,0 0 0,0 0 0,0 0 0,0 0 0,0 0 0,-1 0 0,1 0 0,0 1 0,0-1 0,0 0 0,0 0 0,0 0 0,0 0 0,0 0 0,0 0 0,0 0 0,0 0 0,-1 0 0,1 0 0,0 0 0,0 0 0,0 0 0,0 0 0,0 1 0,14 5 46,309 58 205,-273-56-238,411 67-2487,-393-68-626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8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4 4066,'0'0'2796,"0"0"-2783,0 0 1,-1 0-1,1 0 1,0 0-1,0 0 1,0 0-1,0 0 1,0 0-1,0 0 1,0 0-1,0 0 1,0 0-1,0 0 1,-1 0-1,1 0 1,0 0-1,0 0 1,0 0-1,0 0 1,0 0-1,0 0 1,0 0 0,0 0-1,0 0 1,0 0-1,0 0 1,0 0-1,0-1 1,0 1-1,0 0 1,-1 0-1,1 0 1,0 0-1,0 0 1,0 0-1,0 0 1,0 0-1,0 0 1,0 0-1,0 0 1,0-1-1,0 1 1,0 0-1,0 0 1,0 0-1,0 0 1,0 0-1,0 0 1,0 0-1,0 0 1,1 0-1,-1 0 1,0-1-1,0 1 1,0 0-1,0 0 1,0 0-1,0 0 1,0 0-1,0 0 1,0 0-1,0 0 1,-6 9 51,-1 0 1,0-1-1,-1 1 0,0-1 1,-17 13-1,-53 33 238,64-44-248,-22 11 361,0-2 0,-1-1 0,-1-1 0,-42 12 0,78-29-199,67 2-94,0 3 1,92 19-1,121 43-726,-243-57 361,37 11-1690,-25-7-1027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8.7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446 17 4578,'0'0'2647,"0"-4"-2167,1-2-416,-2-1 31,-12 24-50,12-17-44,-15 20 41,-2-2 0,0 0 0,-1 0-1,-37 25 1,20-20 44,-1-1 0,-45 20 0,57-31 400,-1-1 1,0-1-1,-44 9 0,67-17-206,23 0-189,153 24-183,304 86 0,-393-88-2040,-33-14-1715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18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217 150 2897,'0'0'1919,"1"-11"-1850,7-103 787,-8 113-816,0 0 0,-1 0 0,1 1 0,0-1-1,0 0 1,-1 0 0,1 0 0,-1 0 0,1 1 0,-1-1-1,1 0 1,-1 0 0,1 1 0,-1-1 0,1 0-1,-1 1 1,0-1 0,0 1 0,1-1 0,-1 1 0,0-1-1,0 1 1,1-1 0,-1 1 0,0 0 0,-1-1 0,-2 0 19,-1-1 1,1 1-1,-1 0 1,1 1 0,-1-1-1,-5 1 1,4 0-51,0 0 0,1 0 1,-1 1-1,1 0 0,-1 0 0,0 0 0,1 0 1,-1 1-1,1 0 0,0 0 0,-9 6 1,5 0-12,0 1 0,1 0 0,0 1-1,0 0 1,1 0 0,0 1 0,1 0 0,0 0 0,1 0 0,0 1 0,1-1 0,0 1 0,1 1 0,0-1 0,1 0 0,1 1 0,-1-1 0,2 1 0,0-1-1,1 1 1,3 21 0,-3-31 1,0 0 0,0 1-1,1-1 1,-1 0 0,1 1 0,0-1-1,-1 0 1,1 0 0,1 0-1,-1-1 1,0 1 0,1 0-1,0-1 1,4 4 0,0-2-7,0 0 0,0 0 0,0-1 0,0 1-1,0-2 1,11 4 0,7-1-45,0-1 0,0-1 0,28-1 0,-24 0-175,35-1-117,-60-1 339,0 0-1,0 0 1,1-1-1,-1 0 1,0 0-1,0 0 1,0 0-1,0-1 1,0 0-1,0 0 1,4-2-1,-6 2 8,0 0 1,0-1-1,0 1 0,0 0 0,0-1 0,-1 1 0,1-1 1,-1 0-1,0 1 0,0-1 0,0 0 0,0 0 0,0 0 1,0 0-1,-1 0 0,1-4 0,-2-53 71,0 52-62,-1 0-17,0 0 0,0-1-1,-1 1 1,-1 0 0,1 1 0,-1-1 0,0 0 0,-1 1 0,0 0 0,0 0 0,-1 1 0,1-1 0,-1 1 0,-1 0 0,1 1 0,-1-1 0,0 1 0,0 1 0,-1-1 0,0 1 0,1 1 0,-1-1-1,0 1 1,-1 1 0,1-1 0,0 2 0,-13-2 0,10 3-1743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4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1 392 3410,'0'0'4826,"0"-4"-4085,0-14-284,0 14-193,0 7-264,1 0 0,0 1 0,0-1 0,0 0 0,0 1 0,0-1 0,0 0 0,1 0 0,2 4 0,5 9-30,-8-13 30,73 155 66,-62-137-53,1 0-1,0 0 1,2-2 0,0 0-1,22 21 1,-34-37-2,0 0 0,0-1 1,0 1-1,0-1 0,0 0 0,1 0 1,-1 0-1,0 0 0,1-1 0,0 1 1,-1-1-1,1 0 0,7 2 0,-10-3 3,0-1-1,-1 1 0,1 0 1,-1 0-1,1 0 0,-1-1 1,1 1-1,-1 0 0,1-1 1,-1 1-1,1 0 0,-1-1 1,1 1-1,-1-1 0,0 1 1,1 0-1,-1-1 1,0 1-1,1-1 0,-1 1 1,0-1-1,0 0 0,1 1 1,-1-1-1,0 1 0,0-1 1,5-21 169,-3 13-73,26-134 212,28-116-5,-47 227-623,2 0 0,1 1 1,2 0-1,1 0 0,31-46 1,-10 31-2249,-2 21-620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4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322 15 3506,'0'0'4535,"-7"-2"-3497,6 1-985,-22-7 449,20 4-307,18 6-145,4 3-30,0 1 0,0 1 0,-1 1 0,0 0 0,-1 1 0,18 12 0,26 13-16,-53-29-2,1-2 6,0 2 1,-1-1-1,0 1 1,0 1-1,0-1 1,7 9-1,-13-13-11,-1 0-1,0 1 1,0-1 0,1 1-1,-1 0 1,0-1 0,-1 1-1,1 0 1,0 0-1,0 0 1,-1 0 0,1-1-1,-1 1 1,0 0-1,1 0 1,-1 0 0,0 0-1,0 0 1,0 0-1,-1 0 1,1 0 0,0 0-1,-1 0 1,1 0-1,-1-1 1,0 1 0,1 0-1,-1 0 1,0-1-1,0 1 1,0 0 0,0-1-1,-1 1 1,1-1 0,0 1-1,-1-1 1,1 0-1,-1 1 1,-1 0 0,-26 20 0,0-1 0,-1-1 1,-39 17-1,55-29 3,-171 84-33,161-82-674,0-1 0,-1-1 1,0-1-1,0-1 0,-48 4 0,51-9-3692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5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45 2817,'0'0'3781,"-11"-7"-3162,-1-3-445,5 5-9,1 0-1,-1 1 1,1-1 0,-11-3-1,36 8-92,42 4 39,-1 2-1,0 3 0,62 19 0,-82-19-100,11 2 2,-8-2-5,-1 1 1,59 23 0,-77-19-15,-24-13 6,1 0-1,-1-1 1,1 1-1,-1 0 0,0-1 1,1 1-1,-1 0 0,1 0 1,-1-1-1,0 1 0,0 0 1,0 0-1,1 0 0,-1-1 1,0 1-1,0 0 0,0 0 1,0 0-1,0 0 0,0-1 1,-1 1-1,1 0 0,0 0 1,0 0-1,-1-1 0,1 1 1,0 0-1,-1 0 1,1-1-1,0 1 0,-1 0 1,1-1-1,-1 1 0,0 0 1,1-1-1,-1 1 0,0 0 1,-11 9 11,0-1 0,-1-1 0,1 0 0,-2 0 0,1-1 0,-29 10 0,20-8 2,-266 108-908,126-66-1631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7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101 294 2449,'0'0'6681,"-7"0"-6164,-7 0-299,25 0-145,52 0-44,83-6-454,267-44-1,-400 47 285,14-1-507,0-2-1,34-11 1,-61 17 649,1 0 1,-1 0-1,1 0 1,-1-1-1,0 1 1,1 0-1,-1 0 1,0-1-1,1 1 1,-1 0-1,0 0 1,0-1-1,1 1 1,-1 0-1,0-1 1,0 1-1,1 0 1,-1-1-1,0 1 1,0 0-1,0-1 1,0 1-1,1-1 1,-1 1-1,0 0 1,0-1-1,0 1 1,0-1-1,0 1 1,0 0-1,0-1 1,0 1-1,0-1 1,0 1-1,-1-1 0,1 1 1,0 0-1,0-1 1,0 1-1,0 0 1,-1-1-1,1 1 1,0 0-1,0-1 1,-1 1-1,-14-17 446,-23-7-385,-2 1 0,0 3 0,-1 0 0,-1 3 0,-1 2 0,-1 1 0,-79-13 0,94 21-42,0 2 0,0 0-1,0 3 1,-1 0 0,1 2 0,-40 6 0,61-5-2,0 1 1,0-1-1,0 2 0,1-1 1,0 1-1,-1 1 1,1-1-1,1 1 0,-1 0 1,1 1-1,0-1 1,0 1-1,1 1 0,-1-1 1,1 1-1,1 0 1,-1 0-1,1 0 0,-6 15 1,2 0 79,0 0 1,1 1 0,2 0 0,0 0-1,-3 42 1,6-39 9,2 0 0,0 0 0,1 0 0,2-1 0,6 31 0,-5-43-81,-1 0-1,2 0 0,0-1 0,0 1 1,1-1-1,1-1 0,0 1 0,0-1 1,2 0-1,-1-1 0,17 16 0,-9-12-32,0-2 0,1 1-1,0-2 1,1-1 0,1 0 0,0-1-1,0-1 1,0-1 0,24 6-1,1-3-355,0-2 0,0-2-1,51 0 1,65-4-2690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7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22 314 4034,'0'0'563,"-3"16"-310,-7 50 372,8-50 434,1-20 299,-3-43-206,3-57 0,1 71-1117,0 27-66,0-1-1,0 1 0,0-1 1,1 0-1,0 1 1,1-1-1,0 1 0,0 0 1,0 0-1,0 0 1,1 0-1,0 0 0,0 0 1,1 0-1,0 1 0,0 0 1,0 0-1,0 0 1,1 0-1,0 1 0,0-1 1,0 1-1,1 1 0,-1-1 1,1 1-1,0 0 1,0 0-1,0 0 0,0 1 1,0 0-1,1 0 0,-1 1 1,7-1-1,-6 1-24,0 0 0,0 1 0,1 0-1,-1 0 1,0 0 0,0 1 0,0 0 0,0 1-1,0-1 1,0 1 0,0 1 0,-1-1 0,1 1-1,-1 0 1,1 1 0,-1 0 0,8 6 0,-4-1-6,-1 0 0,0 1 1,-1 0-1,0 0 1,-1 1-1,0 0 0,0 1 1,8 20-1,5 21 48,-2 1 1,-2 1-1,-3 0 0,-2 1 0,5 75 0,-13-107 178,-2-23 12,0-5 41,0-42 683,-5-78-569,1 62-384,2 1 1,8-67 0,-5 115 1,1 0 1,1-1 0,0 1 0,0 0 0,1 1 0,1-1 0,0 1-1,1 0 1,0 0 0,13-14 0,-16 21 5,0-1-1,1 1 1,0 1 0,0-1-1,0 1 1,1 0-1,-1 0 1,1 0 0,0 1-1,0 0 1,0 0-1,0 0 1,1 1 0,-1 0-1,1 0 1,0 1-1,-1 0 1,1 0 0,0 0-1,0 1 1,-1 0 0,13 2-1,-13-1 31,-1 1 0,1-1 0,-1 1 0,0 0-1,0 1 1,0-1 0,0 1 0,0 0 0,-1 0 0,1 1-1,-1-1 1,0 1 0,0 0 0,0 0 0,-1 0 0,1 1 0,-1-1-1,5 10 1,1 5 9,0 0-1,-2 1 0,10 36 0,0 20 151,11 145 0,-23-169-74,-3-30-19,0 0 0,2-1-1,1 1 1,9 28 0,-12-45-161,0 0 0,0-1 0,0 1 0,0-1-1,1 0 1,-1 0 0,1 0 0,1 0 0,-1 0 0,0-1 0,1 1-1,-1-1 1,1 0 0,0 0 0,0 0 0,1-1 0,-1 1 0,0-1 0,1 0-1,0 0 1,-1-1 0,1 1 0,0-1 0,0 0 0,5 0 0,53 1-3249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8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472 156 1040,'0'0'3282,"-14"-26"-2591,1 3-388,0 0 0,-26-32 1,36 52-253,-1 0 1,1 0-1,-1 1 1,0-1-1,0 1 1,0 0-1,0 0 0,-1 0 1,1 1-1,0-1 1,-1 1-1,1 0 1,-1 0-1,1 1 1,-1-1-1,0 1 1,1 0-1,-1 0 1,1 1-1,-1-1 1,1 1-1,-9 3 1,3-3 10,-1 2-34,0 0 0,-1 0 1,1 2-1,1-1 0,-1 1 1,1 1-1,-1 0 1,2 0-1,-1 1 0,1 0 1,0 1-1,0 0 0,1 0 1,-14 18-1,8-8 7,2 1-1,0 0 1,1 0-1,1 1 1,1 0-1,0 1 1,-6 25-1,9-18-3,0 0 0,2 1-1,1 0 1,1 0 0,1 0-1,2-1 1,5 36 0,-4-55-29,0 1 0,1-1 0,0 0 0,0-1 0,1 1 0,0-1 0,0 1 0,1-1 0,0 0 0,1-1 0,0 1 0,0-1 1,0 0-1,12 8 0,-9-7 4,0-1 1,1-1-1,1 0 1,-1 0-1,1-1 1,0 0-1,0-1 1,0 0-1,1-1 1,-1-1 0,15 3-1,-6-3-29,0 0-1,0-1 1,-1-2 0,33-3-1,-46 3 23,1 0-1,-1-1 1,0 1-1,0-2 1,0 1-1,0 0 0,0-1 1,0 0-1,-1-1 1,1 1-1,-1-1 0,0 0 1,0 0-1,0-1 1,-1 0-1,0 1 1,0-1-1,4-7 0,-2 1 33,0 0 0,-1-1 0,-1 0 0,0 0 0,-1 0 0,0 0 0,3-24 0,-4-89 263,-2 78-219,-1 16-5,-1 0 1,-1 1 0,-9-40-1,6 52 101,6 18-168,0 0 1,0 0-1,0 0 0,0 1 0,0-1 1,0 0-1,0 0 0,0 0 0,0 0 0,0 0 1,0 0-1,0 0 0,0 1 0,0-1 1,0 0-1,0 0 0,-1 0 0,1 0 0,0 0 1,0 0-1,0 0 0,0 0 0,0 0 1,0 1-1,0-1 0,0 0 0,0 0 1,0 0-1,-1 0 0,1 0 0,0 0 0,0 0 1,0 0-1,0 0 0,0 0 0,0 0 1,0 0-1,0 0 0,-1 0 0,1 0 0,0 0 1,0 0-1,0 0 0,0 0 0,0 0 1,0 0-1,-1 0 0,1 0 0,0 0 0,0 0 1,0 0-1,0 0 0,0 0 0,0 0 1,0 0-1,0 0 0,0-1 0,-1 1 0,1 0 1,0 0-1,0 0 0,0 0 0,0 0 1,0 0-1,0 0 0,0 0 0,-2 21-22,1 1-1,1-1 1,0 1-1,2 0 0,1-1 1,5 24-1,-8-45 21,8 43 58,2-1-1,17 47 1,-23-75-73,2-1-1,-1 0 1,2 0 0,0-1 0,0 0-1,1 0 1,1-1 0,0 0-1,0 0 1,17 14 0,-20-21-277,0-1 0,1 1 0,-1-1 0,1 0 0,0 0 0,0-1 0,0 0 0,0 0 0,1-1 0,-1 0 0,0 0 0,0-1 0,14 0 0,31 0-3713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8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44 3778,'0'0'2657,"-4"-12"-2502,-8-14-214,6 21 25,6 9 33,-1-1 1,1 1-1,0 0 1,0 0-1,0 0 1,0 0-1,2 6 1,23 129 201,35 136-12,24 281 1,-81-504-170,-2-39 245,-1-43 317,-1-20-324,3-1 0,1 1 0,15-69 0,-14 103-275,1-1-1,1 1 1,0 0-1,1 1 0,17-29 1,-17 35 9,0-1-1,0 2 1,1-1-1,0 1 1,0 0-1,1 0 1,0 1 0,0 1-1,20-11 1,-20 12-8,1 1 1,0 1 0,0 0 0,0 0 0,0 1-1,15-2 1,-19 4 5,0-1 0,0 1 0,0 0 0,0 0 0,0 1 0,0 0 0,0 0 0,0 0-1,0 1 1,0 0 0,-1 0 0,7 4 0,-4-1-1,-1 1-1,0 0 0,-1 1 0,1 0 1,-1 0-1,-1 0 0,0 0 1,0 1-1,0 0 0,5 12 1,-3-4-5,0 0 1,-2 0-1,1 1 1,4 33 0,-7-28 42,0 0 1,-2-1 0,-1 1-1,-1 0 1,-7 42-1,6-52-8,-2-1 0,1 1 0,-1-1 0,-1 0 0,0 0 0,-1 0-1,0 0 1,0-1 0,-1 0 0,0-1 0,-1 0 0,-12 12 0,12-14-53,-1 1 0,-1-1 0,1 0 0,-1-1 0,0 0 1,-1-1-1,1 0 0,-1 0 0,0-1 0,-1-1 0,1 0 0,0 0 1,-1-1-1,0-1 0,-13 1 0,22-2-115,0 0-1,0 0 1,0 0-1,1 0 1,-1 0 0,0 0-1,0-1 1,1 1-1,-1-1 1,-3-1 0,5 1-33,0 0 1,0 0 0,0 0 0,1-1-1,-1 1 1,0 0 0,0 0 0,1-1-1,-1 1 1,1 0 0,-1-1 0,1 1-1,-1 0 1,1-1 0,0-1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8.9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0 996 3185,'0'0'331,"28"0"-168,92 1-115,-110-1-35,0 1 0,0 0 0,0 1 0,0 0-1,0 0 1,-1 1 0,16 7 0,-19-8 18,-1 0 0,1 0 0,0 0 0,-1 0 0,1-1 0,0 0 0,0 0 0,7 0 0,-9-2 44,-1 1 1,0-1-1,1 0 1,-1 0 0,0 0-1,0 0 1,0-1 0,0 1-1,0-1 1,0 0-1,0 0 1,-1 0 0,1 0-1,0 0 1,-1-1 0,0 1-1,0-1 1,0 1-1,0-1 1,0 0 0,0 0-1,0 0 1,1-6 0,3-5 125,0 0 1,-1-1-1,-1 0 1,3-16-1,-1-14 200,-2 0 0,-3-73 0,-2 62-203,-4-39 114,-5 0 1,-41-177 0,38 211-256,-12-40 645,23 98-678,-1 13-195,6 375-205,3-328 390,3-1 0,3 0 0,2 0 1,2-2-1,3 0 0,2-1 0,2-1 1,32 52-1,-47-90-18,2 1-1,0-2 1,0 1 0,16 15 0,-20-24-4,0 0 1,1 0-1,-1 0 1,1-1-1,0 0 0,0 0 1,0-1-1,0 0 1,1 0-1,-1 0 0,10 1 1,-3-2-11,1 0 0,0 0 0,1-2 0,-1 0 1,0 0-1,0-1 0,0-1 0,0-1 0,-1 0 1,1-1-1,-1-1 0,1 0 0,-1-1 0,-1 0 1,26-16-1,-9 0-22,0 0 0,-2-3 0,-1 0-1,-1-1 1,31-40 0,-41 46 51,-1 0 0,0-2 0,-2 1-1,0-1 1,-2-1 0,0 0 0,-2-1 0,0 0 0,-2-1-1,0 1 1,-2-1 0,-1 0 0,-1-1 0,-1 1 0,-1-1-1,-3-30 1,2 49-10,-1 0 0,0 0-1,0 0 1,-1 1 0,0-1-1,0 0 1,0 1 0,-1-1-1,0 1 1,0 0 0,-5-6-1,5 8 2,0 1-1,0 0 1,0-1-1,-1 1 0,0 1 1,1-1-1,-1 0 1,0 1-1,-1 0 0,1 0 1,0 0-1,-1 0 1,1 1-1,-1 0 0,1 0 1,-10-1-1,5 1-1,1 0 0,-1 1 0,0 1 0,0 0 0,0 0 0,1 0-1,-1 1 1,0 0 0,1 1 0,0 0 0,0 0 0,0 1 0,0 0 0,0 0 0,1 1 0,-1 0-1,1 0 1,0 1 0,-7 8 0,-2 3-5,0 2 0,1 0 0,1 1 0,1 1 0,-20 41 0,20-34 104,1 0-1,2 1 1,1 0-1,1 1 1,1 0 0,2 0-1,1 1 1,0 42-1,4-56-13,2 1 0,0-1 0,0 1 0,2-1 0,0 0 0,13 32 0,-12-38-56,0 1 0,2-1 0,-1-1 1,1 0-1,1 1 0,0-2 1,0 1-1,1-1 0,0-1 0,16 12 1,-9-9-12,1-1 1,0-1-1,1-1 1,0 0 0,0-1-1,1-1 1,-1-1-1,27 4 1,-9-4-124,-1-2 0,1-1-1,60-6 1,-68 2-338,0-2 1,-1-1-1,28-9 0,-16 0-1072,38-19 0,-63 26 1093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9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0 184 80,'0'0'11269,"169"-44"-11093,-29 2 64,9 1-240,-13 11-720,-20 9-1633,-36 15-1649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9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185 92 4626,'0'0'2113,"-175"86"-1665,166-80 561,50-6-753,54-3-192,36-24 272,32-14-336,19-13-2833,-10-5-1265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9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404 90 3714,'0'0'6109,"-29"-11"-5701,-12-3-318,-45-11-1,81 24-85,-1 0-1,1 0 1,-1 1-1,0-1 1,1 1-1,-1 1 1,0-1-1,1 1 1,-1 0-1,0 0 1,1 0-1,-1 1 1,1 0-1,-10 5 1,7-2 0,1 0 1,0 1 0,0 0-1,1 0 1,0 0 0,-11 15-1,7-6 14,0 0 0,1 0-1,0 1 1,1 0-1,1 1 1,1 0-1,-8 30 1,6-9 101,2 2-1,-2 58 1,7-74-77,1 0 1,1 1 0,2-1-1,0 0 1,12 44 0,-10-53-33,0 0 0,1-1 0,1 1 1,1-2-1,-1 1 0,2-1 0,0 0 0,1-1 0,0 0 1,15 13-1,-10-12-19,0-1 0,1-1 0,0-1 0,1 0 1,1-1-1,-1-1 0,1-1 0,0 0 0,27 6 0,-22-8-17,0-1-1,0-1 0,0-1 1,0-1-1,1-1 1,-1-1-1,37-6 0,-49 5 7,0-1 0,0-1 0,0 1-1,-1-2 1,0 1 0,0-1-1,0-1 1,0 0 0,-1 0 0,0-1-1,0 0 1,-1-1 0,0 0 0,0 0-1,-1-1 1,0 0 0,0 0-1,-1 0 1,0-1 0,-1 0 0,0 0-1,-1 0 1,5-15 0,-3 4 126,-1 0 1,-1 0-1,-1-1 1,-1 1 0,0-1-1,-2 1 1,0-1-1,-2 0 1,0 1 0,-2-1-1,-8-29 1,4 26-36,-2 0 1,-1 1-1,0 1 1,-2-1-1,-1 2 1,0 0-1,-2 1 1,-1 1-1,0 0 1,-1 1-1,-32-26 1,30 29-91,0 1-1,-1 1 1,0 1-1,-1 1 1,0 0-1,-1 2 1,0 1 0,-1 0-1,0 2 1,0 1-1,-1 1 1,-33-3-1,-20 7-2503,12 1-4673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0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63 3762,'0'0'3185,"-12"-11"-2480,-48-41 898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2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54 100 976,'0'0'6617,"-10"-16"-5563,-27-50-587,31 49-348,13 17-118,-5 1 15,12-1-7,-1 0 1,1 0 0,-1 2 0,1 0 0,-1 0 0,0 1 0,0 1 0,0 0-1,19 9 1,36 23 22,-2 3-1,-1 3 1,85 73 0,156 177 244,-226-202-142,100 146 0,44 116 129,180 229 459,-199-301-524,-23-6-67,251 392 136,-305-452-231,-85-136-19,59 82-1,-4-30 15,102 141 64,-169-229-84,3-3 0,42 40 0,-72-76-10,29 33 15,-22-23-5,0-1 0,1 0-1,19 13 1,-18-16-1,-10-7-3,1 1-1,-1-1 1,0 1 0,1-1-1,-1 1 1,0 0-1,0 0 1,3 6-1,49 60-34,-38-50 54,-7-9-24,1-1 0,1 0 1,0-1-1,0 0 0,1-1 0,0-1 0,0 0 1,0 0-1,15 3 0,24 12 0,170 89 27,-190-97-22,1-1 1,0-1-1,0-2 0,1-1 0,46 4 1,-25-3-6,234 35 14,-173-12-15,-10-3 30,181 45-31,-175-46-49,-72-19 25,44 15 1,-37-7-67,0-3 0,1-1 1,1-3-1,54 5 0,-7 0 81,-49-5 2,-44-10 9,26 5 9,-1-1 0,40 0 0,-68-4-3,0-5-34,0 0 10,-1-1 0,0 1 1,0 0-1,0 0 0,-1 0 1,1 0-1,-1 0 0,0 0 1,-1 0-1,1 0 1,-1 1-1,0-1 0,0 1 1,-5-5-1,-7-12-19,-12-15 17,-44-45 1,42 50 9,-42-58 0,66 81 11,0-1 0,1 1-1,0-1 1,1 0 0,0 0 0,0 0-1,1 0 1,0-1 0,1 1 0,-1-13-1,-1 0 0,-2 6-14,-3 22-62,-3 25 19,-22 161 61,7-36 1,15-93-30,8-36-3,-2-2 0,-1 1 1,0 0-1,-21 46 0,25-60 22,13-14 3,30-26 5,-15 10 2,31-14-285,2 2 0,65-23 0,-116 50 109,-2 1-196,1-1-1,-1 1 1,0-1-1,0 0 1,0 0 0,0-1-1,-1 0 1,1 0-1,6-6 1,-8-6-2243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4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750 221 3426,'0'0'2958,"0"-6"-1413,0-2-1555,-1-1 0,-1 1 0,1 0 0,-1-1 0,-1 1 0,1 0 1,-1 0-1,-1 1 0,0-1 0,0 1 0,0-1 0,-1 1 0,0 1 0,0-1 0,-1 1 0,0 0 0,0 0 0,-8-6 1,5 4 6,-2 1 1,1 0 0,-1 0-1,-1 1 1,1 0 0,-1 1-1,0 1 1,0 0 0,0 0-1,0 1 1,-24-2 0,12 3-1,0 1 0,0 2 0,-1 0 1,-24 5-1,37-3 1,-1 0 0,1 0 0,0 2 0,0-1 0,1 1-1,-1 1 1,1 0 0,0 1 0,-15 12 0,6-2-1,1 2-1,0 0 0,1 1 1,1 1-1,2 0 0,0 1 1,1 1-1,-21 45 1,23-38 2,1 1 0,2 0 1,0 0-1,2 1 0,2 0 1,-3 61-1,8-72 15,-1-9-13,0 1-1,1 0 1,1 0 0,0 0-1,5 18 1,-5-28 0,0 1 0,1 0 1,-1-1-1,1 1 0,0-1 0,0 0 0,0 1 0,1-1 1,-1 0-1,1 0 0,0-1 0,0 1 0,0-1 1,0 1-1,0-1 0,0 0 0,0 0 0,1 0 0,-1 0 1,1-1-1,0 1 0,5 0 0,8 2 45,0-1-1,0-1 1,1 0 0,31-2-1,70-10 106,-94 7-144,13-2-4,0 1 1,57 2 0,-83 3-9,-1 0-1,1 0 1,-1 2 0,0-1-1,0 1 1,0 1 0,0 0 0,-1 1-1,1 0 1,-1 0 0,0 1 0,15 12-1,-9-4 1,-1 1-1,0 1 1,-1 0-1,-1 1 0,-1 0 1,0 1-1,-1 0 1,-1 1-1,14 37 0,-14-26 4,-1 0 0,-2 0 0,-1 1-1,-1 0 1,-1 0 0,-2 36-1,-2-60 9,0 0 0,0 0-1,-1-1 1,0 1 0,-1 0-1,0-1 1,0 1 0,0-1-1,0 0 1,-1 1 0,0-1-1,-5 6 1,2-4 25,0-1-1,0 0 1,-1 0 0,0-1-1,0 0 1,-1 0 0,0-1-1,-13 8 1,4-4 8,-1-1 1,0-1 0,0-1-1,-1 0 1,0-1 0,0-1-1,-19 2 1,-4-3 21,-1-1 1,-49-5-1,87 3-55,0 0 0,0-1-1,0 1 1,0-1 0,0 0-1,0-1 1,0 1 0,1-1-1,-1 0 1,1 0 0,-1-1-1,1 1 1,-7-6 0,8 5-82,0 0 1,1 0 0,-1-1 0,1 1-1,0-1 1,0 0 0,0 0-1,0 0 1,1 0 0,0 0 0,0 0-1,0 0 1,0 0 0,0-1-1,1 1 1,0-5 0,-1-49-2700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4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175 0 5795,'0'0'2099,"-25"24"-2067,11-11-23,-3 2 4,1 2 0,1-1-1,-14 20 1,22-26 11,1 1 1,-1 0-1,2 0 0,0 0 0,0 1 0,1 0 0,0 0 0,1 0 1,-3 22-1,2 11 97,1-1 0,4 47 0,0-75-94,1-1 0,1 1 1,0 0-1,1-1 0,0 1 0,1-1 0,1 0 0,1-1 1,9 16-1,-7-16-14,1 0 1,1-1 0,0 0 0,1 0 0,0-1-1,1-1 1,1 0 0,-1-1 0,2-1-1,-1 0 1,1-1 0,1 0 0,17 6-1,-14-8 6,-1 0 0,1-2-1,0 0 1,0-1 0,0 0-1,0-2 1,0 0-1,1-2 1,-1 0 0,0-1-1,26-6 1,-36 6-10,-1-1-1,1 1 1,-1-2 0,0 1 0,0-2-1,0 1 1,0-1 0,-1 0 0,1 0-1,-2-1 1,1 0 0,0 0 0,9-13-1,-8 8 6,-1 0-1,0 0 0,-1-1 1,0 0-1,-1 0 0,0-1 0,-1 1 1,4-24-1,-5 17 8,0-1 1,-1 0 0,-2 0-1,0 0 1,-1 1 0,-1-1-1,0 0 1,-2 0-1,0 1 1,-1 0 0,-1 0-1,-14-28 1,10 29 3,-1 0-1,0 2 1,-1-1 0,-1 1 0,-1 1 0,0 1 0,-1 0-1,-22-16 1,23 20-21,-1 0-1,0 1 0,0 1 0,-1 0 0,0 1 1,0 1-1,-1 0 0,0 2 0,0 0 0,-19-3 1,3 5-222,0 0 0,-50 6 0,37 5-2146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5.6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42 399 3810,'0'0'1886,"-2"-31"-1673,-8-102-29,2 59 321,6 70-243,1-1 0,-1 1 0,1-1 0,-1 1 0,0 0 0,-1 0 1,-3-5-1,3 29 215,6 34-477,1-1 0,3 1-1,2-1 1,3 0 0,2-1-1,2-1 1,2 0 0,27 50 0,-42-94-1,0-1 1,1 1-1,0-1 0,0 0 1,0 0-1,1 0 1,-1-1-1,1 0 1,1 0-1,-1 0 1,1 0-1,0-1 1,0 0-1,0 0 1,1 0-1,-1-1 1,1 0-1,0-1 1,0 1-1,0-1 1,0-1-1,0 1 1,0-1-1,0 0 1,15-1-1,-11 1-15,1-1 0,-1 0 0,1-1 0,-1-1 0,0 0 0,1 0 0,-1-1 0,0 0 0,-1-1 0,1 0 0,0-1 0,-1 0 0,0-1 0,0 0 0,13-11 0,-8 4 0,-1 0 0,0-2 0,-1 1 1,-1-2-1,0 0 0,-1 0 0,0-1 0,-2 0 0,10-23 0,-10 14 29,-1 0-1,-1 0 0,-1 0 1,-1-1-1,-1 0 1,0-33-1,-2 20 50,0 4-55,-5-71 0,2 98 25,0 0-1,-1 1 1,0-1-1,0 0 1,-1 1-1,0-1 1,0 1-1,-1 0 1,0 0 0,0 1-1,-1-1 1,0 1-1,-8-9 1,3 9 269,4 10-134,3 22-136,3-24-34,-3 86-9,11 112-1,-5-170 20,1-1 0,1 0-1,2-1 1,1 0-1,1 0 1,1 0-1,1-1 1,18 28 0,-24-45-187,1 0 1,0 0 0,0-1 0,1 0 0,0-1 0,0 0-1,1 0 1,0 0 0,0-1 0,1 0 0,-1 0 0,20 8-1,-18-11-742,0-1 0,0 1-1,20 0 1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5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 6467,'0'0'1441,"-18"53"-1906,39 57 866,3 27 207,0 14-128,-4 13-288,-2 2-112,3-9-32,3-17 16,2-33-64,7-33-544,-3-41-1921,-3-33-1201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6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116 267 5491,'0'0'925,"6"-30"-669,0-3-259,1 1-1,12-32 1,-17 58-7,1 0 0,0 0 0,1 0 0,-1 1 0,1-1 0,0 1 1,0 0-1,1 0 0,0 0 0,0 1 0,0-1 0,0 1 0,1 0 1,-1 1-1,1-1 0,11-3 0,-4 2-1,0 1 0,0 0 1,0 2-1,1-1 0,-1 1 1,16 1-1,-24 0 6,0 1 1,0 0-1,0 1 0,1-1 1,-1 1-1,0 0 0,0 0 1,0 1-1,0-1 1,0 1-1,0 0 0,-1 0 1,1 1-1,-1 0 0,1-1 1,-1 1-1,0 1 0,0-1 1,6 8-1,-2-1-11,-1 1 1,-1-1-1,1 2 0,-2-1 0,0 0 1,0 1-1,4 17 0,-2-3 30,0 0-1,-2 0 1,-1 1 0,-1-1-1,-1 1 1,-4 52-1,1-68 33,0 0-1,-1 0 1,0 0-1,-1 0 0,0-1 1,-1 1-1,0-1 1,0 0-1,-1 0 0,-1 0 1,0 0-1,0-1 1,-1 0-1,0-1 0,0 1 1,-1-1-1,0-1 0,0 1 1,-14 7-1,6-6 60,-1-2 0,0 0-1,0-1 1,0-1 0,-1-1 0,0 0-1,0-1 1,0-1 0,0 0-1,0-2 1,-32-3 0,42 3-201,1 0 1,0-1-1,-1 0 1,1 0-1,0-1 1,-1 0-1,1 0 1,0-1 0,0 0-1,1 0 1,-1-1-1,1 0 1,-1 0-1,1 0 1,1-1-1,-1 1 1,0-2-1,-6-7 1,3 0-685,0-1 0,-9-19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6.3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 5747,'0'0'2209,"-30"214"-2193,36-84 32,27 22 32,8 8 0,-5 7-80,-6-4 16,-4-12-16,-5-20-368,-6-33-2114,-9-38-767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6.6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147 226 5571,'0'0'805,"1"-29"-370,0 6-418,1 0 1,1 0-1,7-29 0,-8 48-18,-1 0 0,1 1-1,0-1 1,0 1 0,0-1-1,0 1 1,0 0 0,1-1-1,0 1 1,-1 0 0,1 1-1,0-1 1,0 0 0,1 1-1,-1 0 1,1 0 0,-1 0-1,7-3 1,0 2-10,1 0-1,0 0 1,-1 1-1,21-1 1,-28 3 8,10-2-2,1 2 0,-1-1 0,0 2 0,0 0 0,1 0 0,-1 1-1,23 7 1,-28-6 4,0 0-1,0 1 1,-1 0-1,0 0 0,1 1 1,-2 0-1,1 0 1,0 1-1,-1 0 1,0 0-1,-1 0 0,10 14 1,-6-6-7,-1 0 1,0 1-1,-1 0 0,-1 0 1,0 0-1,-1 1 1,4 21-1,-5-9-4,0 1 0,-2 0 0,-2 35-1,0-53 21,-1 1 0,0-1-1,-1 1 1,0-1 0,-1 0-1,0 0 1,-1 0 0,0 0-1,-1 0 1,0-1 0,0 0-1,-1 0 1,-1 0 0,0-1-1,0 0 1,0 0 0,-1-1-1,-1 0 1,1 0 0,-1-1-1,-1 0 1,1-1 0,-13 7-1,3-3 18,0-1-1,-1-1 0,0-1 0,0-1 1,-1 0-1,1-1 0,-1-2 0,0 0 0,-1-1 1,1-1-1,0-1 0,-26-3 0,39 2-53,0 0-1,1 0 1,-1-1 0,0 0-1,0 0 1,1-1-1,-1 0 1,1-1 0,0 1-1,0-1 1,-12-9-1,14 8-88,0 1 0,1-1-1,0 0 1,0 0 0,1 0-1,-1 0 1,1-1 0,0 1-1,1-1 1,-1 0 0,1 0-1,0 0 1,0 0 0,1 0-1,-1-9 1,-1-55-3046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7.3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1 503 3586,'0'0'685,"26"-1"-410,13 0-228,110 0 45,-36 10-66,15-1-12,-110-7-13,-7-1 4,1 0 1,0 0-1,-1-2 1,20-3-1,-27 4-2,-1 0 0,1-1 0,0 1 0,-1-1 0,1 0 0,-1 0 0,0-1 0,0 1 0,0-1 0,0 1 0,0-1 0,0 0 0,-1 0 0,1 0 0,-1 0 0,0-1 1,3-5-1,-2 3 4,0-1 0,0 0 0,-1 0 1,0 0-1,0-1 0,-1 1 0,0-1 1,0 1-1,-1-9 0,0 12 19,0-1 0,0 1 0,-1 0 0,1 0 0,-1 0 0,0 0 0,-1 0 0,1 0 0,-1 0 0,1 0-1,-1 0 1,0 1 0,-1-1 0,1 1 0,-1-1 0,1 1 0,-1 0 0,-3-3 0,-5-1 73,1 0-1,-1 1 1,0 0 0,0 1-1,-1 1 1,0-1-1,0 2 1,0 0 0,0 0-1,0 1 1,-15-1-1,-18 1 59,-79 6 0,118-4-151,-1 1-1,0 0 1,0 0 0,1 1-1,-1 0 1,1 0 0,-1 0 0,1 1-1,0 0 1,0 1 0,0-1 0,1 1-1,-1 0 1,1 0 0,0 1 0,-9 10-1,8-7-13,0 0 0,0 1 0,1 0 0,1 0 0,0 0-1,0 0 1,0 1 0,1 0 0,1 0 0,-3 19 0,2-9 3,1 0 0,1 0 0,1 0 0,1 0 0,1 0 0,8 38 0,-7-47 0,0 0-1,2 0 0,-1 0 0,1 0 0,1-1 0,0 0 0,0 0 0,1-1 0,0 0 0,1 0 0,0 0 0,0-1 0,13 10 0,-5-7-60,0 0 0,1-2 0,1 1 0,-1-2 0,1 0 0,1-2 0,0 0-1,29 6 1,-14-7-37,-1 0 0,1-3 0,0-1 1,40-3-1,-55 0 76,0-1 0,0-1 0,-1 0 0,1-2 0,-1 0 0,0-1 0,-1 0 0,1-2 0,-2 0 0,1-1 0,-1 0 0,23-20 0,-27 19 22,0-1 0,-1 0-1,0 0 1,-1-1 0,0 0 0,-1-1-1,0 0 1,-1 0 0,-1-1-1,-1 0 1,0 0 0,0-1 0,-2 0-1,5-29 1,-5 13 252,-2-1 0,-1 1 0,-6-50 0,4 67-80,-2-1 1,0 1-1,-1 0 1,-1-1-1,0 2 0,-1-1 1,-1 1-1,-15-27 1,6 23 436,7 11-252,9 7-347,-1 0 0,1 0-1,0 0 1,0 0 0,0 0-1,0 0 1,-1 0 0,1 0-1,0 0 1,0 0 0,0 0-1,0 0 1,-1 0 0,1 0-1,0 0 1,0 0 0,0 0-1,0 0 1,0 0-1,-1 0 1,1 1 0,0-1-1,0 0 1,0 0 0,0 0-1,0 0 1,0 0 0,-1 0-1,1 0 1,0 1 0,0-1-1,0 0 1,0 0 0,0 0-1,0 0 1,0 0 0,0 1-1,0-1 1,0 0 0,0 0-1,0 0 1,0 0 0,0 1-1,0-1 1,0 0 0,-3 27-85,1 0-1,4 42 1,0-10 89,-4-13 13,3-1-1,2 0 1,2 1 0,17 70 0,-4-62 405,-20-86-246,-2 1 1,0 0 0,-11-35-1,6 29-224,1 0 0,-2-48 0,9 69-16,0 0 0,2 0 0,0 0 0,3-18 0,-2 28 23,0 0 1,-1 1-1,2-1 1,-1 0 0,1 1-1,0 0 1,0 0-1,0 0 1,1 0 0,0 0-1,0 1 1,0-1-1,0 1 1,6-4-1,9-6-207,1 1 0,1 0 0,0 2 0,1 0-1,36-12 1,123-28-723,-19 8 2450,-163 43-1389,-1 1 0,1 0 0,-1 0 1,1 1-1,0-1 0,-1 0 0,1 0 0,0 1 1,0-1-1,0 0 0,-1 3 0,-3 2 1,-7 11-71,1-1 0,0 2 0,1 0 0,1 0 0,1 0 0,-10 32 0,9-20 53,2 1 0,1 0 1,-4 52-1,9-70-18,1-1 1,0 1-1,1 0 1,0 0-1,1-1 1,0 1-1,1-1 1,1 0-1,0 0 1,5 12-1,-5-16-40,1-1 1,-1 0-1,1-1 0,1 1 1,-1-1-1,1 0 0,0 0 1,0-1-1,1 0 0,-1 0 1,1 0-1,0-1 1,1 0-1,-1 0 0,1-1 1,12 4-1,1-1-166,1-1 0,0-1 1,0-1-1,0-1 0,0-1 0,0-1 1,0-1-1,0-1 0,0-1 0,36-9 1,-23 0-1407,-1-2 0,41-22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8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588 617 2193,'0'0'2073,"0"-35"-1587,1-19-206,-4-153 851,-2 162-613,-2 1 0,-2 0 0,-2 0 0,-29-72 0,29 89 208,11 27-717,0 0-1,0 0 1,-1 0 0,1 1 0,0-1-1,0 0 1,0 0 0,0 0-1,0 0 1,0 0 0,0 0 0,0 0-1,0 1 1,0-1 0,0 0 0,-1 0-1,1 0 1,0 0 0,0 0-1,0 0 1,0 0 0,0 0 0,0 0-1,0 0 1,-1 0 0,1 0-1,0 0 1,0 1 0,0-1 0,0 0-1,0 0 1,-1 0 0,1 0-1,0 0 1,0 0 0,0 0 0,0-1-1,0 1 1,-1 0 0,1 0-1,0 0 1,0 0 0,0 0 0,0 0-1,0 0 1,0 0 0,0 0-1,-1 0 1,1 0 0,0 0 0,0-1-1,0 1 1,0 0 0,0 0 0,0 0-1,-2 16-66,1 0 0,0 0 0,1 0 0,3 23-1,0-14 41,46 297 37,-27-196 2,40 284 19,-42-276-16,-18-119-21,1 9 4,1 0 0,1 0 1,14 40-1,-13-55 16,-2-12-14,-1-22-1,-2 4-49,-2-1 0,0 1 0,-1 0 0,-1-1 0,0 1 0,-2 0 0,-1 1 1,-11-30-1,5 26-130,-1 0 1,0 1 0,-2 0 0,-1 2 0,0-1 0,-2 2-1,0 0 1,-1 1 0,-23-16 0,27 23 111,0 2-1,-1 0 1,-1 0 0,1 1-1,-2 2 1,1-1 0,-1 2 0,0 0-1,0 1 1,-1 1 0,1 1-1,-1 1 1,-29-1 0,42 3 63,0 0 0,1 0 0,-1 0 0,0 1 0,1-1 0,-1 2-1,0-1 1,1 0 0,0 1 0,-1 0 0,1 0 0,0 1 0,0 0 0,0-1 0,0 2 0,1-1 0,-1 0 0,1 1 0,0 0 0,0 0 0,0 0 0,0 1 0,1-1 0,-4 7 0,-3 5 7,1 1 0,0 0 0,2 0 1,0 1-1,0 0 0,-5 27 0,5-6 20,1 0 0,0 47-1,5-67-4,2 0-1,-1 0 0,2-1 0,1 1 1,0-1-1,1 1 0,8 18 0,-7-25-14,0 1-1,1-1 1,1 0-1,0 0 1,1 0-1,0-1 1,1-1-1,0 1 1,1-1-1,14 11 1,-10-10-9,1-1 0,0-1 0,0 0 1,1-1-1,0 0 0,0-2 0,1 0 0,31 7 1,-6-6-3,0-1 1,66 0-1,-70-6-45,0-1-1,0-2 1,-1-2 0,1-1-1,-1-2 1,43-15-1,-53 13 29,0-1-1,-1-1 0,-1-1 0,0-2 1,-1 0-1,0-2 0,-1-1 0,37-36 1,-49 41 32,0-1 0,0 0 1,-2 0-1,1-1 0,-2 0 1,0-1-1,-1 0 0,-1 0 1,0 0-1,4-22 0,-5 16 53,-1-2 0,-1 1 0,-2 0 0,0-1 0,-1 1 0,-2 0 0,-4-25 0,4 36-8,-1 1 0,0 0 0,-1 0 0,0 0-1,-1 0 1,0 1 0,0 0 0,-2 0 0,1 0 0,-10-11 0,16 21-60,0-1 1,0 1-1,0 0 1,0 0-1,0 0 1,-1-1-1,1 1 1,0 0 0,0 0-1,0 0 1,0 0-1,0-1 1,0 1-1,0 0 1,0 0-1,-1 0 1,1 0-1,0 0 1,0-1-1,0 1 1,0 0-1,-1 0 1,1 0-1,0 0 1,0 0-1,0 0 1,-1 0-1,1 0 1,0 0-1,0 0 1,0-1-1,-1 1 1,1 0-1,0 0 1,0 0-1,0 0 1,-1 0-1,1 1 1,0-1-1,0 0 1,0 0 0,-1 0-1,1 0 1,0 0-1,0 0 1,0 0-1,0 0 1,-1 0-1,1 0 1,0 1-1,0-1 1,0 0-1,0 0 1,0 0-1,-1 0 1,1 0-1,0 1 1,0-1-1,0 0 1,0 0-1,0 0 1,0 0-1,0 1 1,-1 13-110,1-11 86,1 41-69,3 0-1,15 76 1,34 88 280,-3-18-160,-49-183-895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8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5955,'0'0'1905,"95"44"-4499,-3-20-1600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9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1021 241 3682,'0'0'1112,"6"-30"-832,17-94 3,-23 121-251,1 0 0,-1 0 0,0 0-1,0 0 1,0 0 0,0 0 0,-1 0-1,1 0 1,-1 0 0,0 0 0,0 1 0,0-1-1,0 0 1,0 0 0,0 1 0,-1-1 0,1 1-1,-5-5 1,3 4 4,1 1-1,-1 0 0,0 1 1,0-1-1,-1 0 0,1 1 1,0 0-1,0-1 1,-8 0-1,5 0 10,-10-1 82,-1 0-1,1 1 0,0 1 1,-26 1-1,22 0-85,8 0-33,0 1 1,1 0 0,0 1 0,-1 0 0,1 1 0,0 0 0,0 1 0,0 0 0,0 0 0,1 1 0,0 1 0,0 0 0,0 0 0,1 1 0,0 0 0,0 1-1,1 0 1,0 0 0,-8 10 0,4-3-1,2 0-1,-1 0 0,2 1 0,0 0 1,0 0-1,2 1 0,0 0 0,1 1 1,1 0-1,1 0 0,0 0 0,1 0 1,1 0-1,1 1 0,0-1 1,2 1-1,2 19 0,-1-28-11,0 0 0,0-1 1,1 1-1,1-1 0,-1 0 0,2 0 0,-1 0 0,1-1 1,0 0-1,1 0 0,0 0 0,0 0 0,1-1 1,0 0-1,0 0 0,0-1 0,1 0 0,0 0 0,0-1 1,1 0-1,0-1 0,0 1 0,0-2 0,0 1 0,0-1 1,13 2-1,-10-2 25,1 0 0,0-1 0,0-1-1,0 0 1,0-1 0,-1 0 0,1-1 0,0 0 0,0-1 0,0-1 0,0 0 0,-1 0 0,0-1-1,0-1 1,0 0 0,0-1 0,-1 0 0,0-1 0,17-13 0,-15 8 31,-1 0 0,0-1 0,-1-1 0,-1 0 0,0 0 0,0-1 0,-2-1 0,0 1 0,-1-1 0,0-1 0,-1 1 0,-1-1 0,-1 0 0,0 0 0,-2 0 0,0-1 0,0-20 0,-1 11 166,0 3 25,-4-49 0,3 68-235,-1 0 0,0 0 0,0 0 0,0 0 0,-1 0 0,0 0 0,1 0 0,-2 1 0,1-1 0,-1 1 0,1-1 1,-1 1-1,0 0 0,-1 0 0,-3-4 0,6 8-12,1-1 0,0 1 0,-1 0 0,1-1 0,0 1 0,-1 0 0,1 0 0,-1-1 0,1 1 0,0 0 0,-1 0 1,1 0-1,-1-1 0,1 1 0,-1 0 0,1 0 0,-1 0 0,1 0 0,-1 0 0,1 0 0,-1 0 0,1 0 0,0 0 0,-1 0 0,1 0 1,-1 0-1,1 1 0,-1-1 0,1 0 0,-1 0 0,1 0 0,-1 1 0,0 0-11,0 1 0,0-1 0,0 0 0,1 1 0,-1-1 0,0 0 0,1 1 0,-1-1 0,1 1 0,0-1 0,-1 1 0,1 0 0,0-1 0,0 2 0,-1 179-269,2-158 285,10 119 16,39 192-1,-21-164 7,40 336 3,-43 5-12,-26-486-21,-1 1 0,-2-1 0,0 0 0,-2 0 0,0 0 0,-15 40 0,15-54 2,-2 1 0,1-1 0,-1-1 0,-1 1 0,0-1 0,0-1 0,-2 1-1,1-1 1,-1-1 0,0 0 0,-1 0 0,0-1 0,0-1 0,-15 8 0,8-6 5,-1 0 0,-1-1 0,0-1 1,0-1-1,-37 6 0,10-6 37,-73 0-1,79-6-21,0-2-1,0-2 0,1-2 1,0-1-1,-55-18 0,64 14 2,2 0 0,0-2-1,0-2 1,1 0-1,1-2 1,0-1 0,-37-33-1,46 33 28,0-1-1,1 0 1,1-2-1,0 0 1,2 0 0,1-1-1,0-1 1,2-1-1,1 1 1,0-2-1,2 1 1,1-1 0,1-1-1,1 1 1,1-1-1,2 0 1,0-29 0,2 26-47,1-1 0,2 0 0,1 1 0,2-1 0,1 1 0,0 1 0,3-1 0,0 1 0,2 1 0,1 0 0,0 1 0,3 0 0,0 1 0,30-36 0,-21 36-4,0 1 0,1 1-1,1 2 1,1 0 0,1 2-1,1 1 1,0 1 0,2 2-1,-1 1 1,2 2 0,0 1 0,0 1-1,1 2 1,0 1 0,1 2-1,-1 1 1,41 1 0,-63 3-9,0 0 0,0 0 0,0 1 0,0 1 0,0 0 0,0 0 1,16 7-1,-25-8-23,0 1 0,0-1 1,0 1-1,0 0 1,0 0-1,-1 0 1,1 0-1,0 1 0,-1-1 1,0 1-1,0-1 1,0 1-1,0 0 0,0 0 1,0 0-1,-1 0 1,1 0-1,-1 0 0,0 1 1,0-1-1,0 0 1,0 1-1,-1-1 0,1 1 1,-1-1-1,0 1 1,0-1-1,-1 5 0,2-6-23,-1 0 0,-1 0-1,1-1 1,0 1-1,0 0 1,-1 0-1,1 0 1,-1 0-1,1 0 1,-1-1-1,0 1 1,0 0 0,-2 3-1,0-3-181,-1 1 0,1 0 0,-1-1 0,0 1 0,0-1 0,-7 2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9.5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72 3105,'0'0'4848,"0"-16"-4037,0 0-736,0-17-28,0 27-135,1 16-122,6 75 158,25 110 0,-6-49 52,-23-121-198,8 44-116,1-25-3667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9.7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0 5090,'0'0'1025,"-116"185"-913,116-120 48,3-18-32,48-26 48,14-18 32,0-3 128,-8-18-112,-28-20-128,-11-10-16,-18 1-80,0 5-176,-3 4-1296,0 14-2466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0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0 3842,'0'0'2996,"-10"24"-2545,1 1-372,0 1 0,-8 43 0,14-39-18,2 0 0,1 0 0,2 0 0,0 0 0,13 50 0,-6-25-19,10 69 11,1 16 18,40 143 0,-54-262-56,0-1 1,2 0-1,0 0 0,16 27 1,-20-42-17,-1 1 1,1-1-1,0 1 0,1-1 1,-1 0-1,1 0 1,0-1-1,0 0 1,0 0-1,1 0 1,0 0-1,-1-1 1,1 0-1,0 0 0,1-1 1,-1 1-1,13 2 1,-13-4-84,0 0 0,0 0 0,0 0 0,0-1 0,0 0 0,1 0 0,-1-1 0,0 0 0,0 0 0,0 0 0,0-1 0,0 0 0,-1 0 0,1 0 0,0-1 0,-1 1 0,1-1 0,-1-1 0,0 1 0,0-1 0,-1 0 0,1 0 0,-1 0 0,6-8 0,23-45-2266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0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0 208 6419,'0'0'960,"208"-6"-960,-21-35 48,33-4-16,6-2-64,-21 11-1008,-53 3-929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0.6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0 7075,'0'0'977,"-45"179"-1009,45-93 112,0-3-80,9-9-32,24-14-240,5-25-1297,16-26-1312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0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 2865,'0'0'2577,"-6"134"-2480,6-27 159,32-1-16,25-11-144,20-29-96,3-31-4274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1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588 407 5827,'-3'-26'1446,"3"25"-1432,-6-38 353,-13-50 0,15 71-350,-2 1-1,0 0 1,-1 0 0,-1 1 0,-1 0 0,0 0 0,-15-18 0,18 25-13,-1 1-1,0 0 1,-1 0 0,1 1 0,-1 0 0,-1 1 0,0 0 0,0 0 0,0 1-1,0 0 1,-1 0 0,0 1 0,0 0 0,0 1 0,0 0 0,-1 1-1,1 0 1,-1 1 0,-11-1 0,18 2 5,0 0-1,0 1 1,0-1 0,0 1 0,0 0-1,0 0 1,0 0 0,0 0-1,1 1 1,-1-1 0,1 1-1,-1 0 1,1 0 0,-1 1 0,1-1-1,0 1 1,0-1 0,-3 4-1,0 2 16,1 1 0,-1 0-1,1 0 1,0 0 0,1 0-1,-4 14 1,-5 18 10,2 0-1,2 1 1,1 0 0,-2 51-1,7 178 359,35 23 48,24-6-193,27 204-11,-81-471-227,0-7 4,-1 1 0,-1 0-1,-1 21 1,1-33-12,-1-1 0,1 1-1,-1 0 1,0 0 0,0 0 0,0 0-1,0-1 1,0 1 0,0 0 0,-1-1 0,1 1-1,-1-1 1,0 0 0,1 1 0,-1-1-1,-1 0 1,1 0 0,0 0 0,0 0-1,-1-1 1,1 1 0,-4 1 0,-9 2-286,0-2 0,0 0 1,0 0-1,-1-2 1,1 0-1,0 0 1,-1-2-1,-20-2 0,-73-12-3996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1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1 244 5090,'0'0'2754,"211"-148"-2706,-51 115-48,21 9 64,6 7-48,7 11-16,-25 0-897,-38-3-2832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1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0 110 5875,'0'0'2014,"1"21"-2139,4 31 362,22 96 0,4-5 194,29 100 128,-61-251-413,0-1 0,1 1 0,0 0 1,1-10-1,0-24-4,-6-5-146,-1 1 0,-23-80-1,16 77-224,2-1-1,-6-64 0,16 110 161,1 0 0,0 0-1,0 0 1,0 0 0,0 0 0,1 0 0,-1 0-1,1 0 1,0 0 0,0 1 0,1-1 0,-1 0 0,1 0-1,3-6 1,-2 7 15,1 0-1,-1 0 1,1 0 0,0 1-1,0-1 1,0 1-1,0-1 1,0 2 0,0-1-1,1 0 1,-1 1 0,8-2-1,307-65-2459,-176 41 2011,-140 26 836,-21 5 1834,13 0-2127,0 0 0,-1 0 1,2 0-1,-1 1 0,0-1 1,1 1-1,0 1 1,0-1-1,0 0 0,1 1 1,-5 9-1,-1 4 8,1 1-1,-8 29 1,8-10 190,1 0 0,2 0 0,2 1 0,2-1 1,1 1-1,9 69 0,-5-88-181,0 0 0,1 0 1,1-1-1,1 0 0,1 0 0,1 0 1,18 29-1,-22-39-198,2-1 1,-1 0 0,1 0-1,1 0 1,-1-1-1,1 0 1,1-1 0,0 0-1,0 0 1,0-1-1,0 0 1,1 0 0,0-1-1,1-1 1,-1 0-1,13 4 1,-9-6-1007,1 0 0,0-1 0,15-1-1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2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103 346 6931,'0'0'803,"35"-14"-632,-1 1-170,-5 0-2,1 2 0,1 1 0,0 1 0,1 2 0,49-5 0,-37 8 33,86-11-623,-108 12 175,0-1 0,-1-2 0,35-13 0,-55 19 405,1 0 0,-1-1 1,0 1-1,0 0 0,0-1 0,1 1 0,-1-1 0,0 0 0,0 1 0,0-1 0,0 0 0,0 0 1,0 1-1,0-1 0,0 0 0,-1 0 0,1 0 0,0 0 0,0 0 0,-1 0 0,1-1 0,-1 1 1,1 0-1,-1 0 0,1 0 0,-1 0 0,0-1 0,1 1 0,-1 0 0,0 0 0,0-1 0,0 1 1,0 0-1,0-1 0,0 1 0,-1-2 0,-1-1 32,0 1 0,0 0 0,0 0 1,0 0-1,0 1 0,-1-1 0,0 0 0,1 1 1,-1 0-1,0-1 0,0 1 0,-4-2 0,-36-18 168,-2 2-1,0 2 0,-1 2 1,-90-20-1,99 29-17,0 1-1,-59 0 1,89 5-132,1 1 0,-1 0 0,1 0 0,-1 0 0,1 1 0,0 0 0,-1 0 0,1 1 0,0 0 0,0 0 0,0 0 0,0 1 0,0 0 0,0 0 0,1 0 0,-1 1 0,1 0 0,0 0 0,0 0 0,1 1 0,-1-1 0,1 1 0,0 0 0,0 0 0,1 1 0,-1-1 0,1 1 0,1 0 0,-1 0 0,-2 9 0,-5 15 228,1 1 1,2 0 0,1 0-1,1 1 1,2-1 0,1 1 0,2 0-1,7 61 1,-5-77-226,1-1 0,1 0 0,1 0 0,0 0 0,1-1 0,0 1 0,2-2 0,-1 1-1,2-1 1,-1 0 0,2 0 0,0-1 0,0-1 0,13 11 0,-8-9-70,0-1-1,1-1 0,0 0 1,1-1-1,0-1 1,1-1-1,0 0 0,0-2 1,1 0-1,35 7 1,-16-8-1021,51 0 1,30-4-3405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2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75 446 7187,'0'0'392,"28"-5"-373,196-27-83,-179 25-910,52-14-1,-84 18 669,0-2 0,0 1-1,0-2 1,-1 1-1,0-2 1,0 0 0,0 0-1,14-13 1,-23 18 296,0-1-1,0 0 1,0 0 0,0-1 0,0 1-1,-1-1 1,0 1 0,1-1-1,-1 0 1,0 0 0,-1 0 0,1 0-1,-1 0 1,0 0 0,0 0-1,0 0 1,0-1 0,-1 1 0,0 0-1,0-1 1,0 1 0,0 0 0,-1-1-1,-1-6 1,-1 4 83,1 0 0,-2 0 1,1 0-1,-1 1 0,0-1 0,0 1 1,0 0-1,-1 0 0,0 1 0,0-1 1,-1 1-1,0 0 0,-6-4 0,-14-9 138,0 1-1,-1 1 1,0 1 0,-46-16-1,56 24-39,-1 2 0,1 1 0,-1 0 0,0 1-1,0 0 1,-1 2 0,1 0 0,0 1 0,-23 4 0,33-3-90,1 1 1,-1 1-1,1-1 1,0 1-1,0 0 1,0 1-1,0 0 1,0 0-1,1 0 1,0 1-1,0 0 1,0 0-1,1 1 1,-1-1-1,1 1 0,0 0 1,1 1-1,0-1 1,0 1-1,0 0 1,-4 12-1,-1 5 136,1-1-1,1 1 0,1 1 0,1-1 0,-3 42 0,6-33 69,1 1 0,1 0 0,2 0 0,7 39 0,-6-56-205,1-1-1,1 1 1,0-1-1,2 0 1,-1 0-1,2-1 1,0 0-1,1 0 1,0-1-1,14 16 1,-11-17-54,1-1 0,-1 0 1,2-1-1,0 0 0,0-1 0,1-1 1,0 0-1,0-1 0,1-1 1,31 10-1,-17-9-242,0-2 0,0 0 0,1-2 1,-1-2-1,41-1 0,84-8-3994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2.8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0 111 3554,'0'0'3092,"17"-3"-2876,183-43-70,31-7-220,-213 50 77,0 0-1,20 1 1,-37 2-4,-1 0 1,0 0-1,0 0 1,1 0-1,-1 0 1,0 0 0,1 0-1,-1 0 1,0 0-1,0 0 1,1 0-1,-1 0 1,0 0-1,0 0 1,1 0-1,-1 0 1,0 0-1,0 1 1,1-1-1,-1 0 1,0 0-1,0 0 1,1 0-1,-1 1 1,0-1 0,0 0-1,0 0 1,0 0-1,1 1 1,-1-1-1,0 0 1,0 0-1,0 0 1,0 1-1,0-1 1,1 0-1,-1 1 1,0-1-1,0 0 1,0 0-1,0 1 1,0-1-1,0 0 1,0 1 0,1 16 48,-1 1 1,0 0-1,-1 0 1,-1-1 0,-1 1-1,0-1 1,-1 0-1,-1 0 1,-1 0 0,-14 30-1,-13 18 415,-51 77 0,70-121-365,-114 155 978,75-107-210,52-67-797,1-2-63,0 0 0,0 0 1,1 0-1,-1 0 0,0 0 0,0 0 1,0 0-1,1 0 0,-1 0 1,0 0-1,0 0 0,1 0 0,-1 0 1,0 0-1,0 0 0,0 1 0,1-1 1,-1 0-1,0 0 0,0 0 0,0 0 1,0 0-1,1 1 0,-1-1 1,0 0-1,0 0 0,0 0 0,0 1 1,0-1-1,0 0 0,1 0 0,-1 0 1,0 1-1,0-1 0,0 0 1,0 0-1,0 1 0,0-1 0,0 0 1,0 0-1,0 1 0,0-1 0,0 0 1,0 0-1,0 0 0,0 1 0,0-1 1,-1 0-1,1 0 0,0 1 1,0-1-1,0 0 0,0 0 0,0 0 1,0 1-1,-1-1 0,1 0 0,0 0 1,0 0-1,0 0 0,0 0 0,-1 1 1,1-1-1,0 0 0,0 0 1,0 0-1,-1 0 0,1 0 0,12-1 3,1-1 0,-1 0 0,0-1 0,0 0 0,0-1 0,19-9 0,-11 5-2,65-24-107,160-69-4885,-145 53-922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3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250 518 5058,'0'0'2140,"28"-7"-2153,177-46-6,-185 48-98,-1 0-147,0 0 0,-1-2 0,28-12 0,-42 17 235,0 0 0,-1 0 0,1 0 0,0-1 0,-1 1 0,0-1 0,0 0 0,0 0 0,0 0 0,0 0 0,-1-1 0,1 1 0,-1-1 0,0 1 0,0-1 0,0 0-1,0 0 1,-1 0 0,0 0 0,0 0 0,0 0 0,1-6 0,-2 5 62,0 0 1,-1-1-1,0 1 1,0 0-1,0 0 0,0 1 1,-1-1-1,0 0 0,0 0 1,0 1-1,0-1 1,-1 1-1,0 0 0,1-1 1,-2 1-1,1 1 0,0-1 1,-1 0-1,0 1 1,0 0-1,0 0 0,0 0 1,0 0-1,-6-2 0,-10-5 123,-1 0 0,0 2 0,0 0 0,-26-5 0,14 7 76,1 0 0,-1 3 0,-1 0 1,1 2-1,-49 5 0,73-3-186,0 1 0,0-1 0,0 1 0,0 1 0,1 0 0,-1 0 0,0 1 0,1 0 0,0 0 0,0 1 1,0 0-1,1 0 0,0 1 0,0 0 0,0 0 0,1 1 0,0 0 0,-8 11 0,6-6-5,0 1-1,1 0 1,1 0-1,0 1 0,1-1 1,0 2-1,1-1 1,1 0-1,0 1 1,-2 25-1,4-12 22,0-1-1,4 35 0,-2-53-53,1 1 1,0-1 0,0 0-1,1-1 1,0 1-1,1 0 1,0-1-1,0 0 1,1 0-1,7 10 1,-4-8-8,1 0 1,0-1-1,0 0 1,1 0 0,1-1-1,0 0 1,0-1-1,0 0 1,1 0-1,-1-2 1,2 1-1,24 6 1,-12-6-21,1-1 1,-1-1 0,1-1-1,0-2 1,43-2-1,-49-2-21,1 0-1,-1-1 1,0-1-1,0-1 1,-1-1-1,0-1 1,0 0-1,-1-2 1,0 0-1,0 0 1,26-23-1,-9 4-28,-2-1 0,-1-1-1,-2-2 1,35-48 0,-53 64 80,0-1 1,-2 0-1,0-1 0,-1 0 1,0 0-1,-2-1 0,0 0 1,-2 0-1,0-1 1,-1 1-1,-1-1 0,-1 0 1,-1 0-1,-1-23 1,0 37 14,-1 1 0,1-1 0,-1 1 0,0 0 0,0 0 0,-1-1 0,0 1 0,0 0 0,0 0 0,-1 0 0,0 1 1,0-1-1,0 1 0,-1 0 0,0-1 0,0 2 0,0-1 0,-1 0 0,1 1 0,-1 0 0,0 0 0,-1 0 1,1 1-1,0-1 0,-1 1 0,0 1 0,0-1 0,0 1 0,0 0 0,0 0 0,0 1 0,0 0 0,-1 0 0,1 0 1,-12 1-1,18 0-26,-1 0 1,0 0-1,1 0 0,-1 0 1,1 0-1,-1 0 1,1 0-1,-1 0 1,0 0-1,1 0 0,-1 1 1,1-1-1,-1 0 1,1 0-1,-1 0 1,1 1-1,-1-1 0,1 0 1,0 1-1,-1-1 1,1 1-1,-1-1 1,1 0-1,0 1 1,-1-1-1,1 1 0,0-1 1,-1 1-1,1-1 1,0 1-1,0-1 1,-1 1-1,1-1 0,0 1 1,0-1-1,0 1 1,0-1-1,0 1 1,0 1-1,6 23-1,1-14 5,0 0 0,0 0 0,1 0 0,0-1-1,1 0 1,0 0 0,1-1 0,12 9 0,-2-1 9,13 13 6,20 18 15,49 56 1,-88-87-40,0 1 1,-1 0 0,-1 1-1,0 0 1,-2 1 0,0 1-1,12 34 1,-17-37 0,-1 1 0,0-1 0,-1 1 0,-1 0 1,-1-1-1,-1 1 0,0 0 0,-1 0 0,-2 0 0,-5 26 0,5-35 2,0 0 0,0-1 1,-1 1-1,0-1 0,-1 0 0,0-1 0,0 1 0,-1-1 0,0 0 0,-1 0 0,1 0 0,-1-1 1,-1 0-1,0-1 0,0 0 0,0 0 0,0 0 0,-1-1 0,0-1 0,-15 7 0,16-8 26,-1-1-1,1 1 0,0-1 0,0-1 0,-1 0 1,1 0-1,-14 0 0,19-2 7,1 1 0,-1 0 0,1-1-1,-1 1 1,1-1 0,-1 1 0,1-1-1,-1 0 1,1 0 0,-1-1 0,1 1-1,0 0 1,0-1 0,0 1 0,0-1 0,0 0-1,0 1 1,0-1 0,0 0 0,1 0-1,-1-1 1,1 1 0,0 0 0,-1 0 0,1-1-1,-2-4 1,0-4 20,1-1-1,0 0 1,1 1-1,0-1 1,0 0-1,1 0 1,1 0-1,0 0 1,1 0 0,0 1-1,1-1 1,0 1-1,9-23 1,-8 30-70,-1-1 0,1 0 0,0 1 1,0-1-1,1 1 0,-1 1 0,1-1 1,0 0-1,0 1 0,0 0 0,0 0 1,1 1-1,-1-1 0,1 1 0,0 1 1,-1-1-1,1 1 0,0 0 0,0 0 1,0 0-1,0 1 0,0 0 0,0 0 0,0 0 1,0 1-1,6 2 0,8 7-1698,-9 4-1318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3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0 6819,'0'0'4386,"-6"167"-4306,0-90-48,3-6-32,3-5-304,0-22-1617,12-20-1809,21-24-1552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3.8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 3410,'0'0'4225,"9"169"-3504,-9-86-593,-6-5-128,-9-25-272,-14-23-7044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6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350 44 144,'0'0'4770,"-29"0"-4703,-94 0 168,114-1-29,-1 1 0,1 0 0,0 0 0,-1 1 0,1 1 0,0-1 0,0 2 0,0-1 0,0 1 0,0 1-1,0-1 1,1 1 0,-13 9 0,16-8-125,0 0-1,0 1 1,1-1-1,-1 1 0,2 0 1,-1 0-1,1 1 1,-1-1-1,2 1 0,-1 0 1,1-1-1,0 1 0,0 0 1,1 0-1,-1 10 1,-1 9-57,1 2 0,1-1 1,1 0-1,1 0 1,2 0-1,1 0 1,0 0-1,2-1 0,14 37 1,-14-47-16,0 0 0,1-1 0,1 1 0,1-2 1,0 1-1,1-1 0,0 0 0,1-1 0,1 0 1,0-1-1,1 0 0,0-1 0,1-1 0,0 0 0,0-1 1,17 8-1,-20-12-1,0-1-1,1 0 1,-1-1 0,1-1 0,0 0 0,0 0-1,0-1 1,19-1 0,-24 0-3,0 0 0,0-1 0,0 0 0,0-1 0,0 1 1,0-1-1,-1-1 0,1 1 0,-1-1 0,1 0 0,-1 0 0,0-1 0,0 0 1,-1 0-1,10-9 0,-5 2-3,-1-2-1,0 1 1,-1-2-1,0 1 1,-1-1 0,-1 0-1,0 0 1,-1-1 0,0 1-1,-1-1 1,3-27 0,-3-1-36,-1-1 1,-7-82 0,3 110 27,-1 1 1,0 0 0,-2 1-1,0-1 1,0 1 0,-1-1-1,-1 1 1,0 1 0,-1-1-1,-1 1 1,0 0-1,-10-12 1,11 16 8,-1 1-1,0 0 1,0 1-1,0 0 1,-1 0-1,0 1 1,0 0-1,-1 0 1,1 1 0,-1 0-1,0 1 1,-1 0-1,1 1 1,-1 0-1,1 0 1,-1 2-1,-13-2 1,16 2-55,0 0 0,1 0 0,-1 1 0,0 1 0,0-1 0,0 1 0,1 0 0,-1 1 0,0 0 0,1 0 0,-1 0 0,1 1 0,-13 7 0,-5 5-2945,10-10-2760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7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300 57 4050,'0'0'3172,"4"-10"-2337,14-27-181,-14 27 13,-5 13-587,-3 5-57,0 0 1,-1 0 0,-1 0 0,1-1-1,-1 1 1,0-1 0,-11 9-1,-54 41 49,50-42-41,-1-2 1,0 0-1,0-1 0,-1-1 0,-1-1 1,-39 11-1,59-17 517,12 1-435,20 5-96,113 31 143,168 27 0,-130-48-2407,-123-19-1064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7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340 31 2161,'0'0'3460,"8"-5"-2369,22-15-58,-23 15-179,-11 12-329,-14 11-469,-1-1 0,-1 0 0,0-2 1,-37 23-1,21-18 25,-1-1 1,-47 16 0,66-29 304,-1 0 0,-33 4 0,52-10-383,0 0 0,0 0 0,0 0 0,0 0 0,0 1 0,1-1 0,-1 0 0,0 0 0,0 0 0,0 0 0,0 0 0,0 0 0,0 0 0,0 0 0,0 0 0,0 0 0,0 0 0,1 1 0,-1-1 0,0 0 0,0 0 0,0 0 0,0 0 0,0 0 0,0 0 0,0 0 0,0 1 0,0-1 0,0 0-1,0 0 1,0 0 0,0 0 0,0 0 0,0 0 0,0 0 0,0 1 0,0-1 0,0 0 0,0 0 0,0 0 0,0 0 0,0 0 0,0 0 0,-1 0 0,1 0 0,0 1 0,0-1 0,0 0 0,0 0 0,0 0 0,0 0 0,0 0 0,0 0 0,0 0 0,0 0 0,-1 0 0,1 0 0,0 0 0,0 0 0,0 0 0,0 0 0,0 1 0,14 5 46,309 58 205,-273-56-238,411 67-2487,-393-68-626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8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4 4066,'0'0'2796,"0"0"-2783,0 0 1,-1 0-1,1 0 1,0 0-1,0 0 1,0 0-1,0 0 1,0 0-1,0 0 1,0 0-1,0 0 1,0 0-1,0 0 1,-1 0-1,1 0 1,0 0-1,0 0 1,0 0-1,0 0 1,0 0-1,0 0 1,0 0 0,0 0-1,0 0 1,0 0-1,0 0 1,0 0-1,0-1 1,0 1-1,0 0 1,-1 0-1,1 0 1,0 0-1,0 0 1,0 0-1,0 0 1,0 0-1,0 0 1,0 0-1,0 0 1,0-1-1,0 1 1,0 0-1,0 0 1,0 0-1,0 0 1,0 0-1,0 0 1,0 0-1,0 0 1,1 0-1,-1 0 1,0-1-1,0 1 1,0 0-1,0 0 1,0 0-1,0 0 1,0 0-1,0 0 1,0 0-1,0 0 1,-6 9 51,-1 0 1,0-1-1,-1 1 0,0-1 1,-17 13-1,-53 33 238,64-44-248,-22 11 361,0-2 0,-1-1 0,-1-1 0,-42 12 0,78-29-199,67 2-94,0 3 1,92 19-1,121 43-726,-243-57 361,37 11-1690,-25-7-1027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08.7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446 17 4578,'0'0'2647,"0"-4"-2167,1-2-416,-2-1 31,-12 24-50,12-17-44,-15 20 41,-2-2 0,0 0 0,-1 0-1,-37 25 1,20-20 44,-1-1 0,-45 20 0,57-31 400,-1-1 1,0-1-1,-44 9 0,67-17-206,23 0-189,153 24-183,304 86 0,-393-88-2040,-33-14-1715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18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217 150 2897,'0'0'1919,"1"-11"-1850,7-103 787,-8 113-816,0 0 0,-1 0 0,1 1 0,0-1-1,0 0 1,-1 0 0,1 0 0,-1 0 0,1 1 0,-1-1-1,1 0 1,-1 0 0,1 1 0,-1-1 0,1 0-1,-1 1 1,0-1 0,0 1 0,1-1 0,-1 1 0,0-1-1,0 1 1,1-1 0,-1 1 0,0 0 0,-1-1 0,-2 0 19,-1-1 1,1 1-1,-1 0 1,1 1 0,-1-1-1,-5 1 1,4 0-51,0 0 0,1 0 1,-1 1-1,1 0 0,-1 0 0,0 0 0,1 0 1,-1 1-1,1 0 0,0 0 0,-9 6 1,5 0-12,0 1 0,1 0 0,0 1-1,0 0 1,1 0 0,0 1 0,1 0 0,0 0 0,1 0 0,0 1 0,1-1 0,0 1 0,1 1 0,0-1 0,1 0 0,1 1 0,-1-1 0,2 1 0,0-1-1,1 1 1,3 21 0,-3-31 1,0 0 0,0 1-1,1-1 1,-1 0 0,1 1 0,0-1-1,-1 0 1,1 0 0,1 0-1,-1-1 1,0 1 0,1 0-1,0-1 1,4 4 0,0-2-7,0 0 0,0 0 0,0-1 0,0 1-1,0-2 1,11 4 0,7-1-45,0-1 0,0-1 0,28-1 0,-24 0-175,35-1-117,-60-1 339,0 0-1,0 0 1,1-1-1,-1 0 1,0 0-1,0 0 1,0 0-1,0-1 1,0 0-1,0 0 1,4-2-1,-6 2 8,0 0 1,0-1-1,0 1 0,0 0 0,0-1 0,-1 1 0,1-1 1,-1 0-1,0 1 0,0-1 0,0 0 0,0 0 0,0 0 1,0 0-1,-1 0 0,1-4 0,-2-53 71,0 52-62,-1 0-17,0 0 0,0-1-1,-1 1 1,-1 0 0,1 1 0,-1-1 0,0 0 0,-1 1 0,0 0 0,0 0 0,-1 1 0,1-1 0,-1 1 0,-1 0 0,1 1 0,-1-1 0,0 1 0,0 1 0,-1-1 0,0 1 0,1 1 0,-1-1-1,0 1 1,-1 1 0,1-1 0,0 2 0,-13-2 0,10 3-1743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4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1 392 3410,'0'0'4826,"0"-4"-4085,0-14-284,0 14-193,0 7-264,1 0 0,0 1 0,0-1 0,0 0 0,0 1 0,0-1 0,0 0 0,1 0 0,2 4 0,5 9-30,-8-13 30,73 155 66,-62-137-53,1 0-1,0 0 1,2-2 0,0 0-1,22 21 1,-34-37-2,0 0 0,0-1 1,0 1-1,0-1 0,0 0 0,1 0 1,-1 0-1,0 0 0,1-1 0,0 1 1,-1-1-1,1 0 0,7 2 0,-10-3 3,0-1-1,-1 1 0,1 0 1,-1 0-1,1 0 0,-1-1 1,1 1-1,-1 0 0,1-1 1,-1 1-1,1 0 0,-1-1 1,1 1-1,-1-1 0,0 1 1,1 0-1,-1-1 1,0 1-1,1-1 0,-1 1 1,0-1-1,0 0 0,1 1 1,-1-1-1,0 1 0,0-1 1,5-21 169,-3 13-73,26-134 212,28-116-5,-47 227-623,2 0 0,1 1 1,2 0-1,1 0 0,31-46 1,-10 31-2249,-2 21-620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4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322 15 3506,'0'0'4535,"-7"-2"-3497,6 1-985,-22-7 449,20 4-307,18 6-145,4 3-30,0 1 0,0 1 0,-1 1 0,0 0 0,-1 1 0,18 12 0,26 13-16,-53-29-2,1-2 6,0 2 1,-1-1-1,0 1 1,0 1-1,0-1 1,7 9-1,-13-13-11,-1 0-1,0 1 1,0-1 0,1 1-1,-1 0 1,0-1 0,-1 1-1,1 0 1,0 0-1,0 0 1,-1 0 0,1-1-1,-1 1 1,0 0-1,1 0 1,-1 0 0,0 0-1,0 0 1,0 0-1,-1 0 1,1 0 0,0 0-1,-1 0 1,1 0-1,-1-1 1,0 1 0,1 0-1,-1 0 1,0-1-1,0 1 1,0 0 0,0-1-1,-1 1 1,1-1 0,0 1-1,-1-1 1,1 0-1,-1 1 1,-1 0 0,-26 20 0,0-1 0,-1-1 1,-39 17-1,55-29 3,-171 84-33,161-82-674,0-1 0,-1-1 1,0-1-1,0-1 0,-48 4 0,51-9-3692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5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45 2817,'0'0'3781,"-11"-7"-3162,-1-3-445,5 5-9,1 0-1,-1 1 1,1-1 0,-11-3-1,36 8-92,42 4 39,-1 2-1,0 3 0,62 19 0,-82-19-100,11 2 2,-8-2-5,-1 1 1,59 23 0,-77-19-15,-24-13 6,1 0-1,-1-1 1,1 1-1,-1 0 0,0-1 1,1 1-1,-1 0 0,1 0 1,-1-1-1,0 1 0,0 0 1,0 0-1,1 0 0,-1-1 1,0 1-1,0 0 0,0 0 1,0 0-1,0 0 0,0-1 1,-1 1-1,1 0 0,0 0 1,0 0-1,-1-1 0,1 1 1,0 0-1,-1 0 1,1-1-1,0 1 0,-1 0 1,1-1-1,-1 1 0,0 0 1,1-1-1,-1 1 0,0 0 1,-11 9 11,0-1 0,-1-1 0,1 0 0,-2 0 0,1-1 0,-29 10 0,20-8 2,-266 108-908,126-66-1631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7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101 294 2449,'0'0'6681,"-7"0"-6164,-7 0-299,25 0-145,52 0-44,83-6-454,267-44-1,-400 47 285,14-1-507,0-2-1,34-11 1,-61 17 649,1 0 1,-1 0-1,1 0 1,-1-1-1,0 1 1,1 0-1,-1 0 1,0-1-1,1 1 1,-1 0-1,0 0 1,0-1-1,1 1 1,-1 0-1,0-1 1,0 1-1,1 0 1,-1-1-1,0 1 1,0 0-1,0-1 1,0 1-1,1-1 1,-1 1-1,0 0 1,0-1-1,0 1 1,0-1-1,0 1 1,0 0-1,0-1 1,0 1-1,0-1 1,0 1-1,-1-1 0,1 1 1,0 0-1,0-1 1,0 1-1,0 0 1,-1-1-1,1 1 1,0 0-1,0-1 1,-1 1-1,-14-17 446,-23-7-385,-2 1 0,0 3 0,-1 0 0,-1 3 0,-1 2 0,-1 1 0,-79-13 0,94 21-42,0 2 0,0 0-1,0 3 1,-1 0 0,1 2 0,-40 6 0,61-5-2,0 1 1,0-1-1,0 2 0,1-1 1,0 1-1,-1 1 1,1-1-1,1 1 0,-1 0 1,1 1-1,0-1 1,0 1-1,1 1 0,-1-1 1,1 1-1,1 0 1,-1 0-1,1 0 0,-6 15 1,2 0 79,0 0 1,1 1 0,2 0 0,0 0-1,-3 42 1,6-39 9,2 0 0,0 0 0,1 0 0,2-1 0,6 31 0,-5-43-81,-1 0-1,2 0 0,0-1 0,0 1 1,1-1-1,1-1 0,0 1 0,0-1 1,2 0-1,-1-1 0,17 16 0,-9-12-32,0-2 0,1 1-1,0-2 1,1-1 0,1 0 0,0-1-1,0-1 1,0-1 0,24 6-1,1-3-355,0-2 0,0-2-1,51 0 1,65-4-2690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7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22 314 4034,'0'0'563,"-3"16"-310,-7 50 372,8-50 434,1-20 299,-3-43-206,3-57 0,1 71-1117,0 27-66,0-1-1,0 1 0,0-1 1,1 0-1,0 1 1,1-1-1,0 1 0,0 0 1,0 0-1,0 0 1,1 0-1,0 0 0,0 0 1,1 0-1,0 1 0,0 0 1,0 0-1,0 0 1,1 0-1,0 1 0,0-1 1,0 1-1,1 1 0,-1-1 1,1 1-1,0 0 1,0 0-1,0 0 0,0 1 1,0 0-1,1 0 0,-1 1 1,7-1-1,-6 1-24,0 0 0,0 1 0,1 0-1,-1 0 1,0 0 0,0 1 0,0 0 0,0 1-1,0-1 1,0 1 0,0 1 0,-1-1 0,1 1-1,-1 0 1,1 1 0,-1 0 0,8 6 0,-4-1-6,-1 0 0,0 1 1,-1 0-1,0 0 1,-1 1-1,0 0 0,0 1 1,8 20-1,5 21 48,-2 1 1,-2 1-1,-3 0 0,-2 1 0,5 75 0,-13-107 178,-2-23 12,0-5 41,0-42 683,-5-78-569,1 62-384,2 1 1,8-67 0,-5 115 1,1 0 1,1-1 0,0 1 0,0 0 0,1 1 0,1-1 0,0 1-1,1 0 1,0 0 0,13-14 0,-16 21 5,0-1-1,1 1 1,0 1 0,0-1-1,0 1 1,1 0-1,-1 0 1,1 0 0,0 1-1,0 0 1,0 0-1,0 0 1,1 1 0,-1 0-1,1 0 1,0 1-1,-1 0 1,1 0 0,0 0-1,0 1 1,-1 0 0,13 2-1,-13-1 31,-1 1 0,1-1 0,-1 1 0,0 0-1,0 1 1,0-1 0,0 1 0,0 0 0,-1 0 0,1 1-1,-1-1 1,0 1 0,0 0 0,0 0 0,-1 0 0,1 1 0,-1-1-1,5 10 1,1 5 9,0 0-1,-2 1 0,10 36 0,0 20 151,11 145 0,-23-169-74,-3-30-19,0 0 0,2-1-1,1 1 1,9 28 0,-12-45-161,0 0 0,0-1 0,0 1 0,0-1-1,1 0 1,-1 0 0,1 0 0,1 0 0,-1 0 0,0-1 0,1 1-1,-1-1 1,1 0 0,0 0 0,0 0 0,1-1 0,-1 1 0,0-1 0,1 0-1,0 0 1,-1-1 0,1 1 0,0-1 0,0 0 0,5 0 0,53 1-3249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8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472 156 1040,'0'0'3282,"-14"-26"-2591,1 3-388,0 0 0,-26-32 1,36 52-253,-1 0 1,1 0-1,-1 1 1,0-1-1,0 1 1,0 0-1,0 0 0,-1 0 1,1 1-1,0-1 1,-1 1-1,1 0 1,-1 0-1,1 1 1,-1-1-1,0 1 1,1 0-1,-1 0 1,1 1-1,-1-1 1,1 1-1,-9 3 1,3-3 10,-1 2-34,0 0 0,-1 0 1,1 2-1,1-1 0,-1 1 1,1 1-1,-1 0 1,2 0-1,-1 1 0,1 0 1,0 1-1,0 0 0,1 0 1,-14 18-1,8-8 7,2 1-1,0 0 1,1 0-1,1 1 1,1 0-1,0 1 1,-6 25-1,9-18-3,0 0 0,2 1-1,1 0 1,1 0 0,1 0-1,2-1 1,5 36 0,-4-55-29,0 1 0,1-1 0,0 0 0,0-1 0,1 1 0,0-1 0,0 1 0,1-1 0,0 0 0,1-1 0,0 1 0,0-1 1,0 0-1,12 8 0,-9-7 4,0-1 1,1-1-1,1 0 1,-1 0-1,1-1 1,0 0-1,0-1 1,0 0-1,1-1 1,-1-1 0,15 3-1,-6-3-29,0 0-1,0-1 1,-1-2 0,33-3-1,-46 3 23,1 0-1,-1-1 1,0 1-1,0-2 1,0 1-1,0 0 0,0-1 1,0 0-1,-1-1 1,1 1-1,-1-1 0,0 0 1,0 0-1,0-1 1,-1 0-1,0 1 1,0-1-1,4-7 0,-2 1 33,0 0 0,-1-1 0,-1 0 0,0 0 0,-1 0 0,0 0 0,3-24 0,-4-89 263,-2 78-219,-1 16-5,-1 0 1,-1 1 0,-9-40-1,6 52 101,6 18-168,0 0 1,0 0-1,0 0 0,0 1 0,0-1 1,0 0-1,0 0 0,0 0 0,0 0 0,0 0 1,0 0-1,0 0 0,0 1 0,0-1 1,0 0-1,0 0 0,-1 0 0,1 0 0,0 0 1,0 0-1,0 0 0,0 0 0,0 0 1,0 1-1,0-1 0,0 0 0,0 0 1,0 0-1,-1 0 0,1 0 0,0 0 0,0 0 1,0 0-1,0 0 0,0 0 0,0 0 1,0 0-1,0 0 0,-1 0 0,1 0 0,0 0 1,0 0-1,0 0 0,0 0 0,0 0 1,0 0-1,-1 0 0,1 0 0,0 0 0,0 0 1,0 0-1,0 0 0,0 0 0,0 0 1,0 0-1,0 0 0,0-1 0,-1 1 0,1 0 1,0 0-1,0 0 0,0 0 0,0 0 1,0 0-1,0 0 0,0 0 0,-2 21-22,1 1-1,1-1 1,0 1-1,2 0 0,1-1 1,5 24-1,-8-45 21,8 43 58,2-1-1,17 47 1,-23-75-73,2-1-1,-1 0 1,2 0 0,0-1 0,0 0-1,1 0 1,1-1 0,0 0-1,0 0 1,17 14 0,-20-21-277,0-1 0,1 1 0,-1-1 0,1 0 0,0 0 0,0-1 0,0 0 0,0 0 0,1-1 0,-1 0 0,0 0 0,0-1 0,14 0 0,31 0-3713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8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44 3778,'0'0'2657,"-4"-12"-2502,-8-14-214,6 21 25,6 9 33,-1-1 1,1 1-1,0 0 1,0 0-1,0 0 1,0 0-1,2 6 1,23 129 201,35 136-12,24 281 1,-81-504-170,-2-39 245,-1-43 317,-1-20-324,3-1 0,1 1 0,15-69 0,-14 103-275,1-1-1,1 1 1,0 0-1,1 1 0,17-29 1,-17 35 9,0-1-1,0 2 1,1-1-1,0 1 1,0 0-1,1 0 1,0 1 0,0 1-1,20-11 1,-20 12-8,1 1 1,0 1 0,0 0 0,0 0 0,0 1-1,15-2 1,-19 4 5,0-1 0,0 1 0,0 0 0,0 0 0,0 1 0,0 0 0,0 0 0,0 0-1,0 1 1,0 0 0,-1 0 0,7 4 0,-4-1-1,-1 1-1,0 0 0,-1 1 0,1 0 1,-1 0-1,-1 0 0,0 0 1,0 1-1,0 0 0,5 12 1,-3-4-5,0 0 1,-2 0-1,1 1 1,4 33 0,-7-28 42,0 0 1,-2-1 0,-1 1-1,-1 0 1,-7 42-1,6-52-8,-2-1 0,1 1 0,-1-1 0,-1 0 0,0 0 0,-1 0-1,0 0 1,0-1 0,-1 0 0,0-1 0,-1 0 0,-12 12 0,12-14-53,-1 1 0,-1-1 0,1 0 0,-1-1 0,0 0 1,-1-1-1,1 0 0,-1 0 0,0-1 0,-1-1 0,1 0 0,0 0 1,-1-1-1,0-1 0,-13 1 0,22-2-115,0 0-1,0 0 1,0 0-1,1 0 1,-1 0 0,0 0-1,0-1 1,1 1-1,-1-1 1,-3-1 0,5 1-33,0 0 1,0 0 0,0 0 0,1-1-1,-1 1 1,0 0 0,0 0 0,1-1-1,-1 1 1,1 0 0,-1-1 0,1 1-1,-1 0 1,1-1 0,0-1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8.9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0 996 3185,'0'0'331,"28"0"-168,92 1-115,-110-1-35,0 1 0,0 0 0,0 1 0,0 0-1,0 0 1,-1 1 0,16 7 0,-19-8 18,-1 0 0,1 0 0,0 0 0,-1 0 0,1-1 0,0 0 0,0 0 0,7 0 0,-9-2 44,-1 1 1,0-1-1,1 0 1,-1 0 0,0 0-1,0 0 1,0-1 0,0 1-1,0-1 1,0 0-1,0 0 1,-1 0 0,1 0-1,0 0 1,-1-1 0,0 1-1,0-1 1,0 1-1,0-1 1,0 0 0,0 0-1,0 0 1,1-6 0,3-5 125,0 0 1,-1-1-1,-1 0 1,3-16-1,-1-14 200,-2 0 0,-3-73 0,-2 62-203,-4-39 114,-5 0 1,-41-177 0,38 211-256,-12-40 645,23 98-678,-1 13-195,6 375-205,3-328 390,3-1 0,3 0 0,2 0 1,2-2-1,3 0 0,2-1 0,2-1 1,32 52-1,-47-90-18,2 1-1,0-2 1,0 1 0,16 15 0,-20-24-4,0 0 1,1 0-1,-1 0 1,1-1-1,0 0 0,0 0 1,0-1-1,0 0 1,1 0-1,-1 0 0,10 1 1,-3-2-11,1 0 0,0 0 0,1-2 0,-1 0 1,0 0-1,0-1 0,0-1 0,0-1 0,-1 0 1,1-1-1,-1-1 0,1 0 0,-1-1 0,-1 0 1,26-16-1,-9 0-22,0 0 0,-2-3 0,-1 0-1,-1-1 1,31-40 0,-41 46 51,-1 0 0,0-2 0,-2 1-1,0-1 1,-2-1 0,0 0 0,-2-1 0,0 0 0,-2-1-1,0 1 1,-2-1 0,-1 0 0,-1-1 0,-1 1 0,-1-1-1,-3-30 1,2 49-10,-1 0 0,0 0-1,0 0 1,-1 1 0,0-1-1,0 0 1,0 1 0,-1-1-1,0 1 1,0 0 0,-5-6-1,5 8 2,0 1-1,0 0 1,0-1-1,-1 1 0,0 1 1,1-1-1,-1 0 1,0 1-1,-1 0 0,1 0 1,0 0-1,-1 0 1,1 1-1,-1 0 0,1 0 1,-10-1-1,5 1-1,1 0 0,-1 1 0,0 1 0,0 0 0,0 0 0,1 0-1,-1 1 1,0 0 0,1 1 0,0 0 0,0 0 0,0 1 0,0 0 0,0 0 0,1 1 0,-1 0-1,1 0 1,0 1 0,-7 8 0,-2 3-5,0 2 0,1 0 0,1 1 0,1 1 0,-20 41 0,20-34 104,1 0-1,2 1 1,1 0-1,1 1 1,1 0 0,2 0-1,1 1 1,0 42-1,4-56-13,2 1 0,0-1 0,0 1 0,2-1 0,0 0 0,13 32 0,-12-38-56,0 1 0,2-1 0,-1-1 1,1 0-1,1 1 0,0-2 1,0 1-1,1-1 0,0-1 0,16 12 1,-9-9-12,1-1 1,0-1-1,1-1 1,0 0 0,0-1-1,1-1 1,-1-1-1,27 4 1,-9-4-124,-1-2 0,1-1-1,60-6 1,-68 2-338,0-2 1,-1-1-1,28-9 0,-16 0-1072,38-19 0,-63 26 1093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9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0 184 80,'0'0'11269,"169"-44"-11093,-29 2 64,9 1-240,-13 11-720,-20 9-1633,-36 15-1649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9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185 92 4626,'0'0'2113,"-175"86"-1665,166-80 561,50-6-753,54-3-192,36-24 272,32-14-336,19-13-2833,-10-5-1265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6:59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404 90 3714,'0'0'6109,"-29"-11"-5701,-12-3-318,-45-11-1,81 24-85,-1 0-1,1 0 1,-1 1-1,0-1 1,1 1-1,-1 1 1,0-1-1,1 1 1,-1 0-1,0 0 1,1 0-1,-1 1 1,1 0-1,-10 5 1,7-2 0,1 0 1,0 1 0,0 0-1,1 0 1,0 0 0,-11 15-1,7-6 14,0 0 0,1 0-1,0 1 1,1 0-1,1 1 1,1 0-1,-8 30 1,6-9 101,2 2-1,-2 58 1,7-74-77,1 0 1,1 1 0,2-1-1,0 0 1,12 44 0,-10-53-33,0 0 0,1-1 0,1 1 1,1-2-1,-1 1 0,2-1 0,0 0 0,1-1 0,0 0 1,15 13-1,-10-12-19,0-1 0,1-1 0,0-1 0,1 0 1,1-1-1,-1-1 0,1-1 0,0 0 0,27 6 0,-22-8-17,0-1-1,0-1 0,0-1 1,0-1-1,1-1 1,-1-1-1,37-6 0,-49 5 7,0-1 0,0-1 0,0 1-1,-1-2 1,0 1 0,0-1-1,0-1 1,0 0 0,-1 0 0,0-1-1,0 0 1,-1-1 0,0 0 0,0 0-1,-1-1 1,0 0 0,0 0-1,-1 0 1,0-1 0,-1 0 0,0 0-1,-1 0 1,5-15 0,-3 4 126,-1 0 1,-1 0-1,-1-1 1,-1 1 0,0-1-1,-2 1 1,0-1-1,-2 0 1,0 1 0,-2-1-1,-8-29 1,4 26-36,-2 0 1,-1 1-1,0 1 1,-2-1-1,-1 2 1,0 0-1,-2 1 1,-1 1-1,0 0 1,-1 1-1,-32-26 1,30 29-91,0 1-1,-1 1 1,0 1-1,-1 1 1,0 0-1,-1 2 1,0 1 0,-1 0-1,0 2 1,0 1-1,-1 1 1,-33-3-1,-20 7-2503,12 1-4673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0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63 3762,'0'0'3185,"-12"-11"-2480,-48-41 898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2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54 100 976,'0'0'6617,"-10"-16"-5563,-27-50-587,31 49-348,13 17-118,-5 1 15,12-1-7,-1 0 1,1 0 0,-1 2 0,1 0 0,-1 0 0,0 1 0,0 1 0,0 0-1,19 9 1,36 23 22,-2 3-1,-1 3 1,85 73 0,156 177 244,-226-202-142,100 146 0,44 116 129,180 229 459,-199-301-524,-23-6-67,251 392 136,-305-452-231,-85-136-19,59 82-1,-4-30 15,102 141 64,-169-229-84,3-3 0,42 40 0,-72-76-10,29 33 15,-22-23-5,0-1 0,1 0-1,19 13 1,-18-16-1,-10-7-3,1 1-1,-1-1 1,0 1 0,1-1-1,-1 1 1,0 0-1,0 0 1,3 6-1,49 60-34,-38-50 54,-7-9-24,1-1 0,1 0 1,0-1-1,0 0 0,1-1 0,0-1 0,0 0 1,0 0-1,15 3 0,24 12 0,170 89 27,-190-97-22,1-1 1,0-1-1,0-2 0,1-1 0,46 4 1,-25-3-6,234 35 14,-173-12-15,-10-3 30,181 45-31,-175-46-49,-72-19 25,44 15 1,-37-7-67,0-3 0,1-1 1,1-3-1,54 5 0,-7 0 81,-49-5 2,-44-10 9,26 5 9,-1-1 0,40 0 0,-68-4-3,0-5-34,0 0 10,-1-1 0,0 1 1,0 0-1,0 0 0,-1 0 1,1 0-1,-1 0 0,0 0 1,-1 0-1,1 0 1,-1 1-1,0-1 0,0 1 1,-5-5-1,-7-12-19,-12-15 17,-44-45 1,42 50 9,-42-58 0,66 81 11,0-1 0,1 1-1,0-1 1,1 0 0,0 0 0,0 0-1,1 0 1,0-1 0,1 1 0,-1-13-1,-1 0 0,-2 6-14,-3 22-62,-3 25 19,-22 161 61,7-36 1,15-93-30,8-36-3,-2-2 0,-1 1 1,0 0-1,-21 46 0,25-60 22,13-14 3,30-26 5,-15 10 2,31-14-285,2 2 0,65-23 0,-116 50 109,-2 1-196,1-1-1,-1 1 1,0-1-1,0 0 1,0 0 0,0-1-1,-1 0 1,1 0-1,6-6 1,-8-6-2243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4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750 221 3426,'0'0'2958,"0"-6"-1413,0-2-1555,-1-1 0,-1 1 0,1 0 0,-1-1 0,-1 1 0,1 0 1,-1 0-1,-1 1 0,0-1 0,0 1 0,0-1 0,-1 1 0,0 1 0,0-1 0,-1 1 0,0 0 0,0 0 0,-8-6 1,5 4 6,-2 1 1,1 0 0,-1 0-1,-1 1 1,1 0 0,-1 1-1,0 1 1,0 0 0,0 0-1,0 1 1,-24-2 0,12 3-1,0 1 0,0 2 0,-1 0 1,-24 5-1,37-3 1,-1 0 0,1 0 0,0 2 0,0-1 0,1 1-1,-1 1 1,1 0 0,0 1 0,-15 12 0,6-2-1,1 2-1,0 0 0,1 1 1,1 1-1,2 0 0,0 1 1,1 1-1,-21 45 1,23-38 2,1 1 0,2 0 1,0 0-1,2 1 0,2 0 1,-3 61-1,8-72 15,-1-9-13,0 1-1,1 0 1,1 0 0,0 0-1,5 18 1,-5-28 0,0 1 0,1 0 1,-1-1-1,1 1 0,0-1 0,0 0 0,0 1 0,1-1 1,-1 0-1,1 0 0,0-1 0,0 1 0,0-1 1,0 1-1,0-1 0,0 0 0,0 0 0,1 0 0,-1 0 1,1-1-1,0 1 0,5 0 0,8 2 45,0-1-1,0-1 1,1 0 0,31-2-1,70-10 106,-94 7-144,13-2-4,0 1 1,57 2 0,-83 3-9,-1 0-1,1 0 1,-1 2 0,0-1-1,0 1 1,0 1 0,0 0 0,-1 1-1,1 0 1,-1 0 0,0 1 0,15 12-1,-9-4 1,-1 1-1,0 1 1,-1 0-1,-1 1 0,-1 0 1,0 1-1,-1 0 1,-1 1-1,14 37 0,-14-26 4,-1 0 0,-2 0 0,-1 1-1,-1 0 1,-1 0 0,-2 36-1,-2-60 9,0 0 0,0 0-1,-1-1 1,0 1 0,-1 0-1,0-1 1,0 1 0,0-1-1,0 0 1,-1 1 0,0-1-1,-5 6 1,2-4 25,0-1-1,0 0 1,-1 0 0,0-1-1,0 0 1,-1 0 0,0-1-1,-13 8 1,4-4 8,-1-1 1,0-1 0,0-1-1,-1 0 1,0-1 0,0-1-1,-19 2 1,-4-3 21,-1-1 1,-49-5-1,87 3-55,0 0 0,0-1-1,0 1 1,0-1 0,0 0-1,0-1 1,0 1 0,1-1-1,-1 0 1,1 0 0,-1-1-1,1 1 1,-7-6 0,8 5-82,0 0 1,1 0 0,-1-1 0,1 1-1,0-1 1,0 0 0,0 0-1,0 0 1,1 0 0,0 0 0,0 0-1,0 0 1,0 0 0,0-1-1,1 1 1,0-5 0,-1-49-2700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4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175 0 5795,'0'0'2099,"-25"24"-2067,11-11-23,-3 2 4,1 2 0,1-1-1,-14 20 1,22-26 11,1 1 1,-1 0-1,2 0 0,0 0 0,0 1 0,1 0 0,0 0 0,1 0 1,-3 22-1,2 11 97,1-1 0,4 47 0,0-75-94,1-1 0,1 1 1,0 0-1,1-1 0,0 1 0,1-1 0,1 0 0,1-1 1,9 16-1,-7-16-14,1 0 1,1-1 0,0 0 0,1 0 0,0-1-1,1-1 1,1 0 0,-1-1 0,2-1-1,-1 0 1,1-1 0,1 0 0,17 6-1,-14-8 6,-1 0 0,1-2-1,0 0 1,0-1 0,0 0-1,0-2 1,0 0-1,1-2 1,-1 0 0,0-1-1,26-6 1,-36 6-10,-1-1-1,1 1 1,-1-2 0,0 1 0,0-2-1,0 1 1,0-1 0,-1 0 0,1 0-1,-2-1 1,1 0 0,0 0 0,9-13-1,-8 8 6,-1 0-1,0 0 0,-1-1 1,0 0-1,-1 0 0,0-1 0,-1 1 1,4-24-1,-5 17 8,0-1 1,-1 0 0,-2 0-1,0 0 1,-1 1 0,-1-1-1,0 0 1,-2 0-1,0 1 1,-1 0 0,-1 0-1,-14-28 1,10 29 3,-1 0-1,0 2 1,-1-1 0,-1 1 0,-1 1 0,0 1 0,-1 0-1,-22-16 1,23 20-21,-1 0-1,0 1 0,0 1 0,-1 0 0,0 1 1,0 1-1,-1 0 0,0 2 0,0 0 0,-19-3 1,3 5-222,0 0 0,-50 6 0,37 5-2146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5.6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42 399 3810,'0'0'1886,"-2"-31"-1673,-8-102-29,2 59 321,6 70-243,1-1 0,-1 1 0,1-1 0,-1 1 0,0 0 0,-1 0 1,-3-5-1,3 29 215,6 34-477,1-1 0,3 1-1,2-1 1,3 0 0,2-1-1,2-1 1,2 0 0,27 50 0,-42-94-1,0-1 1,1 1-1,0-1 0,0 0 1,0 0-1,1 0 1,-1-1-1,1 0 1,1 0-1,-1 0 1,1 0-1,0-1 1,0 0-1,0 0 1,1 0-1,-1-1 1,1 0-1,0-1 1,0 1-1,0-1 1,0-1-1,0 1 1,0-1-1,0 0 1,15-1-1,-11 1-15,1-1 0,-1 0 0,1-1 0,-1-1 0,0 0 0,1 0 0,-1-1 0,0 0 0,-1-1 0,1 0 0,0-1 0,-1 0 0,0-1 0,0 0 0,13-11 0,-8 4 0,-1 0 0,0-2 0,-1 1 1,-1-2-1,0 0 0,-1 0 0,0-1 0,-2 0 0,10-23 0,-10 14 29,-1 0-1,-1 0 0,-1 0 1,-1-1-1,-1 0 1,0-33-1,-2 20 50,0 4-55,-5-71 0,2 98 25,0 0-1,-1 1 1,0-1-1,0 0 1,-1 1-1,0-1 1,0 1-1,-1 0 1,0 0 0,0 1-1,-1-1 1,0 1-1,-8-9 1,3 9 269,4 10-134,3 22-136,3-24-34,-3 86-9,11 112-1,-5-170 20,1-1 0,1 0-1,2-1 1,1 0-1,1 0 1,1 0-1,1-1 1,18 28 0,-24-45-187,1 0 1,0 0 0,0-1 0,1 0 0,0-1 0,0 0-1,1 0 1,0 0 0,0-1 0,1 0 0,-1 0 0,20 8-1,-18-11-742,0-1 0,0 1-1,20 0 1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5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 6467,'0'0'1441,"-18"53"-1906,39 57 866,3 27 207,0 14-128,-4 13-288,-2 2-112,3-9-32,3-17 16,2-33-64,7-33-544,-3-41-1921,-3-33-1201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6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116 267 5491,'0'0'925,"6"-30"-669,0-3-259,1 1-1,12-32 1,-17 58-7,1 0 0,0 0 0,1 0 0,-1 1 0,1-1 0,0 1 1,0 0-1,1 0 0,0 0 0,0 1 0,0-1 0,0 1 0,1 0 1,-1 1-1,1-1 0,11-3 0,-4 2-1,0 1 0,0 0 1,0 2-1,1-1 0,-1 1 1,16 1-1,-24 0 6,0 1 1,0 0-1,0 1 0,1-1 1,-1 1-1,0 0 0,0 0 1,0 1-1,0-1 1,0 1-1,0 0 0,-1 0 1,1 1-1,-1 0 0,1-1 1,-1 1-1,0 1 0,0-1 1,6 8-1,-2-1-11,-1 1 1,-1-1-1,1 2 0,-2-1 0,0 0 1,0 1-1,4 17 0,-2-3 30,0 0-1,-2 0 1,-1 1 0,-1-1-1,-1 1 1,-4 52-1,1-68 33,0 0-1,-1 0 1,0 0-1,-1 0 0,0-1 1,-1 1-1,0-1 1,0 0-1,-1 0 0,-1 0 1,0 0-1,0-1 1,-1 0-1,0-1 0,0 1 1,-1-1-1,0-1 0,0 1 1,-14 7-1,6-6 60,-1-2 0,0 0-1,0-1 1,0-1 0,-1-1 0,0 0-1,0-1 1,0-1 0,0 0-1,0-2 1,-32-3 0,42 3-201,1 0 1,0-1-1,-1 0 1,1 0-1,0-1 1,-1 0-1,1 0 1,0-1 0,0 0-1,1 0 1,-1-1-1,1 0 1,-1 0-1,1 0 1,1-1-1,-1 1 1,0-2-1,-6-7 1,3 0-685,0-1 0,-9-19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6.3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 5747,'0'0'2209,"-30"214"-2193,36-84 32,27 22 32,8 8 0,-5 7-80,-6-4 16,-4-12-16,-5-20-368,-6-33-2114,-9-38-767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6.6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147 226 5571,'0'0'805,"1"-29"-370,0 6-418,1 0 1,1 0-1,7-29 0,-8 48-18,-1 0 0,1 1-1,0-1 1,0 1 0,0-1-1,0 1 1,0 0 0,1-1-1,0 1 1,-1 0 0,1 1-1,0-1 1,0 0 0,1 1-1,-1 0 1,1 0 0,-1 0-1,7-3 1,0 2-10,1 0-1,0 0 1,-1 1-1,21-1 1,-28 3 8,10-2-2,1 2 0,-1-1 0,0 2 0,0 0 0,1 0 0,-1 1-1,23 7 1,-28-6 4,0 0-1,0 1 1,-1 0-1,0 0 0,1 1 1,-2 0-1,1 0 1,0 1-1,-1 0 1,0 0-1,-1 0 0,10 14 1,-6-6-7,-1 0 1,0 1-1,-1 0 0,-1 0 1,0 0-1,-1 1 1,4 21-1,-5-9-4,0 1 0,-2 0 0,-2 35-1,0-53 21,-1 1 0,0-1-1,-1 1 1,0-1 0,-1 0-1,0 0 1,-1 0 0,0 0-1,-1 0 1,0-1 0,0 0-1,-1 0 1,-1 0 0,0-1-1,0 0 1,0 0 0,-1-1-1,-1 0 1,1 0 0,-1-1-1,-1 0 1,1-1 0,-13 7-1,3-3 18,0-1-1,-1-1 0,0-1 0,0-1 1,-1 0-1,1-1 0,-1-2 0,0 0 0,-1-1 1,1-1-1,0-1 0,-26-3 0,39 2-53,0 0-1,1 0 1,-1-1 0,0 0-1,0 0 1,1-1-1,-1 0 1,1-1 0,0 1-1,0-1 1,-12-9-1,14 8-88,0 1 0,1-1-1,0 0 1,0 0 0,1 0-1,-1 0 1,1-1 0,0 1-1,1-1 1,-1 0 0,1 0-1,0 0 1,0 0 0,1 0-1,-1-9 1,-1-55-3046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7.3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1 503 3586,'0'0'685,"26"-1"-410,13 0-228,110 0 45,-36 10-66,15-1-12,-110-7-13,-7-1 4,1 0 1,0 0-1,-1-2 1,20-3-1,-27 4-2,-1 0 0,1-1 0,0 1 0,-1-1 0,1 0 0,-1 0 0,0-1 0,0 1 0,0-1 0,0 1 0,0-1 0,0 0 0,-1 0 0,1 0 0,-1 0 0,0-1 1,3-5-1,-2 3 4,0-1 0,0 0 0,-1 0 1,0 0-1,0-1 0,-1 1 0,0-1 1,0 1-1,-1-9 0,0 12 19,0-1 0,0 1 0,-1 0 0,1 0 0,-1 0 0,0 0 0,-1 0 0,1 0 0,-1 0 0,1 0-1,-1 0 1,0 1 0,-1-1 0,1 1 0,-1-1 0,1 1 0,-1 0 0,-3-3 0,-5-1 73,1 0-1,-1 1 1,0 0 0,0 1-1,-1 1 1,0-1-1,0 2 1,0 0 0,0 0-1,0 1 1,-15-1-1,-18 1 59,-79 6 0,118-4-151,-1 1-1,0 0 1,0 0 0,1 1-1,-1 0 1,1 0 0,-1 0 0,1 1-1,0 0 1,0 1 0,0-1 0,1 1-1,-1 0 1,1 0 0,0 1 0,-9 10-1,8-7-13,0 0 0,0 1 0,1 0 0,1 0 0,0 0-1,0 0 1,0 1 0,1 0 0,1 0 0,-3 19 0,2-9 3,1 0 0,1 0 0,1 0 0,1 0 0,1 0 0,8 38 0,-7-47 0,0 0-1,2 0 0,-1 0 0,1 0 0,1-1 0,0 0 0,0 0 0,1-1 0,0 0 0,1 0 0,0 0 0,0-1 0,13 10 0,-5-7-60,0 0 0,1-2 0,1 1 0,-1-2 0,1 0 0,1-2 0,0 0-1,29 6 1,-14-7-37,-1 0 0,1-3 0,0-1 1,40-3-1,-55 0 76,0-1 0,0-1 0,-1 0 0,1-2 0,-1 0 0,0-1 0,-1 0 0,1-2 0,-2 0 0,1-1 0,-1 0 0,23-20 0,-27 19 22,0-1 0,-1 0-1,0 0 1,-1-1 0,0 0 0,-1-1-1,0 0 1,-1 0 0,-1-1-1,-1 0 1,0 0 0,0-1 0,-2 0-1,5-29 1,-5 13 252,-2-1 0,-1 1 0,-6-50 0,4 67-80,-2-1 1,0 1-1,-1 0 1,-1-1-1,0 2 0,-1-1 1,-1 1-1,-15-27 1,6 23 436,7 11-252,9 7-347,-1 0 0,1 0-1,0 0 1,0 0 0,0 0-1,0 0 1,-1 0 0,1 0-1,0 0 1,0 0 0,0 0-1,0 0 1,-1 0 0,1 0-1,0 0 1,0 0 0,0 0-1,0 0 1,0 0-1,-1 0 1,1 1 0,0-1-1,0 0 1,0 0 0,0 0-1,0 0 1,0 0 0,-1 0-1,1 0 1,0 1 0,0-1-1,0 0 1,0 0 0,0 0-1,0 0 1,0 0 0,0 1-1,0-1 1,0 0 0,0 0-1,0 0 1,0 0 0,0 1-1,0-1 1,0 0 0,-3 27-85,1 0-1,4 42 1,0-10 89,-4-13 13,3-1-1,2 0 1,2 1 0,17 70 0,-4-62 405,-20-86-246,-2 1 1,0 0 0,-11-35-1,6 29-224,1 0 0,-2-48 0,9 69-16,0 0 0,2 0 0,0 0 0,3-18 0,-2 28 23,0 0 1,-1 1-1,2-1 1,-1 0 0,1 1-1,0 0 1,0 0-1,0 0 1,1 0 0,0 0-1,0 1 1,0-1-1,0 1 1,6-4-1,9-6-207,1 1 0,1 0 0,0 2 0,1 0-1,36-12 1,123-28-723,-19 8 2450,-163 43-1389,-1 1 0,1 0 0,-1 0 1,1 1-1,0-1 0,-1 0 0,1 0 0,0 1 1,0-1-1,0 0 0,-1 3 0,-3 2 1,-7 11-71,1-1 0,0 2 0,1 0 0,1 0 0,1 0 0,-10 32 0,9-20 53,2 1 0,1 0 1,-4 52-1,9-70-18,1-1 1,0 1-1,1 0 1,0 0-1,1-1 1,0 1-1,1-1 1,1 0-1,0 0 1,5 12-1,-5-16-40,1-1 1,-1 0-1,1-1 0,1 1 1,-1-1-1,1 0 0,0 0 1,0-1-1,1 0 0,-1 0 1,1 0-1,0-1 1,1 0-1,-1 0 0,1-1 1,12 4-1,1-1-166,1-1 0,0-1 1,0-1-1,0-1 0,0-1 0,0-1 1,0-1-1,0-1 0,0-1 0,36-9 1,-23 0-1407,-1-2 0,41-22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8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588 617 2193,'0'0'2073,"0"-35"-1587,1-19-206,-4-153 851,-2 162-613,-2 1 0,-2 0 0,-2 0 0,-29-72 0,29 89 208,11 27-717,0 0-1,0 0 1,-1 0 0,1 1 0,0-1-1,0 0 1,0 0 0,0 0-1,0 0 1,0 0 0,0 0 0,0 0-1,0 1 1,0-1 0,0 0 0,-1 0-1,1 0 1,0 0 0,0 0-1,0 0 1,0 0 0,0 0 0,0 0-1,0 0 1,-1 0 0,1 0-1,0 0 1,0 1 0,0-1 0,0 0-1,0 0 1,-1 0 0,1 0-1,0 0 1,0 0 0,0 0 0,0-1-1,0 1 1,-1 0 0,1 0-1,0 0 1,0 0 0,0 0 0,0 0-1,0 0 1,0 0 0,0 0-1,-1 0 1,1 0 0,0 0 0,0-1-1,0 1 1,0 0 0,0 0 0,0 0-1,-2 16-66,1 0 0,0 0 0,1 0 0,3 23-1,0-14 41,46 297 37,-27-196 2,40 284 19,-42-276-16,-18-119-21,1 9 4,1 0 0,1 0 1,14 40-1,-13-55 16,-2-12-14,-1-22-1,-2 4-49,-2-1 0,0 1 0,-1 0 0,-1-1 0,0 1 0,-2 0 0,-1 1 1,-11-30-1,5 26-130,-1 0 1,0 1 0,-2 0 0,-1 2 0,0-1 0,-2 2-1,0 0 1,-1 1 0,-23-16 0,27 23 111,0 2-1,-1 0 1,-1 0 0,1 1-1,-2 2 1,1-1 0,-1 2 0,0 0-1,0 1 1,-1 1 0,1 1-1,-1 1 1,-29-1 0,42 3 63,0 0 0,1 0 0,-1 0 0,0 1 0,1-1 0,-1 2-1,0-1 1,1 0 0,0 1 0,-1 0 0,1 0 0,0 1 0,0 0 0,0-1 0,0 2 0,1-1 0,-1 0 0,1 1 0,0 0 0,0 0 0,0 0 0,0 1 0,1-1 0,-4 7 0,-3 5 7,1 1 0,0 0 0,2 0 1,0 1-1,0 0 0,-5 27 0,5-6 20,1 0 0,0 47-1,5-67-4,2 0-1,-1 0 0,2-1 0,1 1 1,0-1-1,1 1 0,8 18 0,-7-25-14,0 1-1,1-1 1,1 0-1,0 0 1,1 0-1,0-1 1,1-1-1,0 1 1,1-1-1,14 11 1,-10-10-9,1-1 0,0-1 0,0 0 1,1-1-1,0 0 0,0-2 0,1 0 0,31 7 1,-6-6-3,0-1 1,66 0-1,-70-6-45,0-1-1,0-2 1,-1-2 0,1-1-1,-1-2 1,43-15-1,-53 13 29,0-1-1,-1-1 0,-1-1 0,0-2 1,-1 0-1,0-2 0,-1-1 0,37-36 1,-49 41 32,0-1 0,0 0 1,-2 0-1,1-1 0,-2 0 1,0-1-1,-1 0 0,-1 0 1,0 0-1,4-22 0,-5 16 53,-1-2 0,-1 1 0,-2 0 0,0-1 0,-1 1 0,-2 0 0,-4-25 0,4 36-8,-1 1 0,0 0 0,-1 0 0,0 0-1,-1 0 1,0 1 0,0 0 0,-2 0 0,1 0 0,-10-11 0,16 21-60,0-1 1,0 1-1,0 0 1,0 0-1,0 0 1,-1-1-1,1 1 1,0 0 0,0 0-1,0 0 1,0 0-1,0-1 1,0 1-1,0 0 1,0 0-1,-1 0 1,1 0-1,0 0 1,0-1-1,0 1 1,0 0-1,-1 0 1,1 0-1,0 0 1,0 0-1,0 0 1,-1 0-1,1 0 1,0 0-1,0 0 1,0-1-1,-1 1 1,1 0-1,0 0 1,0 0-1,0 0 1,-1 0-1,1 1 1,0-1-1,0 0 1,0 0 0,-1 0-1,1 0 1,0 0-1,0 0 1,0 0-1,0 0 1,-1 0-1,1 0 1,0 1-1,0-1 1,0 0-1,0 0 1,0 0-1,-1 0 1,1 0-1,0 1 1,0-1-1,0 0 1,0 0-1,0 0 1,0 0-1,0 1 1,-1 13-110,1-11 86,1 41-69,3 0-1,15 76 1,34 88 280,-3-18-160,-49-183-895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8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5955,'0'0'1905,"95"44"-4499,-3-20-1600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9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1021 241 3682,'0'0'1112,"6"-30"-832,17-94 3,-23 121-251,1 0 0,-1 0 0,0 0-1,0 0 1,0 0 0,0 0 0,-1 0-1,1 0 1,-1 0 0,0 0 0,0 1 0,0-1-1,0 0 1,0 0 0,0 1 0,-1-1 0,1 1-1,-5-5 1,3 4 4,1 1-1,-1 0 0,0 1 1,0-1-1,-1 0 0,1 1 1,0 0-1,0-1 1,-8 0-1,5 0 10,-10-1 82,-1 0-1,1 1 0,0 1 1,-26 1-1,22 0-85,8 0-33,0 1 1,1 0 0,0 1 0,-1 0 0,1 1 0,0 0 0,0 1 0,0 0 0,0 0 0,1 1 0,0 1 0,0 0 0,0 0 0,1 1 0,0 0 0,0 1-1,1 0 1,0 0 0,-8 10 0,4-3-1,2 0-1,-1 0 0,2 1 0,0 0 1,0 0-1,2 1 0,0 0 0,1 1 1,1 0-1,1 0 0,0 0 0,1 0 1,1 0-1,1 1 0,0-1 1,2 1-1,2 19 0,-1-28-11,0 0 0,0-1 1,1 1-1,1-1 0,-1 0 0,2 0 0,-1 0 0,1-1 1,0 0-1,1 0 0,0 0 0,0 0 0,1-1 1,0 0-1,0 0 0,0-1 0,1 0 0,0 0 0,0-1 1,1 0-1,0-1 0,0 1 0,0-2 0,0 1 0,0-1 1,13 2-1,-10-2 25,1 0 0,0-1 0,0-1-1,0 0 1,0-1 0,-1 0 0,1-1 0,0 0 0,0-1 0,0-1 0,0 0 0,-1 0 0,0-1-1,0-1 1,0 0 0,0-1 0,-1 0 0,0-1 0,17-13 0,-15 8 31,-1 0 0,0-1 0,-1-1 0,-1 0 0,0 0 0,0-1 0,-2-1 0,0 1 0,-1-1 0,0-1 0,-1 1 0,-1-1 0,-1 0 0,0 0 0,-2 0 0,0-1 0,0-20 0,-1 11 166,0 3 25,-4-49 0,3 68-235,-1 0 0,0 0 0,0 0 0,0 0 0,-1 0 0,0 0 0,1 0 0,-2 1 0,1-1 0,-1 1 0,1-1 1,-1 1-1,0 0 0,-1 0 0,-3-4 0,6 8-12,1-1 0,0 1 0,-1 0 0,1-1 0,0 1 0,-1 0 0,1 0 0,-1-1 0,1 1 0,0 0 0,-1 0 1,1 0-1,-1-1 0,1 1 0,-1 0 0,1 0 0,-1 0 0,1 0 0,-1 0 0,1 0 0,-1 0 0,1 0 0,0 0 0,-1 0 0,1 0 1,-1 0-1,1 1 0,-1-1 0,1 0 0,-1 0 0,1 0 0,-1 1 0,0 0-11,0 1 0,0-1 0,0 0 0,1 1 0,-1-1 0,0 0 0,1 1 0,-1-1 0,1 1 0,0-1 0,-1 1 0,1 0 0,0-1 0,0 2 0,-1 179-269,2-158 285,10 119 16,39 192-1,-21-164 7,40 336 3,-43 5-12,-26-486-21,-1 1 0,-2-1 0,0 0 0,-2 0 0,0 0 0,-15 40 0,15-54 2,-2 1 0,1-1 0,-1-1 0,-1 1 0,0-1 0,0-1 0,-2 1-1,1-1 1,-1-1 0,0 0 0,-1 0 0,0-1 0,0-1 0,-15 8 0,8-6 5,-1 0 0,-1-1 0,0-1 1,0-1-1,-37 6 0,10-6 37,-73 0-1,79-6-21,0-2-1,0-2 0,1-2 1,0-1-1,-55-18 0,64 14 2,2 0 0,0-2-1,0-2 1,1 0-1,1-2 1,0-1 0,-37-33-1,46 33 28,0-1-1,1 0 1,1-2-1,0 0 1,2 0 0,1-1-1,0-1 1,2-1-1,1 1 1,0-2-1,2 1 1,1-1 0,1-1-1,1 1 1,1-1-1,2 0 1,0-29 0,2 26-47,1-1 0,2 0 0,1 1 0,2-1 0,1 1 0,0 1 0,3-1 0,0 1 0,2 1 0,1 0 0,0 1 0,3 0 0,0 1 0,30-36 0,-21 36-4,0 1 0,1 1-1,1 2 1,1 0 0,1 2-1,1 1 1,0 1 0,2 2-1,-1 1 1,2 2 0,0 1 0,0 1-1,1 2 1,0 1 0,1 2-1,-1 1 1,41 1 0,-63 3-9,0 0 0,0 0 0,0 1 0,0 1 0,0 0 0,0 0 1,16 7-1,-25-8-23,0 1 0,0-1 1,0 1-1,0 0 1,0 0-1,-1 0 1,1 0-1,0 1 0,-1-1 1,0 1-1,0-1 1,0 1-1,0 0 0,0 0 1,0 0-1,-1 0 1,1 0-1,-1 0 0,0 1 1,0-1-1,0 0 1,0 1-1,-1-1 0,1 1 1,-1-1-1,0 1 1,0-1-1,-1 5 0,2-6-23,-1 0 0,-1 0-1,1-1 1,0 1-1,0 0 1,-1 0-1,1 0 1,-1 0-1,1 0 1,-1-1-1,0 1 1,0 0 0,-2 3-1,0-3-181,-1 1 0,1 0 0,-1-1 0,0 1 0,0-1 0,-7 2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9.5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72 3105,'0'0'4848,"0"-16"-4037,0 0-736,0-17-28,0 27-135,1 16-122,6 75 158,25 110 0,-6-49 52,-23-121-198,8 44-116,1-25-3667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09.7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0 5090,'0'0'1025,"-116"185"-913,116-120 48,3-18-32,48-26 48,14-18 32,0-3 128,-8-18-112,-28-20-128,-11-10-16,-18 1-80,0 5-176,-3 4-1296,0 14-2466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0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0 3842,'0'0'2996,"-10"24"-2545,1 1-372,0 1 0,-8 43 0,14-39-18,2 0 0,1 0 0,2 0 0,0 0 0,13 50 0,-6-25-19,10 69 11,1 16 18,40 143 0,-54-262-56,0-1 1,2 0-1,0 0 0,16 27 1,-20-42-17,-1 1 1,1-1-1,0 1 0,1-1 1,-1 0-1,1 0 1,0-1-1,0 0 1,0 0-1,1 0 1,0 0-1,-1-1 1,1 0-1,0 0 0,1-1 1,-1 1-1,13 2 1,-13-4-84,0 0 0,0 0 0,0 0 0,0-1 0,0 0 0,1 0 0,-1-1 0,0 0 0,0 0 0,0 0 0,0-1 0,0 0 0,-1 0 0,1 0 0,0-1 0,-1 1 0,1-1 0,-1-1 0,0 1 0,0-1 0,-1 0 0,1 0 0,-1 0 0,6-8 0,23-45-2266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0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0 208 6419,'0'0'960,"208"-6"-960,-21-35 48,33-4-16,6-2-64,-21 11-1008,-53 3-929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0.6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0 7075,'0'0'977,"-45"179"-1009,45-93 112,0-3-80,9-9-32,24-14-240,5-25-1297,16-26-1312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0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 2865,'0'0'2577,"-6"134"-2480,6-27 159,32-1-16,25-11-144,20-29-96,3-31-4274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1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588 407 5827,'-3'-26'1446,"3"25"-1432,-6-38 353,-13-50 0,15 71-350,-2 1-1,0 0 1,-1 0 0,-1 1 0,-1 0 0,0 0 0,-15-18 0,18 25-13,-1 1-1,0 0 1,-1 0 0,1 1 0,-1 0 0,-1 1 0,0 0 0,0 0 0,0 1-1,0 0 1,-1 0 0,0 1 0,0 0 0,0 1 0,0 0 0,-1 1-1,1 0 1,-1 1 0,-11-1 0,18 2 5,0 0-1,0 1 1,0-1 0,0 1 0,0 0-1,0 0 1,0 0 0,0 0-1,1 1 1,-1-1 0,1 1-1,-1 0 1,1 0 0,-1 1 0,1-1-1,0 1 1,0-1 0,-3 4-1,0 2 16,1 1 0,-1 0-1,1 0 1,0 0 0,1 0-1,-4 14 1,-5 18 10,2 0-1,2 1 1,1 0 0,-2 51-1,7 178 359,35 23 48,24-6-193,27 204-11,-81-471-227,0-7 4,-1 1 0,-1 0-1,-1 21 1,1-33-12,-1-1 0,1 1-1,-1 0 1,0 0 0,0 0 0,0 0-1,0-1 1,0 1 0,0 0 0,-1-1 0,1 1-1,-1-1 1,0 0 0,1 1 0,-1-1-1,-1 0 1,1 0 0,0 0 0,0 0-1,-1-1 1,1 1 0,-4 1 0,-9 2-286,0-2 0,0 0 1,0 0-1,-1-2 1,1 0-1,0 0 1,-1-2-1,-20-2 0,-73-12-3996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1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1 244 5090,'0'0'2754,"211"-148"-2706,-51 115-48,21 9 64,6 7-48,7 11-16,-25 0-897,-38-3-2832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1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0 110 5875,'0'0'2014,"1"21"-2139,4 31 362,22 96 0,4-5 194,29 100 128,-61-251-413,0-1 0,1 1 0,0 0 1,1-10-1,0-24-4,-6-5-146,-1 1 0,-23-80-1,16 77-224,2-1-1,-6-64 0,16 110 161,1 0 0,0 0-1,0 0 1,0 0 0,0 0 0,1 0 0,-1 0-1,1 0 1,0 0 0,0 1 0,1-1 0,-1 0 0,1 0-1,3-6 1,-2 7 15,1 0-1,-1 0 1,1 0 0,0 1-1,0-1 1,0 1-1,0-1 1,0 2 0,0-1-1,1 0 1,-1 1 0,8-2-1,307-65-2459,-176 41 2011,-140 26 836,-21 5 1834,13 0-2127,0 0 0,-1 0 1,2 0-1,-1 1 0,0-1 1,1 1-1,0 1 1,0-1-1,0 0 0,1 1 1,-5 9-1,-1 4 8,1 1-1,-8 29 1,8-10 190,1 0 0,2 0 0,2 1 0,2-1 1,1 1-1,9 69 0,-5-88-181,0 0 0,1 0 1,1-1-1,1 0 0,1 0 0,1 0 1,18 29-1,-22-39-198,2-1 1,-1 0 0,1 0-1,1 0 1,-1-1-1,1 0 1,1-1 0,0 0-1,0 0 1,0-1-1,0 0 1,1 0 0,0-1-1,1-1 1,-1 0-1,13 4 1,-9-6-1007,1 0 0,0-1 0,15-1-1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2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103 346 6931,'0'0'803,"35"-14"-632,-1 1-170,-5 0-2,1 2 0,1 1 0,0 1 0,1 2 0,49-5 0,-37 8 33,86-11-623,-108 12 175,0-1 0,-1-2 0,35-13 0,-55 19 405,1 0 0,-1-1 1,0 1-1,0 0 0,0-1 0,1 1 0,-1-1 0,0 0 0,0 1 0,0-1 0,0 0 0,0 0 1,0 1-1,0-1 0,0 0 0,-1 0 0,1 0 0,0 0 0,0 0 0,-1 0 0,1-1 0,-1 1 1,1 0-1,-1 0 0,1 0 0,-1 0 0,0-1 0,1 1 0,-1 0 0,0 0 0,0-1 0,0 1 1,0 0-1,0-1 0,0 1 0,-1-2 0,-1-1 32,0 1 0,0 0 0,0 0 1,0 0-1,0 1 0,-1-1 0,0 0 0,1 1 1,-1 0-1,0-1 0,0 1 0,-4-2 0,-36-18 168,-2 2-1,0 2 0,-1 2 1,-90-20-1,99 29-17,0 1-1,-59 0 1,89 5-132,1 1 0,-1 0 0,1 0 0,-1 0 0,1 1 0,0 0 0,-1 0 0,1 1 0,0 0 0,0 0 0,0 0 0,0 1 0,0 0 0,0 0 0,1 0 0,-1 1 0,1 0 0,0 0 0,0 0 0,1 1 0,-1-1 0,1 1 0,0 0 0,0 0 0,1 1 0,-1-1 0,1 1 0,1 0 0,-1 0 0,-2 9 0,-5 15 228,1 1 1,2 0 0,1 0-1,1 1 1,2-1 0,1 1 0,2 0-1,7 61 1,-5-77-226,1-1 0,1 0 0,1 0 0,0 0 0,1-1 0,0 1 0,2-2 0,-1 1-1,2-1 1,-1 0 0,2 0 0,0-1 0,0-1 0,13 11 0,-8-9-70,0-1-1,1-1 0,0 0 1,1-1-1,0-1 1,1-1-1,0 0 0,0-2 1,1 0-1,35 7 1,-16-8-1021,51 0 1,30-4-3405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2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75 446 7187,'0'0'392,"28"-5"-373,196-27-83,-179 25-910,52-14-1,-84 18 669,0-2 0,0 1-1,0-2 1,-1 1-1,0-2 1,0 0 0,0 0-1,14-13 1,-23 18 296,0-1-1,0 0 1,0 0 0,0-1 0,0 1-1,-1-1 1,0 1 0,1-1-1,-1 0 1,0 0 0,-1 0 0,1 0-1,-1 0 1,0 0 0,0 0-1,0 0 1,0-1 0,-1 1 0,0 0-1,0-1 1,0 1 0,0 0 0,-1-1-1,-1-6 1,-1 4 83,1 0 0,-2 0 1,1 0-1,-1 1 0,0-1 0,0 1 1,0 0-1,-1 0 0,0 1 0,0-1 1,-1 1-1,0 0 0,-6-4 0,-14-9 138,0 1-1,-1 1 1,0 1 0,-46-16-1,56 24-39,-1 2 0,1 1 0,-1 0 0,0 1-1,0 0 1,-1 2 0,1 0 0,0 1 0,-23 4 0,33-3-90,1 1 1,-1 1-1,1-1 1,0 1-1,0 0 1,0 1-1,0 0 1,0 0-1,1 0 1,0 1-1,0 0 1,0 0-1,1 1 1,-1-1-1,1 1 0,0 0 1,1 1-1,0-1 1,0 1-1,0 0 1,-4 12-1,-1 5 136,1-1-1,1 1 0,1 1 0,1-1 0,-3 42 0,6-33 69,1 1 0,1 0 0,2 0 0,7 39 0,-6-56-205,1-1-1,1 1 1,0-1-1,2 0 1,-1 0-1,2-1 1,0 0-1,1 0 1,0-1-1,14 16 1,-11-17-54,1-1 0,-1 0 1,2-1-1,0 0 0,0-1 0,1-1 1,0 0-1,0-1 0,1-1 1,31 10-1,-17-9-242,0-2 0,0 0 0,1-2 1,-1-2-1,41-1 0,84-8-3994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2.8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0 111 3554,'0'0'3092,"17"-3"-2876,183-43-70,31-7-220,-213 50 77,0 0-1,20 1 1,-37 2-4,-1 0 1,0 0-1,0 0 1,1 0-1,-1 0 1,0 0 0,1 0-1,-1 0 1,0 0-1,0 0 1,1 0-1,-1 0 1,0 0-1,0 0 1,1 0-1,-1 0 1,0 0-1,0 1 1,1-1-1,-1 0 1,0 0-1,0 0 1,1 0-1,-1 1 1,0-1 0,0 0-1,0 0 1,0 0-1,1 1 1,-1-1-1,0 0 1,0 0-1,0 0 1,0 1-1,0-1 1,1 0-1,-1 1 1,0-1-1,0 0 1,0 0-1,0 1 1,0-1-1,0 0 1,0 1 0,1 16 48,-1 1 1,0 0-1,-1 0 1,-1-1 0,-1 1-1,0-1 1,-1 0-1,-1 0 1,-1 0 0,-14 30-1,-13 18 415,-51 77 0,70-121-365,-114 155 978,75-107-210,52-67-797,1-2-63,0 0 0,0 0 1,1 0-1,-1 0 0,0 0 0,0 0 1,0 0-1,1 0 0,-1 0 1,0 0-1,0 0 0,1 0 0,-1 0 1,0 0-1,0 0 0,0 1 0,1-1 1,-1 0-1,0 0 0,0 0 0,0 0 1,0 0-1,1 1 0,-1-1 1,0 0-1,0 0 0,0 0 0,0 1 1,0-1-1,0 0 0,1 0 0,-1 0 1,0 1-1,0-1 0,0 0 1,0 0-1,0 1 0,0-1 0,0 0 1,0 0-1,0 1 0,0-1 0,0 0 1,0 0-1,0 0 0,0 1 0,0-1 1,-1 0-1,1 0 0,0 1 1,0-1-1,0 0 0,0 0 0,0 0 1,0 1-1,-1-1 0,1 0 0,0 0 1,0 0-1,0 0 0,0 0 0,-1 1 1,1-1-1,0 0 0,0 0 1,0 0-1,-1 0 0,1 0 0,12-1 3,1-1 0,-1 0 0,0-1 0,0 0 0,0-1 0,19-9 0,-11 5-2,65-24-107,160-69-4885,-145 53-922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3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250 518 5058,'0'0'2140,"28"-7"-2153,177-46-6,-185 48-98,-1 0-147,0 0 0,-1-2 0,28-12 0,-42 17 235,0 0 0,-1 0 0,1 0 0,0-1 0,-1 1 0,0-1 0,0 0 0,0 0 0,0 0 0,0 0 0,-1-1 0,1 1 0,-1-1 0,0 1 0,0-1 0,0 0-1,0 0 1,-1 0 0,0 0 0,0 0 0,0 0 0,1-6 0,-2 5 62,0 0 1,-1-1-1,0 1 1,0 0-1,0 0 0,0 1 1,-1-1-1,0 0 0,0 0 1,0 1-1,0-1 1,-1 1-1,0 0 0,1-1 1,-2 1-1,1 1 0,0-1 1,-1 0-1,0 1 1,0 0-1,0 0 0,0 0 1,0 0-1,-6-2 0,-10-5 123,-1 0 0,0 2 0,0 0 0,-26-5 0,14 7 76,1 0 0,-1 3 0,-1 0 1,1 2-1,-49 5 0,73-3-186,0 1 0,0-1 0,0 1 0,0 1 0,1 0 0,-1 0 0,0 1 0,1 0 0,0 0 0,0 1 1,0 0-1,1 0 0,0 1 0,0 0 0,0 0 0,1 1 0,0 0 0,-8 11 0,6-6-5,0 1-1,1 0 1,1 0-1,0 1 0,1-1 1,0 2-1,1-1 1,1 0-1,0 1 1,-2 25-1,4-12 22,0-1-1,4 35 0,-2-53-53,1 1 1,0-1 0,0 0-1,1-1 1,0 1-1,1 0 1,0-1-1,0 0 1,1 0-1,7 10 1,-4-8-8,1 0 1,0-1-1,0 0 1,1 0 0,1-1-1,0 0 1,0-1-1,0 0 1,1 0-1,-1-2 1,2 1-1,24 6 1,-12-6-21,1-1 1,-1-1 0,1-1-1,0-2 1,43-2-1,-49-2-21,1 0-1,-1-1 1,0-1-1,0-1 1,-1-1-1,0-1 1,0 0-1,-1-2 1,0 0-1,0 0 1,26-23-1,-9 4-28,-2-1 0,-1-1-1,-2-2 1,35-48 0,-53 64 80,0-1 1,-2 0-1,0-1 0,-1 0 1,0 0-1,-2-1 0,0 0 1,-2 0-1,0-1 1,-1 1-1,-1-1 0,-1 0 1,-1 0-1,-1-23 1,0 37 14,-1 1 0,1-1 0,-1 1 0,0 0 0,0 0 0,-1-1 0,0 1 0,0 0 0,0 0 0,-1 0 0,0 1 1,0-1-1,0 1 0,-1 0 0,0-1 0,0 2 0,0-1 0,-1 0 0,1 1 0,-1 0 0,0 0 0,-1 0 1,1 1-1,0-1 0,-1 1 0,0 1 0,0-1 0,0 1 0,0 0 0,0 0 0,0 1 0,0 0 0,-1 0 0,1 0 1,-12 1-1,18 0-26,-1 0 1,0 0-1,1 0 0,-1 0 1,1 0-1,-1 0 1,1 0-1,-1 0 1,0 0-1,1 0 0,-1 1 1,1-1-1,-1 0 1,1 0-1,-1 0 1,1 1-1,-1-1 0,1 0 1,0 1-1,-1-1 1,1 1-1,-1-1 1,1 0-1,0 1 1,-1-1-1,1 1 0,0-1 1,-1 1-1,1-1 1,0 1-1,0-1 1,-1 1-1,1-1 0,0 1 1,0-1-1,0 1 1,0-1-1,0 1 1,0 1-1,6 23-1,1-14 5,0 0 0,0 0 0,1 0 0,0-1-1,1 0 1,0 0 0,1-1 0,12 9 0,-2-1 9,13 13 6,20 18 15,49 56 1,-88-87-40,0 1 1,-1 0 0,-1 1-1,0 0 1,-2 1 0,0 1-1,12 34 1,-17-37 0,-1 1 0,0-1 0,-1 1 0,-1 0 1,-1-1-1,-1 1 0,0 0 0,-1 0 0,-2 0 0,-5 26 0,5-35 2,0 0 0,0-1 1,-1 1-1,0-1 0,-1 0 0,0-1 0,0 1 0,-1-1 0,0 0 0,-1 0 0,1 0 0,-1-1 1,-1 0-1,0-1 0,0 0 0,0 0 0,0 0 0,-1-1 0,0-1 0,-15 7 0,16-8 26,-1-1-1,1 1 0,0-1 0,0-1 0,-1 0 1,1 0-1,-14 0 0,19-2 7,1 1 0,-1 0 0,1-1-1,-1 1 1,1-1 0,-1 1 0,1-1-1,-1 0 1,1 0 0,-1-1 0,1 1-1,0 0 1,0-1 0,0 1 0,0-1 0,0 0-1,0 1 1,0-1 0,0 0 0,1 0-1,-1-1 1,1 1 0,0 0 0,-1 0 0,1-1-1,-2-4 1,0-4 20,1-1-1,0 0 1,1 1-1,0-1 1,0 0-1,1 0 1,1 0-1,0 0 1,1 0 0,0 1-1,1-1 1,0 1-1,9-23 1,-8 30-70,-1-1 0,1 0 0,0 1 1,0-1-1,1 1 0,-1 1 0,1-1 1,0 0-1,0 1 0,0 0 0,0 0 1,1 1-1,-1-1 0,1 1 0,0 1 1,-1-1-1,1 1 0,0 0 0,0 0 1,0 0-1,0 1 0,0 0 0,0 0 0,0 0 1,0 1-1,6 2 0,8 7-1698,-9 4-1318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3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0 6819,'0'0'4386,"-6"167"-4306,0-90-48,3-6-32,3-5-304,0-22-1617,12-20-1809,21-24-1552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13.8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 3410,'0'0'4225,"9"169"-3504,-9-86-593,-6-5-128,-9-25-272,-14-23-7044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24.3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1349 292 3874,'0'0'3159,"0"-11"-2943,1-9-176,-1 3-9,0-1 1,-3-26-1,2 39-11,0-1 1,0 1-1,-1 0 0,0 0 1,0-1-1,0 1 0,0 0 1,-1 1-1,1-1 0,-1 0 1,-1 1-1,1-1 0,-6-4 1,-4-2-1,0 1 0,-1 0 0,-1 1 0,0 1 1,0 0-1,0 1 0,-1 0 0,0 2 1,-1 0-1,-24-5 0,-6 3 15,0 2 0,-75 0 1,89 5-14,0 1 1,-1 1 0,1 2-1,0 1 1,0 2 0,1 1-1,0 2 1,0 1 0,-32 16-1,13 0 25,2 2 0,1 3 0,-76 65-1,91-67-14,1 1 0,2 1-1,1 2 1,2 1-1,-32 53 1,50-72-13,0 2 1,1-1-1,1 1 1,0 0-1,1 1 1,2 0 0,0 0-1,0 0 1,2 0-1,0 0 1,2 23-1,0-35-11,0-1 0,1 1 0,0-1-1,0 1 1,0-1 0,1 1 0,0-1 0,0 0-1,0 0 1,1 0 0,0 0 0,0 0-1,8 9 1,-5-8 1,1-1 0,0 1 0,0-1 0,1-1 0,0 1 0,0-1 0,0-1 0,17 8 0,1-2 26,-1-2 0,1 0 0,1-1 0,-1-2 0,45 4 1,136-8 126,-140-7-139,79-16-1,45-4 24,-163 24-47,1 1-1,0 1 1,42 7-1,-61-5 1,1 0 0,-1 1 0,0 0 0,0 1 0,-1 0 0,1 1 0,-1-1 0,0 2 0,0 0 0,0 0 0,-1 0 0,12 12 0,-5-1-6,-1 0-1,-1 1 1,0 1-1,-2 0 1,0 0-1,-1 1 1,-1 1-1,-1-1 0,0 2 1,6 34-1,-6-16 12,-2 2-1,-2-1 0,-1 1 0,-6 75 1,1-97 14,-2 0-1,0 0 1,0 0 0,-2-1 0,-1 1 0,0-1 0,-1-1 0,-1 0 0,-1 0 0,-1-1 0,0 0-1,-1 0 1,-1-2 0,-19 19 0,16-19 62,0 0 0,-1-1-1,-1-1 1,0-1 0,-1 0 0,0-2-1,-1 0 1,0-1 0,-1-1-1,1-1 1,-1-1 0,-1-1 0,-22 3-1,17-4 63,0-2 0,0-1 0,0-1 0,0-1 0,0-2 0,-50-11 0,65 11-101,1 0-1,-1-2 1,1 1 0,0-1 0,0-1 0,1 0 0,0-1 0,0 0-1,0 0 1,1-1 0,0 0 0,0-1 0,1 0 0,0 0-1,1 0 1,0-1 0,-9-17 0,13 20-99,-1-1 0,1 1 0,0-1 1,1 0-1,0 0 0,0 0 0,0 0 0,1 0 0,1 0 0,-1 0 0,1 0 1,1-1-1,-1 1 0,2 0 0,2-14 0,-1 13-250,1 0 0,0 1 0,0-1 0,1 1 0,0 0 0,0 0 1,1 0-1,0 1 0,0 0 0,0 0 0,1 0 0,1 1 0,9-7 0,84-50-4697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24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498 33 6723,'0'0'336,"-36"-6"-245,-125-18 50,147 23-32,-1-1 0,1 2 0,-1 0 0,0 1 0,-22 4 0,28-3 10,1 0 0,0 1 0,0 0 0,1 0 0,-1 1 0,1 0 0,-1 0 0,-8 7 0,7-2-18,0-1-1,1 1 1,0 1 0,1-1-1,0 1 1,0 1 0,1-1-1,1 1 1,-1 0 0,2 0-1,0 1 1,-4 17 0,0 7-4,1 0 1,2 0 0,2 1-1,3 71 1,0-89-84,2 0 1,0 0-1,1 0 1,1-1-1,1 1 1,1-1-1,0 0 1,1 0-1,1-1 1,0 0-1,2-1 1,0 1-1,1-2 0,0 1 1,1-2-1,1 1 1,0-2-1,27 21 1,-18-16-17,2-2 1,0 0-1,0-2 1,2-1-1,0 0 1,0-2-1,1-2 1,0 0-1,1-1 1,0-2-1,0-1 1,0-1-1,1-2 1,-1 0-1,38-4 1,-55 1 5,1-1 1,0 0-1,0 0 0,-1-1 1,0-1-1,1 0 1,-1 0-1,-1-1 0,21-13 1,-24 13 0,0 0 0,-1-1 1,1 0-1,-1 0 0,0-1 0,-1 0 1,0 0-1,0 0 0,0 0 0,-1-1 1,0 0-1,0 0 0,-1 0 0,2-9 0,0-1 1,-2 1-1,-1-1 0,0 0 0,-1 1 1,0-1-1,-2 0 0,0 0 0,-1 1 0,-1-1 1,-1 1-1,0-1 0,-1 1 0,-1 0 1,-1 1-1,-14-27 0,2 11-5,-1 0 1,-1 2-1,-2 0 0,-1 2 0,-1 1 1,-44-37-1,43 42 13,-1 2 0,0 0-1,-46-22 1,58 34-89,0 1-1,0 1 1,-1 0-1,0 1 0,-1 1 1,1 0-1,-1 1 1,-25-1-1,42 4 77,-1 0-77,1 0-1,-1 0 1,0 0 0,1 0-1,-1 0 1,1 0 0,-1 0-1,1 0 1,-1 0 0,0 0-1,1 0 1,-1 0-1,1 0 1,-1 0 0,1 0-1,-1 0 1,1 1 0,-1-1-1,1 0 1,-1 0-1,1 1 1,-1-1 0,1 0-1,-1 1 1,1-1 0,0 1-1,-1-1 1,1 0 0,-1 1-1,1 0 1,-2 26-4413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24.7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274 1 5202,'0'0'1377,"42"169"-497,-42-65-495,-72 12-209,-38-3-176,-23-15-1409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30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27 3618,'0'0'2193,"-9"-27"-4098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34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732 639 4498,'0'0'4189,"0"11"-4419,-1 6 207,0 58 63,0-72-32,1 1 0,1-1 0,-1 0 0,0 0 0,1 0 1,-1 0-1,1 0 0,0 0 0,0 0 0,0 0 0,1 0 0,-1 0 0,1-1 0,-1 1 0,1 0 1,0-1-1,0 0 0,0 1 0,3 2 0,-1-4 0,-1 1 0,1-1-1,-1 0 1,1 1 0,0-2 0,0 1 0,-1 0-1,1-1 1,0 0 0,0 1 0,0-2 0,0 1-1,-1 0 1,1-1 0,0 0 0,0 1 0,-1-2-1,5 0 1,-3-1 7,1 1-1,-1-1 1,0 0-1,-1 0 1,1-1 0,0 1-1,-1-1 1,0 0-1,0 0 1,0 0-1,4-7 1,3-7-8,-1 1 0,-1-1 0,0-1 0,-2 1 0,0-1 0,-1-1 0,4-26 0,-3 3-175,-2-1 0,-1-58 0,-4 79 54,-1 0 1,-1 0 0,-1 1 0,-12-45 0,11 54 53,-1-1 0,-1 1 1,0 1-1,-1-1 0,0 1 0,-1 0 1,-1 1-1,1-1 0,-12-9 0,9 11 33,0 0 0,-1 0 0,0 2 0,-1-1-1,0 2 1,0-1 0,0 2 0,-1 0 0,0 0-1,0 2 1,-1 0 0,-23-4 0,21 5 51,0 2 1,0 0 0,0 1-1,0 1 1,0 0-1,0 1 1,0 1-1,0 1 1,0 0 0,1 1-1,-17 8 1,9-1 8,2 0 0,0 2 1,0 1-1,1 1 0,1 1 0,1 0 1,0 1-1,-22 29 0,10-7 153,1 2-1,2 1 0,-32 66 0,42-70 21,2 1-1,1 1 0,2 0 1,2 1-1,2 1 1,-8 81-1,16-103-121,0 0 0,2 0-1,0 1 1,1-1 0,10 40 0,-7-44-52,1-1 1,1 0-1,0 0 1,1 0 0,1-1-1,0 0 1,19 21-1,-4-8-10,2-1 1,1-2-1,0 0 0,2-2 0,1-1 1,1-1-1,1-2 0,41 19 0,-30-19-541,1-2-1,1-2 0,0-2 0,1-2 0,0-2 0,50 4 0,73-8-3322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35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5 5683,'0'0'763,"-29"-1"-246,12 0-476,7-1-33,0 2 0,0-1 1,0 1-1,0 1 0,0 0 0,-18 4 0,23-3-5,1-1-1,0 1 0,0 0 0,0 0 0,1 0 1,-1 1-1,0 0 0,1-1 0,-1 1 1,1 0-1,0 1 0,0-1 0,1 1 1,-1-1-1,0 1 0,1 0 0,0 0 0,0 0 1,0 0-1,1 0 0,-1 0 0,0 7 1,-6 21 116,1 0 0,3 0 0,0 1 0,2-1 0,1 1 0,2 0 0,7 47 0,-6-69-97,1-1 0,0 0 0,1 0 0,0 0 0,0 0 0,1-1 1,1 0-1,-1 0 0,1 0 0,1 0 0,0-1 0,0 0 0,0-1 0,1 0 0,0 0 0,1 0 0,15 8 0,-13-8-2,1-1-1,0-1 1,1 0-1,-1 0 1,1-2-1,0 1 1,0-2-1,0 0 0,0 0 1,1-1-1,-1-1 1,0 0-1,26-4 1,-32 3-3,-1 0 1,1-1 0,-1 0 0,0 0 0,0-1 0,0 0-1,0 0 1,0 0 0,0-1 0,-1 0 0,1 0 0,-1 0-1,0 0 1,6-8 0,-5 4 3,-1 1-1,0-1 1,0 0 0,-1-1 0,0 1-1,0-1 1,-1 0 0,0 0-1,3-15 1,-4 11-26,0-1 0,-1 0 0,0 1 0,-1-1 0,-1 0 0,0 0 1,-1 1-1,0-1 0,-1 0 0,-1 1 0,0 0 0,0 0 0,-2 0 0,-8-14 0,3 10-561,-1 1 0,-1 0 0,0 1 0,-1 1 0,-24-19 0,-6 4-3204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35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96 3666,'0'0'3809,"-7"-12"-2896,4 6-826,-16-27 78,18 33-164,1 0 0,0 0 0,0-1 0,0 1-1,-1 0 1,1 0 0,0 0 0,0-1 0,-1 1 0,1 0-1,0 0 1,0 0 0,-1 0 0,1 0 0,0-1 0,-1 1-1,1 0 1,0 0 0,-1 0 0,1 0 0,0 0 0,-1 0 0,1 0-1,0 0 1,0 0 0,-1 0 0,1 0 0,0 0 0,-1 0-1,1 0 1,0 1 0,-1-1 0,1 0 0,-1 0 0,0 2 0,0-1 1,1 0-1,-1 1 1,0-1-1,0 1 1,1-1-1,-1 1 1,1 0-1,-1-1 1,1 1-1,0-1 1,0 3-1,-7 67 81,3 0 0,6 86 0,-1-144-73,0-1 1,1 1-1,0 0 1,1-1-1,0 0 1,1 1-1,0-1 1,1 0-1,1-1 1,8 14-1,-10-18-6,1-1 0,0 1 0,1-1 0,-1 0 0,1 0 0,0-1 0,1 1 0,-1-2 0,1 1 0,0-1 0,0 0 0,1 0 0,-1-1-1,1 0 1,0 0 0,0 0 0,9 0 0,-6-1 4,-1 0 0,1-1 0,0 0 0,0-1 0,-1 0 0,1-1 0,0-1 0,-1 1-1,1-1 1,0-1 0,-1 0 0,13-6 0,-14 5-13,-1-1-1,0-1 0,1 1 1,-2-1-1,1-1 0,-1 1 1,0-1-1,0-1 1,-1 1-1,0-1 0,0 0 1,-1 0-1,7-15 0,-5 7-5,0-1-1,-1 1 0,-1-1 0,0-1 0,-2 1 0,2-20 0,1-107 16,-6 121-1,0 11 2,1 1 1,-2-1-1,1 1 0,-2-1 1,1 1-1,-2 0 0,1-1 1,-2 1-1,1 0 0,-2 1 1,1-1-1,-7-10 0,11 21-3,0-1 1,-1 0-1,1 1 0,0-1 0,0 0 0,-1 1 1,1-1-1,0 1 0,-1-1 0,1 0 0,-1 1 1,1-1-1,-1 1 0,1-1 0,-1 1 0,1 0 1,-1-1-1,1 1 0,-1 0 0,0-1 0,1 1 1,-1 0-1,0-1 0,1 1 0,-1 0 0,0 0 1,1 0-1,-1 0 0,0 0 0,0 0 0,0 1 0,0 1-1,1-1 1,-1 1-1,0-1 0,1 1 1,-1-1-1,1 1 1,0 0-1,0-1 0,-1 1 1,1 0-1,0-1 0,1 3 1,-2 9-103,-1 35 175,2 0 0,8 67 0,-6-101-278,0 0 0,2 0 0,0 0 0,0 0 0,1 0 0,1-1 0,0 0 0,1 0 0,0-1 0,1 0 0,0 0 0,18 18 0,13 5-2892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36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1018 4578,'0'0'630,"5"-30"-278,23-95-235,-26 118-111,0 1 0,0 0-1,1 1 1,0-1 0,0 0 0,0 1-1,1-1 1,0 1 0,0 0 0,5-5-1,-6 7 0,0 1-1,1-1 0,-1 1 1,1 0-1,-1 0 1,1 0-1,0 0 0,-1 1 1,1-1-1,0 1 1,0 0-1,7-1 0,-6 2-3,0 0 0,0 0-1,0 1 1,0-1 0,0 1-1,0 0 1,0 0-1,0 1 1,0 0 0,0 0-1,-1 0 1,1 0 0,-1 0-1,1 1 1,-1 0 0,0 0-1,0 0 1,0 1-1,-1-1 1,7 8 0,1 5-3,0 0 1,-1 1-1,-1 0 1,-1 0 0,0 1-1,-2 0 1,0 1-1,6 27 1,-5-3 22,-2 0 0,1 75 0,-6-115 46,0-11 237,3-13-159,1 0-1,0 1 0,2-1 1,0 1-1,1 0 0,2 0 1,16-29-1,9-9-141,47-60 0,6 9-70,-78 99 48,1 1 0,0 0 0,0 0 0,0 1 0,1 1 0,0-1 0,1 2 0,12-6 0,-21 10 6,0 1 0,0 0 0,1 0 0,-1 0 0,0 1 1,0-1-1,0 1 0,1-1 0,-1 1 0,0 0 0,1 0 0,-1 1 0,0-1 0,0 1 0,6 1 0,-7-1 5,0 0 0,0 1 0,0-1 0,0 0-1,0 1 1,0 0 0,-1-1 0,1 1 0,0 0 0,-1 0 0,0 0 0,1 0 0,-1 0 0,0 0 0,0 0-1,1 4 1,2 8-18,-1-1 0,-1 1 0,-1 0 1,1 0-1,-3 26 0,1-23 3,-6 350 95,6-356-65,0 0-1,1 0 0,0 0 0,0 0 1,2-1-1,4 18 0,-5-23 1,1-1-1,-1 1 1,0-1-1,1 0 1,0 0-1,0 0 1,0 0-1,1 0 1,-1-1-1,1 0 1,0 1-1,0-1 1,0-1 0,0 1-1,0-1 1,7 3-1,4 1 0,0-2-1,1 0 1,-1-1 0,1 0-1,0-2 1,0 1 0,-1-2-1,1 0 1,0-1 0,0-1-1,-1 0 1,1-1 0,-1-1-1,1 0 1,-1-1 0,28-14-1,-28 10 4,0 0 0,0-2 1,-1 1-1,-1-2 0,0 0 0,0 0 0,-1-1 0,-1-1 1,0 0-1,-1-1 0,13-24 0,-12 17 12,-1-2 0,-1 1 0,-2-1 0,0 0 0,-1-1 0,-1 0 0,2-41 0,-5-201 171,-6 213-174,-3-1-1,-23-95 1,-17 6 34,27 88 145,-24-105 0,39 145-208,5 28-41,0-11 43,23 417-218,-13-294 272,21 141 51,-25-233-74,1 0 1,2-1-1,1 0 1,1-1 0,2 0-1,20 33 1,-28-53-42,1-1 1,0 0-1,0 0 1,1-1-1,0 0 1,0 0 0,1 0-1,1-1 1,-1-1-1,1 1 1,0-1-1,0-1 1,1 1-1,-1-2 1,1 1 0,0-1-1,1-1 1,-1 0-1,1-1 1,-1 1-1,1-2 1,16 1-1,-24-2-132,-1 1-1,0-1 1,1 0-1,-1 0 1,0-1-1,1 1 1,-1 0-1,0-1 1,0 0-1,1 1 1,-1-1-1,0 0 1,3-2-1,-3 0-208,1 1 0,-1-1 0,0 0 0,-1 0 0,1 0-1,0-1 1,-1 1 0,0 0 0,1-4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36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0 119 5074,'0'0'-176,"47"-6"131,52-7 39,379-44 135,-433 53-113,338-35 2529,-386 39-1662,2 1-874,0-1 1,0 0 0,-1 1-1,1-1 1,0 1-1,0 0 1,0-1-1,0 1 1,0 0 0,0-1-1,0 1 1,0 0-1,0 0 1,0 0-1,0 0 1,0 0 0,1 0-1,-1 0 1,0 0-1,1 1 1,-1-1-1,1 0 1,-1 0 0,1 0-1,0 1 1,-1-1-1,1 0 1,0 2-1,-6 43-81,4-1 114,5 75 1,-1-100-20,2 1 0,0-1 1,1 1-1,0-1 0,17 36 0,2-6-188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36.6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81 4098,'0'0'5618,"-45"-81"-5890,84 99-384,11 15-1569,4 14-1713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37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1 462 1457,'0'0'3476,"5"0"-2017,-3 0-1410,0 0-1,0-1 0,0 1 0,0-1 1,0 1-1,0-1 0,-1 0 1,1 0-1,0 0 0,0 0 0,-1 0 1,1 0-1,-1 0 0,1-1 1,-1 1-1,1 0 0,-1-1 1,0 1-1,2-4 0,24-44 28,-7 10 37,-12 27-57,1 0 0,0 1 0,1 0-1,0 0 1,0 1 0,1 0 0,16-10-1,-22 16-56,0 0 0,1 1 0,0 0 0,0 0 0,0 0-1,0 1 1,1 0 0,-1 0 0,1 0 0,-1 1 0,1 0 0,-1 0 0,1 1-1,-1 0 1,1 0 0,0 0 0,-1 1 0,12 3 0,-15-3-10,0 0 0,1 1 1,-1-1-1,0 1 0,0 0 1,0 0-1,-1 0 1,1 0-1,0 1 0,-1-1 1,1 1-1,-1 0 0,4 5 1,-1 1-17,0 0 0,0 1 0,4 13 1,-1 1-6,-1 2 0,-1-1 0,-1 0 1,2 41-1,-4 107 63,-4-100 14,0-61 28,0-18 351,0-23 314,0 1-652,1-1 0,2 0 0,1 1 1,1 0-1,1-1 0,13-39 0,-2 28-93,1 1 0,1 1 0,3 0 0,47-66 0,-60 95-31,-1-1 0,2 1 1,15-13-1,-22 20 23,1 0 1,-1 0-1,1 0 1,0 1-1,0-1 1,0 1-1,0-1 1,0 1-1,0 0 1,0 0-1,0 1 1,0-1-1,1 1 1,-1-1-1,0 1 1,0 0-1,1 0 1,3 1-1,-6-1 12,0 0 0,0 1 0,-1-1-1,1 0 1,0 1 0,0-1-1,-1 0 1,1 1 0,0-1 0,0 1-1,-1-1 1,1 1 0,-1 0-1,1-1 1,0 1 0,-1 0 0,1-1-1,-1 1 1,1 0 0,-1-1 0,0 1-1,1 0 1,-1 0 0,0 0-1,1 1 1,4 20-43,-1 1 0,-1 0 0,-1-1 0,0 1 0,-4 38 0,1 1 45,1-30 10,2 0-1,1-1 1,12 53 0,-12-73 0,0 0 0,1 0 1,0-1-1,1 1 0,0-1 0,1 0 0,0 0 0,0-1 0,1 1 0,0-2 0,1 1 0,0-1 0,16 13 0,-10-12-13,0-1 0,0 0 0,0-1 0,1-1 0,1 0 0,-1-2 0,0 1 0,1-2 0,23 3 0,-10-3-246,0-2 0,0 0-1,0-2 1,40-7 0,-55 5 206,-1 0 0,1-1 0,-1 0 0,0-1-1,0-1 1,0 0 0,-1-1 0,0 0 0,0-1 0,-1 0 0,0-1-1,-1 0 1,1-1 0,-2 0 0,1 0 0,-2-1 0,13-19 0,-9 9 183,0-2-1,-1 1 1,-1-1 0,-1-1 0,-1 0 0,-1 0 0,-2-1 0,6-48 0,-8 44 19,-1 0 0,-2 0 0,-1 0 0,-1 0 0,-11-51-1,11 71-134,-1 0 0,0 0-1,0 1 1,-1-1-1,-1 1 1,1 0 0,-1 0-1,0 0 1,-12-11-1,12 14-12,0 0-1,0 1 0,-1 0 0,0 0 0,1 1 0,-2 0 0,1 0 0,0 0 1,0 0-1,-1 1 0,0 0 0,1 1 0,-1-1 0,-12 0 0,10 2-2,0 1 0,0-1 0,0 1 0,0 1 0,1 0 0,-1 0-1,0 0 1,1 1 0,-1 1 0,1-1 0,0 1 0,0 1 0,1-1-1,-1 2 1,1-1 0,0 1 0,0 0 0,1 0 0,0 0 0,0 1 0,-5 8 0,-2 2-12,2 1 0,0 0 1,0 0-1,2 2 1,0-1-1,2 1 1,-11 40-1,11-22 1,2 0 0,2 1 0,1 61 0,3-89 7,-1-1 1,1 1-1,1-1 0,0 1 0,0-1 1,1 0-1,1 0 0,-1 0 0,2 0 1,6 11-1,-6-14 4,0 0 0,1 0 0,0 0 0,0-1-1,0 0 1,1 0 0,0 0 0,1-1 0,-1 0 0,1 0 0,0-1-1,11 4 1,-8-3 2,0-1 0,0 0-1,1-1 1,-1 0-1,1-1 1,0-1 0,0 0-1,0 0 1,-1-1-1,1 0 1,0-1 0,0-1-1,-1 0 1,14-4-1,-18 4 9,1-1-1,0-1 0,-1 1 0,1-1 0,-1-1 1,0 1-1,-1-1 0,1-1 0,-1 1 1,0-1-1,0 0 0,-1 0 0,1-1 0,-2 0 1,1 0-1,-1 0 0,0 0 0,0-1 0,-1 1 1,5-14-1,-2-1 138,-1-1 0,-1 0 0,1-46 0,-6-74 626,-1 94-645,2 37-84,-1-1 0,0 1-1,-1-1 1,-4-14 0,5 82-291,33 151-33,4 47 223,-25-84-148,-7 0 0,-23 210 0,5-260 141,-5 0 0,-5-1 0,-80 225 0,90-303 56,-3-2-1,-1-1 1,-44 67-1,51-89 6,-1 0-1,0 0 1,-2-1-1,1-1 0,-2 0 1,1-1-1,-2 0 1,0-1-1,0-1 1,-29 13-1,24-15 7,0-1 0,0-1 0,-1-1 0,0 0 1,-25 0-1,-2-2 23,-63-4 1,86-1-10,1 0-1,0-2 1,0 0-1,1-2 0,0-1 1,0-1-1,-40-19 1,49 19 15,0-1 0,1 0 0,0-1 0,1 0 0,0-2 1,0 1-1,1-2 0,1 1 0,0-2 0,1 1 0,0-1 0,-11-23 0,12 19 25,1-1-1,1 0 1,1-1-1,0 0 0,2 0 1,0 0-1,1 0 0,1 0 1,1-1-1,1 1 0,4-38 1,0 32-54,1 0-1,2 0 1,0 0 0,2 1 0,1 0-1,1 1 1,1 0 0,24-36 0,-4 16-30,2 2-1,2 2 1,2 1 0,2 1-1,1 3 1,1 1 0,2 2 0,65-35-1,-38 28 27,1 4-1,2 4 1,1 2 0,154-36-1,-196 57-112,-4 1-303,1 1 0,60-3 1,-127 9-3636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38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 1 5410,'0'0'1943,"-2"3"-1431,-8 31-496,-18 470 172,23-286-115,-1 274 71,6-431-93,-1-59 271,-1-7-45,-4-15 314,0-14-313,2-1 0,1 1-1,4-70 1,0 85-286,2 0 1,0-1-1,1 1 0,1 1 0,0-1 0,2 1 0,0 0 0,18-32 1,-13 31-3,1 0 1,1 1-1,1 1 1,0 0-1,29-24 1,-34 33 2,0 0 0,0 1 0,1 1 0,0 0 0,0 0 0,0 1 0,1 1 1,0 0-1,0 0 0,0 1 0,0 1 0,13-2 0,-20 4-1,0 0 0,0 1 0,0-1 0,0 1 0,0 0 0,0 0 0,0 1 0,0-1 0,-1 1 0,1 0 0,-1 0 0,1 1 0,-1-1 0,0 1 0,1 0 0,-2 0 0,1 1 0,0-1 0,-1 1 0,1 0 0,-1 0 0,0 0 0,0 0 0,-1 0 0,1 1 0,-1-1 0,2 6 1,4 9-4,0 2 1,-2-1-1,0 1 1,-2 0 0,3 26-1,-2-13 46,-2 0-1,-1 0 1,-6 66 0,2-88-14,0 1 1,0-1 0,-2 1 0,1-1 0,-1 0 0,-1 0 0,0-1 0,-1 1 0,0-1 0,-1 0 0,0-1 0,-1 0 0,-15 17 0,9-15-9,1-1 1,-1 0-1,-1-1 0,1-1 1,-2 0-1,1-1 0,-1-1 1,-1 0-1,1-1 0,-1-1 1,0 0-1,0-2 0,-1 0 1,1 0-1,-24-1 0,27-2-173,0 0 0,0 0 0,0-2 0,-16-2 0,24 2-121,1 0 1,-1 0-1,0 0 1,1 0-1,-1-1 0,1 0 1,0 0-1,0-1 1,0 1-1,1-1 1,-9-8-1,5 2-766,1 0 0,0 0 0,0-1 1,-5-12-1,12 23 1015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38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0 340 5170,'0'0'390,"36"6"-297,118 22-66,-26 10 32,-106-30 26,0-2 0,37 8 1,-25-10-17,0-1 0,1-1 1,48-5-1,-79 2-57,0 1 0,-1-1-1,1 1 1,0-1 0,-1-1 0,1 1-1,-1 0 1,1-1 0,-1 0 0,1 0 0,-1 0-1,0 0 1,0 0 0,0-1 0,0 1-1,-1-1 1,5-4 0,-3 1 53,-1 1 0,0-1 0,0 1 0,0-1-1,-1 0 1,0 0 0,0 0 0,-1-1 0,2-11 0,-1 4 49,-2 0 0,0 0-1,0 0 1,-1 0 0,-1 0 0,-1 1-1,0-1 1,0 0 0,-7-15-1,4 16-69,-1 1 0,0 0-1,-1 0 1,0 1-1,-1 0 1,0 0 0,-1 1-1,0 0 1,-1 1 0,0 0-1,0 1 1,-1 0-1,0 1 1,0 0 0,-1 1-1,1 0 1,-2 1-1,1 1 1,0 0 0,-1 0-1,0 2 1,0-1-1,1 2 1,-2 0 0,1 1-1,0 0 1,0 1-1,-20 4 1,24-3-23,1 1 0,-1 1 0,1 0 0,0 0 0,0 0 0,1 1 0,-1 1 0,1 0 0,0 0 0,1 0 0,0 1 0,0 0 0,0 0 0,0 1 0,1 0 0,1 0 0,-7 11 0,3-1 70,0 0-1,1 0 0,1 1 1,0-1-1,2 2 1,0-1-1,-4 33 1,8-37-16,0-1 0,0 1 1,1 0-1,1 0 0,1 0 0,0 0 1,1 0-1,0-1 0,10 25 0,-8-28-48,1 0-1,0-1 0,1 1 0,0-1 1,0-1-1,1 1 0,0-1 0,1 0 1,0-1-1,1 0 0,-1-1 0,15 9 1,0-2-3,1-2 1,1 0 0,0-1 0,0-2-1,1-1 1,0-1 0,35 5-1,13-3-525,107-2-1,4-6-3316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39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3 341 3922,'0'0'800,"0"-36"-205,-2-119-11,4 6 3517,-2 1468-4018,0-1270-88,3 90 49,-1-123-56,0-1-1,1 0 1,1 0-1,0 0 1,1 0-1,12 24 1,-15-35-116,1 1 1,0-1-1,0 1 1,0-1-1,0 0 1,0 0-1,1-1 1,4 5-1,-5-6-353,1 0-1,-1 0 0,1-1 0,0 1 0,0-1 0,-1 1 1,7 0-1,-10-2 425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39.5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0 2929,'0'0'5451,"-5"8"-5275,0 0-154,1 0 1,0 1 0,0-1-1,1 1 1,0 0-1,1 0 1,-3 18-1,-2 75 219,5-70-174,0 215 253,3-147-250,-1-92-55,0-1 0,1 0 1,0 0-1,0 0 1,1 1-1,-1-1 0,2-1 1,3 11-1,-5-15-93,0 0 0,0 0 0,0 0 0,0-1 0,1 1 0,-1-1 0,0 1 0,1-1 0,-1 1 0,1-1 0,-1 0 0,1 1 0,0-1 0,0 0-1,-1 0 1,1-1 0,0 1 0,0 0 0,0 0 0,0-1 0,0 1 0,0-1 0,0 0 0,0 0 0,0 0 0,0 0 0,0 0 0,0 0 0,0 0 0,0 0 0,0-1 0,0 1 0,0-1 0,2-1-1,-2 2-86,0-1-1,-1 0 0,1 1 0,0-1 0,-1 0 0,1 0 0,-1-1 0,0 1 1,1 0-1,-1 0 0,0-1 0,0 1 0,1 0 0,-1-1 0,0 1 0,1-4 1,15-50-3856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39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 1 5058,'0'0'1425,"-139"202"-737,139-140 241,24-15-433,35-20-160,9-21-112,4-6-144,-16-15 288,-17-23-224,-25-10-31,-14-2-113,0-1-929,-14 7-2961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40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4482,'0'0'2329,"0"38"-1755,2 91-65,4 225 492,70 163-721,-49-371-235,-22-116-30,-2-12-3,0 1 0,2-1 1,10 29-1,-15-46-6,0-1-1,0 0 0,0 0 1,0 1-1,0-1 1,0 0-1,0 1 0,0-1 1,1 0-1,-1 0 0,0 1 1,0-1-1,0 0 1,0 0-1,1 0 0,-1 1 1,0-1-1,0 0 1,1 0-1,-1 0 0,0 0 1,0 1-1,1-1 0,-1 0 1,0 0-1,0 0 1,1 0-1,-1 0 0,0 0 1,0 0-1,1 0 1,-1 0-1,0 0 0,1 0 1,-1 0-1,0 0 0,1 0 1,-1 0-1,0 0 1,0 0-1,1 0 0,-1 0 1,0 0-1,0 0 1,1-1-1,-1 1 0,0 0 1,0 0-1,1 0 0,-1-1 1,12-16 578,26-74 424,13-26-818,9 8-359,3 4 1,6 2-1,134-156 0,-182 236-1994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40.1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2401,'0'0'4162,"77"181"-3490,9-113 65,12 21-257,-12 3-144,-17 4-80,-13-13-32,-20-15-96,-15-17-96,-15-25-32,-36-29-6947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41.2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199 172 4354,'0'0'1067,"-15"28"-984,-1 2-40,-16 29 177,-26 70 0,1 35 265,36-101-279,42-120-30,2 0 0,3 1 0,2 1 0,2 2 0,3 1 0,1 1 0,46-49 0,-63 82-175,0 1 1,1 1-1,1 0 0,1 2 0,0 0 0,31-16 0,-37 24-8,-1 0 0,1 0 0,0 1 0,1 1 0,-1 1 0,1 0-1,0 0 1,0 2 0,0 0 0,0 0 0,26 4 0,-36-3 0,0 1-1,-1 1 1,1-1-1,0 0 1,0 1-1,-1 0 1,1 0-1,-1 1 1,1-1 0,-1 1-1,0 0 1,0 0-1,0 0 1,6 8-1,-5-5-1,0 1 1,-1 0-1,0 0 0,0 0 0,0 1 0,-1 0 0,0-1 0,2 12 0,1 12-5,-1 0 0,-2 0 1,-1 57-1,-2-79 16,0 25 34,-2-1 1,-1 1 0,-1-1-1,-2 0 1,-2 0 0,0-1-1,-2 0 1,-2-1 0,-1 0-1,-1 0 1,-19 29 0,10-26 87,-2 0 1,0-1 0,-3-1-1,0-2 1,-2-1 0,-64 48-1,65-56-27,-1-2-1,-1-1 0,-1-1 1,-1-2-1,0-1 0,0-1 1,-1-2-1,-44 7 0,29-12 118,40-6-152,3 0 100,19-5 57,-5 2-150,114-36 57,1 5 0,2 5 0,153-15 0,395 8-137,-671 37-124,-7 2 66,-14 3-25,-39 4-739,0-3 0,-1-2-1,-60-4 1,13-1-4329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41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463 60 3858,'0'0'3180,"-27"-10"-2649,-92-32 162,114 40-629,-1 1 0,1 0 0,-1 0 0,1 0 0,-1 0 0,1 1 0,-1 0 0,0 0 0,1 0-1,-1 1 1,1 0 0,-1 0 0,1 0 0,0 1 0,-1 0 0,1 0 0,0 0 0,0 1 0,0-1 0,0 1-1,-4 4 1,-1 3 18,0 0 0,1 1-1,0-1 1,0 2-1,2-1 1,-9 16-1,13-21-51,-15 25 90,2 2 0,1 0 0,2 1 0,1 0 1,-12 57-1,15-39 2,2 1 1,2 0-1,3 64 1,2-94-95,2 0 1,0 0-1,2 0 0,0-1 1,2 0-1,0 0 1,11 25-1,-8-29-10,0 0-1,1-1 1,1-1 0,0 0 0,2 0-1,-1-1 1,2-1 0,25 22 0,-21-22-6,0-1 1,1 0 0,1-2-1,0 0 1,0-1 0,1-1-1,27 8 1,-16-8 15,0-2 1,1-2-1,0 0 0,43-1 1,-55-3-11,0-2 0,-1 0 0,1-1 1,0-1-1,-1-1 0,39-13 0,-47 13-12,-1-2-1,0 1 0,0-2 1,0 1-1,0-2 0,-1 1 1,-1-1-1,1-1 1,-1 0-1,-1 0 0,0 0 1,12-19-1,-11 13 2,-1 0 0,-1 0-1,0-1 1,-2 0 0,1-1 0,-2 1 0,0-1-1,-1 0 1,-1 0 0,-1 0 0,0 0 0,-1 0 0,-3-23-1,0 15 2,-1 1-1,-1-1 1,-1 1-1,-1 0 1,-2 0-1,0 1 1,-1 0-1,-19-30 1,4 16-17,-1 1 1,-2 1-1,-1 2 1,-1 1 0,-2 1-1,-1 2 1,-2 1-1,0 2 1,-2 1 0,-1 2-1,-1 2 1,-55-23-1,72 36-26,-38-9 0,54 16 19,-1 0 1,1 0-1,-1 0 0,1 1 1,-1 0-1,0 0 0,1 1 1,-1 0-1,-12 3 1,16-3-16,1 0 1,-1 1 0,0-1 0,0 1-1,1 0 1,-1 0 0,1 0-1,0 0 1,-1 0 0,1 0 0,0 1-1,0-1 1,1 1 0,-1-1 0,0 1-1,1 0 1,0 0 0,-2 3 0,0 5-446,0 0 0,0-1 0,-2 20 0,0 57-4729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42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134 464 576,'0'0'5307,"-22"19"-4440,-65 57-166,69-63 212,12-12-524,9-13-107,-2 11-115,7-34-52,1 1 0,2 0 0,2 1 0,1 0 0,1 1 0,2 1 0,28-41 1,-28 48-68,1 2 1,0 0-1,2 0 1,1 2-1,0 1 1,2 0-1,0 2 1,1 0-1,39-19 1,-48 29-53,0 1 0,1 1 1,0 0-1,-1 1 1,2 1-1,-1 0 1,0 1-1,20 1 1,-30 0-5,0 1 1,0 0 0,0 0 0,0 1 0,0 0-1,0 0 1,-1 1 0,1-1 0,0 1 0,-1 0-1,1 1 1,-1-1 0,0 1 0,0 0 0,8 6-1,-8-4 3,0 1 0,-1 0 0,1 0-1,-1 0 1,0 0 0,-1 1-1,1 0 1,-1 0 0,-1 0-1,1 0 1,-1 0 0,1 9-1,4 26 63,-2 0 0,-2 0 0,-3 43 0,0-73-31,-1 23 14,-1 1 0,-2-1 0,-2 0 0,-1-1 0,-2 1 0,-1-1 0,-1-1 0,-2 0 0,-2-1 0,-23 40 0,7-20-8,-3 0-1,-2-2 0,-67 72 1,77-95-19,-1-1-1,-1-1 1,-1-2-1,-1-1 1,-1-1 0,-1-1-1,-37 15 1,13-17 187,137-38-63,431-91 11,-281 88-164,289 8 0,-497 17 1,-23-2 14,0 0 0,0 0 1,0 0-1,0 0 1,0 1-1,1-1 1,-1 0-1,0 0 0,0 0 1,0 0-1,0 0 1,0 0-1,0 0 0,0 0 1,0 0-1,0 0 1,1 0-1,-1 0 1,0 0-1,0 0 0,0 1 1,0-1-1,0 0 1,0 0-1,0 0 1,0 0-1,0 0 0,0 0 1,0 0-1,0 0 1,0 0-1,0 1 0,0-1 1,0 0-1,0 0 1,0 0-1,0 0 1,0 0-1,0 0 0,0 0 1,0 1-1,0-1 1,0 0-1,0 0 1,0 0-1,0 0 0,0 0 1,0 0-1,0 0 1,0 0-1,0 0 0,-1 0 1,1 1-1,0-1 1,0 0-1,0 0 1,0 0-1,0 0 0,0 0 1,0 0-1,0 0 1,0 0-1,-1 0 1,1 0-1,0 0 0,0 0 1,0 0-1,0 0 1,-4 2-2,1-1 0,-1 0 0,0 0-1,0 0 1,1 0 0,-1-1 0,-5 1 0,-191-1-1353,153-2-1940,45 1 2885,1 1 0,-1-1 0,0 1 0,1-1 0,-1 0 0,1 0 0,-1 1 0,1-1 0,0 0 0,-1 0 0,1 0 0,-2-3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42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0 5603,'0'0'5714,"-39"259"-4833,78-123-609,2 1-160,-2-3-112,-3-12-48,-1-13-368,-14-31-2962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43.5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93 387 4178,'0'0'3007,"-15"25"-2047,-5 4-718,4-5 205,-25 49 1,42-74-305,-1-1 0,1 0 0,-1 0 1,0 0-1,1 0 0,-1 1 1,0-1-1,0 0 0,0 0 0,-1-3 1,0-11 208,5-6-246,0 1 0,1 0 0,1 0-1,1 0 1,1 1 0,1 0 0,14-24 0,-6 16-56,1 0 0,1 2 0,1 0 0,31-30 0,-34 40-38,0 0-1,2 1 1,0 1 0,0 0 0,32-15-1,-35 22-14,0 0-1,0 1 0,1 1 1,0 1-1,0 0 0,0 1 1,1 1-1,18 0 0,-28 2-2,1 0 1,-1 0-1,0 1 0,1 0 0,-1 0 0,0 1 0,0 0 0,0 1 1,0 0-1,0 0 0,10 6 0,-12-4-5,0-1 1,0 1-1,0 0 1,-1 1-1,0-1 0,0 1 1,0 0-1,-1 1 1,0-1-1,0 1 0,-1 0 1,6 13-1,-1 6 3,-1 0-1,-1 1 0,-1 0 0,-1 0 1,-2 0-1,-1 0 0,0 1 1,-3-1-1,0 0 0,-1 1 0,-2-1 1,-1-1-1,-1 1 0,-21 50 0,11-42 35,-2-1 0,-2-1-1,-1-1 1,-2-1 0,0 0-1,-3-2 1,0-1-1,-1-2 1,-2 0 0,-1-2-1,-1-2 1,0 0-1,-2-2 1,-69 29 0,96-44 227,21-5-181,40-8-21,99-21 68,294-42-6,-113 55-102,-346 16-55,1 1 0,-1 1 0,-14 3 0,-22 4-231,8-8-1206,8-1-2345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44.1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113 193 6771,'0'0'1721,"-18"26"-1676,-54 78-26,51-66-75,19-33 245,3-8 841,1-8-935,1 1-1,1 0 0,0 0 1,0 1-1,1-1 1,0 1-1,0 0 1,1 0-1,1 1 1,7-9-1,9-9-58,51-43-1,-53 51-41,0 2 0,2 0 0,0 1 0,1 2 0,0 0 0,1 1 0,0 2 0,1 1 0,0 1-1,1 0 1,0 3 0,0 0 0,0 1 0,40 1 0,-64 3 0,0 0 0,0 0 0,1 0 1,-1 0-1,0 1 0,0-1 0,1 1 0,-1 0 0,0 0 0,0 0 0,0 0 0,0 1 0,0 0 0,-1-1 0,1 1 0,0 0 0,-1 0 0,1 0 1,-1 0-1,0 1 0,1-1 0,-1 1 0,0-1 0,-1 1 0,1 0 0,0 0 0,1 5 0,1 4-21,-1 1 0,-1 0 1,0 0-1,-1 1 0,0 23 0,-1-35 26,-1 20-3,0-1-1,-1 0 0,-1 1 1,-1-1-1,-1-1 1,-11 29-1,4-18 40,-2 1 0,-2-2 1,-26 41-1,-5-7 230,-3-2 0,-94 91 1,-32 14 513,134-126-518,41-41-254,1 1 0,-1-1 0,1 1 1,-1-1-1,0 1 0,1-1 0,0 1 0,-1 0 0,1-1 0,-1 1 1,1 0-1,0-1 0,-1 1 0,1 0 0,0-1 0,0 1 0,-1 0 0,1-1 1,0 1-1,0 0 0,0 0 0,0-1 0,0 1 0,0 0 0,0 0 1,0-1-1,1 2 0,0-1 0,1 0 0,0 0-1,-1 0 1,1 0 0,0-1 0,0 1 0,0-1 0,0 1 0,-1-1 0,1 0 0,0 0-1,0 1 1,4-2 0,68 0 141,-1-3-1,1-4 1,88-20-1,-80 13-115,195-28 12,523-14 0,-705 57-26,-61 5-22,-34-5 1,1 0 0,0 0 0,-1 1 0,1-1 0,0 0 0,-1 1 0,1-1 0,-1 0 0,1 1 0,-1-1 0,1 1 0,-1-1 0,1 1 0,-1-1 0,1 1 0,-1 0 0,0-1 0,1 1 0,-1-1 0,0 1 1,1 0-1,-1-1 0,0 1 0,0 1 0,0 0-11,-1 0 1,0 1-1,0-1 1,0 0-1,-1 1 0,1-1 1,0 0-1,-1 0 1,1 0-1,-1 0 1,0-1-1,0 1 1,0 0-1,0-1 1,0 1-1,0-1 1,0 1-1,0-1 1,-4 1-1,-23 12-910,-1-1 1,0-2-1,-1-1 0,-37 7 1,-60 10-7281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44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114 336 3298,'0'0'3743,"-19"25"-2890,-54 75-303,54-68-342,17-19 51,2-9-102,0-2 209,0-6 274,1-20-506,2 0 0,1 1 0,1-1 1,0 1-1,2 0 0,1 1 0,1 0 0,1 0 0,0 1 1,2 0-1,0 0 0,2 2 0,0 0 0,28-30 0,-26 33-163,0 1-1,1 0 0,1 1 0,0 1 0,1 1 0,0 0 0,22-9 0,-27 15 31,0 1 0,1 0 0,0 0 0,0 2 0,0 0 0,1 1 0,-1 0 1,1 1-1,-1 1 0,26 3 0,-36-3-6,0 1 1,0 1 0,0-1-1,0 1 1,-1 0-1,1 0 1,-1 0 0,1 0-1,-1 1 1,0 0-1,0 0 1,0 0 0,0 0-1,0 1 1,-1-1-1,0 1 1,0 0 0,0 0-1,0 0 1,0 1-1,-1-1 1,0 1 0,0-1-1,2 6 1,2 10-13,-1 0 1,-1 0 0,0 0-1,0 35 1,0-8 26,-3-1 1,-2 1 0,-2-1-1,-1 1 1,-3-1 0,-2 0-1,-2-1 1,-17 45 0,2-23 66,-4-1 1,-2-2-1,-42 61 1,55-95 8,-2-1 1,-2 0 0,0-2-1,-2-1 1,-1-1 0,0-1-1,-58 38 1,66-49 120,46-21-22,91-30 7,217-41 0,20 48-191,-110 14-42,-230 16-121,-2 0 99,-1-1-1,24-5 1,-34 7-116,-1-1-1,0 0 1,1 0 0,-1 1-1,0-1 1,0-1 0,1 1-1,-1 0 1,0 0 0,0-1-1,-1 0 1,1 1-1,0-1 1,0 0 0,-1 0-1,1 1 1,-1-1 0,1 0-1,-1-1 1,0 1 0,1-3-1,1-31-4910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7:45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168 339 4386,'0'0'3399,"-27"22"-2583,-79 69-306,101-87-465,1 1 0,-1-1 0,1 1 0,0 0-1,-5 9 1,8-13-26,1 0 0,-1 1-1,1-1 1,-1 0-1,1 1 1,0-1-1,0 1 1,-1-1-1,1 0 1,0 1-1,0-1 1,1 3 0,-1 3 99,0-6 160,0-5 498,1-20-676,1 1 0,1-1 0,0 1 0,2 0 0,1 0-1,1 1 1,1 0 0,0 0 0,2 0 0,1 1 0,0 1-1,2 0 1,26-33 0,-26 37-108,1 2-1,0 0 1,1 0-1,0 1 1,1 1-1,1 1 1,0 0-1,0 1 1,1 1-1,0 1 1,1 0 0,0 1-1,0 1 1,0 1-1,1 1 1,33-3-1,-44 6 3,-1 1-1,1 0 0,-1 0 1,0 1-1,1 0 0,-1 0 1,0 1-1,1 0 0,7 3 1,-12-2 0,1-1 0,-1 1 0,0 0 0,0-1 0,0 2 0,-1-1 0,1 0 0,-1 1 0,1 0 0,-1 0 0,0 0 0,-1 0 0,1 0 0,-1 0 0,0 1 0,3 6 0,1 10-5,-1 0-1,0 0 1,-2 0-1,0 0 1,-2 1-1,0-1 1,-1 1-1,-2-1 1,-4 31-1,2-36 17,0 0 0,0-1 0,-2 1 0,0-1-1,0 0 1,-2-1 0,0 0 0,0 0 0,-1 0-1,-1-1 1,0-1 0,-1 0 0,-1 0 0,-22 18-1,34-30-2,-3 2 17,1 0 0,0 0 0,-1 0 0,1-1 0,-1 1 0,1-1-1,-1 1 1,0-1 0,1 0 0,-1 0 0,0 0 0,0-1 0,-4 2 0,6-3 0,1 1 0,-1 0-1,1-1 1,0 1 0,-1-1-1,1 1 1,-1-1 0,1 1 0,0-1-1,-1 1 1,1-1 0,0 1-1,0-1 1,-1 1 0,1-1 0,0 1-1,0-1 1,0 0 0,0 1-1,0-1 1,0 1 0,0-1 0,0 0-1,0 1 1,0-1 0,0 1-1,0-1 1,0 1 0,0-1 0,1 0-1,-1 1 1,0-1 0,1 0-1,-1-2 45,1-2-51,0-1 0,1 1-1,-1 0 1,1 0 0,0 0 0,1 0 0,-1 0-1,1 1 1,0-1 0,0 1 0,0-1-1,7-6 1,-3 5-13,0 0-1,1 0 1,-1 1 0,1 0-1,0 0 1,17-7 0,-7 6-22,0 0-1,0 1 1,0 1 0,1 1 0,0 0 0,36 1 0,-47 2 7,0 0 1,-1 1-1,1 0 1,-1 0 0,1 1-1,-1 0 1,1 0 0,-1 1-1,0 0 1,0 0 0,0 1-1,-1 0 1,1 0 0,8 7-1,-8-4 1,-1 0 1,1 0-1,-2 1 0,1 0 0,-1 0 0,0 0 0,0 1 1,-1-1-1,0 1 0,-1 0 0,3 13 0,0-4 9,-2 1 0,0-1 0,-2 1-1,0 0 1,0 0 0,-2 0-1,-1 0 1,0 0 0,-1 0 0,-1-1-1,-1 1 1,-1-1 0,0 1 0,-1-1-1,-1-1 1,-1 1 0,0-1 0,-2-1-1,1 0 1,-2 0 0,0-1 0,-17 17-1,10-15 23,0-1-1,-2 0 0,0-2 1,0 0-1,-2-1 0,0-2 1,0 0-1,-1-1 0,0-1 1,0-1-1,-1-2 0,0 0 1,0-1-1,-1-1 0,-45 0 1,66-4-6,1 1 0,-1-1 0,0-1 0,0 1 1,0 0-1,0-1 0,0 0 0,1 0 0,-1 0 1,-4-2-1,6 2-3,1-1 0,0 1 0,0 0 1,0-1-1,0 1 0,0-1 0,1 1 1,-1-1-1,0 1 0,1-1 0,-1 0 0,1 1 1,0-1-1,-1 0 0,1 0 0,0 1 1,0-1-1,0 0 0,0 1 0,0-1 0,0 0 1,1 1-1,0-4 0,0-1 7,0 0 0,0 0 0,1 0 0,0 1 0,0-1 0,0 0 0,1 1 0,0-1 0,0 1 0,1 0 0,-1 0 0,7-7 0,-2 4-9,0 0 0,0 1 0,1 0 0,0 1 0,1 0 0,14-7 0,-4 4-18,0 1 1,0 0 0,1 2 0,0 1-1,0 0 1,35-2 0,-41 6-2,0 0 1,0 1-1,0 1 1,26 4-1,-37-4 3,-1 0 1,0 0-1,1 0 0,-1 0 0,0 0 1,0 1-1,0-1 0,0 1 1,0 0-1,-1 0 0,1 0 0,0 1 1,-1-1-1,0 0 0,1 1 0,-1 0 1,0-1-1,0 1 0,0 0 0,-1 0 1,1 0-1,-1 0 0,0 0 1,0 1-1,1 4 0,-1-4-124,0 1 1,0-1-1,-1 1 0,0-1 0,0 1 0,0-1 1,0 1-1,-1 0 0,0-1 0,0 0 0,0 1 1,0-1-1,-1 1 0,0-1 0,0 0 1,0 0-1,0 0 0,-1 0 0,1 0 0,-1-1 1,0 1-1,0-1 0,-1 0 0,-5 5 1,-5 2-1592,-1-1 1,-29 13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1.0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4226,'0'0'3842,"63"-12"-3570,32 12-272,12 0-464,-6-9-3202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1.2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 4402,'0'0'2289,"166"0"-2145,-77 0-144,4-6-1841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1.4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1745,'0'0'3153,"213"0"-3121,-135 0-32,2 0-192,-18 0-1056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2.3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31 5747,'0'0'3953,"-62"23"-3905,169-23-48,21-23-1984,2-7-2595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2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4514,'0'0'2337,"169"26"-2225,-89-26-112,13 0-3121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2.6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 6723,'0'0'1041,"205"-21"-897,-107 6 128,12 6-112,15 6-160,3-3-272,-9 0-3554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3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137 213 3666,'0'0'3577,"-15"15"-2931,-49 53-257,59-63-360,1 1 0,0 0-1,1 0 1,-1 0-1,1 0 1,0 1-1,1-1 1,-1 1-1,0 7 1,2-10 46,0 0 0,0 0 0,0 0 0,-1-1 0,0 1 0,1 0 0,-1-1-1,0 1 1,0-1 0,-7 7 614,10-18-546,0 0 1,0 0-1,0 0 0,1 0 1,0 0-1,1 0 0,0 1 1,4-9-1,35-57-202,-32 59 149,4-9-93,1 1 1,2 1 0,0 1 0,1 0 0,1 1 0,25-19 0,-31 28 1,1 1 0,0 0-1,0 1 1,1 1 0,1 0 0,-1 0 0,1 2 0,0 0 0,0 1 0,33-4 0,-46 8-1,17-2-18,-1 1 0,28 1-1,-41 1 17,-1 0 1,0-1-1,1 2 0,-1-1 1,0 0-1,0 1 0,0 0 0,0 1 1,0-1-1,0 1 0,-1 0 1,1 0-1,6 5 0,-4 0-9,0 1-1,0 0 1,-1 0 0,0 0-1,-1 0 1,0 1 0,0 0-1,-1 0 1,-1 0 0,1 1-1,-2 0 1,3 14-1,0 14-3,-2 1-1,-1 40 0,-2-41 33,-2 1-1,-7 38 0,5-58-11,-1-1 0,0 0 0,-1-1 0,-1 1 1,-18 32-1,8-23 0,-1-1 0,-2 0 0,0-2 1,-2 0-1,-48 41 0,48-48 0,0-1 1,-1-1-1,-1-1 0,0-1 0,-1-1 1,-1-1-1,-29 9 0,42-17 17,0-1 0,0 0 0,-1-1 0,1-1 0,-18 0 0,61-20 151,13 2-151,0 2 0,1 1 1,56-9-1,142-12 14,251 16-289,-451 19 85,-41 0 149,-1 0 0,0 0 0,0 0 0,0 0 0,1 0 0,-1 0 0,0-1 0,0 1 0,0 0 0,0 0 0,1 0 0,-1 0 0,0 0 0,0 0 0,0 0 0,0 0 0,0-1 0,1 1 0,-1 0 0,0 0 0,0 0 0,0 0 0,0 0 0,0-1 0,0 1 0,0 0 0,0 0-1,0 0 1,0-1 0,0 1 0,1 0 0,-1 0 0,0 0 0,0 0 0,0-1 0,0 1 0,0 0 0,-1 0 0,1 0 0,0-1 0,0 1 0,0 0 0,0 0 0,0 0 0,0 0 0,0-1 0,0 1 0,0 0 0,0 0 0,-1 0 0,-3-9-534,-25-12-1939,-11-5-1674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3.8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295 2 5042,'0'0'1969,"30"0"-1851,-8 0-101,-7-1 5,0 0 0,0 1 0,0 1 0,0 0 0,0 1 0,-1 1 0,1 1 0,-1 0 0,1 0 1,-1 1-1,0 1 0,13 8 0,-9-2 88,0 0 1,-2 1 0,1 1-1,-2 0 1,0 1 0,14 18-1,-21-23-77,-1 1 0,0 0 0,0 0 1,-1 1-1,-1-1 0,0 1 0,-1 0 0,0 1 0,0-1 0,-1 1 0,1 16 0,-4-23-16,0 1 1,0 0-1,-1-1 1,1 1 0,-1-1-1,-1 1 1,0-1-1,1 1 1,-2-1-1,1 0 1,-1 0-1,0 0 1,0 0-1,-1-1 1,1 1-1,-1-1 1,-1 0-1,1 0 1,-1 0-1,0-1 1,0 0-1,0 0 1,0 0-1,-1 0 1,-11 5-1,-2 0 34,-1 0 0,0-2 0,-1 0 0,0-1-1,0-1 1,-41 4 0,13-4 30,-91-4-1,122-2-15,1-1 0,-1 0 0,1-1-1,0-1 1,0-1 0,0 0 0,1-2 0,-24-11-1,32 13 34,0-1 0,0 1-1,1-1 1,0-1 0,0 1-1,1-1 1,0 0 0,0-1-1,1 1 1,0-1 0,0 0-1,-4-10 1,6 11-56,0 1 1,1-1-1,0 0 0,1 1 1,-1-1-1,1 0 1,0 0-1,1 0 0,0 0 1,0 0-1,1 0 1,-1 0-1,1 0 0,1 0 1,-1 0-1,6-12 1,-1 9-37,-1 0 0,2 0 0,0 0 0,0 1 0,0 0 0,1 1 0,1 0 0,-1 0 0,1 1 0,1 0 0,-1 0 0,1 1 0,17-8 0,-3 3-7,1 1 0,0 0 1,0 2-1,1 1 0,27-4 1,-16 6 0,0 1 0,0 2 0,72 4 0,-90 1 0,1-1 0,0 2 0,-1 1 0,0 1 0,0 0 0,-1 1 0,1 1 0,30 19 0,-31-15 3,-1 0 1,0 1-1,-1 2 0,0-1 1,-1 2-1,-1 0 1,16 22-1,-21-24 44,0 1-1,-1 0 1,-1 1 0,0 0-1,-1 0 1,-1 0-1,-1 1 1,0-1 0,3 27-1,-6-30 19,-1 0 0,0 1 0,-1-1 0,0 0 0,-1 0 1,0 0-1,-1 0 0,0 0 0,-2-1 0,1 0 0,-1 1 0,-1-2 0,0 1 0,-1 0 0,-10 12 0,-6 4 30,-1-1 0,-1-1 0,-2-2 0,-45 33 0,24-20-158,-2-3 0,-2-2 0,0-3 1,-2-1-1,-85 29 0,-95 0-2178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6.2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243 258 5410,'0'0'2604,"-18"-6"-2540,6 1-64,6 2 0,-1 0 0,0 1 0,0-1 0,0 1 0,-11-1 0,16 3-3,-1 0-1,1 0 1,-1 0-1,0 0 1,1 0-1,-1 1 1,1-1-1,-1 1 1,1 0-1,-1-1 1,1 1 0,-1 0-1,1 1 1,0-1-1,0 0 1,-1 1-1,1-1 1,0 1-1,0 0 1,1 0-1,-1-1 1,-2 5-1,-14 16-3,2 1-1,1 0 1,0 1-1,2 1 1,-16 40-1,42-98 70,1-1 0,2 2 0,1 0 0,2 1 0,40-52 0,-45 65-68,1 1 0,1 0 0,0 1 0,2 1 0,-1 0 1,2 1-1,0 1 0,0 1 0,1 1 0,1 0 0,24-8 0,-34 15-7,1 1 1,0 0-1,0 1 0,1 1 0,-1 0 0,0 0 0,1 1 0,-1 1 0,12 1 0,-17-1 1,-1 1 1,0 0 0,0-1 0,0 2-1,0-1 1,-1 1 0,1 0 0,-1 0-1,0 0 1,1 1 0,-1 0 0,-1 0-1,1 0 1,-1 1 0,1-1 0,-1 1-1,-1 0 1,1 1 0,3 5 0,1 6-11,0 1 0,-1 0 1,-1 1-1,-1 0 1,-1 0-1,0 0 1,1 25-1,-3 138-3,-2-177 25,-1 16 5,-1 1-1,-1-1 1,-1 0-1,-1 0 1,-1 0-1,-1 0 1,0-1-1,-2 0 1,0-1-1,-1 0 1,-1 0-1,-20 25 1,24-37 83,6-10 149,11-16-45,1 6-193,0 0 0,1 1-1,1 0 1,0 1 0,1 0-1,23-14 1,-29 20-7,0 1 0,1-1 0,-1 2 0,1-1 0,0 1 0,0 0-1,0 1 1,0 0 0,1 0 0,-1 1 0,1 0 0,-1 1 0,0 0 0,12 2 0,-19-2 1,1 1 0,0 0 0,-1 0 0,1 0 0,0 0 0,-1 0 0,1 0 1,-1 1-1,0-1 0,1 1 0,-1 0 0,0-1 0,0 1 0,0 0 0,0 0 0,-1 1 0,1-1 1,0 0-1,2 5 0,-1 2-10,1 0-1,-1 0 1,-1 0 0,3 16 0,0 9 9,-1-1 1,-1 1 0,-2 0 0,-2 0 0,-1 0-1,-1-1 1,-2 1 0,-2-1 0,-1 0-1,-14 37 1,15-50 10,-1 0 1,-2-1-1,0 0 0,-1 0 0,0-1 1,-2-1-1,0 0 0,-1 0 0,-1-1 0,0-1 1,-1-1-1,0 0 0,-1-1 0,-1-1 1,0-1-1,-1 0 0,-24 9 0,28-14 22,-1-1 0,0-1-1,0-1 1,0 0 0,0-1-1,-1 0 1,-28-2 0,42 0-7,-1 0 0,1 0 0,-1-1 0,0 1 0,1-1 0,0 0 0,-1 0 0,1 0 1,-1 0-1,1 0 0,0-1 0,0 1 0,0-1 0,0 0 0,0 0 0,0 0 0,0-1 0,1 1 0,-1-1 1,1 1-1,0-1 0,0 0 0,-1 0 0,-2-6 0,2 0 35,0-1 0,0 0 0,1 0-1,1 0 1,-1 0 0,2-1 0,0-12 0,-1 14-46,2 0 0,-1 0 0,1 0 0,1 0-1,-1 0 1,2 0 0,-1 0 0,1 1 0,0-1 0,1 1 0,0 0 0,6-9 0,-3 7-8,1 0-1,1 1 1,-1 0-1,2 0 1,-1 1-1,1 0 1,0 0 0,13-6-1,-9 6-8,0 1 0,0 0 0,1 1 0,-1 1 0,1 0 0,31-5 0,-41 9 4,0 0 0,1 1-1,-1-1 1,1 1-1,-1 0 1,0 0 0,1 1-1,-1-1 1,1 1 0,-1 1-1,0-1 1,0 1 0,1 0-1,-1 0 1,0 0 0,-1 1-1,1-1 1,0 1-1,-1 1 1,0-1 0,1 0-1,5 8 1,-2 3-18,0 0 1,-2 0-1,0 1 0,0 0 1,-2 0-1,1 0 0,1 20 0,2 1-493,-7-34 208,-1 1 0,1 0 0,0-1 1,0 1-1,0-1 0,0 1 0,0-1 0,3 5 0,-3-7 16,0 1 0,-1-1 0,1 1 0,0-1 0,0 1 0,0-1 0,0 0 0,-1 1 0,1-1 0,0 0 0,0 0 0,0 0 0,0 0 0,0 0 0,0 0 0,1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6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466 8 160,'-25'-3'3973,"15"2"-3680,-8-1-11,-1 1 0,0 1 0,-18 1 0,27 0-243,1 1 0,-1 0-1,1 0 1,0 1 0,0 0 0,0 0 0,0 1 0,1 0 0,-1 1 0,-12 9-1,2 2 48,1 0-1,1 2 0,0 0 0,2 0 0,0 2 0,0 0 1,2 1-1,1 0 0,1 1 0,0 0 0,2 1 0,-7 24 1,6-11 18,1-1 0,2 1 0,2 0 0,1 1 0,2-1 0,1 1 0,7 54 0,-3-69-75,1-1-1,0 0 1,2 0 0,1 0 0,0-1-1,2 0 1,0 0 0,1-1-1,1 0 1,1-1 0,0 0-1,28 29 1,-22-29-15,1 0-1,1-2 1,0 0 0,2-1-1,-1-1 1,2-2-1,0 0 1,0-1 0,1-1-1,33 9 1,-12-9 15,0-1 1,1-3-1,0-1 0,71-3 1,-101-2-23,1-1 0,-1 0 0,1-1 1,-1-1-1,0 0 0,0-2 0,28-10 1,-35 11-3,0-1 1,0-1 0,-1 0 0,0 0-1,0 0 1,0-1 0,0 0 0,-1-1-1,-1 0 1,1 0 0,-1 0 0,0-1 0,6-14-1,-4 6 12,-1-1 0,-1 0 0,-1 0-1,0 0 1,-1-1 0,-1 1 0,-1-1-1,-1 0 1,0 0 0,-2 0-1,0 0 1,-4-20 0,0 7-2,-2 1 0,-1 0 0,-2 0 0,-1 1 0,-1 0 0,-21-36 0,9 24-14,-2 0 0,-2 2 0,-1 1 0,-3 2 0,0 1 0,-3 1 0,-52-42 0,72 67-59,1 0 0,-2 1 0,1 1 0,-1 0 0,-1 1 0,1 1-1,-1 0 1,-18-3 0,27 8-83,0-1 0,-1 1-1,1 1 1,-1-1 0,1 1 0,-1 1-1,1 0 1,0 0 0,-1 0 0,1 1-1,0 0 1,0 1 0,0 0 0,0 0-1,0 1 1,1 0 0,-1 0 0,-8 7-1,-39 44-5203,53-52 5045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7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123 180 5314,'0'0'1134,"-17"28"-1158,-52 93 19,64-110 7,0 1-1,0 0 1,1 0 0,1 0 0,0 1-1,0-1 1,-1 23 0,1-4 0,2-18 737,1-34 496,1 5-1126,1 1 0,0-1 1,1 1-1,1-1 0,0 1 0,1 0 0,12-24 0,1 2-132,43-62 0,-48 79 22,2 1 0,0 1 0,1 0 0,1 1 0,32-26 0,-40 37-6,0-1 0,0 2 0,0-1 0,1 2 0,-1-1-1,1 1 1,0 1 0,1-1 0,-1 2 0,1-1 0,-1 2 0,1-1 0,0 1-1,-1 1 1,13 1 0,-18 0-4,1 0 0,0 0-1,0 0 1,-1 1 0,1 0-1,-1 1 1,1-1 0,-1 1-1,0 0 1,0 0 0,8 7-1,-5-3 0,0 1 0,-1 0-1,0 0 1,0 1-1,10 17 1,-3 0-1,-2 1 0,-1 0 1,15 55-1,-17-38 7,-3 2 1,-1-1 0,-2 0 0,-3 49-1,0-63 11,0-21 0,1 1-1,-2-1 0,0 1 0,0-1 0,-1 0 1,0 1-1,0-1 0,-2 0 0,1 0 1,-1-1-1,0 1 0,-1-1 0,0 0 0,-1 0 1,0 0-1,0-1 0,-1 0 0,-8 8 0,2-9 116,7-12 158,5-22 215,2 19-503,-1 1 12,0 1 0,1-1 0,-1 1 0,2 0 0,-1-1 0,1 1 0,-1 0 0,2 0 0,-1 0 0,1 0 0,0 1 0,0-1 0,0 1 0,1-1 0,0 1 0,0 0 0,0 0 0,1 1 0,6-6 0,-3 4-23,1 1-1,-1 0 1,1 0 0,0 1 0,0 0 0,1 1 0,-1 0 0,1 0 0,-1 1-1,1 0 1,0 1 0,10-1 0,-13 2 3,-1 0 0,1 0 0,-1 0 0,1 1 0,-1 0 0,1 1 0,-1-1 1,0 1-1,0 0 0,0 1 0,0-1 0,0 1 0,-1 0 0,11 8 0,-8-4 6,-1-1 1,-1 1-1,0 0 0,0 1 1,0 0-1,-1 0 0,0 0 0,0 0 1,4 12-1,1 9 7,-1 0-1,-1 1 1,-2 0-1,0 0 1,0 41-1,-3-26 7,-1-1-1,-9 74 0,4-97 4,0 1-1,-2-1 1,-1 0-1,0-1 1,-2 1-1,0-1 1,-16 27 0,12-27-2,-1-1 1,-1-1 0,-1-1 0,0 0 0,-1-1-1,-1 0 1,-1-1 0,-35 23 0,41-31 10,1 0 1,-1-1-1,0-1 0,0 0 1,-1 0-1,0-1 1,0-1-1,0 0 1,0-1-1,0 0 0,0-1 1,-1-1-1,1 0 1,0 0-1,-1-2 1,-18-3-1,25 3 20,1-1 0,0 1 0,0-1 0,0 0 0,1-1 0,-1 1 0,1-1 0,0 0 0,0-1 0,0 1 0,0-1 0,1 0 0,0 0 1,0 0-1,0-1 0,1 1 0,-1-1 0,1 0 0,1 0 0,-4-9 0,1 0 8,1-1 0,0 1 0,1-1 0,1 1 0,1-1 0,0 0 0,1-22 0,0 33-38,1-1-1,0 1 1,-1-1 0,2 1-1,-1 0 1,1 0 0,-1-1 0,1 1-1,1 0 1,-1 0 0,1 1-1,0-1 1,0 0 0,0 1 0,1 0-1,-1 0 1,1 0 0,0 0-1,0 1 1,1-1 0,5-3 0,-1 3-10,0 0 0,0 0 1,1 1-1,-1 0 1,1 0-1,0 1 1,-1 1-1,1 0 1,0 0-1,0 1 1,10 1-1,-12-1 1,0 1 1,0 0-1,0 0 0,-1 1 1,1 0-1,-1 1 0,1-1 1,-1 1-1,0 1 1,0-1-1,0 1 0,-1 1 1,1-1-1,-1 1 0,6 6 1,1 3-4,-1 0 0,0 1 0,-1 0 0,-1 1 0,11 23 0,-13-22-23,-6-13-132,-1 0 1,1-1-1,0 1 1,0 0-1,0-1 1,0 1-1,0-1 1,1 0-1,0 0 1,0 0-1,0 0 1,0 0-1,7 4 1,18-3-3860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7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6435,'0'0'4466,"-3"140"-4434,3 29 320,0 18-240,3 3-64,29-5-48,4-19-576,0-35-3746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8.7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114 366 3970,'0'0'1118,"-18"25"-1100,-6 9-11,-46 71 50,70-121 3077,-1-5-2957,1 1-142,1 0 0,1 0-1,1 0 1,0 0 0,2 0-1,0 1 1,1 0 0,1 0-1,1 0 1,1 1 0,15-23-1,-10 18-38,2 1 0,0 1 0,2 1-1,0 0 1,1 1 0,40-30-1,-49 41-3,1 1 0,0 0-1,0 1 1,0 0-1,1 1 1,0 0-1,0 0 1,0 2-1,1-1 1,-1 2 0,1 0-1,0 0 1,0 1-1,-1 1 1,1 0-1,18 2 1,-27-1 3,0 0 0,0 1 0,0-1 0,0 1 0,-1 0 0,1 0 0,-1 0 0,1 0 0,-1 0 0,1 1 0,-1 0 0,0 0 0,0 0 0,-1 0 0,1 0 0,0 0 0,-1 1 0,0-1-1,0 1 1,0 0 0,2 6 0,1 4-1,-1 0 0,0 0 0,-1 0 0,2 26 0,0 10 4,-4 76-1,-2-105 8,0-1-1,-2 0 1,-1 0-1,0 0 0,-2 0 1,-11 29-1,11-37 5,2-1 4,-1 0 0,-1 0 0,1-1 0,-2 1-1,1-1 1,-1 0 0,-15 15 0,22-25 13,0 0 0,-1 0-1,1 1 1,0-1 0,0 0-1,0 0 1,-1 1 0,1-1-1,0 0 1,0 0 0,-1 1-1,1-1 1,0 0 0,0 0-1,-1 0 1,1 0 0,0 0-1,-1 1 1,1-1 0,0 0-1,-1 0 1,1 0 0,0 0-1,-1 0 1,1 0 0,0 0-1,-1 0 1,1 0 0,0 0-1,-1 0 1,1 0 0,0 0-1,-1-1 1,1 1 0,0 0-1,0 0 1,-1 0 0,1 0-1,0 0 1,-1-1 0,1 1-1,0 0 1,0 0 0,-1 0-1,1-1 1,0 1 0,0 0-1,0-1 1,-1 1 0,1 0-1,0 0 1,0-1 0,0 1-1,0 0 1,0-1 0,0 1-1,-1-1 1,1-22 48,0 16 39,1 0-111,-1 0-1,1 0 1,1 0 0,-1 0 0,1 1 0,0-1-1,0 0 1,1 1 0,0-1 0,0 1 0,1 0-1,0 0 1,0 0 0,0 0 0,1 1 0,-1 0 0,1 0-1,0 0 1,9-6 0,-4 4-23,-1 1 0,1 0 1,0 1-1,1 0 0,-1 0 0,1 1 0,0 1 1,0 0-1,1 0 0,-1 1 0,18-1 0,-23 3 6,-1 0 0,0 0 0,0 1 0,0-1 0,0 1 0,1 1 0,-1-1 0,0 1 0,-1-1 0,1 1 0,0 1 0,0-1 0,-1 1 0,1-1 0,-1 1 0,0 1 0,0-1 0,0 1 0,-1-1 0,1 1 0,-1 0 0,4 6 0,2 4 1,-1 0 0,-1 1 1,0 1-1,-1-1 1,8 33-1,-5-4 12,-2 0 0,-2 1 0,-1 0 0,-5 73 0,0-92 2,-1 0 1,-1-1-1,-1 0 1,-1 1-1,-1-2 1,-1 1-1,-2-1 1,0 0-1,-1-1 1,-2 0-1,0 0 1,-2-1-1,0-1 1,-1 0-1,-22 22 1,22-28 11,1 0-1,-2-1 1,0 0 0,0-1 0,-2-1 0,1-1-1,-1-1 1,-1 0 0,0-1 0,0-1 0,-1-1-1,0 0 1,0-2 0,-1 0 0,1-2 0,-1 0-1,0-1 1,-33-2 0,48 0 5,-1 0-1,0 0 1,1-1 0,-1 0 0,0-1-1,1 0 1,-1 0 0,1 0 0,0 0-1,0-1 1,0 0 0,0-1 0,0 1 0,1-1-1,-1 0 1,1 0 0,0-1 0,0 0-1,1 0 1,0 0 0,-1 0 0,2 0-1,-1-1 1,0 0 0,1 0 0,0 0-1,1 0 1,0 0 0,-1-1 0,2 1-1,-3-11 1,3 9-11,0 0 1,0 0-1,0 0 0,1 0 1,0 0-1,1 0 0,0 0 1,0 0-1,0 0 0,1 1 1,1-1-1,-1 0 0,1 1 1,0-1-1,1 1 0,0 0 1,0 0-1,0 1 0,1-1 1,0 1-1,1 0 0,-1 0 1,1 0-1,0 1 0,0 0 1,1 0-1,-1 1 0,14-7 1,-4 3-16,-1 1-1,1 1 1,0 0 0,0 1 0,1 1 0,0 1-1,-1 0 1,1 1 0,0 0 0,0 2 0,0 0-1,31 5 1,-42-4 4,0 0 0,-1 0 0,1 1 1,0 0-1,0 1 0,-1-1 0,1 1 0,-1 0 0,0 0 0,0 1 0,0-1 0,0 1 0,-1 0 1,1 1-1,4 5 0,0 4-91,0-1 1,-1 2-1,0-1 0,6 18 1,-14-31 80,11 13-1740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9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0 354 4098,'0'0'3228,"14"-22"-2011,-12 19-1180,17-27 59,0 1 0,2 1 0,1 1 0,32-30 0,-24 31-54,1 1-1,39-25 0,-57 42-39,0 1-1,1 0 0,0 0 1,1 1-1,-1 1 0,1 1 1,0 0-1,24-3 0,-36 6-3,0 1-1,0 0 1,0 0-1,0 0 0,0 0 1,0 0-1,0 1 1,0-1-1,0 1 1,0 0-1,-1 0 0,1 0 1,0 0-1,0 0 1,-1 1-1,1-1 1,-1 1-1,1 0 0,-1 0 1,0 0-1,0 0 1,0 0-1,0 0 1,0 0-1,0 1 0,0-1 1,2 6-1,0 2-4,-1 0-1,0 0 0,0 1 1,-1 0-1,0-1 0,0 19 1,0 4 9,-1 1 1,-2 0 0,-2-1-1,0 1 1,-2-1 0,-2 0-1,-1 0 1,-2-1 0,-23 54-1,-10-6 220,-4-1-1,-3-3 1,-66 78-1,94-125 211,20-23-273,11-5-45,30-2-47,1-2 1,-1-2 0,0-2-1,74-22 1,-51 12-12,232-47 9,-216 52-61,142-4-1,-186 15-8,-28 0 3,-1 0-1,1 1 0,0 0 1,-1 0-1,1 0 0,0 1 0,-1 0 1,11 2-1,-16-2 0,1-1 0,-1 0 0,0 1 0,1-1 0,-1 0 0,0 1 0,1-1 0,-1 0 0,0 1 0,0-1 0,1 1 0,-1-1 0,0 1 0,0-1 0,0 1 0,0-1 0,0 0 0,0 1 0,0-1 0,0 1 0,0-1 1,0 1-1,0-1 0,0 1 0,0-1 0,0 1 0,0-1 0,0 1 0,0-1 0,-1 0 0,1 1 0,0-1 0,0 1 0,0-1 0,-1 1 0,1-1 0,0 0 0,-1 1 0,1-1 0,0 0 0,-1 1 0,-18 17-456,10-14-40,-1 0 0,1 0 0,-1-1 0,-16 2 0,-62 9-5498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09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206 230 1233,'0'0'5391,"-8"-8"-4585,-30-21-376,38 28-428,0 1 0,-1-1 0,1 1 0,-1-1 0,1 1 0,-1 0 1,1-1-1,-1 1 0,0-1 0,1 1 0,-1 0 0,1 0 0,-1-1 0,0 1 1,1 0-1,-1 0 0,1 0 0,-1 0 0,0 0 0,1 0 0,-1 0 1,0 0-1,1 0 0,-1 0 0,0 0 0,1 0 0,-1 0 0,0 1 0,1-1 1,-1 0-1,1 0 0,-1 1 0,0-1 0,1 0 0,-1 1 0,1-1 1,-1 1-1,1-1 0,-1 1 0,1-1 0,0 1 0,-1-1 0,1 1 0,0-1 1,-1 1-1,1-1 0,0 1 0,-1 0 0,1-1 0,0 1 0,0-1 1,0 1-1,0 1 0,-3 4-5,-34 64 31,25-44 1,-1-1 0,-1 0 0,-30 37 0,37-55 260,3-9 398,5-17-207,7-10-455,2 1 0,2 1-1,0-1 1,24-37-1,-26 47-16,1-1-6,1 0 0,1 0 0,0 2 0,1-1 0,26-23 0,-32 34-7,1-1 0,0 1 0,0 1 0,1 0 0,0 0 0,0 1 0,0 0 0,1 1 0,0 0 0,-1 0 0,2 1 0,17-2 0,-19 4-5,0 0 1,0 1 0,0 0-1,0 0 1,0 1 0,0 1-1,11 2 1,-16-2 3,0 0-1,0 0 1,-1 0 0,1 1-1,-1-1 1,0 1 0,0 0-1,0 1 1,0-1 0,0 1-1,0-1 1,-1 1 0,0 0-1,0 0 1,3 6 0,2 5-8,0 0 1,-1 0-1,0 1 1,-2 0-1,0 0 1,0 0-1,1 18 1,-2 3 13,-1 0 0,-2 42 1,-2-71 0,0 1 1,0 0-1,0-1 0,-1 1 1,0 0-1,-1-1 0,0 0 1,0 0-1,-8 13 0,9-17 26,-1 0-1,1 0 0,-1 0 1,0-1-1,-1 1 1,1-1-1,-1 0 1,1 1-1,-1-2 0,0 1 1,0 0-1,0-1 1,0 0-1,-1 0 0,1 0 1,-1 0-1,1-1 1,-1 1-1,-5 0 1,10-2-3,-1 0 0,1 0 0,0 0 1,-1 0-1,1 0 0,0-1 1,-1 1-1,1 0 0,0 0 0,-1 0 1,1 0-1,0 0 0,-1 0 1,1 0-1,0-1 0,0 1 0,-1 0 1,1 0-1,0 0 0,0-1 1,-1 1-1,1 0 0,0 0 0,0-1 1,-1 1-1,1 0 0,0-1 1,0 1-1,0 0 0,0 0 0,0-1 1,-1 1-1,1 0 0,0-1 1,0 1-1,0 0 0,0-1 0,0 1 1,0 0-1,0-1 0,0 1 1,0 0-1,0-1 0,0 1 0,1-1 1,3-16 7,-2 11-31,1 1 0,0-1 0,0 1 0,1 0 0,-1 0 0,1 0 0,0 1 1,1-1-1,-1 1 0,1 0 0,0 0 0,0 1 0,0-1 0,0 1 0,0 0 0,1 1 0,0-1 0,6-1 0,4-2-13,1 1 1,0 1 0,0 1 0,0 0 0,24-1-1,-32 4 5,0 0-1,0 0 0,1 1 0,-1 0 0,0 0 1,0 1-1,0 1 0,0-1 0,0 1 1,12 7-1,-14-6 0,-1 0 1,0 0-1,0 1 0,0 0 1,0 0-1,-1 1 1,0 0-1,0 0 0,-1 0 1,0 0-1,0 0 1,0 1-1,4 10 0,-2 3 5,0 0-1,-1 1 0,-1-1 1,0 1-1,-2 0 0,-1 0 1,-2 36-1,1-42 4,0 0 0,-2 0 0,0 0 0,-1-1 0,0 1 0,-1-1 0,0 1 0,-2-1 0,1-1 0,-2 1 0,0-1 0,0 0 0,-1 0 0,-1-1 0,0 0 0,-1-1 0,0 0 0,-1-1 0,0 0 0,-18 13 0,8-8 6,-1-1 0,0-1 0,-1 0-1,-44 16 1,51-24 19,1 0-1,0-1 1,-1-1 0,0 0-1,0-1 1,1-1 0,-1 0-1,-30-3 1,43 1-4,0 1 1,1-1 0,-1 1-1,0-1 1,1 0-1,-1 0 1,1 0 0,0-1-1,-1 1 1,1-1-1,0 1 1,0-1 0,0 0-1,0 1 1,0-1-1,0 0 1,0 0 0,1-1-1,-1 1 1,1 0-1,-1-1 1,1 1 0,0 0-1,0-1 1,0 1-1,0-1 1,1 0 0,-1 1-1,1-1 1,-1 0-1,1-2 1,0-1-14,0 1 0,0-1-1,0 1 1,1-1 0,0 1 0,0 0 0,1-1-1,-1 1 1,1 0 0,0 0 0,0 0 0,1 0-1,0 1 1,6-10 0,4 2-204,0 0 0,1 0 1,1 2-1,0 0 0,0 0 0,22-9 0,39-26-3150,-7-7-2825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10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45 326 4290,'0'0'1705,"-7"19"-1142,-23 59-160,24-66 1440,4-13-1198,3-18-594,0 15 213,1-12-211,1 0-1,1 0 0,0 1 0,1-1 0,1 1 1,1 0-1,0 1 0,1 0 0,17-25 0,-6 13-62,1 1-1,1 1 1,1 1-1,29-23 1,-39 36 6,0 0 0,0 1 0,1 0 0,0 1-1,0 1 1,1 0 0,0 1 0,0 0 0,1 1 0,-1 1 0,1 0 0,18-1 0,-28 4-3,-1 1 0,1 0 0,-1 0 0,1 1 0,-1 0 0,1-1 0,-1 1 0,1 1 0,-1-1 0,0 1 0,1-1 0,-1 1 0,0 1 0,0-1 1,-1 0-1,1 1 0,0 0 0,-1 0 0,1 0 0,-1 0 0,0 1 0,0-1 0,-1 1 0,1 0 0,-1-1 0,4 7 0,0 4-1,-1-1 0,0 1-1,-1 0 1,0 0 0,-1 1 0,0-1-1,0 16 1,0 5 15,-1-1 0,-1 1 0,-2 0 0,-11 66 0,10-92-8,-1 0-1,0-1 1,0 1 0,-1-1 0,-8 13-1,11-19 36,-1 1 1,1-1-1,-1 0 0,0 1 0,0-1 0,0 0 0,0 0 1,0 0-1,-1 0 0,1-1 0,0 1 0,-1 0 0,0-1 0,1 0 1,-1 0-1,0 0 0,0 0 0,1 0 0,-1 0 0,-5 0 1,7-1-10,1 0 0,-1 0 0,1 0 0,-1 0 0,0-1 0,1 1 0,-1 0 0,0 0 0,1 0 0,-1-1 0,1 1 0,-1 0 0,1-1 0,-1 1 0,0 0 0,1-1 0,-1 1 0,1-1 0,0 1 0,-1-1 0,1 1 0,-1-1 0,1 1 0,0-1 0,-1 1 0,1-1 0,0 1 0,0-1 0,-1 0 0,1 1 0,0-1 0,0 0 0,0 0 1,0-28 194,1 16-206,-1 7-16,1-1-1,0 1 0,1 0 1,0 0-1,-1 0 1,2 0-1,-1 0 0,1 0 1,0 0-1,0 1 0,1-1 1,-1 1-1,1 0 0,0 0 1,1 1-1,-1-1 1,1 1-1,0 0 0,0 0 1,0 0-1,1 1 0,-1 0 1,11-4-1,-5 1-36,2 1 0,-1 1 0,0 0-1,1 1 1,0 1 0,0 0 0,0 0 0,0 1-1,0 1 1,0 0 0,15 2 0,-21 0 24,0 0 0,0 0 1,0 0-1,0 0 0,-1 1 1,1 1-1,-1-1 0,0 1 0,0 0 1,0 0-1,-1 0 0,1 1 1,-1 0-1,0 0 0,0 1 0,-1-1 1,0 1-1,0 0 0,0 0 1,0 1-1,-1-1 0,0 1 0,3 11 1,1 6 11,0 0 1,-2 0-1,-1 0 1,-1 1-1,0 39 1,-3-46 4,0 0 0,-1-1 0,-1 1 0,-1-1 0,0 1 0,-1-1 0,-1 0 0,0 0 0,-2-1 0,0 0 0,0 0 1,-2 0-1,0-1 0,-1-1 0,0 1 0,-1-1 0,-18 17 0,20-21 27,-1 0 0,0-1 0,-1 0 0,0-1 0,0 0 0,-1-1 0,1 0 0,-2-1 0,1-1 0,-1 1 0,1-2 0,-1 0 0,-26 4 0,38-7-9,-1-1 1,0 0-1,1 0 1,-1 0-1,1 0 1,-1 0-1,0 0 1,1-1-1,-1 1 1,1 0-1,-1-1 1,1 1 0,-1-1-1,1 1 1,-1-1-1,1 0 1,0 0-1,-1 0 1,1 0-1,0 0 1,-1 0-1,1 0 1,-1-2-1,0 1 14,1-1-1,0 0 0,0 1 0,0-1 1,0 0-1,0 1 0,0-1 0,1 0 1,-1 0-1,1 0 0,0 1 0,0-5 1,1-2-4,0 1 0,0 0 0,1-1 0,0 1 0,0 0 0,1 0 0,0 0 0,6-11 0,-5 14-38,-1 0 1,0 1 0,1-1-1,0 1 1,0 0 0,0 0-1,1 1 1,-1-1 0,1 1-1,0 0 1,0 0 0,0 1-1,0-1 1,0 1 0,1 0-1,-1 1 1,1-1 0,-1 1-1,1 0 1,0 1 0,-1-1-1,1 1 1,6 0 0,-10 1-38,0-1 0,0 1 0,0 0 1,0 0-1,0-1 0,-1 1 0,1 0 0,0 1 1,0-1-1,-1 0 0,1 0 0,-1 1 1,1-1-1,-1 1 0,1-1 0,-1 1 1,0 0-1,0 0 0,0-1 0,0 1 0,0 0 1,0 0-1,0 0 0,-1 0 0,1 0 1,-1 0-1,0 0 0,1 0 0,-1 0 1,0 1-1,0 1 0,2 36-3140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10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0 105 7732,'0'0'4466,"229"-51"-4466,-93 24-2658,-2 1-4913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10.9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0 104 8020,'0'0'3073,"223"-35"-3057,-107 23-16,21 0 0,14 0-128,1 0-2129,-16-9-2593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11.2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69 8564,'0'0'1729,"279"-33"-3666,-136-2-5523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11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 8548,'0'0'1809,"199"0"-1793,-89-12 16,3 0-32,6 3 0,-6 0-1649,-15 0-3169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11.6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77 7171,'0'0'3442,"124"-11"-3442,22-22-1425,17 0-3777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11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78 4546,'0'0'1905,"164"-21"-849,-75 6-239,9 6-353,12-3-352,5 6-112,1-6-784,-21 10-2658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12.7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 90 3874,'0'0'2166,"-18"27"-2137,-55 88 1,69-107-2,-1 0 0,1 0 1,1 1-1,0-1 0,0 1 1,0 0-1,1 0 0,-1 14 1,0-2 143,0 3 11,0 0 0,2 26 0,1-69 1770,-1 7-1830,1 1-1,0-1 0,1 1 0,0 0 0,1-1 0,0 1 0,1 0 0,6-16 0,0 9-121,1 0-1,1 1 1,1 1-1,0-1 1,1 2-1,1 0 1,0 0-1,29-21 1,-17 16-8,1 2 0,1 0 0,0 2 1,55-23-1,-66 34 1,0-1 0,0 2-1,0 0 1,1 1 0,35-1 0,-49 4 1,0 0 1,0 0 0,0 0-1,0 1 1,0-1-1,0 1 1,-1 0 0,1 0-1,0 0 1,0 1 0,0-1-1,-1 1 1,1 0 0,-1 0-1,0 0 1,1 1 0,-1-1-1,0 1 1,0-1 0,3 5-1,-1 1-4,0 0 0,0 1-1,-1 0 1,0-1 0,0 2 0,-1-1-1,3 16 1,3 18-3,-2-1-1,3 76 1,-12 91 24,1-156-5,1-46-1,1 1 0,-2-1 1,1 0-1,-1 0 1,0 0-1,0 0 1,0 0-1,-1 0 1,-1 0-1,1-1 1,-1 1-1,0-1 1,-6 9-1,9-14 12,0-1-1,0 0 0,0 0 1,0 0-1,0 1 0,0-1 1,0 0-1,0 0 0,0 0 1,0 1-1,0-1 1,0 0-1,-1 0 0,1 0 1,0 0-1,0 1 0,0-1 1,0 0-1,0 0 0,-1 0 1,1 0-1,0 0 1,0 1-1,0-1 0,-1 0 1,1 0-1,0 0 0,0 0 1,0 0-1,-1 0 0,1 0 1,0 0-1,0 0 0,0 0 1,-1 0-1,1 0 1,0 0-1,0 0 0,-1 0 1,1 0-1,0 0 0,0 0 1,0 0-1,-1 0 0,1 0 1,0 0-1,0-1 1,0 1-1,0 0 0,-1 0 1,1 0-1,0 0 0,0 0 1,0-1-1,0 1 0,-1 0 1,1 0-1,0 0 1,0 0-1,0-1 0,0 1 1,0 0-1,0 0 0,0 0 1,0-1-1,0 1 0,-1-8 35,2 1 0,-1-1 0,1 0-1,0 1 1,1-1 0,-1 1-1,2 0 1,-1 0 0,5-10 0,-5 13-56,1 1 0,-1-1 0,1 1 0,-1 0 1,1 0-1,0 0 0,0 0 0,1 0 0,-1 1 1,1-1-1,-1 1 0,1 0 0,-1 0 0,1 0 1,0 1-1,0-1 0,0 1 0,0 0 1,0 0-1,5 0 0,-5 0-2,0 1 0,0 0 0,0-1 0,0 1 0,0 0 0,0 1 0,0-1 0,0 1 0,0 0 0,0 0-1,0 0 1,0 1 0,0-1 0,-1 1 0,1 0 0,-1 0 0,1 0 0,-1 0 0,0 1 0,0-1 0,0 1 0,0 0 0,0 0 0,0 0 0,-1 0 0,0 0 0,3 6 0,2 4-3,-1 0 0,-1 0 0,-1 1 0,0 0 0,0 0 0,2 27 0,-1 0 9,-1-1-1,-3 1 1,-1 0 0,-2 0 0,-1 0 0,-11 43-1,8-59 4,0-1 0,-2 1 0,-1-2 0,-1 1-1,-1-1 1,-1-1 0,-1 0 0,0 0 0,-2-2-1,-1 1 1,-19 18 0,19-24-1,-1 0 0,0-1 0,-1-1 0,-1-1 0,1-1-1,-28 12 1,36-18 5,-1 0 1,0-1-1,0-1 0,-1 0 0,1 0 0,-1-1 0,1-1 0,-1 0 0,0 0 0,0-1 0,1-1 0,-1 0 0,-14-3 0,22 3-2,1 0 1,-1-1-1,1 1 0,0-1 1,0 0-1,0 0 0,0 0 1,0-1-1,0 1 0,0 0 1,1-1-1,-1 0 1,1 0-1,0 0 0,0 0 1,0 0-1,0 0 0,0 0 1,1-1-1,-1 1 0,1-1 1,0 1-1,-1-6 0,0-1 3,1 0-1,0 0 0,0 0 1,1 0-1,0-1 0,1 1 0,2-12 1,-1 14-8,0 0 0,0 1 0,0 0 1,1-1-1,0 1 0,1 0 0,0 0 0,0 1 1,0-1-1,1 1 0,0 0 0,0 0 0,0 0 1,1 1-1,0 0 0,0 0 0,0 0 0,0 1 1,14-7-1,-8 6-7,0 0 1,1 1-1,-1 0 1,1 1-1,0 0 0,0 1 1,0 1-1,0 0 1,1 1-1,-1 0 1,14 2-1,-23-1 5,1-1 1,-1 1-1,1 0 0,-1 1 0,1-1 1,-1 1-1,0 0 0,0 0 1,0 0-1,0 1 0,0-1 1,7 7-1,-3-1-43,-1 0 0,0 1 0,10 17 0,13 15-1653,-14-26-2632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13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298 63 6435,'0'0'1123,"33"8"-1080,-15-3-36,5 0-5,0 1 1,39 17-1,-51-17 20,0-1-1,0 2 1,0 0 0,-1 0 0,0 1 0,0 0-1,-1 1 1,0 0 0,12 15 0,-1 4 137,-1 0 0,-2 2 1,-1 0-1,18 45 0,-27-55-125,0-1-1,-2 2 0,0-1 1,-1 0-1,-2 1 0,0 0 1,-1-1-1,-2 34 0,0-48-28,1-1 0,-1 1-1,0 0 1,-1 0-1,1 0 1,-1-1-1,0 1 1,-1-1 0,1 0-1,-1 1 1,0-1-1,-1 0 1,1-1 0,-1 1-1,0 0 1,0-1-1,0 0 1,-7 5-1,3-4 9,-1-1 0,0 1 0,0-1-1,0-1 1,0 0 0,-1 0-1,1-1 1,-1 0 0,0 0-1,-14-1 1,11 1 35,1-2 1,0 0-1,0 0 0,0-1 1,0 0-1,0-1 0,0 0 0,0-1 1,0-1-1,1 0 0,-1 0 0,1-1 1,0-1-1,1 0 0,-1 0 0,1-1 1,0 0-1,1-1 0,0 0 0,0 0 1,-13-17-1,13 12 7,1-1 0,0 0 0,1 0 0,0 0 0,1-1 1,1 0-1,0 0 0,2-1 0,-1 1 0,2-1 0,0 0 0,1 0 0,0 1 0,1-1 0,1 0 0,1 0 1,0 0-1,1 1 0,7-21 0,-3 19-51,0 0 1,2 1-1,0 0 1,1 1-1,1 0 1,0 1-1,1 0 1,0 0-1,28-22 1,-20 20-12,1 0 1,1 1 0,0 2-1,1 0 1,0 1-1,41-13 1,-40 17 1,1 1-1,0 2 1,0 0 0,0 2-1,1 0 1,-1 2 0,38 3 0,-47-1 4,-1 2 1,1 0-1,-1 0 1,0 2 0,0 0-1,0 0 1,-1 2-1,0-1 1,0 2-1,0 0 1,-1 1 0,-1 0-1,15 14 1,-10-6 23,0 2 0,-2 0 0,0 1 0,-1 0 0,-2 1 0,0 1 0,-1 0-1,-1 0 1,-1 1 0,-1 1 0,-1-1 0,-1 1 0,-1 0 0,-1 1 0,0 30 0,-2-18 83,-3 1-1,0-1 1,-3 0-1,-1 0 0,-2 0 1,-1-1-1,-2 0 1,-1-1-1,-26 55 1,9-38 14,-2-2 0,-2-1 0,-2-2 0,-2-1 1,-66 65-1,42-54-72,-2-3 1,-2-3-1,-100 61 1,118-85-160,-1-2 0,-1-2 1,-57 18-1,41-23-1025,-103 16 0,166-34 1127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22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1 271 6291,'0'0'3484,"3"17"-3417,66 225 51,-35-129-76,-30-98-34,1 0 1,0 0 0,1 0-1,1-1 1,11 18-1,-15-27-6,0-1 0,1 0 0,0 0-1,-1 0 1,1 0 0,1-1 0,-1 1 0,1-1-1,-1 0 1,1-1 0,0 1 0,0-1 0,0 0-1,0 0 1,0 0 0,1-1 0,-1 0 0,10 1-1,17 0-64,0-1-1,-1-2 1,1-1-1,-1-1 0,0-2 1,0-1-1,0-2 1,-1-1-1,0-1 0,0-1 1,-1-2-1,-1-1 1,0-1-1,-1-2 1,-1 0-1,-1-2 0,30-27 1,-43 33 98,-1 0 1,0-1 0,-1 0-1,0 0 1,-1-1 0,-1-1-1,-1 1 1,0-1 0,-1 0-1,0-1 1,2-17 0,0-9 220,-2 0 1,-2 1-1,-2-53 1,-2 79-107,-1 0 1,0 1-1,-1-1 1,-1 1-1,0-1 1,-1 1-1,-1 0 1,0 1-1,-12-24 0,8 24 401,8 14-543,1 0 0,0 0 0,0 0 0,0 0 0,0 0 0,0 0 0,-1 0-1,1 0 1,0 0 0,0 0 0,0 0 0,0 0 0,-1 0 0,1 0 0,0 0 0,0 0-1,0 0 1,0 0 0,0 0 0,-1 0 0,1 0 0,0 0 0,0 1 0,0-1-1,0 0 1,0 0 0,0 0 0,0 0 0,-1 0 0,1 0 0,0 1 0,0-1 0,0 0-1,0 0 1,0 0 0,0 0 0,0 0 0,0 1 0,0-1 0,0 0 0,0 0-1,0 0 1,0 0 0,0 0 0,0 1 0,0-1 0,-2 37 204,2-28-260,4 97 126,4 1-1,39 189 0,43 114 86,-87-397-327,13 43 212,-15-53-349,0 0-1,0 0 1,1 0 0,0 0-1,-1 0 1,1 0 0,0-1-1,0 1 1,1-1-1,-1 1 1,0-1 0,1 0-1,4 3 1,8-2-4952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22.6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111 201 400,'0'0'8071,"35"-12"-7690,122-35-253,-147 44-104,0 1 1,1 0-1,-1 1 0,1 0 1,-1 1-1,1 0 0,-1 1 1,1 0-1,-1 0 0,0 1 1,1 1-1,-1 0 0,0 0 1,0 1-1,-1 0 0,1 0 1,-1 1-1,0 1 0,0-1 1,-1 1-1,10 9 0,-10-7-8,1 1-1,-2 1 0,1-1 0,-1 1 1,-1 1-1,0-1 0,0 1 1,-1 0-1,0 0 0,-1 1 0,-1 0 1,1-1-1,-2 1 0,0 0 1,0 0-1,-1 14 0,0-21-11,-1-1 0,1 1 0,-1 0-1,-1 0 1,1-1 0,-1 1 0,1 0 0,-1-1-1,-1 1 1,1 0 0,-1-1 0,1 0 0,-1 1 0,-1-1-1,1 0 1,-1 0 0,1 0 0,-1 0 0,0-1-1,0 1 1,-1-1 0,1 1 0,-1-1 0,0 0-1,0-1 1,0 1 0,-5 2 0,-7 2 62,0 0 0,0-1 1,-1-1-1,0 0 0,0-2 1,-1 0-1,1 0 0,-1-2 1,1 0-1,-1-1 0,0-1 1,1-1-1,-22-4 0,30 4 7,0-1-1,0 0 1,1-1-1,-1 0 1,1 0-1,0-1 1,0 0-1,1 0 1,-1-1-1,1 0 1,0 0-1,1-1 0,0 0 1,0 0-1,0 0 1,1-1-1,0 0 1,0 0-1,1 0 1,0-1-1,0 1 1,1-1-1,0 0 1,1 0-1,0 0 1,0 0-1,1 0 1,0-1-1,1 1 1,0 0-1,0 0 1,1-1-1,1 1 1,-1 0-1,4-10 0,0 5-71,2 0-1,-1 1 0,2 0 0,-1 0 0,2 1 0,0 0 1,0 0-1,1 1 0,0 0 0,1 1 0,1 0 0,-1 1 1,1 0-1,1 1 0,13-7 0,0 1-48,0 1-1,0 2 1,1 1-1,0 1 1,1 1 0,55-8-1,-68 14 36,0 0-1,0 1 0,0 1 0,1 1 0,-1 0 1,0 1-1,0 0 0,0 1 0,-1 1 0,1 0 1,-1 1-1,0 1 0,0 0 0,0 1 1,-1 1-1,0 0 0,-1 0 0,1 1 0,-2 1 1,1 0-1,-2 1 0,1 0 0,11 15 1,-10-8 16,-1-1 1,-1 2-1,0-1 1,-1 2-1,-1-1 1,-1 1-1,7 32 1,-10-35 10,-1 0 0,-1 0 0,-1 1 0,0-1 0,-1 1 0,-1-1 0,-1 0 0,0 1 0,-8 25 0,5-27-3,-1-1 0,-1 0 0,-1 0 1,0-1-1,-1 0 0,0 0 0,-1-1 0,-14 14 1,-5 2 38,-1-1 1,-43 31 0,18-20 23,-2-2-1,-100 49 1,117-68-592,-1-2 0,0-1 0,-1-3 0,0-1 0,-52 7 0,-72-11-7915,156-7 7812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24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173 114 3346,'0'0'3697,"-164"0"-2432,155 0 143,9-3-511,48-9-689,47 0-192,42-6 80,29-6-96,9 9 0,-14 7-592,-28-1-2162,-44-3-1055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24.8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1 1313,'0'0'7112,"-6"2"-6661,4-1-447,1-1-1,-1 1 0,0 0 1,1 0-1,-1 0 1,0 1-1,1-1 1,-1 0-1,1 0 1,0 1-1,-1-1 0,1 1 1,0-1-1,0 1 1,0 0-1,0-1 1,0 1-1,0 0 1,1 0-1,-1 0 0,1 0 1,-1 0-1,0 3 1,0 7 6,0 1 0,1-1 0,1 14 0,0 4 46,-4 495 349,-3-513-280,6-12-119,0 1-1,0-1 0,0 0 1,0 0-1,-1 0 0,1 0 0,0 0 1,0 0-1,0 1 0,0-1 1,-1 0-1,1 0 0,0 0 1,0 0-1,0 0 0,-1 0 0,1 0 1,0 0-1,0 0 0,-1 0 1,1 0-1,0 0 0,0 0 0,0 0 1,-1 0-1,1 0 0,0-1 1,0 1-1,0 0 0,0 0 1,-1 0-1,1 0 0,0 0 0,0 0 1,0 0-1,0-1 0,-1 1 1,1 0-1,0 0 0,0 0 1,0 0-1,0-1 0,0 1 0,0 0 1,0 0-1,-1 0 0,1 0 1,0-1-1,0 1 0,0 0 0,0 0 1,0-1-1,0 1 0,0 0 1,0 0-1,0 0 0,0-1 1,-2-10 15,1 0 1,0-1 0,1 1 0,2-17-1,-1-4 7,-2 23-29,2 1 1,-1-1-1,1 1 1,0-1-1,0 1 1,1 0-1,1-1 1,-1 1 0,1 0-1,1 0 1,-1 1-1,1-1 1,1 1-1,-1 0 1,1 0-1,0 0 1,1 1 0,0-1-1,0 1 1,0 1-1,1-1 1,0 1-1,11-7 1,-6 5-8,0 1 0,0 1 1,1 0-1,-1 0 0,1 1 0,0 1 0,18-3 1,-22 5-1,1 0 1,-1 0 0,1 1 0,-1 0-1,1 1 1,0 0 0,-1 1 0,0-1-1,1 2 1,-1-1 0,11 6 0,-11-3 2,-1 1 0,1 0 1,-1 0-1,0 1 1,-1 0-1,1 0 1,-1 1-1,-1 0 0,0 0 1,0 1-1,7 13 1,-1 1-7,-1 0 0,-1 1 0,11 41 0,-13-34 16,-2 0 0,0 1 0,-3 0 0,0-1 0,-2 1 0,-2 0 0,0 0 0,-10 49 0,7-68 9,1-1-1,-2 0 0,0 0 1,0-1-1,-1 1 1,0-1-1,-1 0 1,-1-1-1,1 0 0,-2 0 1,1 0-1,-1-1 1,-1-1-1,0 1 1,0-2-1,0 1 0,-1-1 1,0-1-1,0 0 1,-1-1-1,0 0 1,0 0-1,0-1 0,-1-1 1,1 0-1,-1-1 1,1 0-1,-1-1 1,-24-1-1,32-1 20,0 0 0,-1 0 0,1 0-1,0-1 1,1 1 0,-1-1 0,0-1 0,1 1 0,-1-1-1,1 0 1,-1 1 0,1-2 0,0 1 0,1-1 0,-1 1 0,0-1-1,1 0 1,0 0 0,0 0 0,0-1 0,1 1 0,-1-1-1,1 0 1,0 1 0,0-1 0,1 0 0,-1 0 0,0-8-1,0 5-11,1-1-1,0 0 0,0 0 0,1 0 0,0 1 0,0-1 0,1 0 0,0 0 0,1 0 0,0 1 0,0-1 1,1 1-1,0-1 0,0 1 0,1 0 0,7-11 0,-6 13-19,-1 0 0,2 0 1,-1 1-1,1 0 0,-1 0 0,1 0 1,1 1-1,-1 0 0,0 0 0,1 1 1,12-5-1,-6 4-5,-1 0 0,1 2 0,-1-1 0,1 2 0,0-1 0,13 2 0,-19 0-4,-1 0 1,1 0 0,-1 1 0,1 0-1,-1 0 1,0 0 0,1 1 0,-1 0-1,0 0 1,0 1 0,0 0 0,-1 0-1,1 0 1,-1 1 0,1 0-1,-1 0 1,0 0 0,-1 0 0,1 1-1,-1 0 1,0 0 0,0 0 0,0 0-1,5 12 1,34 77-1578,-27-67-1856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25.8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459 199 4370,'0'0'1852,"-2"-26"-284,0-3-878,-11-52 0,13 78-639,-1 0 0,0 0 0,0 0 0,-1 0 0,1 0 0,-1 0 0,1 0 0,-1 1 0,0-1 0,0 1 0,0-1 1,0 1-1,0 0 0,-1 0 0,1 0 0,-1 0 0,1 0 0,-4-2 0,0 2 49,0 0 0,0 0 0,0 1 0,-1 0 0,1 0 0,-9-1 0,9 2-28,-3-1-25,0 1 1,0 0 0,0 0-1,-1 1 1,1 1 0,1-1-1,-1 1 1,0 1 0,0 0 0,1 0-1,-1 0 1,-10 7 0,8-2-14,-1-1 1,2 2 0,-1-1-1,1 2 1,0-1 0,1 1-1,-13 18 1,6-3 0,1 1 1,0 0-1,3 1 0,0 1 0,1 0 0,2 0 1,-6 31-1,6-7 24,2 0 1,3 1-1,3 84 0,2-115-49,0 0 0,1 0 0,1-1 0,1 1 0,1-1 0,1 1 0,1-2 0,0 1 0,2-1 0,1 0 0,0 0-1,1-2 1,1 1 0,1-1 0,0-1 0,2 0 0,22 20 0,-19-22-2,0-1 0,1 0 1,1-2-1,0 0 0,1-1 0,0-1 0,1-1 0,-1-1 0,2-1 1,-1-1-1,1-1 0,0-1 0,0-1 0,1-1 0,-1-1 0,0-1 1,37-5-1,-50 4-2,0-1 1,-1-1 0,0 1 0,0-2-1,0 1 1,0-1 0,0 0-1,-1-1 1,1 0 0,-1-1-1,-1 1 1,1-2 0,-1 1 0,0-1-1,0 0 1,-1 0 0,0-1-1,0 1 1,-1-2 0,0 1-1,0 0 1,-1-1 0,5-15 0,0-1 15,-2-1 0,-1 0 0,-1 0 1,-1 0-1,-2-1 0,0 1 0,-3-38 1,-1 39-15,-1 1 0,-1 0 0,-1 0 0,-1 1 0,-1-1 0,-2 1 0,0 1 0,-1-1 0,-1 2 0,-1 0 0,-1 0 0,-1 1 0,0 0 0,-2 1 0,0 1 0,-1 1 0,-1 0 0,-1 1 0,-22-14 0,26 18-13,-2 1 1,1 1 0,-2 0-1,1 1 1,-1 1-1,0 1 1,-1 0 0,0 2-1,0 0 1,0 1-1,0 1 1,-1 0 0,-30 1-1,44 2-41,1 1-1,-1-1 1,0 1-1,1 0 0,-1 0 1,0 1-1,1 0 1,0 0-1,-1 0 0,1 0 1,0 1-1,0 0 1,0 0-1,1 0 0,-1 1 1,1-1-1,-6 7 1,4-1-502,-1 0 0,1 0 0,1 1 0,0 0 0,0 0 0,1 0 0,0 0 0,-2 13 0,-13 56-6229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18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24 222 2865,'0'0'5600,"1"-26"-5205,1-12-177,0 8 308,-4-61 0,-1 76 9,-1 24-474,-2 28-201,-8 344 68,14-367 70,1 0 0,0 0 1,0-1-1,2 1 0,0 0 0,0-1 0,1 0 1,10 21-1,-12-28-5,1-1 0,1 1 0,-1-1-1,1 0 1,0-1 0,0 1 0,1-1 0,-1 1 0,1-1 0,0 0 0,0-1 0,0 0 0,0 1 0,1-1 0,-1-1 0,1 1 0,0-1 0,0 0 0,0-1 0,0 1 0,0-1-1,6 0 1,4 1-10,-1-2-1,0 0 0,0 0 0,0-2 0,0 0 0,0 0 0,0-2 1,0 0-1,-1 0 0,0-1 0,0-1 0,19-11 0,22-12-292,-1-2 0,93-72-1,-133 91 308,0 0 1,-1-1-1,0 0 0,-1-1 1,-1 0-1,0-1 0,-1 0 1,-1-1-1,0 0 0,-1-1 1,-1 1-1,0-1 1,-2-1-1,7-29 0,-8 5 270,-1-58 1,-3 90-184,0 7-54,0 1 9,1-1 1,-1 0 0,0 1 0,0-1-1,0 0 1,-1 1 0,1-1 0,0 1 0,-1-1-1,0 0 1,0 1 0,0-1 0,0 1-1,0 0 1,0-1 0,0 1 0,-1 0-1,1 0 1,-1 0 0,-3-4 0,2 7 175,3 8-223,0-5-5,-1 103-125,8 240 264,-3-290-156,3-2 0,3 1 0,2-1 0,21 62 0,-29-106-307,0-1 0,1 0 0,11 19 0,17 5-3040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18.4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236 0 5859,'0'0'1288,"-30"37"-1218,6-11-31,-4 6 37,-35 52 1,51-66 28,1 1-1,1 0 1,1 1 0,0 0 0,2 0 0,-8 34-1,7-10 218,2-1-1,2 2 1,5 87-1,0-117-275,0 1 0,1-1 0,1 1 0,1-1 0,0 0 0,1-1 0,1 1 0,13 26 0,-13-32-24,0 1 0,1-1 0,0-1 0,1 1 0,0-1 0,0 0 0,1-1 0,0 0 0,0-1 0,0 1-1,1-2 1,19 9 0,-12-7-5,1-1 0,0-1 0,0-1 0,1 0-1,0-1 1,-1-1 0,1-1 0,0-1 0,0 0 0,0-2-1,-1 0 1,1-1 0,0 0 0,-1-2 0,0 0 0,19-9-1,-24 9-6,-1-1 0,1-1 0,-2 1 0,1-2 0,-1 0 0,0 0 0,0-1 0,-1 0 0,-1-1 0,1 0 0,-2 0 0,1-1 0,-1 0 0,-1-1 0,0 0 0,-1 0 0,0 0-1,-1-1 1,0 0 0,-1 0 0,0 0 0,2-23 0,-4 22 5,-1 0-1,-1 0 1,0 1-1,-1-1 0,-1 0 1,0 0-1,0 1 1,-2-1-1,1 1 1,-8-16-1,4 14 3,-1 0-1,-1 0 1,-1 1-1,0 0 1,0 1-1,-1 0 1,-26-23-1,9 12 7,-2 1-1,-1 1 1,-65-35-1,73 46-258,0 0-1,0 2 0,-1 1 1,0 1-1,0 1 1,-50-5-1,17 9-3207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18.8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 4210,'0'0'3554,"181"18"-5331,-45-42-240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19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2801,'0'0'1377,"151"15"-1313,-73-12-64,23-3-80,14 0-736,16 0-753,6 0 1553,-6 0 16,-4 0 912,-2 0 113,-12 0-257,0 0-272,-15 0-496,-21 0-640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27.5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49 339 2177,'0'0'5362,"0"-2"-4991,0-10-109,0 9 423,0-7-95,0-30-418,-2 0 0,-2 0 0,-14-66 0,11 75-164,-7-24 38,11 95-385,3 615 248,0-652 92,0 1-1,0-1 0,0 1 1,0-1-1,1 1 1,-1-1-1,1 0 1,0 1-1,0-1 1,0 0-1,1 0 1,1 4-1,-1-5 1,0 0 0,0-1 0,0 1 0,0-1 0,0 1 0,0-1 0,0 0 0,0 0 0,0 0 0,1 0 0,-1 0-1,0-1 1,1 1 0,-1 0 0,1-1 0,-1 0 0,0 0 0,4 0 0,17 2 7,1-2-1,-1 0 1,0-2 0,0-1-1,0 0 1,0-2 0,26-8 0,-22 4-31,169-60-137,-159 54 138,0-2 1,-1-1-1,35-25 0,-64 38 27,0 1 0,-1-1 0,0 0 0,0 0 0,0-1 0,-1 0 0,0 0 0,0 0 0,-1-1 0,1 0 0,-1 0 0,-1 0 0,1 0 0,-1 0 0,-1-1 0,1 1 0,-1-1 0,0 0 0,-1 1 0,0-1 0,0 0 0,-1-15 0,0-26 23,-2-86 74,0 115-59,-1 0 0,0 1 0,-1-1-1,-12-31 1,8 37 110,5 19-63,2 31-88,1-25-52,38 551 127,-28-425-20,4 33-66,-13-164-115,6 22-359,-7-27 300,1 0 1,-1 0-1,1-1 1,0 1-1,-1 0 0,1 0 1,0-1-1,-1 1 1,1-1-1,0 1 1,0 0-1,-1-1 0,1 0 1,0 1-1,0-1 1,1 1-1,13 1-5660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27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33 181 5282,'0'0'1793,"-5"-28"-1008,-14-87 172,11 78 338,8 50-602,0-4-840,0 40 137,4 313 94,28 4 109,-11-268-271,-8-59-2328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1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3570,'0'0'2881,"27"-3"-2833,62 3-48,-6 0-896,-9 0-2338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1.5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3698,'0'0'1216,"229"0"-880,-134 0-240,6 0-96,-12 0-576,-9 0-3330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1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 3233,'0'0'4162,"32"-9"-4098,54 6-128,18-3-1040,-6-6-2482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2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 4082,'0'0'1344,"188"-12"-1279,-102 6-65,-6-11-113,-3-7-4289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3.3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83 4098,'0'0'5426,"59"-18"-5410,90-2 0,20-1 32,-2 12-48,-19 6-688,-32-3-1905,-33 0-80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3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1 4370,'0'0'2489,"-12"14"-2262,6-6-219,0 0 0,0 0-1,0 1 1,1-1 0,0 1 0,1 1 0,0-1 0,0 0-1,1 1 1,0 0 0,1 0 0,0-1 0,1 1-1,-1 16 1,8 553 430,-6-577-387,0-11 215,-4-35-133,-3-113-12,8 148-119,0 0 1,1 0 0,0 0-1,0 0 1,1 1 0,0-1-1,1 1 1,0-1-1,0 1 1,0 1 0,1-1-1,0 0 1,1 1 0,0 0-1,0 1 1,1-1 0,-1 1-1,11-7 1,-4 4-6,0 1 0,0 0 0,0 1 0,1 0 1,0 1-1,1 1 0,-1 0 0,1 1 0,0 1 0,20-3 0,-10 4-4,0 0-1,1 2 0,39 4 0,-54-3 3,0 1 0,0 1 0,0 0-1,-1 0 1,1 1 0,-1 0 0,0 1 0,-1 0 0,1 1 0,14 11-1,-6-1 0,-1 0 0,-1 1-1,-1 1 1,-1 0 0,0 1-1,-1 1 1,-1 0 0,-1 0-1,-1 1 1,13 41-1,-13-31 7,-2 1-1,-1-1 0,-2 2 0,-1-1 0,-1 0 0,-2 1 0,-3 38 0,1-58 4,0 0 1,-1 1-1,-1-1 0,0 0 0,-1 0 1,0-1-1,-1 1 0,0-1 0,-1 0 1,0 0-1,-1 0 0,-1-1 0,0 0 1,0-1-1,-1 0 0,0 0 0,-1-1 1,0 0-1,0 0 0,-1-2 0,0 1 1,0-1-1,-1-1 0,0 0 1,0 0-1,-25 7 0,18-9 55,0 0 0,0-1 0,-1-1 0,1 0 0,0-2 0,-35-3 0,48 2-18,0 0 1,0-1 0,0 0 0,0 0-1,0 0 1,0-1 0,1 0 0,-1 0-1,1 0 1,0-1 0,0 0-1,0 0 1,1 0 0,-1 0 0,1-1-1,0 0 1,0 0 0,1 0 0,-1 0-1,1 0 1,0-1 0,1 1 0,-1-1-1,1 0 1,0 0 0,1 0 0,-2-9-1,1 5-17,0 0-1,1 0 1,1 0-1,0 0 1,0 0-1,1 0 1,0 0-1,1 0 1,0 0-1,0 1 1,1-1-1,1 1 1,-1-1-1,1 1 1,1 0-1,8-12 1,-6 13-26,0 0-1,0 1 1,1-1 0,0 2-1,1-1 1,-1 1 0,1 1 0,0 0-1,0 0 1,1 0 0,0 1-1,11-3 1,-7 3-7,0 1 1,1 0-1,-1 1 0,1 0 0,-1 1 1,1 1-1,0 0 0,18 4 0,-28-4 6,0 2 0,0-1 0,-1 0 0,1 1 0,0 0 0,-1 0 0,1 1 0,-1-1 0,0 1 0,0 0 0,0 0 0,0 0 0,0 0 0,-1 1 0,0 0 0,1-1 0,-1 1 0,-1 1 0,1-1 0,0 0 0,-1 1 0,0-1 0,2 8 0,2 6-16,-1 1 0,-1 0-1,-1 1 1,2 27 0,-5-41-163,0-5 62,0 1 0,0-1 1,0 1-1,0 0 0,0-1 1,0 1-1,0-1 0,0 1 1,1-1-1,-1 0 0,1 1 1,-1-1-1,1 1 0,0-1 0,-1 0 1,1 1-1,0-1 0,0 0 1,0 0-1,0 1 0,0-1 1,2 2-1,16-2-3328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4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2417,'0'0'6915,"0"119"-6306,6 0-49,15 12-400,11 14-64,1-2-32,3 2-64,-4-17-864,-11-36-3378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4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12 4098,'0'0'6099,"-9"0"-6035,51 0-64,14 0 0,22 0-609,5 0-2176,3-12-480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5.0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4546,'0'0'1569,"220"27"-1569,-134-27-1473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5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4002,'0'0'112,"214"-3"-96,-140 3-16,-6-3 0,-14-6-1793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5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0 4066,'0'0'5394,"-92"12"-5314,137-12-80,23 0-16,12 0-2577,18 0-1489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5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2545,'0'0'1937,"158"9"-1937,-96-9-3217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5.8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3330,'0'0'1024,"214"0"-832,-137 0-192,6-3-1601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8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572 66 1105,'0'0'4882,"-2"-8"-4493,2 5-361,-1 1-1,1-1 1,-1 1-1,1-1 1,-1 1-1,0 0 1,0-1-1,0 1 1,0 0-1,-1 0 1,1-1-1,-1 1 1,1 0-1,-1 1 1,1-1-1,-1 0 1,0 0-1,0 1 1,0-1-1,0 1 0,0 0 1,-1-1-1,1 1 1,0 0-1,0 0 1,-1 0-1,1 1 1,-1-1-1,1 1 1,-1-1-1,1 1 1,-5 0-1,-7-2 37,0 1-1,0 0 1,0 1-1,0 0 1,0 2 0,0-1-1,0 2 1,0 0-1,1 1 1,-1 0-1,1 1 1,0 0-1,0 1 1,1 0-1,-17 12 1,4 1 85,2 0-1,0 2 1,1 1 0,2 0 0,0 1 0,1 2-1,-23 40 1,29-43-102,2 0-1,0 1 0,2 1 1,0 0-1,2 0 0,0 0 1,2 1-1,1 0 1,-2 37-1,6-50-28,-1 19 42,4 38-1,-2-59-51,1 0-1,0 0 0,1 0 0,0 0 0,0 0 0,1-1 0,8 15 1,-3-10-2,1 0 0,0 0 0,1-1 0,1 0 0,0-1 0,1 0 0,0-1 0,1 0 0,0-1 0,0-1 0,1 0 0,1-1 0,-1-1 0,1-1 0,25 8 0,-5-5 5,1-1 1,-1-2-1,1-2 0,0-1 1,0-2-1,45-4 1,-70 1-29,1 1-1,-1-1 1,0-1 0,0 0 0,0-1 0,0-1 0,-1 1 0,1-2 0,-1 0 0,-1 0-1,15-11 1,-18 12 3,0-1 0,0-1 0,-1 1 0,1-1 0,-2 0 0,1 0 1,-1-1-1,0 1 0,-1-1 0,1-1 0,-2 1 0,1 0 0,-1-1 0,0 0 0,-1 1 0,2-12 0,-3 11-10,0-1 1,0 1 0,-1-1-1,0 1 1,-1-1-1,0 1 1,-1-1-1,0 1 1,0 0-1,-1-1 1,0 1 0,0 1-1,-1-1 1,0 0-1,-1 1 1,0 0-1,0 0 1,-1 0 0,0 1-1,0 0 1,-1 0-1,0 0 1,0 1-1,0 0 1,-1 0-1,0 1 1,-10-5 0,6 4 24,-1 0 0,1 1 1,-1 1-1,0 0 0,0 1 1,0 0-1,-1 1 0,-16-1 1,20 3 6,1 0-1,-1 0 1,0 1 0,1 0 0,-1 0 0,1 1 0,-1 0 0,1 1 0,0 0 0,0 1-1,0 0 1,-9 5 0,7-1 7,0 0 1,1 0-1,0 1 0,0 0 0,1 1 0,0 0 0,1 1 0,0 0 0,1 0 0,0 0 1,1 1-1,0 0 0,0 0 0,2 1 0,-1-1 0,2 1 0,0 0 0,0 0 1,1 0-1,0 26 0,2-36-15,0 0 1,1 0-1,-1-1 1,1 1 0,-1 0-1,1 0 1,0 0-1,0-1 1,1 1 0,-1 0-1,0-1 1,1 1-1,0-1 1,-1 0-1,1 0 1,0 1 0,0-1-1,1 0 1,-1-1-1,0 1 1,0 0 0,1-1-1,-1 1 1,1-1-1,0 0 1,-1 1-1,1-1 1,0-1 0,4 2-1,7 1-600,1 0-1,-1 0 1,1-2-1,25 0 0,30-1-4774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8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363 44 2273,'0'0'3962,"-29"-10"-3130,4 1-529,-1 1-1,-44-8 0,65 16-249,1-1 0,0 1 0,0 1 0,-1-1 0,1 1 0,0-1-1,0 1 1,0 0 0,0 1 0,0-1 0,0 1 0,0 0 0,0 0 0,0 0 0,1 0-1,-6 5 1,1 0 50,0 1 0,1 0 0,0 0 0,-8 14 0,9-13-52,-5 8 17,1 0 1,1 1-1,0 0 0,1 1 1,1 0-1,1 0 0,-5 25 1,4-4 60,2-1 0,0 71 0,5-94-100,1 1-1,0 0 1,1-1 0,1 1 0,9 31 0,-7-37-16,0 0 0,0 0 1,1-1-1,0 0 1,1 0-1,0 0 0,0-1 1,1 1-1,11 8 1,-4-4-7,1-2 1,0 0 0,1 0-1,0-2 1,0 0 0,1-1 0,1-1-1,0 0 1,0-2 0,0 0-1,0-1 1,1-1 0,0-1-1,0 0 1,0-2 0,0 0 0,23-3-1,-37 1-4,1 1 0,0-2 0,-1 1 0,1-1 0,-1 0 0,0 0 1,0 0-1,1-1 0,-2 0 0,1-1 0,0 1 0,-1-1 0,11-9 0,-9 6-3,-1-1 0,1 0 0,-1 0 0,0 0 0,-1-1 0,0 0 0,-1 0 0,6-14 0,-3 0-43,0-1-1,-2 0 1,-1 0-1,-1 0 1,-1 0-1,-2-48 1,-1 56 37,-1 0 1,-1 0-1,-1 1 1,0-1-1,-1 1 1,-1 0-1,0 0 1,-1 1-1,-1 0 1,0 0-1,-17-21 1,8 13 4,-2 2 0,0 0 0,-1 1 0,-1 0 0,-43-28 0,12 19-5,48 26-25,1 1 0,0 0 0,-1 0-1,1 0 1,0 0 0,-1 1 0,1-1 0,-1 1 0,1 0 0,-1 0 0,0 0 0,1 1 0,-1-1 0,-3 2 0,7-2-69,-1 0 1,0 1 0,0-1-1,0 1 1,0-1 0,0 1-1,1 0 1,-1-1 0,0 1 0,0 0-1,1-1 1,-1 1 0,1 0-1,-1 0 1,1 0 0,-1-1-1,0 3 1,-8 23-3420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39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603 120 1153,'0'0'5957,"-22"-20"-5229,22 20-728,-31-27 299,-36-25 0,63 49-259,-1 0 0,1 1 0,-1 0 0,0 0 0,0 0 1,0 0-1,0 1 0,0 0 0,0 0 0,0 0 0,-1 1 0,1-1 0,0 1 0,0 1 1,0-1-1,-1 1 0,1 0 0,0 0 0,0 0 0,0 1 0,0-1 0,0 1 0,-4 3 1,3-3-6,-20 10 48,0 1 0,2 2 0,-1 0 0,2 1 0,0 1 0,1 2 0,1 0 1,0 1-1,2 1 0,0 1 0,2 0 0,-17 28 0,26-35-54,0 0 1,2 0-1,-1 1 0,2-1 0,0 1 1,1 0-1,1 1 0,0-1 0,1 1 1,1 30-1,1-36-19,1 0 1,0 1-1,1-1 1,0 0 0,1 0-1,0 0 1,1-1-1,0 1 1,1-1 0,0 0-1,0 0 1,1 0-1,1-1 1,-1 0 0,2 0-1,13 13 1,-3-7-4,1-1 1,0-1-1,1 0 0,0-2 1,1-1-1,0 0 1,1-1-1,0-2 1,32 8-1,-21-9 1,1 0-1,0-3 1,-1 0-1,1-3 1,64-6 0,-87 5-23,-1-1 0,0 0 0,0-1 1,0 0-1,0-1 0,0 0 0,-1 0 0,0-1 1,12-8-1,-16 9 5,0 1 1,0-1-1,-1 0 0,0-1 1,0 1-1,0-1 1,0 0-1,-1 0 1,1 0-1,-1 0 1,-1-1-1,1 1 0,-1-1 1,0 1-1,0-1 1,-1 0-1,2-8 1,-2 3 4,0-1 0,0 1 0,-1-1 0,0 1 0,-4-18 0,3 23 3,-1 0 0,0 0 0,0 1 0,0-1 0,-1 1 0,1 0 0,-1 0 0,-1 0 0,1 0 0,-1 0 0,0 1 0,-7-7 0,-2-1-6,-1 1 0,-1 1 0,0 1 0,0 0 0,-1 1 0,0 0 0,0 1 1,-1 1-1,-27-6 0,33 9 13,1 1-1,-1 0 1,1 1 0,-1 0 0,0 1 0,1 0 0,-1 1-1,0 0 1,1 1 0,-1 0 0,1 0 0,0 1-1,-1 0 1,1 1 0,1 0 0,-1 1 0,-9 6 0,9-4 1,1 0 0,1 1 1,-1 0-1,1 0 1,1 0-1,-1 1 0,1 1 1,1-1-1,0 1 1,0 0-1,1 0 0,0 1 1,1-1-1,0 1 1,1 0-1,0 1 0,1-1 1,0 0-1,0 19 1,1-27-14,1 1 1,0-1 0,0 0-1,0 0 1,0 1-1,1-1 1,0 0 0,-1 0-1,1 1 1,0-1 0,0 0-1,1 0 1,-1 0 0,1 0-1,-1-1 1,1 1-1,0 0 1,0-1 0,0 1-1,0-1 1,1 1 0,3 2-1,0-2-180,0 0 0,0-1 0,1 1 0,-1-1 0,1 0 0,0-1 0,-1 0 0,1 0 0,0 0 0,8-1 0,68 1-3527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0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76 188 1553,'0'0'5047,"-9"-28"-4166,-25-86-246,30 102-539,-6-17 528,10 28-586,-1 1 0,1 0 0,0 0-1,0-1 1,0 1 0,-1 0 0,1 0 0,0-1 0,0 1 0,0 0-1,-1 0 1,1-1 0,0 1 0,-1 0 0,1 0 0,0 0 0,0 0-1,-1 0 1,1-1 0,0 1 0,-1 0 0,1 0 0,0 0 0,-1 0-1,1 0 1,0 0 0,-1 0 0,1 0 0,0 0 0,-1 0 0,1 0-1,0 0 1,-1 1 0,1-1 0,0 0 0,-1 0 0,-3 12 250,1 241 85,4-198-279,3 2 7,17 93 0,-10-93-572,3 74 1,-14-92-3012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1.1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3426,'0'0'4946,"9"6"-4946,36 9-16,17-6-560,9-9-2610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1.2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 4530,'0'0'993,"179"0"-1666,-111-9-4033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1.4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4370,'0'0'784,"219"0"-720,-138 0-64,5 0-1424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2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1 137 2497,'0'0'3132,"36"-5"-3052,257-37-37,-199 30-1,-17 2 82,-2-2-1,84-25 1,-154 35-23,-3 2-23,1-1 0,-1 1-1,1-1 1,-1 0 0,1 0 0,-1 0 0,0 0 0,1 0 0,-1-1-1,0 1 1,0-1 0,3-2 1369,-8 10-1023,-28 78-73,4 2 0,4 0 0,3 1 0,-11 131 0,27-120-208,4-71-256,-1 1 1,-6 37 0,6-63-53,1 0 0,-1-1 0,1 1 0,-1 0 0,0 0 0,1 0 0,-1-1 0,0 1 0,0 0 0,-3 2 0,-10 2-3290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2.2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66 5923,'0'0'976,"179"-44"-592,-49 35 113,16 9-433,0 0-64,-13 0-1841,-20-12-2001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2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428 15 3618,'0'0'1539,"-26"-4"-875,13 1-562,-2 0 57,-1 1 0,0 1 0,-29 0 0,37 1-66,0 1 0,0 1-1,0-1 1,1 1 0,-1 1-1,0-1 1,1 1-1,0 1 1,0-1 0,0 1-1,0 0 1,-11 10 0,0 2 140,1 1-1,0 1 1,2 0 0,0 1 0,1 1 0,1 0 0,0 1 0,2 0 0,-11 28 0,15-31-146,1 1 0,1 0 0,0 0 1,1 0-1,1 1 0,1-1 0,1 1 0,1-1 0,0 1 0,1 0 0,8 35 0,-6-45-72,0-1 1,1 1-1,1-1 0,-1 0 0,1 0 0,1-1 0,-1 1 0,1-1 0,1-1 0,0 1 0,0-1 0,0 0 0,1 0 0,0-1 0,0 0 0,1-1 0,0 0 0,-1 0 1,17 6-1,2-1-2,0-1 0,0-2 1,0 0-1,1-2 1,51 4-1,-52-8-15,-1 0 0,0-1 0,1-2 0,-1-1 0,0 0 0,39-12 1,-57 12-1,0 1 1,0-1 0,0-1 0,-1 0 0,0 0 0,1 0 0,-1-1 0,-1 0 0,1 0 0,-1 0 0,0-1 0,0 0 0,0 0 0,-1-1 0,0 0-1,-1 0 1,1 0 0,-1 0 0,0-1 0,-1 1 0,0-1 0,0 0 0,-1 0 0,2-13 0,-1 7 5,-1 0 0,-1 0 0,0 0 0,-1 0 0,-1 0 0,0 0 0,-1 0 1,0 0-1,-1 1 0,-1-1 0,0 1 0,0 0 0,-2 0 0,0 0 0,0 1 0,-12-17 0,4 9 0,-2 1-1,0 0 1,-2 1 0,0 1-1,0 1 1,-2 0-1,-34-20 1,42 29-47,0 0-1,-1 2 1,1-1 0,-1 2-1,0-1 1,-1 2 0,1 0 0,0 0-1,-1 1 1,0 1 0,1 0-1,-1 1 1,0 1 0,1 0-1,-21 4 1,25-2-216,0 0 0,1 0-1,-1 1 1,1-1 0,0 2 0,-10 6 0,-39 37-3562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3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 3233,'0'0'5392,"2"0"-5146,357-20-144,-274 13-92,1-3 3,-44 4 111,69-1 0,-113 7-105,-1 1 1,1-1-1,0 0 0,-1 1 0,1 0 1,0 0-1,0 0 0,0 0 0,-1 0 1,1 0-1,0 0 0,0 1 0,1-1 1,-1 1-1,0-1 0,0 1 0,1 0 1,-1 0-1,1-1 0,-1 1 0,0 3 1,-4 6 26,0 0 0,-8 22 0,9-21 62,-8 25 180,1 1 1,-12 73 0,0 78-37,19-79-163,5-75-706,-2-1 1,-1 0-1,-8 36 1,-3-34-2853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3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1 128 4626,'0'0'2561,"225"-107"-1984,-115 101-449,6 6-128,-3 0-833,-15-15-3361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3.7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3602,'0'0'4738,"15"130"-4178,-15-14-160,0 21-256,0-12-144,6-18-144,9-36-4306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4.2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 1761,'0'0'8356,"12"0"-8324,39 0-32,26 0-96,6-12-1217,6-3-1328,0 0-16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4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2737,'0'0'2481,"205"0"-2481,-140 0-2609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4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6723,'0'0'1889,"178"12"-1569,-106-6-320,-13-6-528,-3 0-5747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7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46 294 4754,'0'0'1740,"-2"19"-1428,-8 58 357,6-60 1122,0-14-1136,0-13-337,3 9-104,-3-9-168,0 0-1,1-1 1,0 0 0,1 1 0,0-1 0,1 0 0,0 0-1,1 0 1,0 0 0,0 0 0,1 0 0,1 0 0,0 0-1,0 0 1,1 1 0,7-17 0,-3 16-55,1 0 1,0 0 0,0 1-1,1 1 1,0-1-1,1 2 1,0-1-1,15-8 1,-2 2-35,0 1 0,1 1 0,28-10 0,-27 14-15,0 1 0,1 2 0,0 0 0,0 2 0,0 1 0,1 1 0,46 2-1,-67 1 54,0-1 0,0 1 0,0 1-1,-1-1 1,1 1 0,0 0 0,-1 0-1,0 1 1,1-1 0,-1 1 0,0 0-1,0 1 1,0-1 0,-1 1 0,0 0-1,1 0 1,-1 1 0,0-1-1,-1 1 1,1 0 0,-1 0 0,0 0-1,0 0 1,-1 0 0,0 1 0,1-1-1,1 10 1,1 8-13,0 0-1,-1 0 0,-2 1 1,0-1-1,-3 39 1,0-43 25,-2 0 1,0 0 0,-1 0 0,-1 0 0,-1-1-1,0 0 1,-1 0 0,-1-1 0,-1 0-1,-1 0 1,0-1 0,-19 23 0,-15 13 54,-2-3 0,-66 55 0,-9 9 19,116-108-68,0 1 0,1 0 0,-1 0 0,1 0 0,1 0 0,-1 1 0,1-1 0,0 1 1,0 0-1,1 0 0,-3 14 0,4-18-14,1 1 1,-1 0 0,1 0 0,0 0-1,1 0 1,-1-1 0,1 1-1,-1 0 1,1 0 0,0-1-1,0 1 1,1 0 0,-1-1 0,1 1-1,0-1 1,0 0 0,0 0-1,0 1 1,0-1 0,1-1-1,0 1 1,-1 0 0,1-1 0,4 3-1,6 4 7,1-1-1,1-1 1,-1 0 0,1-1-1,1 0 1,-1-1-1,1-1 1,0-1 0,30 3-1,6-3 13,90-5-1,-130 2-18,0-1 0,1-1-1,-1 0 1,0-1 0,0 0 0,-1-1 0,1 0-1,-1-1 1,1-1 0,-2 1 0,19-13 0,-24 14-5,-1 0 1,0 0 0,1-1-1,-1 1 1,-1-1 0,1 0 0,-1 0-1,0 0 1,0 0 0,0-1-1,-1 1 1,0-1 0,0 0-1,0 0 1,-1 1 0,1-1 0,-2 0-1,1 0 1,-1 0 0,1 0-1,-2 0 1,1 0 0,-1 0-1,0 0 1,0 0 0,-2-7 0,0 4 2,-1-1 0,0 1 0,0 0 1,-1 0-1,0 0 0,-1 0 1,0 1-1,0 0 0,-1 0 1,-14-13-1,-9-4-5,-50-33-1,67 49 8,-33-22 5,-1 3 1,-1 2-1,-59-24 1,76 38-30,0 2 0,0 1-1,-1 1 1,0 2 0,-1 1 0,-51-1 0,52 6-706,17 0-2284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7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382 10 5426,'0'0'2615,"-33"0"-2348,11 0-217,3-1-16,0 1-1,1 1 0,-29 4 0,39-3 26,-1 0 0,1 1 0,0 0 1,0 0-1,0 1 0,0-1 0,0 2 0,1-1 1,-1 1-1,1 0 0,1 1 0,-11 10 0,4-1 66,1 1-1,1 0 1,0 1 0,1 1-1,1-1 1,1 1-1,1 1 1,0-1 0,1 1-1,1 1 1,-3 25-1,5-28-106,1-1-1,1 0 1,1 1 0,0-1-1,1 1 1,1-1-1,1 0 1,0 0-1,1 0 1,0 0-1,2 0 1,0-1-1,0 0 1,11 18-1,-5-18-11,0 0 0,0 0-1,1-2 1,1 1 0,1-1-1,0-1 1,0-1 0,1 0 0,0-1-1,1-1 1,0 0 0,1-1-1,0-1 1,21 5 0,-4-3 7,1-1 0,0-1 0,1-3 0,-1 0 0,1-3-1,54-4 1,-78 2-7,0-1 0,0 0 0,0 0 0,-1-2 0,1 1 0,-1-2 0,1 0 0,12-7 0,-18 8-2,0-1 0,0 0 0,-1 0 0,0 0 0,0-1 0,0 1 0,-1-2 1,0 1-1,0 0 0,0-1 0,-1 0 0,0 0 0,-1-1 0,4-7 0,-2-2 6,0 0-1,-2 0 1,0 0-1,0 0 1,-2-1-1,0 1 1,-1-1-1,-1 1 1,0-1-1,-2 1 1,0 0-1,-1 0 1,0 0-1,-1 0 1,-1 1-1,-1 0 1,0 0-1,-1 0 1,-1 1-1,-1 1 1,0-1-1,-23-24 1,10 15-29,-1 2 1,-2 0-1,0 2 1,-1 1-1,-1 1 1,-1 2-1,0 0 1,-1 2-1,-1 1 1,0 2-1,0 1 1,-1 1-1,0 2 1,-1 1-1,0 1 1,-49 1-1,28 4-2406,28 0-4842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8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86 467 4482,'0'0'456,"-5"16"601,-14 45 501,19-60-1473,0-1 0,0 1 0,0 0 0,0-1 0,-1 1 1,1 0-1,0-1 0,0 1 0,0-1 0,-1 1 0,1 0 0,0-1 0,0 1 1,-1-1-1,1 1 0,0 0 0,-1-1 0,1 1 0,-1-1 0,1 0 0,-1 1 1,1-1-1,-1 1 0,1-1 0,-2 1 0,0-10 143,2 8-1,-3-27 136,1 0 0,3-45 0,0 22-329,-2 38-36,1 0 1,1-1-1,0 1 0,1 0 1,0 0-1,1 0 0,0 0 1,1 0-1,1 1 1,0-1-1,0 1 0,2 0 1,-1 1-1,1 0 0,1 0 1,0 0-1,19-18 1,-13 16-19,2 1 1,-1 1 0,1 0 0,1 1 0,0 0 0,0 2 0,1 0 0,37-11 0,-23 11-87,0 2 0,1 1 0,-1 1 0,46 1 0,-68 3 56,-1 0 0,1 0 0,-1 1 0,1 1 0,-1-1 0,0 2 0,0-1 0,0 1 0,15 7 0,-19-7 33,0 1 0,-1-1-1,1 1 1,-1 0 0,1 0 0,-1 0 0,0 1-1,-1-1 1,1 1 0,-1 0 0,0 0 0,0 0-1,-1 1 1,0-1 0,1 1 0,0 6-1,2 3 19,-2 0 0,0 1-1,-1-1 1,0 1-1,-1-1 1,-1 1-1,0 0 1,-1-1-1,-1 1 1,-1-1-1,0 1 1,-1-1-1,0 0 1,-1 0 0,-1-1-1,0 1 1,-1-1-1,-1-1 1,-18 26-1,-18 7 37,-1-2 0,-2-2 1,-56 38-1,-76 69 121,166-136-114,0 1-1,1 0 1,-17 26-1,24-32-22,1 0 0,-1 1-1,2-1 1,-1 1 0,1 0 0,1 0-1,0 0 1,0 1 0,-1 9-1,2-7-15,0 1 0,1 0-1,1 0 1,2 19 0,-2-28-4,0 0 1,1 1 0,-1-1 0,1 0-1,0 0 1,0 0 0,0 0-1,1 0 1,-1-1 0,1 1 0,0-1-1,0 1 1,0-1 0,0 0-1,7 5 1,1-2 4,0 0-1,0-1 1,1 0 0,-1 0-1,1-1 1,0-1 0,0 0-1,0-1 1,0 0 0,15 0-1,12 0 3,73-8 0,-104 5-4,0 1 0,0-2 0,0 1 0,-1-1 0,1 0 0,-1-1 0,1 1 1,-1-1-1,0-1 0,0 0 0,0 0 0,0 0 0,-1-1 0,0 0 1,0 0-1,0 0 0,0-1 0,-1 0 0,0 0 0,0 0 0,-1-1 0,0 0 1,0 0-1,0 0 0,-1 0 0,0 0 0,-1-1 0,1 1 0,-1-1 0,1-14 1,-2 6-3,0 1 0,-2-1 0,0 0 0,-1 1 0,0-1 0,-1 1 1,-1-1-1,-1 1 0,0 0 0,-1 1 0,0 0 0,-1-1 0,-1 2 1,0-1-1,-1 1 0,0 1 0,-1 0 0,-16-16 0,0 3-12,-1 1-1,-1 2 1,-1 1 0,-1 1-1,-1 1 1,-64-28 0,66 35 0,0 1 1,-42-9-1,57 17-69,0 0-1,0 2 1,-1-1-1,1 2 1,0-1-1,0 2 1,-16 2-1,30-3 33,0 0 0,0 0 0,-1 0-1,1 0 1,0 0 0,0 0 0,-1 0 0,1 0-1,0 0 1,0 1 0,0-1 0,0 0 0,-1 0-1,1 0 1,0 0 0,0 0 0,0 0-1,0 1 1,-1-1 0,1 0 0,0 0 0,0 0-1,0 0 1,0 1 0,0-1 0,0 0 0,0 0-1,-1 0 1,1 1 0,0-1 0,0 0 0,0 0-1,0 0 1,0 1 0,0-1 0,0 0-1,0 0 1,0 0 0,0 1 0,0-1 0,0 0-1,0 0 1,0 0 0,1 1 0,-1-1 0,2 16-3683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8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77 5795,'0'0'5282,"-27"-77"-5282,19 172 0,-1 36 16,9 3 48,0 8-48,12-8-16,20-15-1521,1-36-3393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0 3986,'0'0'3986,"-9"0"-3570,21 0-416,21 0-1089,14 0-1520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7764,'0'0'0,"169"18"-593,-89-18-2016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5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4050,'0'0'3169,"199"0"-2961,-125 0-128,15 0-80,6 0-112,-9 0-2881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0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237 13 3794,'0'0'379,"27"-1"-259,91-1 48,-111 2-136,-1 1 0,1-1 0,-1 1 0,0 0 0,0 1 1,1-1-1,-1 1 0,0 1 0,0-1 0,-1 1 0,1 0 1,-1 0-1,1 1 0,-1-1 0,0 1 0,0 0 0,0 1 1,-1-1-1,0 1 0,0 0 0,0 0 0,0 0 0,-1 1 0,0-1 1,0 1-1,0 0 0,-1 0 0,4 12 0,-1 7 125,0 0 0,-2 0 0,0 1 0,-2-1 0,-3 36 0,2-55-105,-1 8-9,0 0 0,-1 0 0,-1-1 0,0 1 0,-1-1 0,0 1 1,-1-1-1,0-1 0,-1 1 0,-1-1 0,-10 16 0,3-10 4,0-1 1,-1-1-1,0 0 0,-1-1 1,-1-1-1,-28 19 0,36-26 13,-1-1-1,0 0 1,0 0-1,0-1 0,0 0 1,-1-1-1,1 0 1,-1-1-1,0 0 0,-1-1 1,1 0-1,0-1 1,-1 0-1,-13-1 0,19-1-21,0 0 0,0-1 0,0 1 0,1-1 0,-1-1 0,1 1-1,-1-1 1,1 0 0,0 0 0,0 0 0,0-1 0,0 0 0,1 0-1,-1 0 1,1 0 0,0-1 0,0 0 0,1 0 0,-5-8 0,-2-5 16,0 1 0,2-1 0,0-1 0,-9-32 0,12 31 18,0-1 1,2 1 0,0-1 0,1 0 0,1 0-1,4-37 1,-2 46-63,1 1 1,0 0-1,1 0 0,0 0 1,1 0-1,0 0 0,0 1 0,1 0 1,1 0-1,0 0 0,0 0 1,1 1-1,13-14 0,-4 9-14,1 1 0,0 0 0,1 1 1,0 1-1,0 1 0,1 1 0,1 0 0,-1 2 0,1 0 0,41-8 0,-23 8-9,-1 2 0,1 2-1,0 1 1,1 2 0,46 6-1,-69-4 5,1 1 0,-1 0 0,0 1 0,0 1 0,0 1 0,-1 0 0,0 1 0,0 0 0,0 1 0,-1 1 0,-1 0 0,25 22 0,-27-20 7,-1 1-1,0-1 1,-1 2 0,0-1-1,-1 2 1,0-1 0,-1 1-1,-1 0 1,0 0 0,-1 1 0,0-1-1,-1 1 1,-1 0 0,2 18-1,-3-10 19,0 0-1,-2 0 0,0 1 0,-2-1 0,-6 37 0,4-45 19,0 0 0,-1 0 0,0-1 0,-1 0 0,-1 0-1,0 0 1,-1-1 0,-1 0 0,-13 16 0,-3-2 71,0-2 1,-2 0-1,0-2 1,-56 36-1,-131 56-187,212-113 38,-13 5-640,1 0 0,-1-1-1,0-1 1,-17 4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0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413 32 5346,'0'0'916,"-36"-8"-428,1 0-281,-1 2 0,-49-3 0,79 9-142,0 0 1,0 1-1,0 0 0,0 0 0,0 0 0,1 1 0,-1-1 0,0 2 0,1-1 0,-1 1 1,1-1-1,0 1 0,0 1 0,-9 7 0,5-2 92,0 1 0,0 0-1,1 1 1,-10 17 0,14-22-111,-7 13 64,1 2 1,1 0 0,0 0-1,2 0 1,0 1 0,2 0 0,0 1-1,2-1 1,0 1 0,2-1-1,1 39 1,0-49-97,1 0 0,0 0 0,1 0 0,1 0 0,-1 0 0,2 0-1,0-1 1,0 1 0,1-1 0,10 17 0,-7-17-1,0 0 0,1-1 0,0 0 0,1-1 0,0 0 0,0 0 0,1-1 0,0-1 0,20 11 0,-11-8 6,0-1 1,0-1-1,1 0 0,1-2 0,36 6 1,-13-6 31,80 0 1,-112-6-46,0 0 0,0-1 0,0 0 0,-1-1 1,1-1-1,-1 0 0,19-7 0,-26 8-2,1-1 0,-1 0 0,0-1 0,0 1 0,0-1 0,0 0 0,-1 0-1,1 0 1,-1-1 0,0 1 0,-1-1 0,1 0 0,-1 0 0,0-1 0,0 1 0,0-1 0,2-9 0,-1 4 4,-1 1 1,-1 0-1,0-1 1,0 1-1,-1-1 1,0 0-1,-1 0 1,-1 1-1,1-1 1,-2 0-1,1 1 1,-1-1-1,-5-11 1,2 8-4,-1-1 0,-1 2 0,0-1 0,-1 1 1,-1 0-1,0 0 0,0 1 0,-15-14 0,-4 0-11,-1 2 0,0 1 0,-2 1 0,-1 2 0,0 1 0,-59-24-1,74 35-230,1 2 0,-2 0 0,1 1 0,-1 0 0,1 2 1,-1 0-1,0 1 0,0 1 0,0 0 0,0 2 0,-31 4 0,-3 12-4216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1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204 142 5507,'26'-5'109,"-19"3"-103,34-8 12,1 2 1,79-5-1,-112 13-19,7-1 41,-1 1-1,1 1 1,-1 0-1,19 4 1,-29-3-26,-1-1 1,1 1 0,-1 0-1,1 0 1,-1 0 0,0 1-1,1-1 1,-1 1 0,-1 0-1,1 0 1,0 1 0,-1-1-1,0 1 1,1-1-1,-1 1 1,4 9 0,-1-2 14,0 1 0,-1 0 0,-1 0 0,0 0 0,-1 1 0,0 0-1,-1-1 1,1 19 0,-1 4 293,-7 63 0,3-82-227,-1 0 0,-1 0 0,0-1 0,-1 0 1,-1 1-1,0-2 0,-1 1 0,-1-1 0,0 0 0,0-1 0,-2 1 0,0-2 0,0 0 0,-1 0 0,-1 0 0,0-2 0,0 1 0,-21 12 0,14-11-7,0-1-1,0-1 1,-1 0-1,0-2 1,-1 0-1,0-2 1,0 0-1,-1-1 1,1-1-1,-1-1 1,0-1-1,0-1 0,-26-2 1,41 0-50,1 0-1,0 0 1,0 0-1,-1-1 1,1 0 0,0 0-1,0-1 1,1 0 0,-1 0-1,1 0 1,-1-1 0,1 0-1,0 0 1,0 0 0,1 0-1,-1-1 1,1 0-1,0 0 1,0 0 0,0 0-1,1-1 1,0 1 0,-4-10-1,0-5 34,0 0 0,1 0-1,1 0 1,1-1 0,1 0-1,0-23 1,1 20-59,2 1 0,1-1 0,0 0 0,2 1 0,1 0 0,0 0 0,2 0 0,13-34 0,-12 41-12,0 1 1,2-1-1,0 2 1,0-1-1,1 1 1,1 1-1,1 0 1,0 0-1,0 1 1,1 1 0,0 0-1,23-14 1,-9 11-12,0 1 1,1 1 0,0 1 0,1 1-1,0 2 1,1 1 0,0 1 0,0 2 0,0 1-1,0 1 1,59 4 0,-75-1 3,0 1-1,0 0 1,0 1 0,-1 1-1,0 0 1,0 0 0,0 1-1,0 1 1,0 1-1,-1-1 1,-1 2 0,13 9-1,-10-5 0,-1 0 0,-1 1-1,0 1 1,-1 0 0,-1 1-1,0 0 1,0 0 0,13 33-1,-11-15 13,0 1-1,-2 1 0,-2 0 1,-1 0-1,-2 1 1,-1 0-1,-2 0 0,-1 0 1,-2 0-1,-9 59 1,5-73 4,-1 0 1,-1-1 0,-1 0 0,-1 0 0,0-1 0,-1 0 0,-2-1 0,0 0 0,-27 31 0,20-28 5,-1 0 1,-2-2-1,0-1 0,-1 0 0,0-2 1,-52 29-1,59-39-161,0 1 1,0-2 0,-1 0-1,0-1 1,0-1-1,0-1 1,-1 0-1,-28 0 1,43-2-60,0-1 0,-1 0 0,1 0 0,0 0 0,-1 0 0,1 0 0,-1-1 0,1 1 0,0-1 0,0 0 0,-1 0 0,1-1 1,0 1-1,-3-2 0,3-1-179,1 1 0,-1-1 1,1 0-1,0 1 0,0-1 1,1 0-1,-1 0 0,1-1 1,0 1-1,-1-7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1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21 152 7347,'0'0'4018,"0"-152"-1985,-2 182-2033,-13 50 0,12 45 0,3 24 64,0 2-48,3-8-16,23-25-112,1-37-2961,-21-49-5619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2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4370,'0'0'7059,"89"0"-7075,57-9-1536,14-9-3715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3346,'0'0'4129,"219"0"-4177,-103 0 64,15 0-16,9-6-784,-7 3-144,-14 0 768,-24 0 160,-32 3 0,-19 0 80,-23 0 176,3 0-128,-7 6-128,4 3-320,-3-9-3778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4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 7203,'0'0'3490,"169"12"-3490,-32-18-2401,6-18-2017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 5106,'0'0'2818,"167"-17"-2898,-69 17-3314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5202,'0'0'2273,"151"-21"-1312,-82 15-545,2 6-320,3 0-96,-14 0-2881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4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5555,'0'0'5554,"199"-15"-5666,-48-3-2657,15-3-2546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4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 4962,'0'0'2433,"158"-18"-1792,-72 15 31,18 3-560,8-3-112,-8-6-912,-23 0-5651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8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663 232 8644,'31'-2'301,"-6"-1"-269,157-4 51,-161 7-76,0 2 1,-1 0-1,1 1 0,-1 1 1,1 1-1,-1 1 0,34 15 1,-34-9-1,-1 0 0,-1 1 1,0 1-1,0 1 0,-2 1 1,0 0-1,-1 1 0,0 1 1,-2 0-1,0 0 0,-1 2 0,-1 0 1,0 0-1,10 31 0,-6-9 15,-2 0-1,-2 0 0,-2 1 1,-2 1-1,-1-1 0,-1 67 1,-5-90-10,-1-1 0,-1 1 0,-1 0 0,-1-1 0,0 1 0,-1-1 0,-2 0 0,0-1 0,0 0 0,-2 0 0,0 0 0,-1-1 0,-1 0 0,-1-1 0,0-1 0,-1 0 0,0 0 0,-2-1 0,-16 13 0,9-10-1,-1-1 0,-1-1 1,0-1-1,-1 0 1,0-2-1,-1-2 0,-1 0 1,1-1-1,-1-2 0,-55 8 1,58-12 1,-1-1 1,1-1-1,-1-1 0,1-1 1,-1-1-1,1-1 0,0-2 1,0 0-1,0-1 0,1-2 1,0 0-1,-37-20 1,41 17 41,1-1 1,0-1-1,1-1 1,0 0 0,1-2-1,1 0 1,0 0-1,1-1 1,1-1 0,1 0-1,0-1 1,1 0-1,2-1 1,0 0 0,1-1-1,0 0 1,2 0-1,-4-26 1,3 5-31,2-1 0,3 1 0,0-1-1,3 0 1,2 1 0,1-1 0,3 1 0,1 0 0,2 0 0,2 1-1,2 1 1,21-46 0,-22 59-26,1 1 0,2 0-1,0 1 1,2 0 0,0 2 0,2 0-1,1 1 1,0 1 0,1 1-1,2 1 1,0 1 0,1 1 0,0 1-1,1 2 1,1 0 0,1 2-1,0 0 1,34-7 0,-27 10 3,1 2 1,0 1 0,0 2-1,1 2 1,-1 1 0,1 2-1,37 6 1,-46-3-2,-1 1 0,0 2 0,-1 1 0,1 0 0,-2 2 0,1 2 1,-1 0-1,-1 1 0,42 31 0,-34-17 7,-2 1 0,0 1 1,-3 1-1,0 2 0,-2 1 0,-1 0 1,-2 2-1,-2 1 0,-1 1 0,-1 0 1,-2 1-1,11 43 0,-9-16 74,-3 0 0,-3 1 0,-3 1 0,-3 0-1,-3 0 1,-8 110 0,-1-119-12,-2 0-1,-3-1 1,-2 0-1,-3 0 1,-2-2 0,-34 71-1,21-64 2,-4-1 0,-2-1-1,-2-2 1,-92 102 0,55-84-20,-3-3 0,-3-3 1,-2-4-1,-4-4 0,-2-4 1,-3-4-1,-124 53 0,153-80-244,0-2-1,-1-4 0,-1-2 0,-1-3 0,-79 7 0,-3-19-2626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9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1017 49 5298,'28'-7'795,"-8"1"-675,5-1 56,1 0 0,0 2-1,0 1 1,1 0 0,51 2-1,-69 3-94,0 0 1,0 1-1,-1 1 0,1-1 0,-1 1 0,1 1 0,-1-1 0,0 1 0,0 1 1,-1 0-1,1 0 0,-1 0 0,0 1 0,-1 0 0,1 0 0,-1 1 0,0 0 0,-1 0 1,0 0-1,8 15 0,0 3 0,-1 0 0,-1 2 0,-1-1 0,-1 1 1,7 43-1,-7-25 25,-3 0 0,-2 1 0,-1-1 0,-6 78 0,0-94-73,-1-1 0,-1 1-1,-2-1 1,-1 0-1,-1-1 1,-1 0 0,-1 0-1,-24 39 1,17-38-17,-1-1 1,-1 0-1,-1-2 1,-2 0-1,-1-2 1,0 0-1,-2-2 1,-54 35-1,57-43-5,1-1 0,-2-1 1,0-2-1,0 0 0,0-1 0,-1-2 0,0 0 1,-1-2-1,1 0 0,-1-2 0,0-1 0,-27-2 1,39 0-1,1-1 1,0 0 0,-1-1 0,1 0 0,0-1-1,1-1 1,-1 0 0,1 0 0,0-1 0,-22-16-1,21 12 8,1 0-1,0-1 0,1-1 0,0 0 1,1 0-1,1-1 0,0-1 0,0 1 0,-6-17 1,2 1 22,1-1 0,2-1 1,0 0-1,3 0 0,0-1 1,2 0-1,2 0 1,0 0-1,3 0 0,4-49 1,-1 48-27,2 0 1,1 0-1,1 0 1,3 1 0,0 0-1,2 1 1,1 0-1,2 1 1,35-56 0,-33 63-15,1 2 0,1 0 0,0 0 0,2 2 0,0 1 0,1 0 0,1 2 1,44-24-1,-36 25 1,1 1 1,0 1 0,1 3 0,0 0-1,1 2 1,65-7 0,-46 11 37,-1 2 0,87 8 0,-103-1 16,0 1 1,-1 1 0,0 2-1,66 26 1,-65-18 40,-1 2 1,-1 0-1,0 3 1,-2 1-1,55 50 1,-50-37-18,-2 2 1,-2 2-1,-1 1 1,29 50-1,-28-34 32,-3 2-1,-2 1 0,-3 0 1,-2 2-1,-3 1 0,-3 1 1,14 105-1,-24-100 60,-2 2-1,-10 126 1,0-148-89,-2-1 1,-2 0-1,-2 0 0,-34 88 0,24-89-58,-3-1 0,-1-1-1,-3-1 1,-1-2 0,-48 54-1,15-28 2,-4-4 0,-93 73-1,47-54-352,-4-4 0,-4-6 1,-2-5-1,-3-5 0,-3-6 0,-2-5 0,-2-6 0,-163 33 0,-149-14-7634,437-64 7817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7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46 294 4754,'0'0'1740,"-2"19"-1428,-8 58 357,6-60 1122,0-14-1136,0-13-337,3 9-104,-3-9-168,0 0-1,1-1 1,0 0 0,1 1 0,0-1 0,1 0 0,0 0-1,1 0 1,0 0 0,0 0 0,1 0 0,1 0 0,0 0-1,0 0 1,1 1 0,7-17 0,-3 16-55,1 0 1,0 0 0,0 1-1,1 1 1,0-1-1,1 2 1,0-1-1,15-8 1,-2 2-35,0 1 0,1 1 0,28-10 0,-27 14-15,0 1 0,1 2 0,0 0 0,0 2 0,0 1 0,1 1 0,46 2-1,-67 1 54,0-1 0,0 1 0,0 1-1,-1-1 1,1 1 0,0 0 0,-1 0-1,0 1 1,1-1 0,-1 1 0,0 0-1,0 1 1,0-1 0,-1 1 0,0 0-1,1 0 1,-1 1 0,0-1-1,-1 1 1,1 0 0,-1 0 0,0 0-1,0 0 1,-1 0 0,0 1 0,1-1-1,1 10 1,1 8-13,0 0-1,-1 0 0,-2 1 1,0-1-1,-3 39 1,0-43 25,-2 0 1,0 0 0,-1 0 0,-1 0 0,-1-1-1,0 0 1,-1 0 0,-1-1 0,-1 0-1,-1 0 1,0-1 0,-19 23 0,-15 13 54,-2-3 0,-66 55 0,-9 9 19,116-108-68,0 1 0,1 0 0,-1 0 0,1 0 0,1 0 0,-1 1 0,1-1 0,0 1 1,0 0-1,1 0 0,-3 14 0,4-18-14,1 1 1,-1 0 0,1 0 0,0 0-1,1 0 1,-1-1 0,1 1-1,-1 0 1,1 0 0,0-1-1,0 1 1,1 0 0,-1-1 0,1 1-1,0-1 1,0 0 0,0 0-1,0 1 1,0-1 0,1-1-1,0 1 1,-1 0 0,1-1 0,4 3-1,6 4 7,1-1-1,1-1 1,-1 0 0,1-1-1,1 0 1,-1-1-1,1-1 1,0-1 0,30 3-1,6-3 13,90-5-1,-130 2-18,0-1 0,1-1-1,-1 0 1,0-1 0,0 0 0,-1-1 0,1 0-1,-1-1 1,1-1 0,-2 1 0,19-13 0,-24 14-5,-1 0 1,0 0 0,1-1-1,-1 1 1,-1-1 0,1 0 0,-1 0-1,0 0 1,0 0 0,0-1-1,-1 1 1,0-1 0,0 0-1,0 0 1,-1 1 0,1-1 0,-2 0-1,1 0 1,-1 0 0,1 0-1,-2 0 1,1 0 0,-1 0-1,0 0 1,0 0 0,-2-7 0,0 4 2,-1-1 0,0 1 0,0 0 1,-1 0-1,0 0 0,-1 0 1,0 1-1,0 0 0,-1 0 1,-14-13-1,-9-4-5,-50-33-1,67 49 8,-33-22 5,-1 3 1,-1 2-1,-59-24 1,76 38-30,0 2 0,0 1-1,-1 1 1,0 2 0,-1 1 0,-51-1 0,52 6-706,17 0-2284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7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382 10 5426,'0'0'2615,"-33"0"-2348,11 0-217,3-1-16,0 1-1,1 1 0,-29 4 0,39-3 26,-1 0 0,1 1 0,0 0 1,0 0-1,0 1 0,0-1 0,0 2 0,1-1 1,-1 1-1,1 0 0,1 1 0,-11 10 0,4-1 66,1 1-1,1 0 1,0 1 0,1 1-1,1-1 1,1 1-1,1 1 1,0-1 0,1 1-1,1 1 1,-3 25-1,5-28-106,1-1-1,1 0 1,1 1 0,0-1-1,1 1 1,1-1-1,1 0 1,0 0-1,1 0 1,0 0-1,2 0 1,0-1-1,0 0 1,11 18-1,-5-18-11,0 0 0,0 0-1,1-2 1,1 1 0,1-1-1,0-1 1,0-1 0,1 0 0,0-1-1,1-1 1,0 0 0,1-1-1,0-1 1,21 5 0,-4-3 7,1-1 0,0-1 0,1-3 0,-1 0 0,1-3-1,54-4 1,-78 2-7,0-1 0,0 0 0,0 0 0,-1-2 0,1 1 0,-1-2 0,1 0 0,12-7 0,-18 8-2,0-1 0,0 0 0,-1 0 0,0 0 0,0-1 0,0 1 0,-1-2 1,0 1-1,0 0 0,0-1 0,-1 0 0,0 0 0,-1-1 0,4-7 0,-2-2 6,0 0-1,-2 0 1,0 0-1,0 0 1,-2-1-1,0 1 1,-1-1-1,-1 1 1,0-1-1,-2 1 1,0 0-1,-1 0 1,0 0-1,-1 0 1,-1 1-1,-1 0 1,0 0-1,-1 0 1,-1 1-1,-1 1 1,0-1-1,-23-24 1,10 15-29,-1 2 1,-2 0-1,0 2 1,-1 1-1,-1 1 1,-1 2-1,0 0 1,-1 2-1,-1 1 1,0 2-1,0 1 1,-1 1-1,0 2 1,-1 1-1,0 1 1,-49 1-1,28 4-2406,28 0-4842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8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86 467 4482,'0'0'456,"-5"16"601,-14 45 501,19-60-1473,0-1 0,0 1 0,0 0 0,0-1 0,-1 1 1,1 0-1,0-1 0,0 1 0,0-1 0,-1 1 0,1 0 0,0-1 0,0 1 1,-1-1-1,1 1 0,0 0 0,-1-1 0,1 1 0,-1-1 0,1 0 0,-1 1 1,1-1-1,-1 1 0,1-1 0,-2 1 0,0-10 143,2 8-1,-3-27 136,1 0 0,3-45 0,0 22-329,-2 38-36,1 0 1,1-1-1,0 1 0,1 0 1,0 0-1,1 0 0,0 0 1,1 0-1,1 1 1,0-1-1,0 1 0,2 0 1,-1 1-1,1 0 0,1 0 1,0 0-1,19-18 1,-13 16-19,2 1 1,-1 1 0,1 0 0,1 1 0,0 0 0,0 2 0,1 0 0,37-11 0,-23 11-87,0 2 0,1 1 0,-1 1 0,46 1 0,-68 3 56,-1 0 0,1 0 0,-1 1 0,1 1 0,-1-1 0,0 2 0,0-1 0,0 1 0,15 7 0,-19-7 33,0 1 0,-1-1-1,1 1 1,-1 0 0,1 0 0,-1 0 0,0 1-1,-1-1 1,1 1 0,-1 0 0,0 0 0,0 0-1,-1 1 1,0-1 0,1 1 0,0 6-1,2 3 19,-2 0 0,0 1-1,-1-1 1,0 1-1,-1-1 1,-1 1-1,0 0 1,-1-1-1,-1 1 1,-1-1-1,0 1 1,-1-1-1,0 0 1,-1 0 0,-1-1-1,0 1 1,-1-1-1,-1-1 1,-18 26-1,-18 7 37,-1-2 0,-2-2 1,-56 38-1,-76 69 121,166-136-114,0 1-1,1 0 1,-17 26-1,24-32-22,1 0 0,-1 1-1,2-1 1,-1 1 0,1 0 0,1 0-1,0 0 1,0 1 0,-1 9-1,2-7-15,0 1 0,1 0-1,1 0 1,2 19 0,-2-28-4,0 0 1,1 1 0,-1-1 0,1 0-1,0 0 1,0 0 0,0 0-1,1 0 1,-1-1 0,1 1 0,0-1-1,0 1 1,0-1 0,0 0-1,7 5 1,1-2 4,0 0-1,0-1 1,1 0 0,-1 0-1,1-1 1,0-1 0,0 0-1,0-1 1,0 0 0,15 0-1,12 0 3,73-8 0,-104 5-4,0 1 0,0-2 0,0 1 0,-1-1 0,1 0 0,-1-1 0,1 1 1,-1-1-1,0-1 0,0 0 0,0 0 0,0 0 0,-1-1 0,0 0 1,0 0-1,0 0 0,0-1 0,-1 0 0,0 0 0,0 0 0,-1-1 0,0 0 1,0 0-1,0 0 0,-1 0 0,0 0 0,-1-1 0,1 1 0,-1-1 0,1-14 1,-2 6-3,0 1 0,-2-1 0,0 0 0,-1 1 0,0-1 0,-1 1 1,-1-1-1,-1 1 0,0 0 0,-1 1 0,0 0 0,-1-1 0,-1 2 1,0-1-1,-1 1 0,0 1 0,-1 0 0,-16-16 0,0 3-12,-1 1-1,-1 2 1,-1 1 0,-1 1-1,-1 1 1,-64-28 0,66 35 0,0 1 1,-42-9-1,57 17-69,0 0-1,0 2 1,-1-1-1,1 2 1,0-1-1,0 2 1,-16 2-1,30-3 33,0 0 0,0 0 0,-1 0-1,1 0 1,0 0 0,0 0 0,-1 0 0,1 0-1,0 0 1,0 1 0,0-1 0,0 0 0,-1 0-1,1 0 1,0 0 0,0 0 0,0 0-1,0 1 1,-1-1 0,1 0 0,0 0 0,0 0-1,0 0 1,0 1 0,0-1 0,0 0 0,0 0-1,-1 0 1,1 1 0,0-1 0,0 0 0,0 0-1,0 0 1,0 1 0,0-1 0,0 0-1,0 0 1,0 0 0,0 1 0,0-1 0,0 0-1,0 0 1,0 0 0,1 1 0,-1-1 0,2 16-3683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8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77 5795,'0'0'5282,"-27"-77"-5282,19 172 0,-1 36 16,9 3 48,0 8-48,12-8-16,20-15-1521,1-36-3393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0 3986,'0'0'3986,"-9"0"-3570,21 0-416,21 0-1089,14 0-1520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7764,'0'0'0,"169"18"-593,-89-18-2016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5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4050,'0'0'3169,"199"0"-2961,-125 0-128,15 0-80,6 0-112,-9 0-2881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0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237 13 3794,'0'0'379,"27"-1"-259,91-1 48,-111 2-136,-1 1 0,1-1 0,-1 1 0,0 0 0,0 1 1,1-1-1,-1 1 0,0 1 0,0-1 0,-1 1 0,1 0 1,-1 0-1,1 1 0,-1-1 0,0 1 0,0 0 0,0 1 1,-1-1-1,0 1 0,0 0 0,0 0 0,0 0 0,-1 1 0,0-1 1,0 1-1,0 0 0,-1 0 0,4 12 0,-1 7 125,0 0 0,-2 0 0,0 1 0,-2-1 0,-3 36 0,2-55-105,-1 8-9,0 0 0,-1 0 0,-1-1 0,0 1 0,-1-1 0,0 1 1,-1-1-1,0-1 0,-1 1 0,-1-1 0,-10 16 0,3-10 4,0-1 1,-1-1-1,0 0 0,-1-1 1,-1-1-1,-28 19 0,36-26 13,-1-1-1,0 0 1,0 0-1,0-1 0,0 0 1,-1-1-1,1 0 1,-1-1-1,0 0 0,-1-1 1,1 0-1,0-1 1,-1 0-1,-13-1 0,19-1-21,0 0 0,0-1 0,0 1 0,1-1 0,-1-1 0,1 1-1,-1-1 1,1 0 0,0 0 0,0 0 0,0-1 0,0 0 0,1 0-1,-1 0 1,1 0 0,0-1 0,0 0 0,1 0 0,-5-8 0,-2-5 16,0 1 0,2-1 0,0-1 0,-9-32 0,12 31 18,0-1 1,2 1 0,0-1 0,1 0 0,1 0-1,4-37 1,-2 46-63,1 1 1,0 0-1,1 0 0,0 0 1,1 0-1,0 0 0,0 1 0,1 0 1,1 0-1,0 0 0,0 0 1,1 1-1,13-14 0,-4 9-14,1 1 0,0 0 0,1 1 1,0 1-1,0 1 0,1 1 0,1 0 0,-1 2 0,1 0 0,41-8 0,-23 8-9,-1 2 0,1 2-1,0 1 1,1 2 0,46 6-1,-69-4 5,1 1 0,-1 0 0,0 1 0,0 1 0,0 1 0,-1 0 0,0 1 0,0 0 0,0 1 0,-1 1 0,-1 0 0,25 22 0,-27-20 7,-1 1-1,0-1 1,-1 2 0,0-1-1,-1 2 1,0-1 0,-1 1-1,-1 0 1,0 0 0,-1 1 0,0-1-1,-1 1 1,-1 0 0,2 18-1,-3-10 19,0 0-1,-2 0 0,0 1 0,-2-1 0,-6 37 0,4-45 19,0 0 0,-1 0 0,0-1 0,-1 0 0,-1 0-1,0 0 1,-1-1 0,-1 0 0,-13 16 0,-3-2 71,0-2 1,-2 0-1,0-2 1,-56 36-1,-131 56-187,212-113 38,-13 5-640,1 0 0,-1-1-1,0-1 1,-17 4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0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413 32 5346,'0'0'916,"-36"-8"-428,1 0-281,-1 2 0,-49-3 0,79 9-142,0 0 1,0 1-1,0 0 0,0 0 0,0 0 0,1 1 0,-1-1 0,0 2 0,1-1 0,-1 1 1,1-1-1,0 1 0,0 1 0,-9 7 0,5-2 92,0 1 0,0 0-1,1 1 1,-10 17 0,14-22-111,-7 13 64,1 2 1,1 0 0,0 0-1,2 0 1,0 1 0,2 0 0,0 1-1,2-1 1,0 1 0,2-1-1,1 39 1,0-49-97,1 0 0,0 0 0,1 0 0,1 0 0,-1 0 0,2 0-1,0-1 1,0 1 0,1-1 0,10 17 0,-7-17-1,0 0 0,1-1 0,0 0 0,1-1 0,0 0 0,0 0 0,1-1 0,0-1 0,20 11 0,-11-8 6,0-1 1,0-1-1,1 0 0,1-2 0,36 6 1,-13-6 31,80 0 1,-112-6-46,0 0 0,0-1 0,0 0 0,-1-1 1,1-1-1,-1 0 0,19-7 0,-26 8-2,1-1 0,-1 0 0,0-1 0,0 1 0,0-1 0,0 0 0,-1 0-1,1 0 1,-1-1 0,0 1 0,-1-1 0,1 0 0,-1 0 0,0-1 0,0 1 0,0-1 0,2-9 0,-1 4 4,-1 1 1,-1 0-1,0-1 1,0 1-1,-1-1 1,0 0-1,-1 0 1,-1 1-1,1-1 1,-2 0-1,1 1 1,-1-1-1,-5-11 1,2 8-4,-1-1 0,-1 2 0,0-1 0,-1 1 1,-1 0-1,0 0 0,0 1 0,-15-14 0,-4 0-11,-1 2 0,0 1 0,-2 1 0,-1 2 0,0 1 0,-59-24-1,74 35-230,1 2 0,-2 0 0,1 1 0,-1 0 0,1 2 1,-1 0-1,0 1 0,0 1 0,0 0 0,0 2 0,-31 4 0,-3 12-4216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1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204 142 5507,'26'-5'109,"-19"3"-103,34-8 12,1 2 1,79-5-1,-112 13-19,7-1 41,-1 1-1,1 1 1,-1 0-1,19 4 1,-29-3-26,-1-1 1,1 1 0,-1 0-1,1 0 1,-1 0 0,0 1-1,1-1 1,-1 1 0,-1 0-1,1 0 1,0 1 0,-1-1-1,0 1 1,1-1-1,-1 1 1,4 9 0,-1-2 14,0 1 0,-1 0 0,-1 0 0,0 0 0,-1 1 0,0 0-1,-1-1 1,1 19 0,-1 4 293,-7 63 0,3-82-227,-1 0 0,-1 0 0,0-1 0,-1 0 1,-1 1-1,0-2 0,-1 1 0,-1-1 0,0 0 0,0-1 0,-2 1 0,0-2 0,0 0 0,-1 0 0,-1 0 0,0-2 0,0 1 0,-21 12 0,14-11-7,0-1-1,0-1 1,-1 0-1,0-2 1,-1 0-1,0-2 1,0 0-1,-1-1 1,1-1-1,-1-1 1,0-1-1,0-1 0,-26-2 1,41 0-50,1 0-1,0 0 1,0 0-1,-1-1 1,1 0 0,0 0-1,0-1 1,1 0 0,-1 0-1,1 0 1,-1-1 0,1 0-1,0 0 1,0 0 0,1 0-1,-1-1 1,1 0-1,0 0 1,0 0 0,0 0-1,1-1 1,0 1 0,-4-10-1,0-5 34,0 0 0,1 0-1,1 0 1,1-1 0,1 0-1,0-23 1,1 20-59,2 1 0,1-1 0,0 0 0,2 1 0,1 0 0,0 0 0,2 0 0,13-34 0,-12 41-12,0 1 1,2-1-1,0 2 1,0-1-1,1 1 1,1 1-1,1 0 1,0 0-1,0 1 1,1 1 0,0 0-1,23-14 1,-9 11-12,0 1 1,1 1 0,0 1 0,1 1-1,0 2 1,1 1 0,0 1 0,0 2 0,0 1-1,0 1 1,59 4 0,-75-1 3,0 1-1,0 0 1,0 1 0,-1 1-1,0 0 1,0 0 0,0 1-1,0 1 1,0 1-1,-1-1 1,-1 2 0,13 9-1,-10-5 0,-1 0 0,-1 1-1,0 1 1,-1 0 0,-1 1-1,0 0 1,0 0 0,13 33-1,-11-15 13,0 1-1,-2 1 0,-2 0 1,-1 0-1,-2 1 1,-1 0-1,-2 0 0,-1 0 1,-2 0-1,-9 59 1,5-73 4,-1 0 1,-1-1 0,-1 0 0,-1 0 0,0-1 0,-1 0 0,-2-1 0,0 0 0,-27 31 0,20-28 5,-1 0 1,-2-2-1,0-1 0,-1 0 0,0-2 1,-52 29-1,59-39-161,0 1 1,0-2 0,-1 0-1,0-1 1,0-1-1,0-1 1,-1 0-1,-28 0 1,43-2-60,0-1 0,-1 0 0,1 0 0,0 0 0,-1 0 0,1 0 0,-1-1 0,1 1 0,0-1 0,0 0 0,-1 0 0,1-1 1,0 1-1,-3-2 0,3-1-179,1 1 0,-1-1 1,1 0-1,0 1 0,0-1 1,1 0-1,-1 0 0,1-1 1,0 1-1,-1-7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1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21 152 7347,'0'0'4018,"0"-152"-1985,-2 182-2033,-13 50 0,12 45 0,3 24 64,0 2-48,3-8-16,23-25-112,1-37-2961,-21-49-5619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2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4370,'0'0'7059,"89"0"-7075,57-9-1536,14-9-3715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3346,'0'0'4129,"219"0"-4177,-103 0 64,15 0-16,9-6-784,-7 3-144,-14 0 768,-24 0 160,-32 3 0,-19 0 80,-23 0 176,3 0-128,-7 6-128,4 3-320,-3-9-3778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4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 7203,'0'0'3490,"169"12"-3490,-32-18-2401,6-18-2017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 5106,'0'0'2818,"167"-17"-2898,-69 17-3314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5202,'0'0'2273,"151"-21"-1312,-82 15-545,2 6-320,3 0-96,-14 0-2881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4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5555,'0'0'5554,"199"-15"-5666,-48-3-2657,15-3-2546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4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 4962,'0'0'2433,"158"-18"-1792,-72 15 31,18 3-560,8-3-112,-8-6-912,-23 0-5651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8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663 232 8644,'31'-2'301,"-6"-1"-269,157-4 51,-161 7-76,0 2 1,-1 0-1,1 1 0,-1 1 1,1 1-1,-1 1 0,34 15 1,-34-9-1,-1 0 0,-1 1 1,0 1-1,0 1 0,-2 1 1,0 0-1,-1 1 0,0 1 1,-2 0-1,0 0 0,-1 2 0,-1 0 1,0 0-1,10 31 0,-6-9 15,-2 0-1,-2 0 0,-2 1 1,-2 1-1,-1-1 0,-1 67 1,-5-90-10,-1-1 0,-1 1 0,-1 0 0,-1-1 0,0 1 0,-1-1 0,-2 0 0,0-1 0,0 0 0,-2 0 0,0 0 0,-1-1 0,-1 0 0,-1-1 0,0-1 0,-1 0 0,0 0 0,-2-1 0,-16 13 0,9-10-1,-1-1 0,-1-1 1,0-1-1,-1 0 1,0-2-1,-1-2 0,-1 0 1,1-1-1,-1-2 0,-55 8 1,58-12 1,-1-1 1,1-1-1,-1-1 0,1-1 1,-1-1-1,1-1 0,0-2 1,0 0-1,0-1 0,1-2 1,0 0-1,-37-20 1,41 17 41,1-1 1,0-1-1,1-1 1,0 0 0,1-2-1,1 0 1,0 0-1,1-1 1,1-1 0,1 0-1,0-1 1,1 0-1,2-1 1,0 0 0,1-1-1,0 0 1,2 0-1,-4-26 1,3 5-31,2-1 0,3 1 0,0-1-1,3 0 1,2 1 0,1-1 0,3 1 0,1 0 0,2 0 0,2 1-1,2 1 1,21-46 0,-22 59-26,1 1 0,2 0-1,0 1 1,2 0 0,0 2 0,2 0-1,1 1 1,0 1 0,1 1-1,2 1 1,0 1 0,1 1 0,0 1-1,1 2 1,1 0 0,1 2-1,0 0 1,34-7 0,-27 10 3,1 2 1,0 1 0,0 2-1,1 2 1,-1 1 0,1 2-1,37 6 1,-46-3-2,-1 1 0,0 2 0,-1 1 0,1 0 0,-2 2 0,1 2 1,-1 0-1,-1 1 0,42 31 0,-34-17 7,-2 1 0,0 1 1,-3 1-1,0 2 0,-2 1 0,-1 0 1,-2 2-1,-2 1 0,-1 1 0,-1 0 1,-2 1-1,11 43 0,-9-16 74,-3 0 0,-3 1 0,-3 1 0,-3 0-1,-3 0 1,-8 110 0,-1-119-12,-2 0-1,-3-1 1,-2 0-1,-3 0 1,-2-2 0,-34 71-1,21-64 2,-4-1 0,-2-1-1,-2-2 1,-92 102 0,55-84-20,-3-3 0,-3-3 1,-2-4-1,-4-4 0,-2-4 1,-3-4-1,-124 53 0,153-80-244,0-2-1,-1-4 0,-1-2 0,-1-3 0,-79 7 0,-3-19-2626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9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1017 49 5298,'28'-7'795,"-8"1"-675,5-1 56,1 0 0,0 2-1,0 1 1,1 0 0,51 2-1,-69 3-94,0 0 1,0 1-1,-1 1 0,1-1 0,-1 1 0,1 1 0,-1-1 0,0 1 0,0 1 1,-1 0-1,1 0 0,-1 0 0,0 1 0,-1 0 0,1 0 0,-1 1 0,0 0 0,-1 0 1,0 0-1,8 15 0,0 3 0,-1 0 0,-1 2 0,-1-1 0,-1 1 1,7 43-1,-7-25 25,-3 0 0,-2 1 0,-1-1 0,-6 78 0,0-94-73,-1-1 0,-1 1-1,-2-1 1,-1 0-1,-1-1 1,-1 0 0,-1 0-1,-24 39 1,17-38-17,-1-1 1,-1 0-1,-1-2 1,-2 0-1,-1-2 1,0 0-1,-2-2 1,-54 35-1,57-43-5,1-1 0,-2-1 1,0-2-1,0 0 0,0-1 0,-1-2 0,0 0 1,-1-2-1,1 0 0,-1-2 0,0-1 0,-27-2 1,39 0-1,1-1 1,0 0 0,-1-1 0,1 0 0,0-1-1,1-1 1,-1 0 0,1 0 0,0-1 0,-22-16-1,21 12 8,1 0-1,0-1 0,1-1 0,0 0 1,1 0-1,1-1 0,0-1 0,0 1 0,-6-17 1,2 1 22,1-1 0,2-1 1,0 0-1,3 0 0,0-1 1,2 0-1,2 0 1,0 0-1,3 0 0,4-49 1,-1 48-27,2 0 1,1 0-1,1 0 1,3 1 0,0 0-1,2 1 1,1 0-1,2 1 1,35-56 0,-33 63-15,1 2 0,1 0 0,0 0 0,2 2 0,0 1 0,1 0 0,1 2 1,44-24-1,-36 25 1,1 1 1,0 1 0,1 3 0,0 0-1,1 2 1,65-7 0,-46 11 37,-1 2 0,87 8 0,-103-1 16,0 1 1,-1 1 0,0 2-1,66 26 1,-65-18 40,-1 2 1,-1 0-1,0 3 1,-2 1-1,55 50 1,-50-37-18,-2 2 1,-2 2-1,-1 1 1,29 50-1,-28-34 32,-3 2-1,-2 1 0,-3 0 1,-2 2-1,-3 1 0,-3 1 1,14 105-1,-24-100 60,-2 2-1,-10 126 1,0-148-89,-2-1 1,-2 0-1,-2 0 0,-34 88 0,24-89-58,-3-1 0,-1-1-1,-3-1 1,-1-2 0,-48 54-1,15-28 2,-4-4 0,-93 73-1,47-54-352,-4-4 0,-4-6 1,-2-5-1,-3-5 0,-3-6 0,-2-5 0,-2-6 0,-163 33 0,-149-14-7634,437-64 7817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10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120 379 4626,'0'0'2367,"0"4"-1297,0-10-796,-2-32-88,-1 0 1,-16-68-1,-31-79 29,46 175-159,2 11-77,1 21-96,1-17 105,19 405-90,-7-224 122,31 307 22,-42-479-28,-4-81 175,-2 0 1,-24-113-1,-1 16-179,8-1 0,-2-258-1,24 423-10,0 0 1,0 0-1,0-1 0,-1 1 0,1 0 0,0 0 0,0 0 0,0-1 0,1 1 0,-1 0 0,0 0 0,0-1 0,0 1 0,0 0 0,0 0 1,0 0-1,0-1 0,0 1 0,0 0 0,0 0 0,1 0 0,-1-1 0,0 1 0,0 0 0,0 0 0,0 0 0,0 0 0,1-1 1,-1 1-1,0 0 0,0 0 0,0 0 0,1 0 0,-1 0 0,0 0 0,0 0 0,1 0 0,-1-1 0,0 1 0,0 0 0,0 0 0,1 0 1,-1 0-1,0 0 0,0 0 0,1 0 0,-1 1 0,0-1 0,0 0 0,1 0 0,-1 0 0,0 0 0,0 0 0,12 7-61,1 6 43,0 1-1,-1 1 1,17 26-1,-5-6 21,295 464 89,-118-170-57,-187-308-30,-9-12 0,0-1 1,0 1-1,1-1 0,0-1 0,1 1 1,0-1-1,7 7 0,-13-14 4,-1 0 1,0 1-1,0-1 0,1 0 1,-1 0-1,0 1 0,1-1 1,-1 0-1,0 0 1,1 0-1,-1 1 0,0-1 1,1 0-1,-1 0 0,1 0 1,-1 0-1,0 0 0,1 0 1,-1 0-1,1 0 0,-1 0 1,0 0-1,1 0 0,-1 0 1,1 0-1,-1 0 0,0 0 1,1 0-1,-1 0 0,0 0 1,1 0-1,-1-1 0,1 1 1,-1 0-1,1-1 1,5-18 677,62-730 793,-64 684-1562,18-97 0,-12 137-583,-10 24 601,0 1 0,0-1 0,1 1 0,-1 0 0,0-1 0,0 1 0,1 0 0,-1-1-1,0 1 1,1 0 0,-1 0 0,0-1 0,1 1 0,-1 0 0,0 0 0,1-1 0,-1 1 0,1 0-1,-1 0 1,1 0 0,-1 0 0,0 0 0,1 0 0,-1 0 0,1 0 0,-1 0 0,1 0 0,-1 0-1,1 0 1,-1 0 0,0 0 0,1 0 0,-1 0 0,1 0 0,-1 1 0,0-1 0,1 0 0,-1 0-1,1 0 1,-1 1 0,0-1 0,1 0 0,-1 0 0,0 1 0,1-1 0,-1 0 0,0 1 0,0-1-1,1 1 1,-1-1 0,0 0 0,0 1 0,0-1 0,0 1 0,1-1 0,-1 1 0,10 34-3309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11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1 4290,'0'0'4639,"-10"5"-4425,5-2-215,0 0 1,0 1-1,0-1 1,1 1-1,0 0 1,-1 0-1,1 0 1,1 1-1,-1 0 1,1-1-1,-1 1 0,2 0 1,-1 1-1,0-1 1,1 0-1,0 1 1,0-1-1,1 1 1,-2 7-1,-6 32 9,2 1 0,2 0 0,2 0 0,2 0 0,7 66 0,-4-103-14,-1 0-1,1 0 0,1-1 1,0 1-1,0-1 1,0 0-1,1 0 0,0 0 1,1 0-1,0-1 0,10 13 1,-11-16-3,0 1 0,1-1 0,0 0 0,0-1-1,0 1 1,0-1 0,1 0 0,-1 0 0,1 0 0,0-1 0,0 0 0,0 0 0,0-1 0,0 0 0,0 0 0,0 0-1,10 0 1,-13-2 16,1 1 0,0-1-1,-1 0 1,1 0-1,-1 0 1,1 0-1,-1-1 1,1 0 0,-1 1-1,0-1 1,0 0-1,0-1 1,0 1 0,0 0-1,-1-1 1,1 0-1,-1 1 1,1-1-1,-1 0 1,0 0 0,0-1-1,-1 1 1,1 0-1,0 0 1,1-7 0,2-5 20,0 0 1,-1-1-1,0 1 1,-1-1-1,0-17 1,0-1 7,-2-1 0,-5-52 0,1 70-26,1-1 1,-2 1-1,0 0 0,-2 0 1,1 1-1,-17-31 0,20 42-13,-7-11-293,0 1 0,-21-27 1,27 38 180,0 1 0,0 0 1,0 0-1,0 0 0,-1 0 0,1 1 1,-1-1-1,1 1 0,-1 0 1,0 0-1,0 0 0,0 1 0,0-1 1,0 1-1,0 0 0,0 0 1,-8 0-1,-4 1-2733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11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33 241 5603,'0'0'1670,"-6"19"-1566,-1 6-89,1-1 1,-4 33 0,8-43 11,1 1-1,1-1 0,0 1 1,1 0-1,0-1 1,1 1-1,5 16 0,-1-14 2,0-1 0,0 0 0,2 0 0,0-1 0,0 0 0,14 18 0,-19-29-12,1 1 1,-1-1-1,1 0 0,0 0 0,0 0 0,0 0 1,1-1-1,-1 1 0,1-1 0,0 0 0,0-1 0,0 1 1,0-1-1,0 0 0,0 0 0,1 0 0,-1-1 1,1 0-1,-1 0 0,1-1 0,-1 1 0,1-1 1,8-1-1,-10 0 9,0 0-1,0-1 1,-1 1 0,1-1 0,0 1 0,-1-1-1,0-1 1,1 1 0,-1 0 0,0-1 0,0 1 0,0-1-1,-1 0 1,1 0 0,-1 0 0,1 0 0,-1-1-1,2-4 1,3-6 49,0 0 0,-1-1 0,4-16 0,-10 30-73,8-29 91,-1 0-1,-1 0 0,1-43 1,-4-92 229,-3 117-133,0 39-72,-1-26 226,1 34-315,0 0 0,0 0 0,0 1 0,0-1 0,0 0-1,0 0 1,-1 0 0,1 0 0,0 0 0,-1 0 0,1 0 0,-1 0 0,1 1 0,-1-1 0,1 0 0,-1 0 0,1 0 0,-1 1 0,0-1-1,1 1 1,-1-1 0,0 0 0,0 1 0,0-1 0,-1 0 0,2 1-24,-1 0-1,1 0 1,0 0-1,0 0 1,0 0-1,0 0 1,-1 0-1,1 0 1,0 0 0,0 0-1,0 0 1,-1 0-1,1 0 1,0 0-1,0 0 1,0 0 0,0 0-1,-1 1 1,1-1-1,0 0 1,0 0-1,0 0 1,0 0-1,-1 0 1,1 0 0,0 1-1,0-1 1,0 0-1,0 0 1,0 0-1,0 0 1,0 0-1,0 1 1,-1-1 0,1 0-1,0 0 1,0 0-1,0 1 1,0-1-1,0 0 1,0 0-1,0 0 1,0 1 0,0-1-1,0 0 1,0 0-1,0 1 1,-1 14-69,0 1 0,1 28 0,1-3-56,-1 7 97,-1 4 28,2-1 0,12 78 0,-10-115-4,0 1 0,0-1 0,2 0 0,0-1 0,0 1 0,1-1 0,1 0 0,0 0 0,1-1 0,0 1 0,1-2 0,0 0 0,18 17 0,-22-24-4,1 1 0,0-1 0,0 0 0,0-1 0,1 1 0,0-1 0,-1-1 0,1 1 0,0-1 0,0 0 0,0 0 0,0-1 0,0 0 0,1-1 0,-1 1 0,0-1 0,0-1 0,1 1 0,-1-1 0,14-4 0,-10 2 13,0-1-1,-1 0 1,1-1-1,-1 0 1,0-1-1,-1 0 1,1 0-1,-1-1 0,0 0 1,-1-1-1,0 1 1,10-14-1,-6 5 17,0-1 1,-2 0-1,0 0 0,-1-1 0,-1-1 0,-1 1 1,0-1-1,-1-1 0,-2 1 0,0-1 0,0 0 1,-2 1-1,-1-1 0,-2-39 0,1 44-14,-2 0 0,0 0 0,-1 1 0,-1-1 0,0 1 0,-1 0 0,0 0 0,-1 0 0,-9-14 0,5 12 19,-1 0-1,0 1 0,-2 0 1,0 1-1,0 1 1,-25-19-1,28 24-101,-1 0 1,0 1-1,0 0 1,-1 1-1,1 1 1,-1 0-1,-1 0 0,1 1 1,-1 1-1,1 0 1,-1 0-1,0 1 1,0 1-1,-23 1 0,-11 0-3595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19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204 521 3922,'0'0'2038,"-9"-31"-1560,-27-103 202,21 85-333,-2 1 1,-3 1-1,-27-51 1,14 32 161,7 18 206,27 74-843,41 130-18,-3-19 188,31 350 71,-47-274-452,-20-188-77,-3-14-309,1-1 0,1 0-1,0 0 1,6 19 0,4-13-2826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0.1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 1 3842,'0'0'3487,"-23"36"-3407,23-36-80,-90 163 283,84-149-244,1 0 1,1 0-1,0 0 1,0 0-1,1 1 1,1-1-1,1 1 1,0 0-1,1-1 1,0 1-1,3 15 1,-1-9-37,-1-8-2,0 0 1,1 0-1,1 0 0,0 0 0,1 0 1,0-1-1,1 1 0,6 12 0,-8-20-10,0 0 0,0 0-1,1-1 1,-1 1 0,1-1 0,0 0-1,1 0 1,-1 0 0,0 0-1,1-1 1,0 1 0,0-1-1,0-1 1,0 1 0,1-1 0,-1 0-1,1 0 1,-1 0 0,1-1-1,9 2 1,-8-3 10,0 1 0,1-1-1,-1 0 1,0 0 0,1-1 0,-1 0-1,0-1 1,0 1 0,0-1 0,0-1-1,0 1 1,0-1 0,0-1 0,-1 1-1,9-7 1,-7 4 8,0-1-1,-1 0 0,1-1 1,-2 0-1,1 0 1,-1 0-1,0-1 0,-1 0 1,0 0-1,4-11 0,-2 2 21,-1 0-1,0 0 1,-2-1-1,0 0 1,-1 0-1,-1 0 0,-1 0 1,0 0-1,-2-1 1,0 1-1,-6-29 1,4 36 0,-1 0 1,0 0 0,-1 0-1,-1 1 1,0-1 0,0 2 0,-1-1-1,-1 1 1,1 0 0,-2 0-1,-13-13 1,14 17-186,1-1-1,-1 1 1,0 0-1,0 0 1,-1 1-1,0 0 1,0 1-1,0 0 1,0 1 0,-1-1-1,0 2 1,1-1-1,-1 2 1,-18-2-1,20 3-3050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0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2 196 4898,'0'0'1521,"0"24"-1417,-1 3-117,0 29 92,3 0-1,2 0 1,11 57-1,-4-67-66,2 0-1,2-2 0,25 52 1,-38-90-9,1 0 1,1-1-1,-1 0 0,1 0 1,0 0-1,0 0 0,1 0 1,-1-1-1,1 0 0,0 0 1,6 4-1,-8-7 0,0 1 1,0-1-1,0 0 0,0 1 0,0-1 0,1-1 1,-1 1-1,0 0 0,1-1 0,-1 0 0,0 1 1,1-2-1,-1 1 0,0 0 0,1 0 1,-1-1-1,0 0 0,1 0 0,-1 0 0,0 0 1,0 0-1,0-1 0,3-1 0,1-2 7,0-1 0,0 0 0,-1 0 0,0 0 0,0-1-1,-1 0 1,0 0 0,0 0 0,0-1 0,-1 1 0,4-10 0,35-96-11,-41 108-2,7-26-71,-1-1 0,-2-1 0,5-53 0,-7-98-118,-4 140 221,0 38-6,-3-30 136,3 35-142,0 0 1,0 0 0,0 0 0,-1 0 0,1 0 0,0 0-1,-1 0 1,1 0 0,-1 0 0,1 0 0,-1 0 0,0 0 0,1 0-1,-1 0 1,0 1 0,1-1 0,-1 0 0,0 0 0,0 1 0,0-1-1,0 1 1,0-1 0,0 1 0,0-1 0,-2 0 0,3 1-14,0 0 0,0 0 1,0 0-1,-1 0 0,1 0 1,0 0-1,0 0 0,0 0 1,-1 0-1,1 0 0,0 0 1,0 0-1,0 0 0,0 0 1,-1 0-1,1 1 0,0-1 1,0 0-1,0 0 0,-1 0 1,1 0-1,0 0 0,0 0 1,0 0-1,0 1 0,0-1 1,0 0-1,-1 0 0,1 0 1,0 0-1,0 1 0,0-1 1,0 0-1,0 0 0,0 0 1,0 1-1,0-1 0,0 0 1,0 0-1,0 0 0,0 1 1,0-1-1,0 0 0,0 0 1,0 0-1,0 1 0,0-1 1,-3 32-57,2 0 0,3 41 0,-1-19 45,0-31 9,1 1 0,1-1 0,1 0-1,1 0 1,0 0 0,2 0 0,1-1 0,1 0 0,1-1-1,0 0 1,2-1 0,19 28 0,-27-43-3,0 0 0,0 0 0,1-1 0,0 0 0,-1 0 1,1 0-1,0 0 0,1-1 0,-1 1 0,1-1 0,-1-1 0,9 3 0,-10-3 9,0-2 1,0 1-1,0 0 0,0-1 1,0 0-1,0 0 0,0 0 1,0 0-1,0 0 0,0-1 1,0 0-1,0 0 0,-1 0 1,1 0-1,0-1 0,0 0 0,-1 1 1,1-1-1,-1 0 0,5-4 1,2-3 57,-2 1 1,1-2 0,-1 1-1,-1-1 1,0 0-1,0 0 1,-1-1-1,0 0 1,-1 0 0,0-1-1,-1 1 1,0-1-1,-1 0 1,4-24 0,-2-2 119,-2 0 1,-1-1-1,-6-61 1,1 73-422,-1 1 1,-2 1 0,0-1 0,-2 1 0,0 0 0,-2 0 0,-22-39 0,1 15-2101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1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1 427 1185,'0'0'3655,"30"10"-3759,101 29 122,-122-36-14,0-1-1,1-1 1,-1 0 0,1 0-1,-1-1 1,1 0-1,-1 0 1,1-1-1,-1-1 1,1 1 0,-1-2-1,0 1 1,0-1-1,0-1 1,0 1 0,-1-2-1,9-4 1,10-4-5,-14 7 4,-1-1 0,0 0 0,0-1 0,-1 0 0,20-18 0,-26 21 2,0-1 0,0 0 0,0 0 1,0 0-1,-1 0 0,0-1 0,-1 0 0,1 0 1,-1 0-1,-1 0 0,1 0 0,1-11 1,-2 9 32,-1-1-1,0 1 1,-1-1 0,0 1 0,-1-11 0,0 16-15,0 0 0,0-1 0,0 1 0,0 0 1,-1 1-1,0-1 0,1 0 0,-1 0 0,-1 1 0,1-1 0,0 1 0,-1-1 0,0 1 0,-3-3 0,-4-1 76,1 0-1,-1 1 1,0 0-1,0 0 1,-1 1 0,0 1-1,0 0 1,0 0-1,-20-3 1,14 4 37,1 1 0,0 1 0,-1 0-1,1 1 1,-1 0 0,-25 5 0,38-4-139,0 1 0,0-1 0,0 1 0,0 0 0,0 0 0,0 0 0,0 0 0,0 1 0,1-1 0,-1 1 0,1 0 0,0 0 0,0 1 0,0-1 0,0 0 0,1 1 1,-1 0-1,1 0 0,0 0 0,0 0 0,1 0 0,-1 0 0,1 0 0,0 0 0,-1 6 0,-2 11-27,0 0 1,2 1-1,1 38 1,1-58 29,0 31-16,1 0 0,7 36 0,-6-55 9,1-1-1,1 0 0,0 0 1,1 0-1,1 0 0,0-1 1,14 23-1,-10-22-48,0 0 0,0-1 0,1 0 0,1 0 0,0-1 0,0-1 0,1 0 0,1-1 0,0 0 0,0-1 0,21 9 0,-16-10-44,0-1 1,1 0-1,0-2 0,0 0 1,0-2-1,0 0 0,1-1 1,36-3-1,-49 1 74,1 0 0,-1 0 0,1-1 0,-1 0 0,0-1-1,0 0 1,0 0 0,0-1 0,0 0 0,-1 0 0,0-1 0,10-7 0,-9 4-8,1 0 0,-2 0 0,1-1 0,-2 0 0,1 0 0,-1 0 0,0-1 0,6-16 0,-2 1 20,-2-1 1,-1 0-1,-1 0 0,-1-1 0,-1 0 1,-1 0-1,-2-31 0,1 9 189,-2-48 170,-1 89-197,1 0-1,-2 1 1,1-1-1,-1 0 1,0 1-1,0 0 1,-1-1 0,0 1-1,-6-9 1,9 15-123,0 1 1,0 0 0,0-1-1,-1 1 1,1-1 0,0 1-1,-1-1 1,1 1-1,0 0 1,-1-1 0,1 1-1,0 0 1,-1-1 0,1 1-1,0 0 1,-1-1-1,1 1 1,-1 0 0,1 0-1,-1-1 1,1 1 0,-1 0-1,1 0 1,-1 0-1,0 0 1,-4 10 99,4 28-383,1-31 304,0 70-114,-2-25 82,2 0 0,3 0 1,14 84-1,-12-121 43,-5-15-52,0 0 1,0 0-1,0 0 1,0 0-1,0 0 0,0 0 1,0 0-1,0 0 1,0 0-1,0 0 1,0 0-1,0 0 1,0 0-1,0 0 0,0 0 1,0 0-1,0-1 1,0 1-1,0 0 1,0 0-1,1 0 0,-1 0 1,0 0-1,0 0 1,0 0-1,0 0 1,0 0-1,0 0 0,0 0 1,0 0-1,0 0 1,0 0-1,0 0 1,0 0-1,0 0 0,0 0 1,0 0-1,1 0 1,-1 0-1,0 0 1,0 0-1,0 0 0,0 0 1,0 0-1,0 0 1,0 0-1,0 0 1,0 0-1,0 0 0,0 0 1,0 0-1,0 0 1,0 0-1,0 1 1,0-1-1,0 0 1,0 0-1,1 0 0,-1 0 1,0 0-1,0 0 1,1-28 606,-10-326-1386,9 349 703,0 1 1,0-1-1,1 0 0,-1 1 0,1-1 1,0 1-1,1-1 0,-1 1 1,1 0-1,-1-1 0,1 1 0,1 0 1,-1 0-1,6-7 0,-4 7 19,0 0-1,1 0 1,-1 1-1,1-1 0,0 1 1,0 0-1,1 1 1,-1-1-1,0 1 1,1 0-1,7-2 1,193-39-327,-131 30 376,-75 12 22,1 1 0,0 0 1,-1-1-1,1 1 0,0 0 0,0 0 0,-1 0 0,1 0 0,0 0 0,0 0 0,0 0 1,-1 0-1,1 0 0,0 0 0,0 0 0,-1 0 0,1 0 0,0 1 0,0-1 0,-1 0 1,1 1-1,0-1 0,-1 0 0,1 1 0,0-1 0,-1 1 0,1-1 0,-1 1 0,1-1 1,-1 1-1,1 0 0,-1-1 0,1 2 0,-2 27 684,0-20-882,-15 83 364,7-43 28,-4 57 0,13-97-190,-2 13 78,2 1 0,0-1 0,5 34 0,-3-50-86,-1 0-1,1 0 0,0 0 0,0 0 1,0 0-1,1 0 0,0-1 0,0 1 1,1-1-1,-1 0 0,1 0 0,0 0 1,1 0-1,-1-1 0,1 0 0,9 7 1,-1-4-16,0 0 1,0-1-1,1 0 1,0-1 0,0-1-1,0 0 1,0-1-1,28 3 1,-17-4-310,0-2 0,-1 0 1,1-1-1,37-7 0,-33 0-1011,-1 0 1,35-16-1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2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429 421 4610,'0'-25'494,"0"-170"-369,0 171-74,1 9 130,-1 0-1,0 1 0,-1-1 0,0 0 1,-1 1-1,-1-1 0,0 1 1,-1 0-1,-10-24 0,14 38-126,-5-7 270,2 6-101,2 8 214,4 83-577,16 102 0,29 95 214,-26-165-84,57 251 29,-77-364-20,3 17-5,-4-25 6,-1-1 0,0 1 0,0 0-1,0-1 1,0 1 0,1 0-1,-1-1 1,0 1 0,1-1 0,-1 1-1,1 0 1,-1-1 0,0 1-1,1-1 1,-1 1 0,1-1 0,-1 1-1,1-1 1,0 0 0,-1 1-1,1-1 1,-1 0 0,1 1 0,1-1-1,1-7 4,-1-27-99,-5-63-1,1 81-6,0 1 0,-1 0 0,-1 0-1,0 0 1,-1 0 0,-13-26 0,8 23-55,-1 0-1,-1 1 1,0 0 0,-2 1 0,1 0-1,-2 1 1,0 1 0,-1 0 0,-30-19-1,35 25 163,-1 2 1,0-1-1,0 2 0,-1 0 0,0 0 0,0 1 0,0 0 0,0 1 0,0 1 0,-1 0 1,1 1-1,-1 1 0,0 0 0,1 0 0,-1 2 0,-13 2 0,20-2 3,0 0 1,1 1-1,-1 0 0,1 0 0,0 1 1,0-1-1,0 2 0,0-1 0,0 0 0,1 1 1,0 0-1,0 0 0,0 1 0,1-1 0,0 1 1,0 0-1,0 0 0,1 1 0,-3 7 1,-2 4 46,1 0 0,2 0 1,-1 0-1,2 1 1,1 0-1,-2 19 1,3-10 50,1 0 1,1 1 0,5 30 0,-3-47-90,0 1 0,1-1 1,0 0-1,1 0 1,1 0-1,0-1 0,0 1 1,1-1-1,9 13 1,-4-11-14,0 0 1,1-1-1,0-1 1,0 0 0,2 0-1,-1-1 1,1-1-1,1 0 1,-1-1-1,2 0 1,-1-1 0,1-1-1,0-1 1,22 5-1,-5-3-9,-1-2-1,1-2 1,0-1-1,0-1 1,-1-2-1,49-7 1,-59 4-4,0 0-1,-1-2 1,0-1 0,0 0 0,-1-2 0,0 0 0,0-1-1,-1-2 1,0 1 0,-1-2 0,17-16 0,-22 18 2,-2 0 1,1-1 0,-1 0-1,-1-1 1,0 0-1,-1 0 1,-1-1 0,0-1-1,0 1 1,-2-1 0,0 0-1,0-1 1,-2 1-1,0-1 1,3-27 0,-4 11 107,-2 0 1,-4-48-1,1 68 4,1 1 0,-2-1 0,0 1 0,0-1 0,-1 1 0,0 0 0,-1 1 0,0-1 1,-1 1-1,-7-11 0,2 11 472,11 10-569,0-1 0,0 1 0,0 0 0,-1 0 0,1 0 0,0 0 0,0 0 0,0 0 0,0 0 0,0 0 0,-1 0 0,1 0 0,0 0 1,0 0-1,0 0 0,0 0 0,0 0 0,-1 0 0,1 0 0,0 0 0,0 0 0,0 0 0,0 0 0,-1 0 0,1 0 0,0 0 0,0 0 0,0 0 0,0 0 0,0 0 0,0 0 0,-1 0 0,1 0 0,0 1 1,0-1-1,0 0 0,0 0 0,0 0 0,0 0 0,0 0 0,0 0 0,-1 0 0,1 1 0,0-1 0,0 0 0,0 0 0,0 0 0,0 0 0,0 0 0,0 1 0,0-1 0,0 0 0,-1 7-25,0 1-1,0-1 0,1 1 1,0-1-1,1 8 0,0 12-69,3 29 92,2-1 1,2 1-1,29 97 0,-10-46-2,-25-94-63,-2-11-64,0 0 1,0 0-1,1 0 1,-1 0-1,0-1 1,1 1-1,-1 0 1,1 0-1,0 0 1,0-1-1,-1 1 1,1 0-1,0-1 1,2 3-1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2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4530,'0'0'1921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2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905 149 2209,'0'0'3055,"-18"-24"-2239,-6-9-512,-33-31 0,55 61-285,-1 0 0,0 1 0,0-1 0,0 1 0,-1 0 0,1 0 0,0 0 0,-1 1 0,1-1 0,-1 1 0,0 0 0,0 0 0,1 0 0,-1 0 0,0 1 0,0-1 0,0 1 0,0 0 0,1 0 0,-1 1 0,0-1 0,0 1 0,0 0 0,-4 1 0,2-1-11,0 1-12,0 0 0,1 1-1,-1-1 1,1 1 0,0 0-1,0 1 1,0-1 0,0 1-1,0 0 1,1 0 0,0 0-1,-1 1 1,2 0 0,-1-1-1,1 2 1,-1-1 0,1 0-1,1 0 1,-5 11 0,-1 4-24,2-1 0,0 1 0,1 0 0,-4 33 0,5-20 20,1 0 1,1 1 0,3-1 0,0 0 0,11 59 0,-11-85 9,1 1-1,1-1 1,0 1 0,0-1-1,0 0 1,1 0 0,0 0-1,0 0 1,1-1 0,-1 0-1,2 0 1,-1 0 0,1 0-1,-1-1 1,2 0 0,-1 0-1,0-1 1,1 1 0,0-2-1,0 1 1,0-1 0,0 0-1,1 0 1,-1-1 0,1 0-1,0 0 1,0-1 0,-1 0-1,1 0 1,0-1 0,0 0-1,0 0 1,0-1 0,15-3 0,-17 2 7,0 1 0,0-1 0,0 0 0,-1-1 0,1 1 0,-1-1 0,1 0 1,-1 0-1,0-1 0,0 0 0,-1 0 0,6-5 0,-2 1 14,-1-1 0,0 0 0,-1 0 0,0-1 0,-1 0 1,6-13-1,-2 1 134,-2-1 1,0 0 0,-1-1 0,-2 1 0,3-41 0,-6 46-23,1-4 66,-1 1 0,0-1 0,-2 0 1,-1 1-1,-5-26 0,6 45-183,1 1-6,0 0-1,0 0 1,0 0-1,0 0 1,0 0 0,-1 0-1,1 0 1,0-1 0,-1 1-1,1 0 1,-1 0 0,0 0-1,1 0 1,-1 1 0,1-1-1,-1 0 1,0 0-1,0 0 1,0 0 0,0 1-1,1-1 1,-1 0 0,0 1-1,0-1 1,0 1 0,0-1-1,-2 0 1,3 1-14,-1 0-1,1 0 1,0 1 0,0-1 0,-1 0 0,1 0-1,0 0 1,0 0 0,0 1 0,-1-1-1,1 0 1,0 0 0,0 0 0,0 1 0,-1-1-1,1 0 1,0 0 0,0 1 0,0-1-1,0 0 1,0 0 0,0 1 0,0-1-1,-1 0 1,1 0 0,0 1 0,0-1 0,0 0-1,0 1 1,0-1 0,0 0 0,0 0-1,1 1 1,-1-1 0,0 0 0,0 1 0,0-1-1,0 0 1,0 0 0,0 1 0,1-1-1,16 555-798,2-194 831,-16-269-35,0 18-11,-12 130-1,5-207 17,0 0 0,-3 0 1,-1 0-1,-1-1 0,-1-1 0,-2 1 0,-1-2 0,-24 40 0,26-53 11,-1 0 0,0-1-1,-1-1 1,-1 0 0,-1-1 0,0 0 0,0-1-1,-2-1 1,1 0 0,-2-1 0,1-1 0,-29 11-1,22-12 6,-1-1 0,0-1-1,0-1 1,-1-1-1,1-2 1,-1-1-1,0 0 1,0-2 0,-32-4-1,42 3 20,0-2-1,0 1 1,1-2-1,-1 0 1,1-1-1,0-1 1,0 0-1,1-1 1,0 0-1,0-1 0,0-1 1,1 0-1,1-1 1,-1-1-1,2 1 1,0-2-1,0 0 1,1 0-1,0-1 1,1 0-1,0-1 1,1 1-1,1-2 1,0 1-1,-7-26 1,3 1-31,1-2 1,2 1 0,2-1-1,2 0 1,2 0 0,1 0-1,2 0 1,2-1 0,2 2-1,1-1 1,19-63 0,-16 80-67,0-1 1,1 2-1,1-1 0,1 1 1,1 1-1,19-24 1,-23 34 45,1 1 0,0 0-1,1 0 1,0 1 0,0 1 0,1 0 0,1 0 0,-1 1 0,1 1 0,0 0 0,1 1-1,16-5 1,-16 7 7,1 0-1,0 1 1,0 1-1,0 0 1,1 1-1,-1 1 1,0 1-1,19 2 1,-31-3 0,0 1 1,1 0-1,-1 0 1,0 0-1,0 0 1,0 1-1,0-1 0,0 1 1,0 0-1,0-1 1,-1 1-1,1 1 1,0-1-1,-1 0 0,0 1 1,1-1-1,-1 1 1,2 3-1,0 2-16,-1 0 0,1 0 0,-2 1 1,1-1-1,1 12 0,6 20-159,-9-38 90,0 0 1,0 0-1,-1-1 0,1 1 1,0 0-1,0 0 1,1-1-1,-1 1 0,0-1 1,0 1-1,2 1 1,15 1-2645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3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7 5539,'0'0'3046,"-2"-5"-3035,1 4-39,-1 6 5,-1 61 81,2 1 0,10 79-1,-9-143-56,29 240-124,-25-231-744,2-40-6158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3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1 5058,'0'0'1073,"-121"190"-417,115-142-16,6-25-255,20-11 63,22-12-64,8 0-32,-2-26-32,-6-22-176,-10 0-144,-11 4-1376,-3 11-2642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3.7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1064 2433,'4'25'299,"1"16"-208,0-3-3,14 62 0,-18-98-53,-1 0 0,1 1 1,-1-1-1,1 0 1,0 0-1,-1 0 0,1 1 1,0-1-1,1 0 1,-1 0-1,0 0 0,1-1 1,-1 1-1,1 0 1,-1 0-1,1-1 0,0 1 1,0-1-1,-1 0 0,1 1 1,0-1-1,0 0 1,1 0-1,-1 0 0,0 0 1,0-1-1,0 1 1,1 0-1,-1-1 0,0 0 1,1 1-1,-1-1 1,0 0-1,1 0 0,-1-1 1,0 1-1,0 0 0,1-1 1,2 0-1,4-2 68,0 0 0,0-1 0,0 0 0,0-1 0,-1 0 0,0 0 0,0-1 0,8-6 0,10-10-59,-1-1-1,-1-1 1,-2-1-1,0-1 1,-2-1-1,0-1 1,-2 0-1,-1-1 1,-2-1-1,-1-1 1,-1 0-1,-2-1 1,-1 0-1,-1-1 1,7-52-1,-11 34 258,-2 1-1,-3-1 0,-1 0 0,-3 0 0,-2 1 0,-2 0 0,-3 0 1,-1 1-1,-32-79 0,33 100-102,-1-2 258,-1 0 0,-2 2 0,-18-30 0,32 57-445,-2-3 173,1 16-141,8 75-151,3 0 1,23 92 0,-21-120 103,-9-48-51,75 352 109,-32-213-2505,-34-120-708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3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0 143 8084,'0'0'416,"176"-50"-608,-49 26-16,16 3 192,-6 1-144,-22 8-1665,-37-3-3105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4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1 108 6483,'0'0'4162,"234"-60"-4162,-97 31 0,-12 14-1249,-30 12-2544,-30 3-1266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4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0 146 7091,'0'0'1841,"161"-15"-2161,-28-18 480,13 6-160,-4-5-1553,-17-7-2176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4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571 224 7235,'0'0'1126,"5"-32"-728,0-6-378,15-55 0,-19 89-22,0 1 1,0 0 0,1 0-1,-1 0 1,1 0 0,-1 0-1,1 0 1,0 0 0,0 1 0,0-1-1,0 0 1,1 1 0,-1 0-1,1-1 1,-1 1 0,1 0-1,0 1 1,0-1 0,0 0-1,0 1 1,0-1 0,0 1-1,0 0 1,0 0 0,1 0-1,-1 1 1,0-1 0,1 1 0,-1 0-1,0 0 1,1 0 0,5 1-1,1-1-2,-5 0-1,0 0 0,0 1 1,1-1-1,-1 1 0,0 0 1,0 1-1,0-1 0,-1 1 1,1 0-1,0 0 1,-1 1-1,1-1 0,-1 1 1,8 6-1,-4-2 0,0 1 1,-1 0-1,0 0 0,-1 1 0,0-1 1,10 19-1,-4-1 7,-2 0 0,0 0 0,-2 1-1,10 52 1,-13-50 20,-2 0-1,-1 0 0,-1 0 0,-1 0 0,-1 0 1,-2 0-1,-7 29 0,8-48 21,-1 1 0,0-1 0,0 1 0,-1-1 0,-1 0 0,0-1 0,0 1 0,-1-1 0,0 0 0,0 0 0,-1-1 0,0 0 0,-1 0 0,0 0 0,0-1 0,0-1 0,-1 1 0,0-1 0,0-1 0,-1 1 0,-18 6 0,17-8 44,-1-1-1,1 0 1,-1 0-1,1-1 1,-1-1 0,0 0-1,0-1 1,0 0-1,1 0 1,-1-2 0,0 1-1,-17-6 1,21 5-52,0-1 1,1-1 0,-1 1-1,1-1 1,0-1 0,0 1-1,0-1 1,1 0 0,0 0-1,0-1 1,0 0 0,1 0 0,0-1-1,0 1 1,0-1 0,1 0-1,0 0 1,-4-10 0,2 1 14,1 0 0,0 0 0,1 0 0,1-1 0,0 1 0,1-1 1,1 0-1,1 0 0,0 0 0,5-28 0,-3 32-60,0 0 1,2-1-1,-1 1 1,2 0-1,0 1 1,0-1-1,1 1 0,1 0 1,0 0-1,1 1 1,0 0-1,0 0 0,12-10 1,-9 11-9,0 2 0,0-1 0,1 1 0,1 1 0,-1 0 0,1 1 0,0 0 0,0 1 0,1 1 0,0 0 0,0 0 0,21-1 0,-24 4 11,0 0 0,0 1 1,0 0-1,0 1 1,0 0-1,0 1 0,0 0 1,0 1-1,-1 0 0,0 0 1,1 1-1,-1 1 1,0 0-1,-1 0 0,0 1 1,1 0-1,8 9 1,0 2 25,-1 1 0,-1 1 0,-1 1 0,0 1 0,-2 0 0,0 0 0,-2 1 0,0 1 0,-1 0 0,12 44 0,-13-32 111,-1 1 0,-2 0-1,-2 0 1,-1 0 0,-2 1-1,-6 69 1,1-80-49,-1 0 0,-1-1 0,-1 1 1,-1-2-1,-2 1 0,0-1 0,-2 0 0,0-1 1,-30 40-1,7-20 45,-1-1 1,-3-1 0,-71 58-1,54-55-416,-1-1 0,-2-4 0,-2-2-1,-2-2 1,-110 43 0,-102 7-5333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5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79 207 3938,'0'0'2993,"-11"-29"-2345,-51-139 484,58 159-789,3 10-105,1 18-33,1 0-247,23 567-14,-11-476 82,3-2 0,6 0 0,48 143 0,-58-217-26,1-1-1,1-1 1,2 0 0,2-1-1,30 42 1,-40-62-3,1 0-1,1 0 1,0-1 0,0 0-1,1-1 1,1 0 0,-1-1-1,1-1 1,1 1 0,-1-2-1,1 0 1,0 0 0,1-1-1,-1-1 1,1 0 0,16 2-1,-18-4-9,1-1-1,0 0 1,0 0-1,0-1 0,0-1 1,0 0-1,0-1 1,0-1-1,-1 1 1,1-2-1,-1 0 0,1-1 1,-2 0-1,1 0 1,0-1-1,-1-1 1,0 0-1,-1-1 0,0 0 1,0 0-1,0-1 1,8-11-1,2-5-3,-2-2-1,-1 0 1,-1-1 0,-2 0-1,0-1 1,-2-1-1,-1 0 1,-2 0-1,-1-1 1,5-38 0,0-30 106,-1-195 0,-13 218-41,-4 1-1,-21-119 1,17 151 77,-2 1 0,-2 0 0,-2 0 0,-1 2 0,-43-76 1,56 111-88,0 1 1,0 0 0,-1-1-1,1 1 1,-7-5-1,10 8-69,-1 1 0,1-1-1,-1 1 1,0-1-1,1 1 1,-1 0-1,1-1 1,-1 1-1,0 0 1,1-1-1,-1 1 1,0 0-1,0 0 1,1 0-1,-1-1 1,0 1-1,0 0 1,1 0-1,-1 0 1,0 0-1,1 0 1,-1 0-1,0 1 1,0-1-1,1 0 1,-1 0-1,0 0 1,1 1-1,-1-1 1,0 0-1,1 1 1,-1-1-1,0 1 1,1-1-1,-1 1 1,1-1-1,-1 1 1,1-1-1,-1 1 1,1-1 0,-1 1-1,1 0 1,0-1-1,-1 1 1,1 0-1,0-1 1,-1 1-1,1 0 1,0-1-1,0 2 1,-10 41-3326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5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6723,'0'0'656,"9"285"-416,15-103 337,6 14-401,-12 3-112,2-15-16,-5-18-48,-9-32 0,6-27 0,3-30-400,-3-35-1425,-3-39-992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5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22 318 5795,'-2'-30'675,"0"-10"-567,5-52 0,-3 85-109,1 0-1,1 0 1,-1 1 0,1-1 0,0 0 0,1 1 0,0 0-1,0 0 1,0-1 0,0 2 0,1-1 0,0 0 0,1 1-1,-1 0 1,1 0 0,0 0 0,0 0 0,0 1 0,1 0-1,0 0 1,-1 0 0,14-5 0,-7 5-11,0-1 1,1 2-1,-1 0 0,1 0 1,0 1-1,0 1 1,0 0-1,0 1 0,0 0 1,14 3-1,-17-1 13,1 0 0,-1 0-1,1 2 1,-1-1 0,0 1 0,0 1-1,0 0 1,-1 0 0,0 1 0,0 0 0,0 0-1,-1 1 1,0 0 0,0 1 0,-1 0 0,0 0-1,0 0 1,-1 1 0,0 0 0,0 1-1,7 17 1,-3-5 4,-2 0-1,-1 1 0,0 0 0,-2 1 1,0-1-1,-2 1 0,-1 0 1,-1 44-1,-1-55 9,-2 0-1,1 0 1,-2-1 0,1 1 0,-2-1-1,0 0 1,0 0 0,-1 0 0,-1 0-1,-12 20 1,6-17 63,0 0-1,0-1 1,-2 0 0,0-1-1,0 0 1,-25 16 0,21-17 38,-1-1 1,0-1-1,0 0 1,-39 13-1,47-20-89,0 0 1,0 0-1,0-1 0,0 0 1,0-1-1,-1-1 0,1 1 1,0-2-1,-1 0 0,-17-3 1,25 3-29,1 0 1,0 0-1,0 0 0,0-1 1,-1 0-1,1 1 1,1-1-1,-1 0 1,0 0-1,0 0 0,1-1 1,-1 1-1,1-1 1,0 1-1,0-1 0,0 0 1,0 0-1,-2-4 1,1-1-111,0 0 0,0 0 0,1 0 1,0-1-1,-1-16 0,0-62-2227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6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0 5138,'0'0'3247,"-2"6"-2929,-1 7-310,1 0 1,0 0-1,1 0 1,0 0-1,2 21 1,0 11-7,-1-32-5,16 493 342,60 125-243,-55-471-160,-20-155 36,1 19-888,2 1-1,12 40 1,-10-55-2198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6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51 567 2177,'-4'-40'3690,"-12"-140"-2455,14 157-1201,1 1 0,1 0-1,1-1 1,1 1 0,9-37 0,-8 48-35,1 1 1,0-1-1,0 1 1,2-1-1,-1 2 1,1-1-1,1 0 1,-1 1-1,2 0 1,12-12-1,-14 15 6,1 1 0,0 0-1,-1 0 1,2 0 0,-1 1-1,0 0 1,1 0 0,0 1-1,0 0 1,0 0 0,0 1-1,1 0 1,-1 1 0,0-1-1,15 1 1,-16 1 0,0 1 0,1-1-1,-1 1 1,-1 1 0,1-1 0,0 1-1,0 0 1,-1 1 0,1 0 0,-1 0 0,1 0-1,-1 1 1,0-1 0,-1 2 0,1-1-1,-1 0 1,0 1 0,9 11 0,-5-4 5,0 1-1,-2 0 1,1 1 0,-2 0 0,0 0 0,-1 0-1,0 0 1,3 20 0,-2-2 44,-2 0 0,1 60 1,-5-80-30,1-1 1,-2 0 0,1 0 0,-2 0 0,1 0 0,-1 0-1,-1 0 1,0 0 0,-1-1 0,0 1 0,0-1 0,-1 0 0,-1 0-1,1-1 1,-11 13 0,4-8 45,-1 1 0,0-2 0,-1 0 0,-1-1 1,0 0-1,0-1 0,-1-1 0,-1 0 0,0-1 0,0-1 0,-1 0 0,0-2 0,0 0 0,0-1 0,-1-1 1,-36 4-1,50-8-80,0 1 1,-1-1 0,1 0 0,0-1 0,0 0 0,0 1 0,0-2 0,-9-2 0,12 3-46,0 0 0,0-1 0,0 1 0,0-1 0,0 1 0,0-1 1,0 0-1,0 0 0,1 0 0,-1 0 0,1 0 0,-1 0 0,1 0 0,0-1 1,0 1-1,0 0 0,0-1 0,0-2 0,-2-5-706,1 0 1,1 0-1,-1-17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7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1 487 5539,'0'0'368,"31"0"-264,197 0-504,-219 0 375,43 0-166,60-7 0,-96 4 173,0 1 0,0-2 0,0 0 0,-1-1 0,1-1 0,-1 0 0,-1-1 0,15-9 0,-25 13 25,0 0-1,0 1 1,0-1-1,0-1 1,-1 1-1,1-1 1,-1 1-1,0-1 0,0 0 1,0 0-1,-1 0 1,1-1-1,-1 1 1,0-1-1,0 1 1,-1-1-1,1 0 1,-1 1-1,0-1 1,-1 0-1,1 0 0,-1 0 1,0 0-1,0 0 1,0 1-1,-1-1 1,1 0-1,-3-7 1,0 2 15,0 1 1,-1 0 0,0 0 0,0 0-1,-1 0 1,-1 0 0,1 1 0,-1 0-1,0 0 1,-1 1 0,0 0-1,-14-12 1,5 8 105,0 1 0,0 0-1,-1 1 1,0 1-1,-1 1 1,1 0 0,-2 1-1,-23-4 1,16 5 63,0 2 0,0 1 0,0 0 0,0 2 0,-39 5 0,57-4-169,0 1 0,1 0 0,-1 0 0,1 0 1,-1 1-1,1 0 0,0 1 0,0-1 0,1 1 0,-1 1 1,1-1-1,0 1 0,0 0 0,0 1 0,1-1 1,0 1-1,0 0 0,0 0 0,1 1 0,0 0 1,0-1-1,0 1 0,1 0 0,-3 10 0,0 3-35,1 1-1,0-1 0,1 1 1,2 0-1,0 0 0,1 0 1,4 39-1,-1-42 16,1 0 0,1-1 1,1 1-1,0-1 0,2 0 0,0 0 0,0-1 0,2 0 0,0-1 1,0 1-1,2-2 0,0 1 0,0-2 0,1 1 0,1-2 1,18 15-1,-13-13-98,1 0 1,1-1-1,0-1 0,1-1 1,0-1-1,1 0 1,0-2-1,0-1 1,0 0-1,1-2 0,0 0 1,29 1-1,-32-5 54,0-1-1,0 0 1,-1-1 0,1-2-1,0 0 1,0-1 0,33-11-1,-38 9 41,-1-1 0,1-1 0,-1 0 0,-1-1-1,1 0 1,-2-1 0,1 0 0,-1-1 0,-1 0 0,12-15-1,-11 10 26,-1 0 0,0 0 0,-1-1 0,-1 0 0,0-1 0,-1 1 0,8-32 0,-9 20 195,-1 0 0,-2-1 1,-1 0-1,0-38 1,-2 22 221,1 34-315,-1 0 1,-1 0 0,0 1-1,0-1 1,-1 0 0,-1 0-1,0 1 1,0-1 0,-8-19-1,-5 14 333,15 16-453,0 1 0,0 0 0,0 0 0,-1-1 0,1 1 0,0 0 0,0-1 0,-1 1 0,1 0-1,0 0 1,-1 0 0,1-1 0,0 1 0,-1 0 0,1 0 0,0 0 0,-1 0 0,1-1 0,0 1 0,-1 0 0,1 0 0,0 0 0,-1 0 0,1 0-1,0 0 1,-1 0 0,1 0 0,-1 0 0,1 0 0,0 0 0,-1 1 0,1-1 0,0 0 0,-1 0 0,1 0 0,0 0 0,-1 0 0,1 1-1,0-1 1,0 0 0,-1 0 0,1 1 0,0-1 0,0 0 0,-1 0 0,1 1 0,0-1 0,0 0 0,0 1 0,-1-1 0,1 0 0,0 1-1,0-1 1,0 0 0,0 1 0,0-1 0,0 0 0,0 1 0,0-1 0,0 0 0,0 1 0,0 0 0,-4 34-83,2 0 0,4 48 0,0-11 96,0 7 7,23 144 0,-20-203 33,-5-20-56,0 0 0,0 0 1,0 0-1,0 0 1,0 0-1,0 0 1,0 0-1,0 0 1,0 0-1,0 0 1,0 0-1,0-1 0,0 1 1,0 0-1,0 0 1,0 0-1,0 0 1,0 0-1,0 0 1,0 0-1,0 0 0,0 0 1,0 0-1,0 0 1,0 0-1,0 0 1,0 0-1,1 0 1,-1 0-1,0 0 0,0 0 1,0-1-1,0 1 1,0 0-1,0 0 1,0 0-1,0 0 1,0 0-1,0 0 1,0 0-1,0 0 0,1 0 1,-1 0-1,0 0 1,0 0-1,0 0 1,0 1-1,0-1 1,0 0-1,0 0 0,0 0 1,0 0-1,0 0 1,1-35 250,-5-2-239,-13-54 1,9 55-63,-6-71 1,13 87-76,1 1 1,1-1 0,3-25 0,-2 38 66,-1 0 1,1 0-1,1 0 1,-1 1-1,1-1 0,0 1 1,1 0-1,-1 0 1,1 0-1,0 0 0,1 1 1,8-9-1,2 1-272,1 0 0,1 1 0,0 1 0,0 0 0,1 1 0,35-13 0,122-30-1123,-43 16 3288,-142 44 111,-4 11-1827,1 0 0,1 1 0,1 0 0,0 1 1,2 1-1,0-1 0,-11 42 0,11-27 18,2 1 0,1 0 0,2 0 0,0 43 0,4-67-87,0-1 0,1 1 0,1-1 0,-1 1 0,2-1-1,5 20 1,-5-25-46,0 1-1,1-1 1,-1 0-1,1 0 1,1-1 0,-1 1-1,1-1 1,0 0-1,0 0 1,0 0-1,1-1 1,7 5-1,1-1-13,0 0 0,1-1 0,0-1-1,0-1 1,1 0 0,-1-1 0,1 0 0,0-1-1,0-1 1,31 0 0,-17-2-329,0-2 1,0-1-1,0-1 0,0-2 1,31-10-1,-16 0-2073,79-42-1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8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615 408 1137,'-3'-30'2849,"1"8"-2485,-8-189 998,11 166-1063,0 17 665,-4-42 1,3 69-414,-1 4-429,0 15-166,15 571 208,47 5 112,-55-555-269,1 0 0,3-1 0,0 0 0,20 44 0,-18-62 2,-5-16 21,-1-16 70,-3-18-99,0 1-1,-2-1 1,-1 0 0,-1 0 0,-2 0 0,-1 1-1,-1-1 1,-2 1 0,-15-44 0,9 44-175,-1 1-1,-1 1 1,-2 0 0,0 2-1,-2-1 1,-28-28 0,35 42 94,0 0 1,-1 1-1,0 0 1,-1 1 0,0 1-1,-1 0 1,0 1-1,0 1 1,-1 0 0,0 1-1,0 1 1,0 0 0,-20-2-1,27 5 78,-1 2 0,1-1 0,-1 1 1,1 1-1,0 0 0,-1 0 0,1 1 0,0 0 0,0 0 0,0 1 0,0 0 0,-12 7 0,9-4 3,1 1 0,1 1-1,-1 0 1,1 0 0,1 1-1,0 0 1,0 1-1,-9 12 1,2 3 4,1-1 0,1 2 0,1 0 0,1 1 0,2 0 0,0 0 0,-7 41 0,9-31 19,2 0-1,2 1 1,0 39-1,4-60-14,1 0-1,0-1 1,1 1-1,1-1 1,1 0-1,0 0 1,1 0-1,1 0 1,10 20-1,-8-24-1,0 1 0,1-1-1,1-1 1,0 0 0,0 0 0,1-1-1,0-1 1,1 0 0,0 0 0,1-1-1,-1 0 1,2-1 0,-1-1 0,1 0-1,0-1 1,16 4 0,10 0 7,0-1 1,0-2-1,0-2 1,69-2-1,-83-2-47,1-2 0,-1 0 1,1-2-1,-1-1 0,0-1 0,-1-1 1,0-1-1,0-1 0,0-2 0,-1 0 0,-1-2 1,0 0-1,28-23 0,-31 21 24,0-2-1,-1 0 1,-1-2 0,-1 0 0,-1 0-1,18-29 1,-24 32 17,-1 0-1,-1-1 1,0-1-1,-1 0 1,-1 0-1,-1 0 1,-1 0 0,0-1-1,1-20 1,-2-5 127,-4-84 0,-1 111 41,0-1-1,-1 2 1,-1-1 0,0 0-1,-2 1 1,0 0 0,-15-30-1,21 46-167,0-1 1,0 1-1,0 0 0,0 0 0,0 0 0,0 0 0,0-1 1,0 1-1,0 0 0,0 0 0,-1 0 0,1 0 0,0 0 1,0 0-1,0-1 0,0 1 0,0 0 0,0 0 1,0 0-1,0 0 0,0 0 0,0 0 0,-1 0 0,1-1 1,0 1-1,0 0 0,0 0 0,0 0 0,0 0 0,0 0 1,-1 0-1,1 0 0,0 0 0,0 0 0,0 0 1,0 0-1,0 0 0,-1 0 0,1 0 0,0 0 0,0 0 1,0 0-1,0 0 0,0 0 0,-1 0 0,1 0 0,0 0 1,0 0-1,0 0 0,0 0 0,0 0 0,0 0 1,-1 0-1,1 1 0,0-1 0,0 0 0,0 0 0,0 0 1,0 0-1,0 0 0,0 0 0,0 0 0,-1 1 0,1-1 1,0 0-1,-3 17 64,2 31-333,1-40 289,4 69 54,23 129 0,-5-64-38,-19-108-59,-3-23-23,1-1 0,0 1 0,0-1 0,1 0 0,1 0 0,0 1 0,0-2 0,8 17 0,0-18-1766,1-7-1317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8.2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7123,'0'0'1473,"50"39"-5699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8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673 225 5410,'0'0'2188,"9"-31"-1073,0 2-894,-2-1-1,5-36 1,-11 64-211,-1 0 1,0 0-1,0-1 1,0 1-1,0 0 0,-1 0 1,1 0-1,0 0 0,-1-1 1,0 1-1,1 0 1,-1 0-1,0 0 0,0 0 1,0 0-1,0 1 1,-1-1-1,1 0 0,0 0 1,-1 1-1,0-1 1,1 1-1,-1-1 0,0 1 1,-3-2-1,0 0 4,0 1-1,-1 0 1,1 1-1,-1-1 0,1 1 1,-12-1-1,11 1-4,-9-1-8,1 1-1,0 1 0,-1 0 0,1 0 1,0 1-1,-1 1 0,-15 4 0,20-3-7,1 1 0,-1 0-1,1 0 1,-1 0-1,1 2 1,1-1-1,-1 1 1,1 0-1,0 0 1,-12 14-1,9-8-4,1 0-1,1 0 0,0 1 1,1 1-1,0-1 0,1 1 1,1 1-1,0-1 0,-4 17 1,4-5-8,0 0 0,2 1 0,1 0 0,1 38 0,2-53 14,0 0 1,1 0-1,1-1 1,0 1 0,0 0-1,1-1 1,1 1-1,8 19 1,-7-23-4,0 0-1,0 0 1,1 0-1,0-1 0,0 1 1,0-2-1,1 1 1,0-1-1,1 0 1,-1 0-1,14 7 1,-8-7 2,0-1 1,0 0-1,0-1 1,0-1-1,1 0 1,-1 0-1,1-2 1,0 1-1,0-2 0,14-1 1,-18 1 7,0-1 0,0 0 1,-1 0-1,1-1 0,0-1 0,-1 0 1,1 0-1,-1-1 0,0 0 0,0 0 1,-1-1-1,1 0 0,-1-1 0,0 0 1,0 0-1,-1-1 0,0 0 0,12-14 1,-10 9 16,0-1 1,-1-1 0,0 0-1,-1 0 1,0 0 0,-1-1-1,-1 0 1,0 0 0,-1 0 0,-1-1-1,2-20 1,-2 3 155,-2-1 1,-1 1-1,-5-41 0,4 61-106,-2 0-1,0 0 0,0 0 1,-1 1-1,0-1 0,-1 1 1,-1 0-1,0 0 0,-1 1 1,-15-21-1,2 12 13,20 20-81,0 0 0,0 0 0,0-1 0,0 1 0,-1 0-1,1 0 1,0 0 0,0 0 0,0 0 0,-1-1 0,1 1 0,0 0 0,0 0 0,0 0 0,-1 0-1,1 0 1,0 0 0,0 0 0,-1 0 0,1 0 0,0 0 0,0 0 0,0 0 0,-1 0-1,1 0 1,0 0 0,0 0 0,-1 0 0,1 0 0,0 0 0,0 0 0,-1 0 0,1 0 0,0 0-1,0 0 1,0 0 0,-1 1 0,1-1 0,0 0 0,0 0 0,0 0 0,0 0 0,-1 1 0,1-1-1,0 0 1,0 0 0,0 0 0,0 1 0,0-1 0,0 0 0,0 0 0,-1 0 0,1 1 0,0-1-1,-1 21-177,1-13 80,0 10-91,8 189-554,46 157 720,-4-39 35,-1 456 13,-49-737-19,-1 1 0,-2-1 0,-2 0-1,-20 82 1,21-113-2,-1 0 0,0 0 0,0 0-1,-1-1 1,-1 0 0,0 0 0,-1 0 0,0-1-1,0 0 1,-1-1 0,-1 0 0,0 0 0,0-1-1,-1 0 1,0-1 0,0 0 0,-1-1 0,0-1-1,-22 10 1,16-10 15,-1 0 0,1-1 0,-1-1-1,0-1 1,0-1 0,0 0 0,0-1 0,0-2-1,0 0 1,0 0 0,0-2 0,0 0 0,1-2-1,-1 0 1,1-1 0,0 0 0,-31-18 0,29 13 26,0-1 0,2-2 0,0 0 1,0 0-1,1-2 0,1 0 1,0-1-1,2-1 0,0 0 0,1-1 1,0 0-1,2-1 0,0 0 0,-12-36 1,13 25 1,1-2 0,1 1 1,-5-59-1,9-101-79,5 155-74,1 0 0,3 1 0,1 0 0,18-62 0,-18 80 60,1 0 0,1 0 0,1 1-1,0 0 1,1 0 0,1 1 0,1 1 0,0 0-1,1 0 1,22-19 0,-25 26 42,0 1 0,0 0-1,1 0 1,0 1 0,0 1 0,0 0 0,0 0 0,1 1 0,0 1-1,0 0 1,0 0 0,0 1 0,20 0 0,-27 1-5,1 1 0,-1 0 0,0 0 0,0 0 0,1 1 0,-1 0 1,0 0-1,0 0 0,0 0 0,0 1 0,0 0 0,0 0 0,0 0 0,7 6 0,-7-4-5,-1 0-1,0 0 0,-1 0 1,1 1-1,-1 0 0,0 0 1,0 0-1,0 0 0,-1 0 0,0 0 1,0 1-1,0-1 0,1 7 1,2 11-735,-2 0 0,2 36 1,-4-31-2162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9.5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741 248 5074,'0'0'2151,"-5"-25"-1997,-18-83 102,21 102-177,1 0-1,-1 1 0,0-1 0,-1 0 0,1 1 0,-1-1 0,0 1 0,0 0 0,-1 0 0,0 0 0,1 0 0,-2 1 0,1 0 1,0-1-1,-1 2 0,0-1 0,0 0 0,0 1 0,0 0 0,-1 0 0,-7-3 0,0 3-48,-1 0-1,1 1 0,0 1 1,0 0-1,-1 0 1,1 1-1,-19 3 0,21-1-27,0-1-1,0 2 0,0-1 1,0 1-1,0 1 0,1 0 1,0 1-1,0 0 0,0 0 1,-9 7-1,5-2-4,1 1-1,0 1 1,1 0 0,0 0-1,1 1 1,-11 16 0,8-8-8,2 0-1,0 1 1,1 1 0,1 0 0,1 0 0,1 0 0,2 1 0,0 0-1,-3 31 1,7-40 0,1 0-1,1 0 0,0 0 1,1 0-1,1 0 0,4 17 1,-4-25-2,0 0 1,0 0 0,1 0 0,1-1 0,-1 1 0,1-1-1,0 0 1,0 0 0,0 0 0,1 0 0,0-1 0,0 0 0,1 0-1,6 5 1,1-2-19,0 0-1,1-2 1,-1 1-1,1-2 1,0 0-1,1 0 1,-1-1-1,1-1 1,0-1-1,0 0 1,0-1-1,0 0 1,17-2-1,-15 0 28,0-1-1,0 0 1,0-1-1,0-1 0,-1 0 1,1-2-1,-1 1 0,-1-2 1,1 0-1,-1-1 1,18-13-1,-22 12 28,0-1 1,-1 0-1,0-1 0,-1 0 1,-1 0-1,1-1 1,-2 0-1,0 0 0,0-1 1,-1 0-1,0 0 0,-2 0 1,1-1-1,-2 0 0,4-25 1,-4 23 63,-2-1 0,0-1 0,-1 1 1,-1 0-1,0 0 0,-1 0 0,-1 1 0,-1-1 1,0 0-1,-1 1 0,-1 0 0,-14-28 0,3 19 271,13 20-241,1 8-114,2 15-192,0-1 0,1 1-1,1-1 1,1 1 0,5 22 0,-5-27 129,35 179-115,-3-25 187,4 90-1,-12 2-1,-14 493 1,-14-709-8,-1-1 0,-3 0-1,-1 1 1,-24 78 0,26-107 6,0-1 1,-1 1-1,0-1 1,-1 0-1,-1-1 1,0 0-1,0 0 0,-1 0 1,-1-1-1,0-1 1,0 0-1,-1 0 1,0-1-1,-1 0 1,0-1-1,0 0 1,-26 11-1,20-13-1,-1 1-1,0-2 1,0-1 0,0 0-1,0-1 1,-1-1-1,1-1 1,-1-1 0,0 0-1,1-2 1,-1 0 0,1-1-1,0-1 1,0-1-1,0 0 1,1-2 0,-1 0-1,1-1 1,1-1-1,0-1 1,0 0 0,1-1-1,0-1 1,1 0 0,0-1-1,1-1 1,-13-16-1,12 10 5,0-1-1,1 0 0,2-1 0,0 0 0,1-1 0,1-1 0,2 0 0,-10-41 1,9 17-5,1 0 0,4 0 0,1-77 0,3 93-57,2-1 1,2 1 0,0 0 0,3 1-1,17-55 1,-16 65 32,1 1-1,1 0 0,1 0 0,0 1 1,2 0-1,0 1 0,1 1 1,1 0-1,16-15 0,-21 23 6,1 0 0,0 0 1,0 1-1,0 0 0,1 1 0,1 0 0,-1 1 0,1 0 0,0 1 0,0 1 0,0 0 0,1 0 0,-1 2 0,1-1 0,0 2 0,25 0 1,-36 1 8,0 0 0,-1 0 0,1 1 1,0-1-1,-1 1 0,1 0 1,0-1-1,-1 1 0,1 0 0,-1 1 1,1-1-1,-1 0 0,0 1 1,0-1-1,1 1 0,-1 0 1,0 0-1,0 0 0,-1 0 0,1 0 1,0 0-1,-1 0 0,1 1 1,-1-1-1,0 0 0,0 1 0,1 0 1,-2-1-1,2 6 0,1 5-338,-1 1 0,0 0 0,-1 0 0,-2 23 1,1-16-1313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9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0 101 3794,'0'0'4548,"5"-21"-3784,12-59-479,-12 189-544,-6-58 286,3-1 1,2 0-1,1 0 0,24 90 0,-11-97 51,-17-40-275,0-1-1,1 0 1,-1 0-1,1 0 1,-1-1-1,1 1 1,0 0 0,0-1-1,0 1 1,0-1-1,0 1 1,0-1-1,0 0 1,0 0-1,1 0 1,2 1-1,11 0-4222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30.0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 1 5715,'0'0'1408,"-163"89"-447,139-24-241,24-3 48,0-14-399,53-21-209,19-21 16,2-6 16,-15-15-64,-11-27 0,-24-5-16,-22-1 96,-2 7-208,-5 5-1072,-22 18-3635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30.4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1292 1937,'0'0'1521,"11"27"-1137,0 4-79,27 48 1,-36-76-267,0-1-1,0 1 1,0 0 0,0-1 0,1 0 0,-1 1 0,1-1 0,0 0 0,0 0 0,0-1 0,0 1-1,0 0 1,0-1 0,0 0 0,0 0 0,0 0 0,1 0 0,-1 0 0,0-1 0,1 1-1,-1-1 1,1 0 0,-1 0 0,1 0 0,-1-1 0,0 1 0,5-2 0,10 1 179,1 0-143,1 0 0,-1-1 1,0-1-1,0-1 0,0-1 0,-1-1 0,0 0 1,0-1-1,0-1 0,-1-1 0,0 0 1,18-13-1,-22 12-34,-1 0 1,1-1-1,-1 0 1,-1-1-1,0 0 1,-1-1-1,-1 0 1,1 0 0,-2-1-1,0 0 1,-1-1-1,0 0 1,-1 0-1,7-30 1,-6 4 198,-2 0 1,-1 0-1,-3 0 1,-1-1-1,-2 1 1,-2 0-1,-10-48 0,-88-280 464,57 224-602,14 32-32,-10-36 908,40 148-843,1 6-164,0 1 14,2 71-124,23 151 1,2-60 153,68 308 82,-85-441-17,1 0 1,2-1-1,32 60 0,-39-84-155,0-1 0,0-1 0,1 1 0,0-1-1,0 0 1,1-1 0,14 11 0,-17-14-157,0-1 0,0 0 0,1-1 0,-1 1 0,1-1 0,0 0 0,-1 0 0,1-1 0,0 0 0,0 0 0,0 0 0,0-1 1,0 0-1,10-1 0,20-6-5104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30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99 7684,'0'0'1824,"258"-57"-2480,-85 36 720,5 7-64,-36 8-992,-52 6-2690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30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1 140 5955,'0'0'6034,"246"-45"-5921,-71 10-113,-17 2-1569,-36 6-3746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31.0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1 152 3330,'0'0'6482,"205"6"-6209,-33-48-273,-8 7-433,-19-1-2816,-26-8-2033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31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431 33 6531,'0'0'1670,"30"-9"-1022,-14 5-615,-2-1-24,-1 1 0,1 1 0,0 0 0,1 1 0,14 0 0,-22 2-7,0 0 0,0 1 0,0 0 0,0 0 0,-1 1 0,1-1 0,0 2 0,-1-1 0,1 1 0,-1 0 0,0 0 0,0 1 0,0-1 0,0 1 0,-1 1-1,8 6 1,4 8 18,0 0-1,-2 1 0,0 0 0,-1 2 0,-1-1 1,-1 2-1,-1 0 0,-1 0 0,8 27 0,-6-8 26,-2 1 0,-2 1 0,-1-1 0,0 62 0,-6-85-19,-1 1 0,-1 0 0,0 0 0,-2-1 0,-1 1 0,-7 23 0,8-34 4,-1 0-1,-1 0 1,1-1 0,-2 0-1,1 0 1,-1 0 0,-1-1-1,1 0 1,-1 0 0,-1 0-1,0-1 1,0 0 0,-16 11-1,8-9 52,-1-1 1,0 0-1,0-1 0,0 0 0,-1-2 1,0 0-1,0-1 0,0-1 0,0-1 1,-1 0-1,1-1 0,-1-1 0,-33-5 1,39 4-62,0-1 0,1-1 1,-1 0-1,1-1 0,-1 0 1,1-1-1,0 0 1,0-1-1,1 0 0,0-1 1,0 0-1,1-1 0,0 0 1,0-1-1,0 0 0,1 0 1,1-1-1,0 0 1,-13-22-1,14 19-5,1 0 0,1 0 0,1-1-1,0 1 1,0-1 0,1 0 0,1 0 0,1 0 0,0-1 0,0 1 0,1 0-1,1-1 1,1 1 0,0 0 0,1 0 0,0 0 0,1 1 0,1-1-1,12-25 1,-3 13-91,1 0 0,2 1-1,1 0 1,0 2 0,2 0-1,1 1 1,0 1 0,36-26-1,-29 25-141,2 2-1,0 1 0,1 1 0,1 2 0,50-19 0,-58 27 171,-1 2 0,1 0 0,0 1 0,0 1 0,1 2 1,-1 0-1,1 2 0,43 4 0,-57-3 42,0 1 0,0 1 1,-1 0-1,1 0 1,-1 1-1,1 1 0,-1-1 1,-1 2-1,1-1 1,-1 1-1,0 1 0,14 12 1,-13-9 27,-1 1 0,0 0 1,0 0-1,-1 1 0,-1 0 1,0 1-1,-1 0 0,9 25 1,-6-6 177,-1 0 1,-2 0-1,-2 1 0,-1-1 1,-1 1-1,-1 0 1,-9 63-1,2-58 66,-3-1-1,-1 1 1,-1-1-1,-2-1 1,-2 0-1,-1-1 1,-2-1 0,-1-1-1,-2 0 1,-1-1-1,-37 41 1,9-20-79,-1-1 0,-3-3 0,-2-3 0,-2-1 0,-75 42 0,77-54-412,-1-3 0,-104 38 0,-123 9-3246,275-75 3340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7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46 294 4754,'0'0'1740,"-2"19"-1428,-8 58 357,6-60 1122,0-14-1136,0-13-337,3 9-104,-3-9-168,0 0-1,1-1 1,0 0 0,1 1 0,0-1 0,1 0 0,0 0-1,1 0 1,0 0 0,0 0 0,1 0 0,1 0 0,0 0-1,0 0 1,1 1 0,7-17 0,-3 16-55,1 0 1,0 0 0,0 1-1,1 1 1,0-1-1,1 2 1,0-1-1,15-8 1,-2 2-35,0 1 0,1 1 0,28-10 0,-27 14-15,0 1 0,1 2 0,0 0 0,0 2 0,0 1 0,1 1 0,46 2-1,-67 1 54,0-1 0,0 1 0,0 1-1,-1-1 1,1 1 0,0 0 0,-1 0-1,0 1 1,1-1 0,-1 1 0,0 0-1,0 1 1,0-1 0,-1 1 0,0 0-1,1 0 1,-1 1 0,0-1-1,-1 1 1,1 0 0,-1 0 0,0 0-1,0 0 1,-1 0 0,0 1 0,1-1-1,1 10 1,1 8-13,0 0-1,-1 0 0,-2 1 1,0-1-1,-3 39 1,0-43 25,-2 0 1,0 0 0,-1 0 0,-1 0 0,-1-1-1,0 0 1,-1 0 0,-1-1 0,-1 0-1,-1 0 1,0-1 0,-19 23 0,-15 13 54,-2-3 0,-66 55 0,-9 9 19,116-108-68,0 1 0,1 0 0,-1 0 0,1 0 0,1 0 0,-1 1 0,1-1 0,0 1 1,0 0-1,1 0 0,-3 14 0,4-18-14,1 1 1,-1 0 0,1 0 0,0 0-1,1 0 1,-1-1 0,1 1-1,-1 0 1,1 0 0,0-1-1,0 1 1,1 0 0,-1-1 0,1 1-1,0-1 1,0 0 0,0 0-1,0 1 1,0-1 0,1-1-1,0 1 1,-1 0 0,1-1 0,4 3-1,6 4 7,1-1-1,1-1 1,-1 0 0,1-1-1,1 0 1,-1-1-1,1-1 1,0-1 0,30 3-1,6-3 13,90-5-1,-130 2-18,0-1 0,1-1-1,-1 0 1,0-1 0,0 0 0,-1-1 0,1 0-1,-1-1 1,1-1 0,-2 1 0,19-13 0,-24 14-5,-1 0 1,0 0 0,1-1-1,-1 1 1,-1-1 0,1 0 0,-1 0-1,0 0 1,0 0 0,0-1-1,-1 1 1,0-1 0,0 0-1,0 0 1,-1 1 0,1-1 0,-2 0-1,1 0 1,-1 0 0,1 0-1,-2 0 1,1 0 0,-1 0-1,0 0 1,0 0 0,-2-7 0,0 4 2,-1-1 0,0 1 0,0 0 1,-1 0-1,0 0 0,-1 0 1,0 1-1,0 0 0,-1 0 1,-14-13-1,-9-4-5,-50-33-1,67 49 8,-33-22 5,-1 3 1,-1 2-1,-59-24 1,76 38-30,0 2 0,0 1-1,-1 1 1,0 2 0,-1 1 0,-51-1 0,52 6-706,17 0-2284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7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382 10 5426,'0'0'2615,"-33"0"-2348,11 0-217,3-1-16,0 1-1,1 1 0,-29 4 0,39-3 26,-1 0 0,1 1 0,0 0 1,0 0-1,0 1 0,0-1 0,0 2 0,1-1 1,-1 1-1,1 0 0,1 1 0,-11 10 0,4-1 66,1 1-1,1 0 1,0 1 0,1 1-1,1-1 1,1 1-1,1 1 1,0-1 0,1 1-1,1 1 1,-3 25-1,5-28-106,1-1-1,1 0 1,1 1 0,0-1-1,1 1 1,1-1-1,1 0 1,0 0-1,1 0 1,0 0-1,2 0 1,0-1-1,0 0 1,11 18-1,-5-18-11,0 0 0,0 0-1,1-2 1,1 1 0,1-1-1,0-1 1,0-1 0,1 0 0,0-1-1,1-1 1,0 0 0,1-1-1,0-1 1,21 5 0,-4-3 7,1-1 0,0-1 0,1-3 0,-1 0 0,1-3-1,54-4 1,-78 2-7,0-1 0,0 0 0,0 0 0,-1-2 0,1 1 0,-1-2 0,1 0 0,12-7 0,-18 8-2,0-1 0,0 0 0,-1 0 0,0 0 0,0-1 0,0 1 0,-1-2 1,0 1-1,0 0 0,0-1 0,-1 0 0,0 0 0,-1-1 0,4-7 0,-2-2 6,0 0-1,-2 0 1,0 0-1,0 0 1,-2-1-1,0 1 1,-1-1-1,-1 1 1,0-1-1,-2 1 1,0 0-1,-1 0 1,0 0-1,-1 0 1,-1 1-1,-1 0 1,0 0-1,-1 0 1,-1 1-1,-1 1 1,0-1-1,-23-24 1,10 15-29,-1 2 1,-2 0-1,0 2 1,-1 1-1,-1 1 1,-1 2-1,0 0 1,-1 2-1,-1 1 1,0 2-1,0 1 1,-1 1-1,0 2 1,-1 1-1,0 1 1,-49 1-1,28 4-2406,28 0-4842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8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86 467 4482,'0'0'456,"-5"16"601,-14 45 501,19-60-1473,0-1 0,0 1 0,0 0 0,0-1 0,-1 1 1,1 0-1,0-1 0,0 1 0,0-1 0,-1 1 0,1 0 0,0-1 0,0 1 1,-1-1-1,1 1 0,0 0 0,-1-1 0,1 1 0,-1-1 0,1 0 0,-1 1 1,1-1-1,-1 1 0,1-1 0,-2 1 0,0-10 143,2 8-1,-3-27 136,1 0 0,3-45 0,0 22-329,-2 38-36,1 0 1,1-1-1,0 1 0,1 0 1,0 0-1,1 0 0,0 0 1,1 0-1,1 1 1,0-1-1,0 1 0,2 0 1,-1 1-1,1 0 0,1 0 1,0 0-1,19-18 1,-13 16-19,2 1 1,-1 1 0,1 0 0,1 1 0,0 0 0,0 2 0,1 0 0,37-11 0,-23 11-87,0 2 0,1 1 0,-1 1 0,46 1 0,-68 3 56,-1 0 0,1 0 0,-1 1 0,1 1 0,-1-1 0,0 2 0,0-1 0,0 1 0,15 7 0,-19-7 33,0 1 0,-1-1-1,1 1 1,-1 0 0,1 0 0,-1 0 0,0 1-1,-1-1 1,1 1 0,-1 0 0,0 0 0,0 0-1,-1 1 1,0-1 0,1 1 0,0 6-1,2 3 19,-2 0 0,0 1-1,-1-1 1,0 1-1,-1-1 1,-1 1-1,0 0 1,-1-1-1,-1 1 1,-1-1-1,0 1 1,-1-1-1,0 0 1,-1 0 0,-1-1-1,0 1 1,-1-1-1,-1-1 1,-18 26-1,-18 7 37,-1-2 0,-2-2 1,-56 38-1,-76 69 121,166-136-114,0 1-1,1 0 1,-17 26-1,24-32-22,1 0 0,-1 1-1,2-1 1,-1 1 0,1 0 0,1 0-1,0 0 1,0 1 0,-1 9-1,2-7-15,0 1 0,1 0-1,1 0 1,2 19 0,-2-28-4,0 0 1,1 1 0,-1-1 0,1 0-1,0 0 1,0 0 0,0 0-1,1 0 1,-1-1 0,1 1 0,0-1-1,0 1 1,0-1 0,0 0-1,7 5 1,1-2 4,0 0-1,0-1 1,1 0 0,-1 0-1,1-1 1,0-1 0,0 0-1,0-1 1,0 0 0,15 0-1,12 0 3,73-8 0,-104 5-4,0 1 0,0-2 0,0 1 0,-1-1 0,1 0 0,-1-1 0,1 1 1,-1-1-1,0-1 0,0 0 0,0 0 0,0 0 0,-1-1 0,0 0 1,0 0-1,0 0 0,0-1 0,-1 0 0,0 0 0,0 0 0,-1-1 0,0 0 1,0 0-1,0 0 0,-1 0 0,0 0 0,-1-1 0,1 1 0,-1-1 0,1-14 1,-2 6-3,0 1 0,-2-1 0,0 0 0,-1 1 0,0-1 0,-1 1 1,-1-1-1,-1 1 0,0 0 0,-1 1 0,0 0 0,-1-1 0,-1 2 1,0-1-1,-1 1 0,0 1 0,-1 0 0,-16-16 0,0 3-12,-1 1-1,-1 2 1,-1 1 0,-1 1-1,-1 1 1,-64-28 0,66 35 0,0 1 1,-42-9-1,57 17-69,0 0-1,0 2 1,-1-1-1,1 2 1,0-1-1,0 2 1,-16 2-1,30-3 33,0 0 0,0 0 0,-1 0-1,1 0 1,0 0 0,0 0 0,-1 0 0,1 0-1,0 0 1,0 1 0,0-1 0,0 0 0,-1 0-1,1 0 1,0 0 0,0 0 0,0 0-1,0 1 1,-1-1 0,1 0 0,0 0 0,0 0-1,0 0 1,0 1 0,0-1 0,0 0 0,0 0-1,-1 0 1,1 1 0,0-1 0,0 0 0,0 0-1,0 0 1,0 1 0,0-1 0,0 0-1,0 0 1,0 0 0,0 1 0,0-1 0,0 0-1,0 0 1,0 0 0,1 1 0,-1-1 0,2 16-3683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8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77 5795,'0'0'5282,"-27"-77"-5282,19 172 0,-1 36 16,9 3 48,0 8-48,12-8-16,20-15-1521,1-36-3393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0 3986,'0'0'3986,"-9"0"-3570,21 0-416,21 0-1089,14 0-1520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7764,'0'0'0,"169"18"-593,-89-18-2016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5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4050,'0'0'3169,"199"0"-2961,-125 0-128,15 0-80,6 0-112,-9 0-2881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0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237 13 3794,'0'0'379,"27"-1"-259,91-1 48,-111 2-136,-1 1 0,1-1 0,-1 1 0,0 0 0,0 1 1,1-1-1,-1 1 0,0 1 0,0-1 0,-1 1 0,1 0 1,-1 0-1,1 1 0,-1-1 0,0 1 0,0 0 0,0 1 1,-1-1-1,0 1 0,0 0 0,0 0 0,0 0 0,-1 1 0,0-1 1,0 1-1,0 0 0,-1 0 0,4 12 0,-1 7 125,0 0 0,-2 0 0,0 1 0,-2-1 0,-3 36 0,2-55-105,-1 8-9,0 0 0,-1 0 0,-1-1 0,0 1 0,-1-1 0,0 1 1,-1-1-1,0-1 0,-1 1 0,-1-1 0,-10 16 0,3-10 4,0-1 1,-1-1-1,0 0 0,-1-1 1,-1-1-1,-28 19 0,36-26 13,-1-1-1,0 0 1,0 0-1,0-1 0,0 0 1,-1-1-1,1 0 1,-1-1-1,0 0 0,-1-1 1,1 0-1,0-1 1,-1 0-1,-13-1 0,19-1-21,0 0 0,0-1 0,0 1 0,1-1 0,-1-1 0,1 1-1,-1-1 1,1 0 0,0 0 0,0 0 0,0-1 0,0 0 0,1 0-1,-1 0 1,1 0 0,0-1 0,0 0 0,1 0 0,-5-8 0,-2-5 16,0 1 0,2-1 0,0-1 0,-9-32 0,12 31 18,0-1 1,2 1 0,0-1 0,1 0 0,1 0-1,4-37 1,-2 46-63,1 1 1,0 0-1,1 0 0,0 0 1,1 0-1,0 0 0,0 1 0,1 0 1,1 0-1,0 0 0,0 0 1,1 1-1,13-14 0,-4 9-14,1 1 0,0 0 0,1 1 1,0 1-1,0 1 0,1 1 0,1 0 0,-1 2 0,1 0 0,41-8 0,-23 8-9,-1 2 0,1 2-1,0 1 1,1 2 0,46 6-1,-69-4 5,1 1 0,-1 0 0,0 1 0,0 1 0,0 1 0,-1 0 0,0 1 0,0 0 0,0 1 0,-1 1 0,-1 0 0,25 22 0,-27-20 7,-1 1-1,0-1 1,-1 2 0,0-1-1,-1 2 1,0-1 0,-1 1-1,-1 0 1,0 0 0,-1 1 0,0-1-1,-1 1 1,-1 0 0,2 18-1,-3-10 19,0 0-1,-2 0 0,0 1 0,-2-1 0,-6 37 0,4-45 19,0 0 0,-1 0 0,0-1 0,-1 0 0,-1 0-1,0 0 1,-1-1 0,-1 0 0,-13 16 0,-3-2 71,0-2 1,-2 0-1,0-2 1,-56 36-1,-131 56-187,212-113 38,-13 5-640,1 0 0,-1-1-1,0-1 1,-17 4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0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413 32 5346,'0'0'916,"-36"-8"-428,1 0-281,-1 2 0,-49-3 0,79 9-142,0 0 1,0 1-1,0 0 0,0 0 0,0 0 0,1 1 0,-1-1 0,0 2 0,1-1 0,-1 1 1,1-1-1,0 1 0,0 1 0,-9 7 0,5-2 92,0 1 0,0 0-1,1 1 1,-10 17 0,14-22-111,-7 13 64,1 2 1,1 0 0,0 0-1,2 0 1,0 1 0,2 0 0,0 1-1,2-1 1,0 1 0,2-1-1,1 39 1,0-49-97,1 0 0,0 0 0,1 0 0,1 0 0,-1 0 0,2 0-1,0-1 1,0 1 0,1-1 0,10 17 0,-7-17-1,0 0 0,1-1 0,0 0 0,1-1 0,0 0 0,0 0 0,1-1 0,0-1 0,20 11 0,-11-8 6,0-1 1,0-1-1,1 0 0,1-2 0,36 6 1,-13-6 31,80 0 1,-112-6-46,0 0 0,0-1 0,0 0 0,-1-1 1,1-1-1,-1 0 0,19-7 0,-26 8-2,1-1 0,-1 0 0,0-1 0,0 1 0,0-1 0,0 0 0,-1 0-1,1 0 1,-1-1 0,0 1 0,-1-1 0,1 0 0,-1 0 0,0-1 0,0 1 0,0-1 0,2-9 0,-1 4 4,-1 1 1,-1 0-1,0-1 1,0 1-1,-1-1 1,0 0-1,-1 0 1,-1 1-1,1-1 1,-2 0-1,1 1 1,-1-1-1,-5-11 1,2 8-4,-1-1 0,-1 2 0,0-1 0,-1 1 1,-1 0-1,0 0 0,0 1 0,-15-14 0,-4 0-11,-1 2 0,0 1 0,-2 1 0,-1 2 0,0 1 0,-59-24-1,74 35-230,1 2 0,-2 0 0,1 1 0,-1 0 0,1 2 1,-1 0-1,0 1 0,0 1 0,0 0 0,0 2 0,-31 4 0,-3 12-4216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1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204 142 5507,'26'-5'109,"-19"3"-103,34-8 12,1 2 1,79-5-1,-112 13-19,7-1 41,-1 1-1,1 1 1,-1 0-1,19 4 1,-29-3-26,-1-1 1,1 1 0,-1 0-1,1 0 1,-1 0 0,0 1-1,1-1 1,-1 1 0,-1 0-1,1 0 1,0 1 0,-1-1-1,0 1 1,1-1-1,-1 1 1,4 9 0,-1-2 14,0 1 0,-1 0 0,-1 0 0,0 0 0,-1 1 0,0 0-1,-1-1 1,1 19 0,-1 4 293,-7 63 0,3-82-227,-1 0 0,-1 0 0,0-1 0,-1 0 1,-1 1-1,0-2 0,-1 1 0,-1-1 0,0 0 0,0-1 0,-2 1 0,0-2 0,0 0 0,-1 0 0,-1 0 0,0-2 0,0 1 0,-21 12 0,14-11-7,0-1-1,0-1 1,-1 0-1,0-2 1,-1 0-1,0-2 1,0 0-1,-1-1 1,1-1-1,-1-1 1,0-1-1,0-1 0,-26-2 1,41 0-50,1 0-1,0 0 1,0 0-1,-1-1 1,1 0 0,0 0-1,0-1 1,1 0 0,-1 0-1,1 0 1,-1-1 0,1 0-1,0 0 1,0 0 0,1 0-1,-1-1 1,1 0-1,0 0 1,0 0 0,0 0-1,1-1 1,0 1 0,-4-10-1,0-5 34,0 0 0,1 0-1,1 0 1,1-1 0,1 0-1,0-23 1,1 20-59,2 1 0,1-1 0,0 0 0,2 1 0,1 0 0,0 0 0,2 0 0,13-34 0,-12 41-12,0 1 1,2-1-1,0 2 1,0-1-1,1 1 1,1 1-1,1 0 1,0 0-1,0 1 1,1 1 0,0 0-1,23-14 1,-9 11-12,0 1 1,1 1 0,0 1 0,1 1-1,0 2 1,1 1 0,0 1 0,0 2 0,0 1-1,0 1 1,59 4 0,-75-1 3,0 1-1,0 0 1,0 1 0,-1 1-1,0 0 1,0 0 0,0 1-1,0 1 1,0 1-1,-1-1 1,-1 2 0,13 9-1,-10-5 0,-1 0 0,-1 1-1,0 1 1,-1 0 0,-1 1-1,0 0 1,0 0 0,13 33-1,-11-15 13,0 1-1,-2 1 0,-2 0 1,-1 0-1,-2 1 1,-1 0-1,-2 0 0,-1 0 1,-2 0-1,-9 59 1,5-73 4,-1 0 1,-1-1 0,-1 0 0,-1 0 0,0-1 0,-1 0 0,-2-1 0,0 0 0,-27 31 0,20-28 5,-1 0 1,-2-2-1,0-1 0,-1 0 0,0-2 1,-52 29-1,59-39-161,0 1 1,0-2 0,-1 0-1,0-1 1,0-1-1,0-1 1,-1 0-1,-28 0 1,43-2-60,0-1 0,-1 0 0,1 0 0,0 0 0,-1 0 0,1 0 0,-1-1 0,1 1 0,0-1 0,0 0 0,-1 0 0,1-1 1,0 1-1,-3-2 0,3-1-179,1 1 0,-1-1 1,1 0-1,0 1 0,0-1 1,1 0-1,-1 0 0,1-1 1,0 1-1,-1-7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1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21 152 7347,'0'0'4018,"0"-152"-1985,-2 182-2033,-13 50 0,12 45 0,3 24 64,0 2-48,3-8-16,23-25-112,1-37-2961,-21-49-5619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2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4370,'0'0'7059,"89"0"-7075,57-9-1536,14-9-3715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3346,'0'0'4129,"219"0"-4177,-103 0 64,15 0-16,9-6-784,-7 3-144,-14 0 768,-24 0 160,-32 3 0,-19 0 80,-23 0 176,3 0-128,-7 6-128,4 3-320,-3-9-3778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4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 7203,'0'0'3490,"169"12"-3490,-32-18-2401,6-18-2017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 5106,'0'0'2818,"167"-17"-2898,-69 17-3314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5202,'0'0'2273,"151"-21"-1312,-82 15-545,2 6-320,3 0-96,-14 0-2881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4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5555,'0'0'5554,"199"-15"-5666,-48-3-2657,15-3-2546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4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 4962,'0'0'2433,"158"-18"-1792,-72 15 31,18 3-560,8-3-112,-8-6-912,-23 0-5651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8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663 232 8644,'31'-2'301,"-6"-1"-269,157-4 51,-161 7-76,0 2 1,-1 0-1,1 1 0,-1 1 1,1 1-1,-1 1 0,34 15 1,-34-9-1,-1 0 0,-1 1 1,0 1-1,0 1 0,-2 1 1,0 0-1,-1 1 0,0 1 1,-2 0-1,0 0 0,-1 2 0,-1 0 1,0 0-1,10 31 0,-6-9 15,-2 0-1,-2 0 0,-2 1 1,-2 1-1,-1-1 0,-1 67 1,-5-90-10,-1-1 0,-1 1 0,-1 0 0,-1-1 0,0 1 0,-1-1 0,-2 0 0,0-1 0,0 0 0,-2 0 0,0 0 0,-1-1 0,-1 0 0,-1-1 0,0-1 0,-1 0 0,0 0 0,-2-1 0,-16 13 0,9-10-1,-1-1 0,-1-1 1,0-1-1,-1 0 1,0-2-1,-1-2 0,-1 0 1,1-1-1,-1-2 0,-55 8 1,58-12 1,-1-1 1,1-1-1,-1-1 0,1-1 1,-1-1-1,1-1 0,0-2 1,0 0-1,0-1 0,1-2 1,0 0-1,-37-20 1,41 17 41,1-1 1,0-1-1,1-1 1,0 0 0,1-2-1,1 0 1,0 0-1,1-1 1,1-1 0,1 0-1,0-1 1,1 0-1,2-1 1,0 0 0,1-1-1,0 0 1,2 0-1,-4-26 1,3 5-31,2-1 0,3 1 0,0-1-1,3 0 1,2 1 0,1-1 0,3 1 0,1 0 0,2 0 0,2 1-1,2 1 1,21-46 0,-22 59-26,1 1 0,2 0-1,0 1 1,2 0 0,0 2 0,2 0-1,1 1 1,0 1 0,1 1-1,2 1 1,0 1 0,1 1 0,0 1-1,1 2 1,1 0 0,1 2-1,0 0 1,34-7 0,-27 10 3,1 2 1,0 1 0,0 2-1,1 2 1,-1 1 0,1 2-1,37 6 1,-46-3-2,-1 1 0,0 2 0,-1 1 0,1 0 0,-2 2 0,1 2 1,-1 0-1,-1 1 0,42 31 0,-34-17 7,-2 1 0,0 1 1,-3 1-1,0 2 0,-2 1 0,-1 0 1,-2 2-1,-2 1 0,-1 1 0,-1 0 1,-2 1-1,11 43 0,-9-16 74,-3 0 0,-3 1 0,-3 1 0,-3 0-1,-3 0 1,-8 110 0,-1-119-12,-2 0-1,-3-1 1,-2 0-1,-3 0 1,-2-2 0,-34 71-1,21-64 2,-4-1 0,-2-1-1,-2-2 1,-92 102 0,55-84-20,-3-3 0,-3-3 1,-2-4-1,-4-4 0,-2-4 1,-3-4-1,-124 53 0,153-80-244,0-2-1,-1-4 0,-1-2 0,-1-3 0,-79 7 0,-3-19-2626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9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1017 49 5298,'28'-7'795,"-8"1"-675,5-1 56,1 0 0,0 2-1,0 1 1,1 0 0,51 2-1,-69 3-94,0 0 1,0 1-1,-1 1 0,1-1 0,-1 1 0,1 1 0,-1-1 0,0 1 0,0 1 1,-1 0-1,1 0 0,-1 0 0,0 1 0,-1 0 0,1 0 0,-1 1 0,0 0 0,-1 0 1,0 0-1,8 15 0,0 3 0,-1 0 0,-1 2 0,-1-1 0,-1 1 1,7 43-1,-7-25 25,-3 0 0,-2 1 0,-1-1 0,-6 78 0,0-94-73,-1-1 0,-1 1-1,-2-1 1,-1 0-1,-1-1 1,-1 0 0,-1 0-1,-24 39 1,17-38-17,-1-1 1,-1 0-1,-1-2 1,-2 0-1,-1-2 1,0 0-1,-2-2 1,-54 35-1,57-43-5,1-1 0,-2-1 1,0-2-1,0 0 0,0-1 0,-1-2 0,0 0 1,-1-2-1,1 0 0,-1-2 0,0-1 0,-27-2 1,39 0-1,1-1 1,0 0 0,-1-1 0,1 0 0,0-1-1,1-1 1,-1 0 0,1 0 0,0-1 0,-22-16-1,21 12 8,1 0-1,0-1 0,1-1 0,0 0 1,1 0-1,1-1 0,0-1 0,0 1 0,-6-17 1,2 1 22,1-1 0,2-1 1,0 0-1,3 0 0,0-1 1,2 0-1,2 0 1,0 0-1,3 0 0,4-49 1,-1 48-27,2 0 1,1 0-1,1 0 1,3 1 0,0 0-1,2 1 1,1 0-1,2 1 1,35-56 0,-33 63-15,1 2 0,1 0 0,0 0 0,2 2 0,0 1 0,1 0 0,1 2 1,44-24-1,-36 25 1,1 1 1,0 1 0,1 3 0,0 0-1,1 2 1,65-7 0,-46 11 37,-1 2 0,87 8 0,-103-1 16,0 1 1,-1 1 0,0 2-1,66 26 1,-65-18 40,-1 2 1,-1 0-1,0 3 1,-2 1-1,55 50 1,-50-37-18,-2 2 1,-2 2-1,-1 1 1,29 50-1,-28-34 32,-3 2-1,-2 1 0,-3 0 1,-2 2-1,-3 1 0,-3 1 1,14 105-1,-24-100 60,-2 2-1,-10 126 1,0-148-89,-2-1 1,-2 0-1,-2 0 0,-34 88 0,24-89-58,-3-1 0,-1-1-1,-3-1 1,-1-2 0,-48 54-1,15-28 2,-4-4 0,-93 73-1,47-54-352,-4-4 0,-4-6 1,-2-5-1,-3-5 0,-3-6 0,-2-5 0,-2-6 0,-163 33 0,-149-14-7634,437-64 7817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10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120 379 4626,'0'0'2367,"0"4"-1297,0-10-796,-2-32-88,-1 0 1,-16-68-1,-31-79 29,46 175-159,2 11-77,1 21-96,1-17 105,19 405-90,-7-224 122,31 307 22,-42-479-28,-4-81 175,-2 0 1,-24-113-1,-1 16-179,8-1 0,-2-258-1,24 423-10,0 0 1,0 0-1,0-1 0,-1 1 0,1 0 0,0 0 0,0 0 0,0-1 0,1 1 0,-1 0 0,0 0 0,0-1 0,0 1 0,0 0 0,0 0 1,0 0-1,0-1 0,0 1 0,0 0 0,0 0 0,1 0 0,-1-1 0,0 1 0,0 0 0,0 0 0,0 0 0,0 0 0,1-1 1,-1 1-1,0 0 0,0 0 0,0 0 0,1 0 0,-1 0 0,0 0 0,0 0 0,1 0 0,-1-1 0,0 1 0,0 0 0,0 0 0,1 0 1,-1 0-1,0 0 0,0 0 0,1 0 0,-1 1 0,0-1 0,0 0 0,1 0 0,-1 0 0,0 0 0,0 0 0,12 7-61,1 6 43,0 1-1,-1 1 1,17 26-1,-5-6 21,295 464 89,-118-170-57,-187-308-30,-9-12 0,0-1 1,0 1-1,1-1 0,0-1 0,1 1 1,0-1-1,7 7 0,-13-14 4,-1 0 1,0 1-1,0-1 0,1 0 1,-1 0-1,0 1 0,1-1 1,-1 0-1,0 0 1,1 0-1,-1 1 0,0-1 1,1 0-1,-1 0 0,1 0 1,-1 0-1,0 0 0,1 0 1,-1 0-1,1 0 0,-1 0 1,0 0-1,1 0 0,-1 0 1,1 0-1,-1 0 0,0 0 1,1 0-1,-1 0 0,0 0 1,1 0-1,-1-1 0,1 1 1,-1 0-1,1-1 1,5-18 677,62-730 793,-64 684-1562,18-97 0,-12 137-583,-10 24 601,0 1 0,0-1 0,1 1 0,-1 0 0,0-1 0,0 1 0,1 0 0,-1-1-1,0 1 1,1 0 0,-1 0 0,0-1 0,1 1 0,-1 0 0,0 0 0,1-1 0,-1 1 0,1 0-1,-1 0 1,1 0 0,-1 0 0,0 0 0,1 0 0,-1 0 0,1 0 0,-1 0 0,1 0 0,-1 0-1,1 0 1,-1 0 0,0 0 0,1 0 0,-1 0 0,1 0 0,-1 1 0,0-1 0,1 0 0,-1 0-1,1 0 1,-1 1 0,0-1 0,1 0 0,-1 0 0,0 1 0,1-1 0,-1 0 0,0 1 0,0-1-1,1 1 1,-1-1 0,0 0 0,0 1 0,0-1 0,0 1 0,1-1 0,-1 1 0,10 34-3309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11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1 4290,'0'0'4639,"-10"5"-4425,5-2-215,0 0 1,0 1-1,0-1 1,1 1-1,0 0 1,-1 0-1,1 0 1,1 1-1,-1 0 1,1-1-1,-1 1 0,2 0 1,-1 1-1,0-1 1,1 0-1,0 1 1,0-1-1,1 1 1,-2 7-1,-6 32 9,2 1 0,2 0 0,2 0 0,2 0 0,7 66 0,-4-103-14,-1 0-1,1 0 0,1-1 1,0 1-1,0-1 1,0 0-1,1 0 0,0 0 1,1 0-1,0-1 0,10 13 1,-11-16-3,0 1 0,1-1 0,0 0 0,0-1-1,0 1 1,0-1 0,1 0 0,-1 0 0,1 0 0,0-1 0,0 0 0,0 0 0,0-1 0,0 0 0,0 0 0,0 0-1,10 0 1,-13-2 16,1 1 0,0-1-1,-1 0 1,1 0-1,-1 0 1,1 0-1,-1-1 1,1 0 0,-1 1-1,0-1 1,0 0-1,0-1 1,0 1 0,0 0-1,-1-1 1,1 0-1,-1 1 1,1-1-1,-1 0 1,0 0 0,0-1-1,-1 1 1,1 0-1,0 0 1,1-7 0,2-5 20,0 0 1,-1-1-1,0 1 1,-1-1-1,0-17 1,0-1 7,-2-1 0,-5-52 0,1 70-26,1-1 1,-2 1-1,0 0 0,-2 0 1,1 1-1,-17-31 0,20 42-13,-7-11-293,0 1 0,-21-27 1,27 38 180,0 1 0,0 0 1,0 0-1,0 0 0,-1 0 0,1 1 1,-1-1-1,1 1 0,-1 0 1,0 0-1,0 0 0,0 1 0,0-1 1,0 1-1,0 0 0,0 0 1,-8 0-1,-4 1-2733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11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33 241 5603,'0'0'1670,"-6"19"-1566,-1 6-89,1-1 1,-4 33 0,8-43 11,1 1-1,1-1 0,0 1 1,1 0-1,0-1 1,1 1-1,5 16 0,-1-14 2,0-1 0,0 0 0,2 0 0,0-1 0,0 0 0,14 18 0,-19-29-12,1 1 1,-1-1-1,1 0 0,0 0 0,0 0 0,0 0 1,1-1-1,-1 1 0,1-1 0,0 0 0,0-1 0,0 1 1,0-1-1,0 0 0,0 0 0,1 0 0,-1-1 1,1 0-1,-1 0 0,1-1 0,-1 1 0,1-1 1,8-1-1,-10 0 9,0 0-1,0-1 1,-1 1 0,1-1 0,0 1 0,-1-1-1,0-1 1,1 1 0,-1 0 0,0-1 0,0 1 0,0-1-1,-1 0 1,1 0 0,-1 0 0,1 0 0,-1-1-1,2-4 1,3-6 49,0 0 0,-1-1 0,4-16 0,-10 30-73,8-29 91,-1 0-1,-1 0 0,1-43 1,-4-92 229,-3 117-133,0 39-72,-1-26 226,1 34-315,0 0 0,0 0 0,0 1 0,0-1 0,0 0-1,0 0 1,-1 0 0,1 0 0,0 0 0,-1 0 0,1 0 0,-1 0 0,1 1 0,-1-1 0,1 0 0,-1 0 0,1 0 0,-1 1 0,0-1-1,1 1 1,-1-1 0,0 0 0,0 1 0,0-1 0,-1 0 0,2 1-24,-1 0-1,1 0 1,0 0-1,0 0 1,0 0-1,0 0 1,-1 0-1,1 0 1,0 0 0,0 0-1,0 0 1,-1 0-1,1 0 1,0 0-1,0 0 1,0 0 0,0 0-1,-1 1 1,1-1-1,0 0 1,0 0-1,0 0 1,0 0-1,-1 0 1,1 0 0,0 1-1,0-1 1,0 0-1,0 0 1,0 0-1,0 0 1,0 0-1,0 1 1,-1-1 0,1 0-1,0 0 1,0 0-1,0 1 1,0-1-1,0 0 1,0 0-1,0 0 1,0 1 0,0-1-1,0 0 1,0 0-1,0 1 1,-1 14-69,0 1 0,1 28 0,1-3-56,-1 7 97,-1 4 28,2-1 0,12 78 0,-10-115-4,0 1 0,0-1 0,2 0 0,0-1 0,0 1 0,1-1 0,1 0 0,0 0 0,1-1 0,0 1 0,1-2 0,0 0 0,18 17 0,-22-24-4,1 1 0,0-1 0,0 0 0,0-1 0,1 1 0,0-1 0,-1-1 0,1 1 0,0-1 0,0 0 0,0 0 0,0-1 0,0 0 0,1-1 0,-1 1 0,0-1 0,0-1 0,1 1 0,-1-1 0,14-4 0,-10 2 13,0-1-1,-1 0 1,1-1-1,-1 0 1,0-1-1,-1 0 1,1 0-1,-1-1 0,0 0 1,-1-1-1,0 1 1,10-14-1,-6 5 17,0-1 1,-2 0-1,0 0 0,-1-1 0,-1-1 0,-1 1 1,0-1-1,-1-1 0,-2 1 0,0-1 0,0 0 1,-2 1-1,-1-1 0,-2-39 0,1 44-14,-2 0 0,0 0 0,-1 1 0,-1-1 0,0 1 0,-1 0 0,0 0 0,-1 0 0,-9-14 0,5 12 19,-1 0-1,0 1 0,-2 0 1,0 1-1,0 1 1,-25-19-1,28 24-101,-1 0 1,0 1-1,0 0 1,-1 1-1,1 1 1,-1 0-1,-1 0 0,1 1 1,-1 1-1,1 0 1,-1 0-1,0 1 1,0 1-1,-23 1 0,-11 0-3595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19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204 521 3922,'0'0'2038,"-9"-31"-1560,-27-103 202,21 85-333,-2 1 1,-3 1-1,-27-51 1,14 32 161,7 18 206,27 74-843,41 130-18,-3-19 188,31 350 71,-47-274-452,-20-188-77,-3-14-309,1-1 0,1 0-1,0 0 1,6 19 0,4-13-2826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0.1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 1 3842,'0'0'3487,"-23"36"-3407,23-36-80,-90 163 283,84-149-244,1 0 1,1 0-1,0 0 1,0 0-1,1 1 1,1-1-1,1 1 1,0 0-1,1-1 1,0 1-1,3 15 1,-1-9-37,-1-8-2,0 0 1,1 0-1,1 0 0,0 0 0,1 0 1,0-1-1,1 1 0,6 12 0,-8-20-10,0 0 0,0 0-1,1-1 1,-1 1 0,1-1 0,0 0-1,1 0 1,-1 0 0,0 0-1,1-1 1,0 1 0,0-1-1,0-1 1,0 1 0,1-1 0,-1 0-1,1 0 1,-1 0 0,1-1-1,9 2 1,-8-3 10,0 1 0,1-1-1,-1 0 1,0 0 0,1-1 0,-1 0-1,0-1 1,0 1 0,0-1 0,0-1-1,0 1 1,0-1 0,0-1 0,-1 1-1,9-7 1,-7 4 8,0-1-1,-1 0 0,1-1 1,-2 0-1,1 0 1,-1 0-1,0-1 0,-1 0 1,0 0-1,4-11 0,-2 2 21,-1 0-1,0 0 1,-2-1-1,0 0 1,-1 0-1,-1 0 0,-1 0 1,0 0-1,-2-1 1,0 1-1,-6-29 1,4 36 0,-1 0 1,0 0 0,-1 0-1,-1 1 1,0-1 0,0 2 0,-1-1-1,-1 1 1,1 0 0,-2 0-1,-13-13 1,14 17-186,1-1-1,-1 1 1,0 0-1,0 0 1,-1 1-1,0 0 1,0 1-1,0 0 1,0 1 0,-1-1-1,0 2 1,1-1-1,-1 2 1,-18-2-1,20 3-3050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0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2 196 4898,'0'0'1521,"0"24"-1417,-1 3-117,0 29 92,3 0-1,2 0 1,11 57-1,-4-67-66,2 0-1,2-2 0,25 52 1,-38-90-9,1 0 1,1-1-1,-1 0 0,1 0 1,0 0-1,0 0 0,1 0 1,-1-1-1,1 0 0,0 0 1,6 4-1,-8-7 0,0 1 1,0-1-1,0 0 0,0 1 0,0-1 0,1-1 1,-1 1-1,0 0 0,1-1 0,-1 0 0,0 1 1,1-2-1,-1 1 0,0 0 0,1 0 1,-1-1-1,0 0 0,1 0 0,-1 0 0,0 0 1,0 0-1,0-1 0,3-1 0,1-2 7,0-1 0,0 0 0,-1 0 0,0 0 0,0-1-1,-1 0 1,0 0 0,0 0 0,0-1 0,-1 1 0,4-10 0,35-96-11,-41 108-2,7-26-71,-1-1 0,-2-1 0,5-53 0,-7-98-118,-4 140 221,0 38-6,-3-30 136,3 35-142,0 0 1,0 0 0,0 0 0,-1 0 0,1 0 0,0 0-1,-1 0 1,1 0 0,-1 0 0,1 0 0,-1 0 0,0 0 0,1 0-1,-1 0 1,0 1 0,1-1 0,-1 0 0,0 0 0,0 1 0,0-1-1,0 1 1,0-1 0,0 1 0,0-1 0,-2 0 0,3 1-14,0 0 0,0 0 1,0 0-1,-1 0 0,1 0 1,0 0-1,0 0 0,0 0 1,-1 0-1,1 0 0,0 0 1,0 0-1,0 0 0,0 0 1,-1 0-1,1 1 0,0-1 1,0 0-1,0 0 0,-1 0 1,1 0-1,0 0 0,0 0 1,0 0-1,0 1 0,0-1 1,0 0-1,-1 0 0,1 0 1,0 0-1,0 1 0,0-1 1,0 0-1,0 0 0,0 0 1,0 1-1,0-1 0,0 0 1,0 0-1,0 0 0,0 1 1,0-1-1,0 0 0,0 0 1,0 0-1,0 1 0,0-1 1,-3 32-57,2 0 0,3 41 0,-1-19 45,0-31 9,1 1 0,1-1 0,1 0-1,1 0 1,0 0 0,2 0 0,1-1 0,1 0 0,1-1-1,0 0 1,2-1 0,19 28 0,-27-43-3,0 0 0,0 0 0,1-1 0,0 0 0,-1 0 1,1 0-1,0 0 0,1-1 0,-1 1 0,1-1 0,-1-1 0,9 3 0,-10-3 9,0-2 1,0 1-1,0 0 0,0-1 1,0 0-1,0 0 0,0 0 1,0 0-1,0 0 0,0-1 1,0 0-1,0 0 0,-1 0 1,1 0-1,0-1 0,0 0 0,-1 1 1,1-1-1,-1 0 0,5-4 1,2-3 57,-2 1 1,1-2 0,-1 1-1,-1-1 1,0 0-1,0 0 1,-1-1-1,0 0 1,-1 0 0,0-1-1,-1 1 1,0-1-1,-1 0 1,4-24 0,-2-2 119,-2 0 1,-1-1-1,-6-61 1,1 73-422,-1 1 1,-2 1 0,0-1 0,-2 1 0,0 0 0,-2 0 0,-22-39 0,1 15-2101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1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1 427 1185,'0'0'3655,"30"10"-3759,101 29 122,-122-36-14,0-1-1,1-1 1,-1 0 0,1 0-1,-1-1 1,1 0-1,-1 0 1,1-1-1,-1-1 1,1 1 0,-1-2-1,0 1 1,0-1-1,0-1 1,0 1 0,-1-2-1,9-4 1,10-4-5,-14 7 4,-1-1 0,0 0 0,0-1 0,-1 0 0,20-18 0,-26 21 2,0-1 0,0 0 0,0 0 1,0 0-1,-1 0 0,0-1 0,-1 0 0,1 0 1,-1 0-1,-1 0 0,1 0 0,1-11 1,-2 9 32,-1-1-1,0 1 1,-1-1 0,0 1 0,-1-11 0,0 16-15,0 0 0,0-1 0,0 1 0,0 0 1,-1 1-1,0-1 0,1 0 0,-1 0 0,-1 1 0,1-1 0,0 1 0,-1-1 0,0 1 0,-3-3 0,-4-1 76,1 0-1,-1 1 1,0 0-1,0 0 1,-1 1 0,0 1-1,0 0 1,0 0-1,-20-3 1,14 4 37,1 1 0,0 1 0,-1 0-1,1 1 1,-1 0 0,-25 5 0,38-4-139,0 1 0,0-1 0,0 1 0,0 0 0,0 0 0,0 0 0,0 0 0,0 1 0,1-1 0,-1 1 0,1 0 0,0 0 0,0 1 0,0-1 0,0 0 0,1 1 1,-1 0-1,1 0 0,0 0 0,0 0 0,1 0 0,-1 0 0,1 0 0,0 0 0,-1 6 0,-2 11-27,0 0 1,2 1-1,1 38 1,1-58 29,0 31-16,1 0 0,7 36 0,-6-55 9,1-1-1,1 0 0,0 0 1,1 0-1,1 0 0,0-1 1,14 23-1,-10-22-48,0 0 0,0-1 0,1 0 0,1 0 0,0-1 0,0-1 0,1 0 0,1-1 0,0 0 0,0-1 0,21 9 0,-16-10-44,0-1 1,1 0-1,0-2 0,0 0 1,0-2-1,0 0 0,1-1 1,36-3-1,-49 1 74,1 0 0,-1 0 0,1-1 0,-1 0 0,0-1-1,0 0 1,0 0 0,0-1 0,0 0 0,-1 0 0,0-1 0,10-7 0,-9 4-8,1 0 0,-2 0 0,1-1 0,-2 0 0,1 0 0,-1 0 0,0-1 0,6-16 0,-2 1 20,-2-1 1,-1 0-1,-1 0 0,-1-1 0,-1 0 1,-1 0-1,-2-31 0,1 9 189,-2-48 170,-1 89-197,1 0-1,-2 1 1,1-1-1,-1 0 1,0 1-1,0 0 1,-1-1 0,0 1-1,-6-9 1,9 15-123,0 1 1,0 0 0,0-1-1,-1 1 1,1-1 0,0 1-1,-1-1 1,1 1-1,0 0 1,-1-1 0,1 1-1,0 0 1,-1-1 0,1 1-1,0 0 1,-1-1-1,1 1 1,-1 0 0,1 0-1,-1-1 1,1 1 0,-1 0-1,1 0 1,-1 0-1,0 0 1,-4 10 99,4 28-383,1-31 304,0 70-114,-2-25 82,2 0 0,3 0 1,14 84-1,-12-121 43,-5-15-52,0 0 1,0 0-1,0 0 1,0 0-1,0 0 0,0 0 1,0 0-1,0 0 1,0 0-1,0 0 1,0 0-1,0 0 1,0 0-1,0 0 0,0 0 1,0 0-1,0-1 1,0 1-1,0 0 1,0 0-1,1 0 0,-1 0 1,0 0-1,0 0 1,0 0-1,0 0 1,0 0-1,0 0 0,0 0 1,0 0-1,0 0 1,0 0-1,0 0 1,0 0-1,0 0 0,0 0 1,0 0-1,1 0 1,-1 0-1,0 0 1,0 0-1,0 0 0,0 0 1,0 0-1,0 0 1,0 0-1,0 0 1,0 0-1,0 0 0,0 0 1,0 0-1,0 0 1,0 0-1,0 1 1,0-1-1,0 0 1,0 0-1,1 0 0,-1 0 1,0 0-1,0 0 1,1-28 606,-10-326-1386,9 349 703,0 1 1,0-1-1,1 0 0,-1 1 0,1-1 1,0 1-1,1-1 0,-1 1 1,1 0-1,-1-1 0,1 1 0,1 0 1,-1 0-1,6-7 0,-4 7 19,0 0-1,1 0 1,-1 1-1,1-1 0,0 1 1,0 0-1,1 1 1,-1-1-1,0 1 1,1 0-1,7-2 1,193-39-327,-131 30 376,-75 12 22,1 1 0,0 0 1,-1-1-1,1 1 0,0 0 0,0 0 0,-1 0 0,1 0 0,0 0 0,0 0 0,0 0 1,-1 0-1,1 0 0,0 0 0,0 0 0,-1 0 0,1 0 0,0 1 0,0-1 0,-1 0 1,1 1-1,0-1 0,-1 0 0,1 1 0,0-1 0,-1 1 0,1-1 0,-1 1 0,1-1 1,-1 1-1,1 0 0,-1-1 0,1 2 0,-2 27 684,0-20-882,-15 83 364,7-43 28,-4 57 0,13-97-190,-2 13 78,2 1 0,0-1 0,5 34 0,-3-50-86,-1 0-1,1 0 0,0 0 0,0 0 1,0 0-1,1 0 0,0-1 0,0 1 1,1-1-1,-1 0 0,1 0 0,0 0 1,1 0-1,-1-1 0,1 0 0,9 7 1,-1-4-16,0 0 1,0-1-1,1 0 1,0-1 0,0-1-1,0 0 1,0-1-1,28 3 1,-17-4-310,0-2 0,-1 0 1,1-1-1,37-7 0,-33 0-1011,-1 0 1,35-16-1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2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429 421 4610,'0'-25'494,"0"-170"-369,0 171-74,1 9 130,-1 0-1,0 1 0,-1-1 0,0 0 1,-1 1-1,-1-1 0,0 1 1,-1 0-1,-10-24 0,14 38-126,-5-7 270,2 6-101,2 8 214,4 83-577,16 102 0,29 95 214,-26-165-84,57 251 29,-77-364-20,3 17-5,-4-25 6,-1-1 0,0 1 0,0 0-1,0-1 1,0 1 0,1 0-1,-1-1 1,0 1 0,1-1 0,-1 1-1,1 0 1,-1-1 0,0 1-1,1-1 1,-1 1 0,1-1 0,-1 1-1,1-1 1,0 0 0,-1 1-1,1-1 1,-1 0 0,1 1 0,1-1-1,1-7 4,-1-27-99,-5-63-1,1 81-6,0 1 0,-1 0 0,-1 0-1,0 0 1,-1 0 0,-13-26 0,8 23-55,-1 0-1,-1 1 1,0 0 0,-2 1 0,1 0-1,-2 1 1,0 1 0,-1 0 0,-30-19-1,35 25 163,-1 2 1,0-1-1,0 2 0,-1 0 0,0 0 0,0 1 0,0 0 0,0 1 0,0 1 0,-1 0 1,1 1-1,-1 1 0,0 0 0,1 0 0,-1 2 0,-13 2 0,20-2 3,0 0 1,1 1-1,-1 0 0,1 0 0,0 1 1,0-1-1,0 2 0,0-1 0,0 0 0,1 1 1,0 0-1,0 0 0,0 1 0,1-1 0,0 1 1,0 0-1,0 0 0,1 1 0,-3 7 1,-2 4 46,1 0 0,2 0 1,-1 0-1,2 1 1,1 0-1,-2 19 1,3-10 50,1 0 1,1 1 0,5 30 0,-3-47-90,0 1 0,1-1 1,0 0-1,1 0 1,1 0-1,0-1 0,0 1 1,1-1-1,9 13 1,-4-11-14,0 0 1,1-1-1,0-1 1,0 0 0,2 0-1,-1-1 1,1-1-1,1 0 1,-1-1-1,2 0 1,-1-1 0,1-1-1,0-1 1,22 5-1,-5-3-9,-1-2-1,1-2 1,0-1-1,0-1 1,-1-2-1,49-7 1,-59 4-4,0 0-1,-1-2 1,0-1 0,0 0 0,-1-2 0,0 0 0,0-1-1,-1-2 1,0 1 0,-1-2 0,17-16 0,-22 18 2,-2 0 1,1-1 0,-1 0-1,-1-1 1,0 0-1,-1 0 1,-1-1 0,0-1-1,0 1 1,-2-1 0,0 0-1,0-1 1,-2 1-1,0-1 1,3-27 0,-4 11 107,-2 0 1,-4-48-1,1 68 4,1 1 0,-2-1 0,0 1 0,0-1 0,-1 1 0,0 0 0,-1 1 0,0-1 1,-1 1-1,-7-11 0,2 11 472,11 10-569,0-1 0,0 1 0,0 0 0,-1 0 0,1 0 0,0 0 0,0 0 0,0 0 0,0 0 0,0 0 0,-1 0 0,1 0 0,0 0 1,0 0-1,0 0 0,0 0 0,0 0 0,-1 0 0,1 0 0,0 0 0,0 0 0,0 0 0,0 0 0,-1 0 0,1 0 0,0 0 0,0 0 0,0 0 0,0 0 0,0 0 0,0 0 0,-1 0 0,1 0 0,0 1 1,0-1-1,0 0 0,0 0 0,0 0 0,0 0 0,0 0 0,0 0 0,-1 0 0,1 1 0,0-1 0,0 0 0,0 0 0,0 0 0,0 0 0,0 0 0,0 1 0,0-1 0,0 0 0,-1 7-25,0 1-1,0-1 0,1 1 1,0-1-1,1 8 0,0 12-69,3 29 92,2-1 1,2 1-1,29 97 0,-10-46-2,-25-94-63,-2-11-64,0 0 1,0 0-1,1 0 1,-1 0-1,0-1 1,1 1-1,-1 0 1,1 0-1,0 0 1,0-1-1,-1 1 1,1 0-1,0-1 1,2 3-1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2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4530,'0'0'1921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2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905 149 2209,'0'0'3055,"-18"-24"-2239,-6-9-512,-33-31 0,55 61-285,-1 0 0,0 1 0,0-1 0,0 1 0,-1 0 0,1 0 0,0 0 0,-1 1 0,1-1 0,-1 1 0,0 0 0,0 0 0,1 0 0,-1 0 0,0 1 0,0-1 0,0 1 0,0 0 0,1 0 0,-1 1 0,0-1 0,0 1 0,0 0 0,-4 1 0,2-1-11,0 1-12,0 0 0,1 1-1,-1-1 1,1 1 0,0 0-1,0 1 1,0-1 0,0 1-1,0 0 1,1 0 0,0 0-1,-1 1 1,2 0 0,-1-1-1,1 2 1,-1-1 0,1 0-1,1 0 1,-5 11 0,-1 4-24,2-1 0,0 1 0,1 0 0,-4 33 0,5-20 20,1 0 1,1 1 0,3-1 0,0 0 0,11 59 0,-11-85 9,1 1-1,1-1 1,0 1 0,0-1-1,0 0 1,1 0 0,0 0-1,0 0 1,1-1 0,-1 0-1,2 0 1,-1 0 0,1 0-1,-1-1 1,2 0 0,-1 0-1,0-1 1,1 1 0,0-2-1,0 1 1,0-1 0,0 0-1,1 0 1,-1-1 0,1 0-1,0 0 1,0-1 0,-1 0-1,1 0 1,0-1 0,0 0-1,0 0 1,0-1 0,15-3 0,-17 2 7,0 1 0,0-1 0,0 0 0,-1-1 0,1 1 0,-1-1 0,1 0 1,-1 0-1,0-1 0,0 0 0,-1 0 0,6-5 0,-2 1 14,-1-1 0,0 0 0,-1 0 0,0-1 0,-1 0 1,6-13-1,-2 1 134,-2-1 1,0 0 0,-1-1 0,-2 1 0,3-41 0,-6 46-23,1-4 66,-1 1 0,0-1 0,-2 0 1,-1 1-1,-5-26 0,6 45-183,1 1-6,0 0-1,0 0 1,0 0-1,0 0 1,0 0 0,-1 0-1,1 0 1,0-1 0,-1 1-1,1 0 1,-1 0 0,0 0-1,1 0 1,-1 1 0,1-1-1,-1 0 1,0 0-1,0 0 1,0 0 0,0 1-1,1-1 1,-1 0 0,0 1-1,0-1 1,0 1 0,0-1-1,-2 0 1,3 1-14,-1 0-1,1 0 1,0 1 0,0-1 0,-1 0 0,1 0-1,0 0 1,0 0 0,0 1 0,-1-1-1,1 0 1,0 0 0,0 0 0,0 1 0,-1-1-1,1 0 1,0 0 0,0 1 0,0-1-1,0 0 1,0 0 0,0 1 0,0-1-1,-1 0 1,1 0 0,0 1 0,0-1 0,0 0-1,0 1 1,0-1 0,0 0 0,0 0-1,1 1 1,-1-1 0,0 0 0,0 1 0,0-1-1,0 0 1,0 0 0,0 1 0,1-1-1,16 555-798,2-194 831,-16-269-35,0 18-11,-12 130-1,5-207 17,0 0 0,-3 0 1,-1 0-1,-1-1 0,-1-1 0,-2 1 0,-1-2 0,-24 40 0,26-53 11,-1 0 0,0-1-1,-1-1 1,-1 0 0,-1-1 0,0 0 0,0-1-1,-2-1 1,1 0 0,-2-1 0,1-1 0,-29 11-1,22-12 6,-1-1 0,0-1-1,0-1 1,-1-1-1,1-2 1,-1-1-1,0 0 1,0-2 0,-32-4-1,42 3 20,0-2-1,0 1 1,1-2-1,-1 0 1,1-1-1,0-1 1,0 0-1,1-1 1,0 0-1,0-1 0,0-1 1,1 0-1,1-1 1,-1-1-1,2 1 1,0-2-1,0 0 1,1 0-1,0-1 1,1 0-1,0-1 1,1 1-1,1-2 1,0 1-1,-7-26 1,3 1-31,1-2 1,2 1 0,2-1-1,2 0 1,2 0 0,1 0-1,2 0 1,2-1 0,2 2-1,1-1 1,19-63 0,-16 80-67,0-1 1,1 2-1,1-1 0,1 1 1,1 1-1,19-24 1,-23 34 45,1 1 0,0 0-1,1 0 1,0 1 0,0 1 0,1 0 0,1 0 0,-1 1 0,1 1 0,0 0 0,1 1-1,16-5 1,-16 7 7,1 0-1,0 1 1,0 1-1,0 0 1,1 1-1,-1 1 1,0 1-1,19 2 1,-31-3 0,0 1 1,1 0-1,-1 0 1,0 0-1,0 0 1,0 1-1,0-1 0,0 1 1,0 0-1,0-1 1,-1 1-1,1 1 1,0-1-1,-1 0 0,0 1 1,1-1-1,-1 1 1,2 3-1,0 2-16,-1 0 0,1 0 0,-2 1 1,1-1-1,1 12 0,6 20-159,-9-38 90,0 0 1,0 0-1,-1-1 0,1 1 1,0 0-1,0 0 1,1-1-1,-1 1 0,0-1 1,0 1-1,2 1 1,15 1-2645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3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7 5539,'0'0'3046,"-2"-5"-3035,1 4-39,-1 6 5,-1 61 81,2 1 0,10 79-1,-9-143-56,29 240-124,-25-231-744,2-40-6158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3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1 5058,'0'0'1073,"-121"190"-417,115-142-16,6-25-255,20-11 63,22-12-64,8 0-32,-2-26-32,-6-22-176,-10 0-144,-11 4-1376,-3 11-2642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3.7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1064 2433,'4'25'299,"1"16"-208,0-3-3,14 62 0,-18-98-53,-1 0 0,1 1 1,-1-1-1,1 0 1,0 0-1,-1 0 0,1 1 1,0-1-1,1 0 1,-1 0-1,0 0 0,1-1 1,-1 1-1,1 0 1,-1 0-1,1-1 0,0 1 1,0-1-1,-1 0 0,1 1 1,0-1-1,0 0 1,1 0-1,-1 0 0,0 0 1,0-1-1,0 1 1,1 0-1,-1-1 0,0 0 1,1 1-1,-1-1 1,0 0-1,1 0 0,-1-1 1,0 1-1,0 0 0,1-1 1,2 0-1,4-2 68,0 0 0,0-1 0,0 0 0,0-1 0,-1 0 0,0 0 0,0-1 0,8-6 0,10-10-59,-1-1-1,-1-1 1,-2-1-1,0-1 1,-2-1-1,0-1 1,-2 0-1,-1-1 1,-2-1-1,-1-1 1,-1 0-1,-2-1 1,-1 0-1,-1-1 1,7-52-1,-11 34 258,-2 1-1,-3-1 0,-1 0 0,-3 0 0,-2 1 0,-2 0 0,-3 0 1,-1 1-1,-32-79 0,33 100-102,-1-2 258,-1 0 0,-2 2 0,-18-30 0,32 57-445,-2-3 173,1 16-141,8 75-151,3 0 1,23 92 0,-21-120 103,-9-48-51,75 352 109,-32-213-2505,-34-120-708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3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0 143 8084,'0'0'416,"176"-50"-608,-49 26-16,16 3 192,-6 1-144,-22 8-1665,-37-3-3105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4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1 108 6483,'0'0'4162,"234"-60"-4162,-97 31 0,-12 14-1249,-30 12-2544,-30 3-1266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4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0 146 7091,'0'0'1841,"161"-15"-2161,-28-18 480,13 6-160,-4-5-1553,-17-7-2176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4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571 224 7235,'0'0'1126,"5"-32"-728,0-6-378,15-55 0,-19 89-22,0 1 1,0 0 0,1 0-1,-1 0 1,1 0 0,-1 0-1,1 0 1,0 0 0,0 1 0,0-1-1,0 0 1,1 1 0,-1 0-1,1-1 1,-1 1 0,1 0-1,0 1 1,0-1 0,0 0-1,0 1 1,0-1 0,0 1-1,0 0 1,0 0 0,1 0-1,-1 1 1,0-1 0,1 1 0,-1 0-1,0 0 1,1 0 0,5 1-1,1-1-2,-5 0-1,0 0 0,0 1 1,1-1-1,-1 1 0,0 0 1,0 1-1,0-1 0,-1 1 1,1 0-1,0 0 1,-1 1-1,1-1 0,-1 1 1,8 6-1,-4-2 0,0 1 1,-1 0-1,0 0 0,-1 1 0,0-1 1,10 19-1,-4-1 7,-2 0 0,0 0 0,-2 1-1,10 52 1,-13-50 20,-2 0-1,-1 0 0,-1 0 0,-1 0 0,-1 0 1,-2 0-1,-7 29 0,8-48 21,-1 1 0,0-1 0,0 1 0,-1-1 0,-1 0 0,0-1 0,0 1 0,-1-1 0,0 0 0,0 0 0,-1-1 0,0 0 0,-1 0 0,0 0 0,0-1 0,0-1 0,-1 1 0,0-1 0,0-1 0,-1 1 0,-18 6 0,17-8 44,-1-1-1,1 0 1,-1 0-1,1-1 1,-1-1 0,0 0-1,0-1 1,0 0-1,1 0 1,-1-2 0,0 1-1,-17-6 1,21 5-52,0-1 1,1-1 0,-1 1-1,1-1 1,0-1 0,0 1-1,0-1 1,1 0 0,0 0-1,0-1 1,0 0 0,1 0 0,0-1-1,0 1 1,0-1 0,1 0-1,0 0 1,-4-10 0,2 1 14,1 0 0,0 0 0,1 0 0,1-1 0,0 1 0,1-1 1,1 0-1,1 0 0,0 0 0,5-28 0,-3 32-60,0 0 1,2-1-1,-1 1 1,2 0-1,0 1 1,0-1-1,1 1 0,1 0 1,0 0-1,1 1 1,0 0-1,0 0 0,12-10 1,-9 11-9,0 2 0,0-1 0,1 1 0,1 1 0,-1 0 0,1 1 0,0 0 0,0 1 0,1 1 0,0 0 0,0 0 0,21-1 0,-24 4 11,0 0 0,0 1 1,0 0-1,0 1 1,0 0-1,0 1 0,0 0 1,0 1-1,-1 0 0,0 0 1,1 1-1,-1 1 1,0 0-1,-1 0 0,0 1 1,1 0-1,8 9 1,0 2 25,-1 1 0,-1 1 0,-1 1 0,0 1 0,-2 0 0,0 0 0,-2 1 0,0 1 0,-1 0 0,12 44 0,-13-32 111,-1 1 0,-2 0-1,-2 0 1,-1 0 0,-2 1-1,-6 69 1,1-80-49,-1 0 0,-1-1 0,-1 1 1,-1-2-1,-2 1 0,0-1 0,-2 0 0,0-1 1,-30 40-1,7-20 45,-1-1 1,-3-1 0,-71 58-1,54-55-416,-1-1 0,-2-4 0,-2-2-1,-2-2 1,-110 43 0,-102 7-5333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5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79 207 3938,'0'0'2993,"-11"-29"-2345,-51-139 484,58 159-789,3 10-105,1 18-33,1 0-247,23 567-14,-11-476 82,3-2 0,6 0 0,48 143 0,-58-217-26,1-1-1,1-1 1,2 0 0,2-1-1,30 42 1,-40-62-3,1 0-1,1 0 1,0-1 0,0 0-1,1-1 1,1 0 0,-1-1-1,1-1 1,1 1 0,-1-2-1,1 0 1,0 0 0,1-1-1,-1-1 1,1 0 0,16 2-1,-18-4-9,1-1-1,0 0 1,0 0-1,0-1 0,0-1 1,0 0-1,0-1 1,0-1-1,-1 1 1,1-2-1,-1 0 0,1-1 1,-2 0-1,1 0 1,0-1-1,-1-1 1,0 0-1,-1-1 0,0 0 1,0 0-1,0-1 1,8-11-1,2-5-3,-2-2-1,-1 0 1,-1-1 0,-2 0-1,0-1 1,-2-1-1,-1 0 1,-2 0-1,-1-1 1,5-38 0,0-30 106,-1-195 0,-13 218-41,-4 1-1,-21-119 1,17 151 77,-2 1 0,-2 0 0,-2 0 0,-1 2 0,-43-76 1,56 111-88,0 1 1,0 0 0,-1-1-1,1 1 1,-7-5-1,10 8-69,-1 1 0,1-1-1,-1 1 1,0-1-1,1 1 1,-1 0-1,1-1 1,-1 1-1,0 0 1,1-1-1,-1 1 1,0 0-1,0 0 1,1 0-1,-1-1 1,0 1-1,0 0 1,1 0-1,-1 0 1,0 0-1,1 0 1,-1 0-1,0 1 1,0-1-1,1 0 1,-1 0-1,0 0 1,1 1-1,-1-1 1,0 0-1,1 1 1,-1-1-1,0 1 1,1-1-1,-1 1 1,1-1-1,-1 1 1,1-1-1,-1 1 1,1-1 0,-1 1-1,1 0 1,0-1-1,-1 1 1,1 0-1,0-1 1,-1 1-1,1 0 1,0-1-1,0 2 1,-10 41-3326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5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6723,'0'0'656,"9"285"-416,15-103 337,6 14-401,-12 3-112,2-15-16,-5-18-48,-9-32 0,6-27 0,3-30-400,-3-35-1425,-3-39-992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5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22 318 5795,'-2'-30'675,"0"-10"-567,5-52 0,-3 85-109,1 0-1,1 0 1,-1 1 0,1-1 0,0 0 0,1 1 0,0 0-1,0 0 1,0-1 0,0 2 0,1-1 0,0 0 0,1 1-1,-1 0 1,1 0 0,0 0 0,0 0 0,0 1 0,1 0-1,0 0 1,-1 0 0,14-5 0,-7 5-11,0-1 1,1 2-1,-1 0 0,1 0 1,0 1-1,0 1 1,0 0-1,0 1 0,0 0 1,14 3-1,-17-1 13,1 0 0,-1 0-1,1 2 1,-1-1 0,0 1 0,0 1-1,0 0 1,-1 0 0,0 1 0,0 0 0,0 0-1,-1 1 1,0 0 0,0 1 0,-1 0 0,0 0-1,0 0 1,-1 1 0,0 0 0,0 1-1,7 17 1,-3-5 4,-2 0-1,-1 1 0,0 0 0,-2 1 1,0-1-1,-2 1 0,-1 0 1,-1 44-1,-1-55 9,-2 0-1,1 0 1,-2-1 0,1 1 0,-2-1-1,0 0 1,0 0 0,-1 0 0,-1 0-1,-12 20 1,6-17 63,0 0-1,0-1 1,-2 0 0,0-1-1,0 0 1,-25 16 0,21-17 38,-1-1 1,0-1-1,0 0 1,-39 13-1,47-20-89,0 0 1,0 0-1,0-1 0,0 0 1,0-1-1,-1-1 0,1 1 1,0-2-1,-1 0 0,-17-3 1,25 3-29,1 0 1,0 0-1,0 0 0,0-1 1,-1 0-1,1 1 1,1-1-1,-1 0 1,0 0-1,0 0 0,1-1 1,-1 1-1,1-1 1,0 1-1,0-1 0,0 0 1,0 0-1,-2-4 1,1-1-111,0 0 0,0 0 0,1 0 1,0-1-1,-1-16 0,0-62-2227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6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0 5138,'0'0'3247,"-2"6"-2929,-1 7-310,1 0 1,0 0-1,1 0 1,0 0-1,2 21 1,0 11-7,-1-32-5,16 493 342,60 125-243,-55-471-160,-20-155 36,1 19-888,2 1-1,12 40 1,-10-55-2198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6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51 567 2177,'-4'-40'3690,"-12"-140"-2455,14 157-1201,1 1 0,1 0-1,1-1 1,1 1 0,9-37 0,-8 48-35,1 1 1,0-1-1,0 1 1,2-1-1,-1 2 1,1-1-1,1 0 1,-1 1-1,2 0 1,12-12-1,-14 15 6,1 1 0,0 0-1,-1 0 1,2 0 0,-1 1-1,0 0 1,1 0 0,0 1-1,0 0 1,0 0 0,0 1-1,1 0 1,-1 1 0,0-1-1,15 1 1,-16 1 0,0 1 0,1-1-1,-1 1 1,-1 1 0,1-1 0,0 1-1,0 0 1,-1 1 0,1 0 0,-1 0 0,1 0-1,-1 1 1,0-1 0,-1 2 0,1-1-1,-1 0 1,0 1 0,9 11 0,-5-4 5,0 1-1,-2 0 1,1 1 0,-2 0 0,0 0 0,-1 0-1,0 0 1,3 20 0,-2-2 44,-2 0 0,1 60 1,-5-80-30,1-1 1,-2 0 0,1 0 0,-2 0 0,1 0 0,-1 0-1,-1 0 1,0 0 0,-1-1 0,0 1 0,0-1 0,-1 0 0,-1 0-1,1-1 1,-11 13 0,4-8 45,-1 1 0,0-2 0,-1 0 0,-1-1 1,0 0-1,0-1 0,-1-1 0,-1 0 0,0-1 0,0-1 0,-1 0 0,0-2 0,0 0 0,0-1 0,-1-1 1,-36 4-1,50-8-80,0 1 1,-1-1 0,1 0 0,0-1 0,0 0 0,0 1 0,0-2 0,-9-2 0,12 3-46,0 0 0,0-1 0,0 1 0,0-1 0,0 1 0,0-1 1,0 0-1,0 0 0,1 0 0,-1 0 0,1 0 0,-1 0 0,1 0 0,0-1 1,0 1-1,0 0 0,0-1 0,0-2 0,-2-5-706,1 0 1,1 0-1,-1-17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7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1 487 5539,'0'0'368,"31"0"-264,197 0-504,-219 0 375,43 0-166,60-7 0,-96 4 173,0 1 0,0-2 0,0 0 0,-1-1 0,1-1 0,-1 0 0,-1-1 0,15-9 0,-25 13 25,0 0-1,0 1 1,0-1-1,0-1 1,-1 1-1,1-1 1,-1 1-1,0-1 0,0 0 1,0 0-1,-1 0 1,1-1-1,-1 1 1,0-1-1,0 1 1,-1-1-1,1 0 1,-1 1-1,0-1 1,-1 0-1,1 0 0,-1 0 1,0 0-1,0 0 1,0 1-1,-1-1 1,1 0-1,-3-7 1,0 2 15,0 1 1,-1 0 0,0 0 0,0 0-1,-1 0 1,-1 0 0,1 1 0,-1 0-1,0 0 1,-1 1 0,0 0-1,-14-12 1,5 8 105,0 1 0,0 0-1,-1 1 1,0 1-1,-1 1 1,1 0 0,-2 1-1,-23-4 1,16 5 63,0 2 0,0 1 0,0 0 0,0 2 0,-39 5 0,57-4-169,0 1 0,1 0 0,-1 0 0,1 0 1,-1 1-1,1 0 0,0 1 0,0-1 0,1 1 0,-1 1 1,1-1-1,0 1 0,0 0 0,0 1 0,1-1 1,0 1-1,0 0 0,0 0 0,1 1 0,0 0 1,0-1-1,0 1 0,1 0 0,-3 10 0,0 3-35,1 1-1,0-1 0,1 1 1,2 0-1,0 0 0,1 0 1,4 39-1,-1-42 16,1 0 0,1-1 1,1 1-1,0-1 0,2 0 0,0 0 0,0-1 0,2 0 0,0-1 1,0 1-1,2-2 0,0 1 0,0-2 0,1 1 0,1-2 1,18 15-1,-13-13-98,1 0 1,1-1-1,0-1 0,1-1 1,0-1-1,1 0 1,0-2-1,0-1 1,0 0-1,1-2 0,0 0 1,29 1-1,-32-5 54,0-1-1,0 0 1,-1-1 0,1-2-1,0 0 1,0-1 0,33-11-1,-38 9 41,-1-1 0,1-1 0,-1 0 0,-1-1-1,1 0 1,-2-1 0,1 0 0,-1-1 0,-1 0 0,12-15-1,-11 10 26,-1 0 0,0 0 0,-1-1 0,-1 0 0,0-1 0,-1 1 0,8-32 0,-9 20 195,-1 0 0,-2-1 1,-1 0-1,0-38 1,-2 22 221,1 34-315,-1 0 1,-1 0 0,0 1-1,0-1 1,-1 0 0,-1 0-1,0 1 1,0-1 0,-8-19-1,-5 14 333,15 16-453,0 1 0,0 0 0,0 0 0,-1-1 0,1 1 0,0 0 0,0-1 0,-1 1 0,1 0-1,0 0 1,-1 0 0,1-1 0,0 1 0,-1 0 0,1 0 0,0 0 0,-1 0 0,1-1 0,0 1 0,-1 0 0,1 0 0,0 0 0,-1 0 0,1 0-1,0 0 1,-1 0 0,1 0 0,-1 0 0,1 0 0,0 0 0,-1 1 0,1-1 0,0 0 0,-1 0 0,1 0 0,0 0 0,-1 0 0,1 1-1,0-1 1,0 0 0,-1 0 0,1 1 0,0-1 0,0 0 0,-1 0 0,1 1 0,0-1 0,0 0 0,0 1 0,-1-1 0,1 0 0,0 1-1,0-1 1,0 0 0,0 1 0,0-1 0,0 0 0,0 1 0,0-1 0,0 0 0,0 1 0,0 0 0,-4 34-83,2 0 0,4 48 0,0-11 96,0 7 7,23 144 0,-20-203 33,-5-20-56,0 0 0,0 0 1,0 0-1,0 0 1,0 0-1,0 0 1,0 0-1,0 0 1,0 0-1,0 0 1,0 0-1,0-1 0,0 1 1,0 0-1,0 0 1,0 0-1,0 0 1,0 0-1,0 0 1,0 0-1,0 0 0,0 0 1,0 0-1,0 0 1,0 0-1,0 0 1,0 0-1,1 0 1,-1 0-1,0 0 0,0 0 1,0-1-1,0 1 1,0 0-1,0 0 1,0 0-1,0 0 1,0 0-1,0 0 1,0 0-1,0 0 0,1 0 1,-1 0-1,0 0 1,0 0-1,0 0 1,0 1-1,0-1 1,0 0-1,0 0 0,0 0 1,0 0-1,0 0 1,1-35 250,-5-2-239,-13-54 1,9 55-63,-6-71 1,13 87-76,1 1 1,1-1 0,3-25 0,-2 38 66,-1 0 1,1 0-1,1 0 1,-1 1-1,1-1 0,0 1 1,1 0-1,-1 0 1,1 0-1,0 0 0,1 1 1,8-9-1,2 1-272,1 0 0,1 1 0,0 1 0,0 0 0,1 1 0,35-13 0,122-30-1123,-43 16 3288,-142 44 111,-4 11-1827,1 0 0,1 1 0,1 0 0,0 1 1,2 1-1,0-1 0,-11 42 0,11-27 18,2 1 0,1 0 0,2 0 0,0 43 0,4-67-87,0-1 0,1 1 0,1-1 0,-1 1 0,2-1-1,5 20 1,-5-25-46,0 1-1,1-1 1,-1 0-1,1 0 1,1-1 0,-1 1-1,1-1 1,0 0-1,0 0 1,0 0-1,1-1 1,7 5-1,1-1-13,0 0 0,1-1 0,0-1-1,0-1 1,1 0 0,-1-1 0,1 0 0,0-1-1,0-1 1,31 0 0,-17-2-329,0-2 1,0-1-1,0-1 0,0-2 1,31-10-1,-16 0-2073,79-42-1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8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615 408 1137,'-3'-30'2849,"1"8"-2485,-8-189 998,11 166-1063,0 17 665,-4-42 1,3 69-414,-1 4-429,0 15-166,15 571 208,47 5 112,-55-555-269,1 0 0,3-1 0,0 0 0,20 44 0,-18-62 2,-5-16 21,-1-16 70,-3-18-99,0 1-1,-2-1 1,-1 0 0,-1 0 0,-2 0 0,-1 1-1,-1-1 1,-2 1 0,-15-44 0,9 44-175,-1 1-1,-1 1 1,-2 0 0,0 2-1,-2-1 1,-28-28 0,35 42 94,0 0 1,-1 1-1,0 0 1,-1 1 0,0 1-1,-1 0 1,0 1-1,0 1 1,-1 0 0,0 1-1,0 1 1,0 0 0,-20-2-1,27 5 78,-1 2 0,1-1 0,-1 1 1,1 1-1,0 0 0,-1 0 0,1 1 0,0 0 0,0 0 0,0 1 0,0 0 0,-12 7 0,9-4 3,1 1 0,1 1-1,-1 0 1,1 0 0,1 1-1,0 0 1,0 1-1,-9 12 1,2 3 4,1-1 0,1 2 0,1 0 0,1 1 0,2 0 0,0 0 0,-7 41 0,9-31 19,2 0-1,2 1 1,0 39-1,4-60-14,1 0-1,0-1 1,1 1-1,1-1 1,1 0-1,0 0 1,1 0-1,1 0 1,10 20-1,-8-24-1,0 1 0,1-1-1,1-1 1,0 0 0,0 0 0,1-1-1,0-1 1,1 0 0,0 0 0,1-1-1,-1 0 1,2-1 0,-1-1 0,1 0-1,0-1 1,16 4 0,10 0 7,0-1 1,0-2-1,0-2 1,69-2-1,-83-2-47,1-2 0,-1 0 1,1-2-1,-1-1 0,0-1 0,-1-1 1,0-1-1,0-1 0,0-2 0,-1 0 0,-1-2 1,0 0-1,28-23 0,-31 21 24,0-2-1,-1 0 1,-1-2 0,-1 0 0,-1 0-1,18-29 1,-24 32 17,-1 0-1,-1-1 1,0-1-1,-1 0 1,-1 0-1,-1 0 1,-1 0 0,0-1-1,1-20 1,-2-5 127,-4-84 0,-1 111 41,0-1-1,-1 2 1,-1-1 0,0 0-1,-2 1 1,0 0 0,-15-30-1,21 46-167,0-1 1,0 1-1,0 0 0,0 0 0,0 0 0,0 0 0,0-1 1,0 1-1,0 0 0,0 0 0,-1 0 0,1 0 0,0 0 1,0 0-1,0-1 0,0 1 0,0 0 0,0 0 1,0 0-1,0 0 0,0 0 0,0 0 0,-1 0 0,1-1 1,0 1-1,0 0 0,0 0 0,0 0 0,0 0 0,0 0 1,-1 0-1,1 0 0,0 0 0,0 0 0,0 0 1,0 0-1,0 0 0,-1 0 0,1 0 0,0 0 0,0 0 1,0 0-1,0 0 0,0 0 0,-1 0 0,1 0 0,0 0 1,0 0-1,0 0 0,0 0 0,0 0 0,0 0 1,-1 0-1,1 1 0,0-1 0,0 0 0,0 0 0,0 0 1,0 0-1,0 0 0,0 0 0,0 0 0,-1 1 0,1-1 1,0 0-1,-3 17 64,2 31-333,1-40 289,4 69 54,23 129 0,-5-64-38,-19-108-59,-3-23-23,1-1 0,0 1 0,0-1 0,1 0 0,1 0 0,0 1 0,0-2 0,8 17 0,0-18-1766,1-7-1317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8.2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7123,'0'0'1473,"50"39"-5699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8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673 225 5410,'0'0'2188,"9"-31"-1073,0 2-894,-2-1-1,5-36 1,-11 64-211,-1 0 1,0 0-1,0-1 1,0 1-1,0 0 0,-1 0 1,1 0-1,0 0 0,-1-1 1,0 1-1,1 0 1,-1 0-1,0 0 0,0 0 1,0 0-1,0 1 1,-1-1-1,1 0 0,0 0 1,-1 1-1,0-1 1,1 1-1,-1-1 0,0 1 1,-3-2-1,0 0 4,0 1-1,-1 0 1,1 1-1,-1-1 0,1 1 1,-12-1-1,11 1-4,-9-1-8,1 1-1,0 1 0,-1 0 0,1 0 1,0 1-1,-1 1 0,-15 4 0,20-3-7,1 1 0,-1 0-1,1 0 1,-1 0-1,1 2 1,1-1-1,-1 1 1,1 0-1,0 0 1,-12 14-1,9-8-4,1 0-1,1 0 0,0 1 1,1 1-1,0-1 0,1 1 1,1 1-1,0-1 0,-4 17 1,4-5-8,0 0 0,2 1 0,1 0 0,1 38 0,2-53 14,0 0 1,1 0-1,1-1 1,0 1 0,0 0-1,1-1 1,1 1-1,8 19 1,-7-23-4,0 0-1,0 0 1,1 0-1,0-1 0,0 1 1,0-2-1,1 1 1,0-1-1,1 0 1,-1 0-1,14 7 1,-8-7 2,0-1 1,0 0-1,0-1 1,0-1-1,1 0 1,-1 0-1,1-2 1,0 1-1,0-2 0,14-1 1,-18 1 7,0-1 0,0 0 1,-1 0-1,1-1 0,0-1 0,-1 0 1,1 0-1,-1-1 0,0 0 0,0 0 1,-1-1-1,1 0 0,-1-1 0,0 0 1,0 0-1,-1-1 0,0 0 0,12-14 1,-10 9 16,0-1 1,-1-1 0,0 0-1,-1 0 1,0 0 0,-1-1-1,-1 0 1,0 0 0,-1 0 0,-1-1-1,2-20 1,-2 3 155,-2-1 1,-1 1-1,-5-41 0,4 61-106,-2 0-1,0 0 0,0 0 1,-1 1-1,0-1 0,-1 1 1,-1 0-1,0 0 0,-1 1 1,-15-21-1,2 12 13,20 20-81,0 0 0,0 0 0,0-1 0,0 1 0,-1 0-1,1 0 1,0 0 0,0 0 0,0 0 0,-1-1 0,1 1 0,0 0 0,0 0 0,0 0 0,-1 0-1,1 0 1,0 0 0,0 0 0,-1 0 0,1 0 0,0 0 0,0 0 0,0 0 0,-1 0-1,1 0 1,0 0 0,0 0 0,-1 0 0,1 0 0,0 0 0,0 0 0,-1 0 0,1 0 0,0 0-1,0 0 1,0 0 0,-1 1 0,1-1 0,0 0 0,0 0 0,0 0 0,0 0 0,-1 1 0,1-1-1,0 0 1,0 0 0,0 0 0,0 1 0,0-1 0,0 0 0,0 0 0,-1 0 0,1 1 0,0-1-1,-1 21-177,1-13 80,0 10-91,8 189-554,46 157 720,-4-39 35,-1 456 13,-49-737-19,-1 1 0,-2-1 0,-2 0-1,-20 82 1,21-113-2,-1 0 0,0 0 0,0 0-1,-1-1 1,-1 0 0,0 0 0,-1 0 0,0-1-1,0 0 1,-1-1 0,-1 0 0,0 0 0,0-1-1,-1 0 1,0-1 0,0 0 0,-1-1 0,0-1-1,-22 10 1,16-10 15,-1 0 0,1-1 0,-1-1-1,0-1 1,0-1 0,0 0 0,0-1 0,0-2-1,0 0 1,0 0 0,0-2 0,0 0 0,1-2-1,-1 0 1,1-1 0,0 0 0,-31-18 0,29 13 26,0-1 0,2-2 0,0 0 1,0 0-1,1-2 0,1 0 1,0-1-1,2-1 0,0 0 0,1-1 1,0 0-1,2-1 0,0 0 0,-12-36 1,13 25 1,1-2 0,1 1 1,-5-59-1,9-101-79,5 155-74,1 0 0,3 1 0,1 0 0,18-62 0,-18 80 60,1 0 0,1 0 0,1 1-1,0 0 1,1 0 0,1 1 0,1 1 0,0 0-1,1 0 1,22-19 0,-25 26 42,0 1 0,0 0-1,1 0 1,0 1 0,0 1 0,0 0 0,0 0 0,1 1 0,0 1-1,0 0 1,0 0 0,0 1 0,20 0 0,-27 1-5,1 1 0,-1 0 0,0 0 0,0 0 0,1 1 0,-1 0 1,0 0-1,0 0 0,0 0 0,0 1 0,0 0 0,0 0 0,0 0 0,7 6 0,-7-4-5,-1 0-1,0 0 0,-1 0 1,1 1-1,-1 0 0,0 0 1,0 0-1,0 0 0,-1 0 0,0 0 1,0 1-1,0-1 0,1 7 1,2 11-735,-2 0 0,2 36 1,-4-31-2162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9.5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741 248 5074,'0'0'2151,"-5"-25"-1997,-18-83 102,21 102-177,1 0-1,-1 1 0,0-1 0,-1 0 0,1 1 0,-1-1 0,0 1 0,0 0 0,-1 0 0,0 0 0,1 0 0,-2 1 0,1 0 1,0-1-1,-1 2 0,0-1 0,0 0 0,0 1 0,0 0 0,-1 0 0,-7-3 0,0 3-48,-1 0-1,1 1 0,0 1 1,0 0-1,-1 0 1,1 1-1,-19 3 0,21-1-27,0-1-1,0 2 0,0-1 1,0 1-1,0 1 0,1 0 1,0 1-1,0 0 0,0 0 1,-9 7-1,5-2-4,1 1-1,0 1 1,1 0 0,0 0-1,1 1 1,-11 16 0,8-8-8,2 0-1,0 1 1,1 1 0,1 0 0,1 0 0,1 0 0,2 1 0,0 0-1,-3 31 1,7-40 0,1 0-1,1 0 0,0 0 1,1 0-1,1 0 0,4 17 1,-4-25-2,0 0 1,0 0 0,1 0 0,1-1 0,-1 1 0,1-1-1,0 0 1,0 0 0,0 0 0,1 0 0,0-1 0,0 0 0,1 0-1,6 5 1,1-2-19,0 0-1,1-2 1,-1 1-1,1-2 1,0 0-1,1 0 1,-1-1-1,1-1 1,0-1-1,0 0 1,0-1-1,0 0 1,17-2-1,-15 0 28,0-1-1,0 0 1,0-1-1,0-1 0,-1 0 1,1-2-1,-1 1 0,-1-2 1,1 0-1,-1-1 1,18-13-1,-22 12 28,0-1 1,-1 0-1,0-1 0,-1 0 1,-1 0-1,1-1 1,-2 0-1,0 0 0,0-1 1,-1 0-1,0 0 0,-2 0 1,1-1-1,-2 0 0,4-25 1,-4 23 63,-2-1 0,0-1 0,-1 1 1,-1 0-1,0 0 0,-1 0 0,-1 1 0,-1-1 1,0 0-1,-1 1 0,-1 0 0,-14-28 0,3 19 271,13 20-241,1 8-114,2 15-192,0-1 0,1 1-1,1-1 1,1 1 0,5 22 0,-5-27 129,35 179-115,-3-25 187,4 90-1,-12 2-1,-14 493 1,-14-709-8,-1-1 0,-3 0-1,-1 1 1,-24 78 0,26-107 6,0-1 1,-1 1-1,0-1 1,-1 0-1,-1-1 1,0 0-1,0 0 0,-1 0 1,-1-1-1,0-1 1,0 0-1,-1 0 1,0-1-1,-1 0 1,0-1-1,0 0 1,-26 11-1,20-13-1,-1 1-1,0-2 1,0-1 0,0 0-1,0-1 1,-1-1-1,1-1 1,-1-1 0,0 0-1,1-2 1,-1 0 0,1-1-1,0-1 1,0-1-1,0 0 1,1-2 0,-1 0-1,1-1 1,1-1-1,0-1 1,0 0 0,1-1-1,0-1 1,1 0 0,0-1-1,1-1 1,-13-16-1,12 10 5,0-1-1,1 0 0,2-1 0,0 0 0,1-1 0,1-1 0,2 0 0,-10-41 1,9 17-5,1 0 0,4 0 0,1-77 0,3 93-57,2-1 1,2 1 0,0 0 0,3 1-1,17-55 1,-16 65 32,1 1-1,1 0 0,1 0 0,0 1 1,2 0-1,0 1 0,1 1 1,1 0-1,16-15 0,-21 23 6,1 0 0,0 0 1,0 1-1,0 0 0,1 1 0,1 0 0,-1 1 0,1 0 0,0 1 0,0 1 0,0 0 0,1 0 0,-1 2 0,1-1 0,0 2 0,25 0 1,-36 1 8,0 0 0,-1 0 0,1 1 1,0-1-1,-1 1 0,1 0 1,0-1-1,-1 1 0,1 0 0,-1 1 1,1-1-1,-1 0 0,0 1 1,0-1-1,1 1 0,-1 0 1,0 0-1,0 0 0,-1 0 0,1 0 1,0 0-1,-1 0 0,1 1 1,-1-1-1,0 0 0,0 1 0,1 0 1,-2-1-1,2 6 0,1 5-338,-1 1 0,0 0 0,-1 0 0,-2 23 1,1-16-1313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29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0 101 3794,'0'0'4548,"5"-21"-3784,12-59-479,-12 189-544,-6-58 286,3-1 1,2 0-1,1 0 0,24 90 0,-11-97 51,-17-40-275,0-1-1,1 0 1,-1 0-1,1 0 1,-1-1-1,1 1 1,0 0 0,0-1-1,0 1 1,0-1-1,0 1 1,0-1-1,0 0 1,0 0-1,1 0 1,2 1-1,11 0-4222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30.0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 1 5715,'0'0'1408,"-163"89"-447,139-24-241,24-3 48,0-14-399,53-21-209,19-21 16,2-6 16,-15-15-64,-11-27 0,-24-5-16,-22-1 96,-2 7-208,-5 5-1072,-22 18-3635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30.4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1292 1937,'0'0'1521,"11"27"-1137,0 4-79,27 48 1,-36-76-267,0-1-1,0 1 1,0 0 0,0-1 0,1 0 0,-1 1 0,1-1 0,0 0 0,0 0 0,0-1 0,0 1-1,0 0 1,0-1 0,0 0 0,0 0 0,0 0 0,1 0 0,-1 0 0,0-1 0,1 1-1,-1-1 1,1 0 0,-1 0 0,1 0 0,-1-1 0,0 1 0,5-2 0,10 1 179,1 0-143,1 0 0,-1-1 1,0-1-1,0-1 0,0-1 0,-1-1 0,0 0 1,0-1-1,0-1 0,-1-1 0,0 0 1,18-13-1,-22 12-34,-1 0 1,1-1-1,-1 0 1,-1-1-1,0 0 1,-1-1-1,-1 0 1,1 0 0,-2-1-1,0 0 1,-1-1-1,0 0 1,-1 0-1,7-30 1,-6 4 198,-2 0 1,-1 0-1,-3 0 1,-1-1-1,-2 1 1,-2 0-1,-10-48 0,-88-280 464,57 224-602,14 32-32,-10-36 908,40 148-843,1 6-164,0 1 14,2 71-124,23 151 1,2-60 153,68 308 82,-85-441-17,1 0 1,2-1-1,32 60 0,-39-84-155,0-1 0,0-1 0,1 1 0,0-1-1,0 0 1,1-1 0,14 11 0,-17-14-157,0-1 0,0 0 0,1-1 0,-1 1 0,1-1 0,0 0 0,-1 0 0,1-1 0,0 0 0,0 0 0,0 0 0,0-1 1,0 0-1,10-1 0,20-6-5104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30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99 7684,'0'0'1824,"258"-57"-2480,-85 36 720,5 7-64,-36 8-992,-52 6-2690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30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1 140 5955,'0'0'6034,"246"-45"-5921,-71 10-113,-17 2-1569,-36 6-3746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31.0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1 152 3330,'0'0'6482,"205"6"-6209,-33-48-273,-8 7-433,-19-1-2816,-26-8-2033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31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431 33 6531,'0'0'1670,"30"-9"-1022,-14 5-615,-2-1-24,-1 1 0,1 1 0,0 0 0,1 1 0,14 0 0,-22 2-7,0 0 0,0 1 0,0 0 0,0 0 0,-1 1 0,1-1 0,0 2 0,-1-1 0,1 1 0,-1 0 0,0 0 0,0 1 0,0-1 0,0 1 0,-1 1-1,8 6 1,4 8 18,0 0-1,-2 1 0,0 0 0,-1 2 0,-1-1 1,-1 2-1,-1 0 0,-1 0 0,8 27 0,-6-8 26,-2 1 0,-2 1 0,-1-1 0,0 62 0,-6-85-19,-1 1 0,-1 0 0,0 0 0,-2-1 0,-1 1 0,-7 23 0,8-34 4,-1 0-1,-1 0 1,1-1 0,-2 0-1,1 0 1,-1 0 0,-1-1-1,1 0 1,-1 0 0,-1 0-1,0-1 1,0 0 0,-16 11-1,8-9 52,-1-1 1,0 0-1,0-1 0,0 0 0,-1-2 1,0 0-1,0-1 0,0-1 0,0-1 1,-1 0-1,1-1 0,-1-1 0,-33-5 1,39 4-62,0-1 0,1-1 1,-1 0-1,1-1 0,-1 0 1,1-1-1,0 0 1,0-1-1,1 0 0,0-1 1,0 0-1,1-1 0,0 0 1,0-1-1,0 0 0,1 0 1,1-1-1,0 0 1,-13-22-1,14 19-5,1 0 0,1 0 0,1-1-1,0 1 1,0-1 0,1 0 0,1 0 0,1 0 0,0-1 0,0 1 0,1 0-1,1-1 1,1 1 0,0 0 0,1 0 0,0 0 0,1 1 0,1-1-1,12-25 1,-3 13-91,1 0 0,2 1-1,1 0 1,0 2 0,2 0-1,1 1 1,0 1 0,36-26-1,-29 25-141,2 2-1,0 1 0,1 1 0,1 2 0,50-19 0,-58 27 171,-1 2 0,1 0 0,0 1 0,0 1 0,1 2 1,-1 0-1,1 2 0,43 4 0,-57-3 42,0 1 0,0 1 1,-1 0-1,1 0 1,-1 1-1,1 1 0,-1-1 1,-1 2-1,1-1 1,-1 1-1,0 1 0,14 12 1,-13-9 27,-1 1 0,0 0 1,0 0-1,-1 1 0,-1 0 1,0 1-1,-1 0 0,9 25 1,-6-6 177,-1 0 1,-2 0-1,-2 1 0,-1-1 1,-1 1-1,-1 0 1,-9 63-1,2-58 66,-3-1-1,-1 1 1,-1-1-1,-2-1 1,-2 0-1,-1-1 1,-2-1 0,-1-1-1,-2 0 1,-1-1-1,-37 41 1,9-20-79,-1-1 0,-3-3 0,-2-3 0,-2-1 0,-75 42 0,77-54-412,-1-3 0,-104 38 0,-123 9-3246,275-75 3340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45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1197 291 5106,'0'0'2393,"0"0"-2383,0 0 0,0 0 0,0 0 0,0 1-1,-1-1 1,1 0 0,0 0 0,0 0-1,0 0 1,0 0 0,0 0 0,0 0-1,-1 0 1,1 0 0,0 0 0,0 0-1,0 0 1,0 0 0,0 0 0,0 0 0,-1 0-1,1 0 1,0 0 0,0 0 0,0 0-1,0 0 1,0 0 0,0 0 0,-1 0-1,1 0 1,0-1 0,0 1 0,0 0 0,0 0-1,0 0 1,0 0 0,0 0 0,-1 0-1,1 0 1,0 0 0,0-1 0,0 1-1,0 0 1,0 0 0,0 0 0,0 0 0,0 0-1,0 0 1,0-1 0,0 1 0,0 0-1,0 0 1,0 0 0,0 0 0,0 0-1,0 0 1,0-1 0,0 1 0,0 0-1,0 0 1,0 0 0,-5-48 949,5 38-918,-1 0-1,0 1 0,-3-15 1,1 15-25,0-1 0,-1 1 1,0 0-1,-1 0 1,0 0-1,0 1 0,0 0 1,-1 0-1,-1 0 1,1 1-1,-1 0 0,-1 0 1,1 0-1,-1 1 1,0 1-1,0-1 0,-1 1 1,0 0-1,-15-5 0,1 2-15,-1 1-1,0 1 0,0 1 0,-1 1 0,1 1 0,-45 1 0,45 2-7,-1 2 0,0 1 0,1 0 0,0 2 0,-1 1 1,2 1-1,-1 0 0,1 2 0,0 1 0,1 1 0,1 1 0,-1 1 1,-23 18-1,0 5 13,2 2 0,1 2 0,2 1 0,2 3 0,2 1 0,2 1 0,2 2 0,2 1 0,2 1 0,-38 98 0,56-119 8,0 2 0,-7 45 0,15-61-12,0 1 1,1 0-1,1 0 1,0 0-1,1 0 1,4 22-1,-3-34-1,-1 1 1,1 0-1,0-1 1,0 0-1,0 1 0,0-1 1,1 0-1,0 0 1,0 0-1,0-1 0,0 1 1,1-1-1,-1 0 0,1 0 1,0 0-1,0 0 1,0 0-1,0-1 0,0 0 1,1 0-1,-1 0 1,1 0-1,-1-1 0,1 0 1,5 1-1,11 2 14,0-2 0,0 0 1,0-1-1,29-3 0,-31 0 7,0 0-1,-1-2 1,1 0 0,-1-1-1,35-15 1,83-50 62,-69 33-60,-12 8-14,76-27 0,-111 48-18,1 2 0,1 0-1,-1 2 1,1 0 0,-1 2 0,1 0-1,29 2 1,-42 1 3,0 0-1,-1 2 1,1-1-1,-1 1 0,1 0 1,-1 0-1,0 1 1,0 1-1,0-1 1,-1 1-1,1 0 1,-1 1-1,0 0 0,-1 0 1,0 0-1,0 1 1,0 0-1,-1 0 1,7 11-1,6 12 4,-1 1 0,-2 0-1,19 58 1,-19-40 7,-3 1 1,-1 0-1,-3 1 0,-2 0 1,-2 91-1,-3-122 6,-2 0 1,-1 0-1,-6 34 0,5-44 4,0-1-1,-1 1 1,0 0-1,0-1 1,-1 0 0,0 0-1,-1 0 1,-12 15-1,5-11 24,-1 0-1,0-1 0,0 0 0,-1-1 1,-1-1-1,0 0 0,0-1 1,-1-1-1,0 0 0,0-1 1,-1-1-1,-29 6 0,-5-3 71,0-2-1,-1-2 1,-62-2-1,91-3-49,-1-1-1,1-1 0,0-1 0,0-1 1,-26-8-1,40 9-37,-1-1 1,1 0-1,1-1 1,-1 0-1,1-1 0,0 1 1,0-2-1,0 1 1,1-1-1,0-1 1,1 1-1,-1-1 0,-10-17 1,13 17-39,0 0 1,1 1-1,0-2 1,1 1-1,-1 0 1,2-1-1,-1 0 1,1 0-1,1 1 0,-1-1 1,2 0-1,-1 0 1,1 0-1,0 0 1,1 0-1,0 0 1,1 0-1,0 0 0,0 0 1,1 0-1,4-10 1,2 1-321,0 0 1,2 1 0,-1 0-1,2 1 1,1 0-1,0 0 1,0 2-1,27-22 1,96-70-3518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45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486 16 6867,'-27'-3'248,"-93"-9"-112,108 12-93,0-1 0,0 2 0,0 0 0,0 0-1,1 1 1,-1 0 0,0 1 0,1 0 0,0 1-1,-1 1 1,2-1 0,-1 2 0,-11 6 0,11-4 65,0 1 1,0 0 0,1 1-1,0 0 1,0 1 0,2 0 0,-1 0-1,1 1 1,-11 23 0,8-12 40,1 2 1,1-1 0,2 1-1,0 1 1,2-1-1,1 1 1,1 0 0,1 0-1,1 1 1,5 50 0,0-53-118,1 0 0,2 0 0,0-1 0,1 0 0,1 0 0,2 0 0,0-2 0,1 1 0,1-2 1,1 1-1,1-2 0,1 0 0,0-1 0,2 0 0,0-2 0,0 0 0,28 17 0,-22-16-22,1-2 0,0-1-1,1-1 1,1-2 0,0 0-1,0-2 1,1 0 0,1-2-1,-1-2 1,1 0 0,0-2-1,0-1 1,0-1 0,41-5 0,-50 1 0,-1-2 0,1 0 0,-1 0 0,0-2 0,0-1 1,-1 0-1,0-1 0,-1-1 0,0-1 0,0 0 0,-1-1 1,-1-1-1,0 0 0,-1-1 0,0-1 0,-1 0 1,-1-1-1,0 0 0,-1-1 0,-1 0 0,0-1 0,-2 0 1,0-1-1,-1 1 0,-1-2 0,6-26 0,-8 23 6,-1 1-1,-1-1 1,0 0-1,-2 0 1,-1 1-1,-1-1 1,-5-25-1,3 31-7,0 2 0,-1-1 0,-1 0 0,0 1 0,-1 0-1,-1 1 1,0-1 0,-1 1 0,-1 1 0,-16-18 0,4 9-10,0 1 0,-2 1-1,0 1 1,-1 2 0,-1 0 0,0 1-1,-2 2 1,1 1 0,-2 1 0,0 2-1,0 0 1,0 2 0,-1 1 0,-1 2-1,1 1 1,-1 1 0,1 2 0,-51 3-1,67-1-124,0 0-1,0 1 1,0 0 0,0 1-1,1 1 1,0 0-1,-1 1 1,1 0-1,1 1 1,-1 0 0,1 1-1,-13 10 1,-8 19-5079,32-34 4897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51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60 410 2641,'0'0'4912,"0"-7"-3760,-1-47-916,-2 0 1,-3 1-1,-13-57 0,10 66-198,-12-42-23,20 85-114,1 10-159,2 20 129,0-1 0,2 1 0,8 31 1,31 94 170,-17-65-2,86 370 62,-105-428-89,-7-22-11,2 1 1,-1-1-1,2 0 1,-1-1-1,1 1 1,0 0-1,1-1 1,0 1-1,0-1 1,1 0-1,7 10 0,-10-17-2,-1 0-1,1 1 0,0-1 0,0 0 0,0 1 0,0-1 1,0 0-1,0-1 0,0 1 0,0 0 0,0-1 0,0 1 1,0-1-1,1 1 0,-1-1 0,0 0 0,0 0 0,0 0 1,1 0-1,-1-1 0,0 1 0,3-1 0,3-1-2,0-1-1,-1 0 1,0 0-1,0-1 1,10-6-1,26-20-349,-3-2-1,0-1 0,-2-2 0,37-45 1,-59 61-453,-1 1 0,15-27 1,-16 19-1043,13-34 1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51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1 170 5234,'0'0'673,"306"-60"-353,-119 25-320,-3-1-16,-29-2-2769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52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3922,'0'0'1291,"6"6"-1318,2 1 21,-1 1-1,0 0 1,-1 0-1,1 1 1,-2 0-1,1 0 0,-1 0 1,6 17-1,27 92 83,-33-100-61,26 107 81,-6 1 0,16 220 1,-42-392 329,2 1 1,2-1 0,2 1 0,17-68-1,-14 76-668,2 1 0,2 0 1,2 0-1,1 1 0,1 1 0,31-48 0,-41 75 169,-1 0 0,1 0 0,0 0 0,0 1 0,1 0 0,0 1 0,0-1 0,0 1 0,1 1 0,15-8 0,-21 11 57,1 0 1,0 0-1,-1 0 0,1 1 1,0-1-1,0 1 1,-1 0-1,1-1 1,0 1-1,0 1 0,0-1 1,-1 0-1,1 1 1,0-1-1,0 1 1,-1 0-1,1 0 0,0 0 1,-1 0-1,1 0 1,-1 1-1,0-1 0,1 1 1,-1 0-1,0-1 1,0 1-1,0 0 1,0 0-1,0 0 0,-1 1 1,1-1-1,0 0 1,-1 1-1,0-1 1,1 1-1,0 4 0,5 11-16,0 0 0,-2 0 0,0 0-1,4 30 1,2 82 36,-8-94-1,-1 1 12,-1-1 42,2-1-1,1 0 0,2-1 0,18 60 0,-22-88-40,0-1 0,1 1 0,-1-1 1,1 1-1,0-1 0,1 0 0,0-1 0,-1 1 1,1-1-1,1 1 0,-1-1 0,1 0 0,-1-1 1,1 1-1,0-1 0,10 5 0,-7-5 6,0 0 0,0-1 0,0 0 0,0-1 0,1 1 0,-1-2 0,1 1 0,-1-1 0,0 0 0,1-1 0,10-2 0,-8 1-3,0-1-1,-1-1 1,0 0 0,0 0 0,0-1 0,-1 0 0,1 0-1,-1-1 1,0-1 0,-1 0 0,1 0 0,-2 0 0,1-1-1,-1 0 1,9-14 0,-6 9-11,-1 0 0,-1-1-1,0-1 1,-1 1 0,-1-1 0,0-1-1,-1 1 1,-1-1 0,5-31 0,-7 23 6,-1 0 0,-1 1 0,-1-1 0,-1 0 0,-1 1 0,-1-1 0,-11-33 0,11 44-18,-1 1-1,0-1 1,-1 1-1,0 0 1,-1 0-1,0 1 1,-1 0-1,-1 0 1,1 1-1,-2 0 1,1 0-1,-1 1 1,-1 1-1,-16-11 1,22 15 6,-1 1 0,0 1 0,0-1 0,0 1 0,0 0 1,0 1-1,-9-2 0,13 2-2,-1 1-1,1 0 1,0 0 0,-1 0-1,1 0 1,-1 0 0,1 0 0,0 1-1,-1-1 1,1 1 0,0 0 0,-1 0-1,1-1 1,0 1 0,0 1 0,0-1-1,0 0 1,0 0 0,0 1 0,0-1-1,0 1 1,1 0 0,-3 2 0,-1 6-11,0 2 0,1-1 1,0 0-1,0 1 0,1 0 1,1 0-1,0 0 0,1 0 1,0 16-1,-2 6 16,2 0 0,2 0 1,1 0-1,2-1 0,15 67 0,-15-87-3,0 0-1,1-1 1,0 1-1,1-1 0,0 0 1,1-1-1,0 0 1,1 0-1,0 0 1,1-1-1,0 0 1,0 0-1,1-1 0,1-1 1,-1 0-1,1 0 1,1-1-1,14 7 1,-14-9 1,0 0 0,0-2 0,0 1 0,1-1 1,-1-1-1,1 0 0,0-1 0,-1 0 0,22-2 1,-25 0-1,-1 0 1,1-1 0,0 0 0,-1 0 0,1 0 0,-1-1 0,0-1 0,0 1 0,0-1 0,0-1 0,0 1 0,-1-2-1,0 1 1,10-10 0,-3-1 10,-1-1 0,-1-1-1,0 0 1,-1-1 0,-1 0 0,0-1-1,-2 0 1,-1-1 0,0 1 0,-1-1-1,3-24 1,-2-2 57,-2-1 0,-2 0 0,-6-93-1,1 125-9,0 0 0,0 1 0,-9-26 0,9 34-3,0 1-1,-1 0 0,0 0 1,0 0-1,0 0 1,-1 0-1,0 1 0,0 0 1,0 0-1,-9-8 1,13 13-58,0 0 0,0 0-1,-1 0 1,1 1 0,0-1 0,0 0 0,0 0 0,-1 0 0,1 0 0,0 0 0,0 0 0,0 0 0,-1 1 0,1-1 0,0 0 0,0 0 0,0 0 0,-1 0 0,1 1 0,0-1 0,0 0 0,0 0 0,0 0 0,0 1 0,0-1 0,0 0 0,0 0 0,-1 0 0,1 1 0,0-1 0,0 0 0,0 0 0,0 1 0,0-1 0,0 0 0,0 0 0,0 1 0,0-1 0,0 0 0,0 0 0,1 0 0,-1 1 0,0-1 0,0 0-1,-1 19-82,1-18 80,0 9-43,0 25-26,1-1 0,11 68 0,-10-91 75,1 0 0,0 0 0,1-1 0,0 1 0,1-1 0,0 0 0,0 0 0,1-1 0,1 1 1,0-1-1,0-1 0,0 1 0,13 10 0,-13-14 9,0-1-1,-1 0 1,1 0 0,1 0 0,-1-1 0,0 0 0,1 0 0,0-1-1,-1 0 1,1 0 0,0-1 0,0 0 0,0 0 0,0-1 0,0 0-1,0 0 1,0-1 0,0 0 0,0-1 0,0 1 0,0-2 0,0 1-1,-1-1 1,1 0 0,-1-1 0,0 1 0,0-1 0,0-1 0,-1 0-1,1 1 1,-1-2 0,0 1 0,-1-1 0,1 0 0,8-13 0,-5 4 42,0-1 0,0-1 0,-2 1 0,0-1 0,-1-1 0,0 1 0,-2-1 0,0 0 1,2-25-1,-2-18 206,-5-88 0,1 132-217,-5-18-292,7 78-300,8 22 416,2-1-1,28 80 0,-1-5 165,-2 26-24,-6 3 0,-9 0 1,2 194-1,-22-316-20,-3 0 1,-1 0-1,-3 0 1,-1-1-1,-16 55 0,18-85 16,-1 1-1,-1-1 0,0-1 1,-1 1-1,-1-1 0,-1 0 0,1 0 1,-2-1-1,0-1 0,-1 0 1,0 0-1,0-1 0,-2 0 0,1-1 1,-1 0-1,-1-1 0,1-1 1,-17 8-1,14-9 37,0-1 0,0-1 0,0 0 0,-1-1 0,0-1 0,0 0 0,0-1-1,0-1 1,-29-2 0,35 0 24,-1-1 0,0 0-1,0 0 1,1-1-1,0-1 1,-1 0 0,1-1-1,1 0 1,-1 0-1,1-1 1,0-1 0,0 1-1,0-2 1,-12-12 0,10 6 40,0-1 1,0 0 0,2-1 0,0-1 0,0 0 0,2 0 0,0 0 0,1-1-1,1-1 1,0 1 0,-2-20 0,1-3-9,2-1 1,2 0-1,1 0 1,5-45-1,0 55-92,0 1 1,2-1-1,2 1 0,0 1 1,3-1-1,0 1 0,2 1 1,1 0-1,1 1 0,1 0 1,2 1-1,1 1 0,1 1 1,1 0-1,39-37 0,-41 45-30,0 1-1,2 1 0,-1 0 1,2 2-1,0 0 1,0 1-1,1 2 0,0 0 1,1 1-1,0 1 0,1 1 1,0 2-1,40-6 0,-60 11-33,-1-1-1,1 1 1,0 0-1,-1 0 1,1 0-1,0 0 0,-1 0 1,1 1-1,-1 0 1,1 0-1,-1 0 0,1 0 1,-1 1-1,1-1 1,-1 1-1,0 0 1,0 0-1,0 0 0,0 0 1,3 3-1,-4-2-51,-1 0 0,1 0 0,-1 0 0,0 0 1,0 0-1,0 1 0,0-1 0,0 0 0,-1 0 0,0 1 0,1-1 0,-1 0 0,0 1 0,-1-1 0,1 0 0,-1 1 0,1-1 0,-1 0 1,0 0-1,0 0 0,-3 6 0,-2 5-417,-1 0-1,-1 0 1,-13 17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53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5154,'0'0'1289,"7"39"-1641,77 297 378,-34-157 33,-8 2 0,21 203 0,-61-349-43,-1-24-4,-1 0 1,2 0 0,4 20-1,-7-34 148,1 0-1,-1 0 1,1-1-1,0 1 1,0 0-1,0 0 1,0-1-1,1-2 1,1-16 365,-10-130 45,-1 21-545,8 94-30,-1-6-39,2-1-1,7-53 1,-5 84 30,0 1-1,1 0 0,0 0 1,0 1-1,2-1 0,-1 1 1,2 0-1,-1 0 1,1 0-1,1 1 0,0 0 1,15-16-1,-16 20 1,1 1 1,0 0-1,0 1 1,0 0-1,1 0 1,-1 0-1,1 1 0,0 0 1,0 0-1,0 1 1,0 0-1,1 1 1,-1 0-1,1 0 0,-1 0 1,0 1-1,1 1 1,-1-1-1,1 2 1,-1-1-1,0 1 1,0 0-1,10 4 0,-6 0-8,0 1-1,-1 1 1,0-1-1,0 2 1,-1-1-1,0 2 1,0-1-1,-1 1 1,-1 1-1,9 11 1,1 5-17,-1 1 0,-1 1 0,15 38 1,-19-37 46,-2 0 1,-1 1 0,-1 0 0,5 54 0,-11-71 11,-1 1 1,-1-1-1,0 0 1,-1 1-1,0-1 1,-2 0-1,1 0 1,-2 0-1,0 0 1,0 0-1,-2-1 0,1 0 1,-9 13-1,5-12 25,-1-1 0,-1 0-1,0 0 1,-1-1-1,0-1 1,-1 0 0,-1 0-1,-19 11 1,22-16-202,0 1 1,0-2-1,-1 0 0,0 0 1,0-1-1,0-1 0,0 0 1,-1-1-1,1 0 1,-1-1-1,-19 0 0,-7-6-3161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53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0 418 2145,'0'0'1683,"39"-7"-1226,132-19-388,-1 16 31,-135 10-76,1-2 1,47-8-1,-70 8-12,1 0-10,-1-1 0,1-1 0,17-6 0,-28 9 5,0 0 0,-1 0 0,1-1-1,0 1 1,-1-1 0,0 0 0,1 1-1,-1-1 1,0 0 0,1 0-1,-1-1 1,-1 1 0,1 0 0,0-1-1,0 1 1,-1-1 0,1 1 0,-1-1-1,0 0 1,0 0 0,1-4-1,-1 0 60,-1-1 0,0 1 0,-1 0-1,1 0 1,-1 0 0,-1-1-1,1 1 1,-1 0 0,-1 0-1,1 1 1,-1-1 0,0 1-1,-1-1 1,1 1 0,-1 0-1,-1 0 1,1 0 0,-1 1-1,-10-10 1,-4-2 28,0 0 1,-2 1-1,0 2 0,-31-18 0,35 23-65,-1 1-1,0 0 0,-1 1 1,-29-7-1,35 12 27,1 0-1,-1 0 1,0 1 0,0 0-1,1 1 1,-1 1 0,-25 4-1,34-4-26,-1 1 0,0 0 0,1 0 0,-1 0 0,1 1 0,-1-1 0,1 1-1,0 0 1,0 1 0,0-1 0,1 0 0,-1 1 0,1 0 0,0 0 0,0 0 0,0 0 0,1 1 0,-4 7-1,0 1 2,1 1 0,0 0-1,1 0 1,0 1-1,-1 18 1,1-7 51,2 1-1,0 0 1,2 1 0,1-1-1,2 0 1,6 31 0,-6-43-41,1-1 1,0 0 0,2-1-1,-1 1 1,1-1-1,1 0 1,1 0 0,0-1-1,0 0 1,1 0 0,0-1-1,1 0 1,13 10-1,-9-10-36,0-1 1,0-1-1,1 0 0,0-1 0,0-1 0,1 0 0,0-1 0,1 0 0,18 2 0,3-1-571,0-2 1,77 0-1,24-5-2711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54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439 380 4610,'0'0'1841,"-4"7"-1785,1-2-42,1 0 1,0 0-1,-1 1 1,2-1-1,-1 0 0,0 1 1,1-1-1,0 7 0,1-10-10,-1 0 0,1-1-1,1 1 1,-1 0-1,0 0 1,0-1-1,1 1 1,-1 0-1,1-1 1,-1 1-1,1 0 1,0-1-1,-1 1 1,1-1-1,0 1 1,0-1-1,0 0 1,0 1-1,1-1 1,-1 0-1,0 0 1,0 1-1,1-1 1,-1 0-1,1 0 1,-1-1-1,1 1 1,-1 0-1,1 0 1,0-1 0,-1 1-1,1-1 1,0 0-1,-1 1 1,4-1-1,0 1 4,0 0 1,0 0-1,1-1 0,-1 0 0,0 0 1,0 0-1,0-1 0,0 0 0,1 0 1,-1 0-1,0 0 0,0-1 1,-1 0-1,1 0 0,0 0 0,-1-1 1,1 0-1,-1 1 0,0-2 0,0 1 1,0 0-1,0-1 0,0 0 0,5-7 1,-4 3-30,-1 0 1,1 0-1,-1 0 1,-1-1-1,0 0 0,0 0 1,-1 0-1,0 0 1,0 0-1,-1 0 1,0 0-1,-1 0 1,-1-14-1,0 15 6,0 1 0,-1-1 0,0 1 0,0 0 0,-1-1 0,0 1 0,-1 0 0,1 1 0,-1-1 0,0 1 0,-1-1 0,0 1 0,0 0 0,0 1 0,0-1 0,-1 1 0,0 0 0,0 1 0,-1-1 0,-7-3 0,-2-1-16,-1 0 0,1 2 0,-1 0 0,0 1 0,-1 0 0,0 2 0,-30-5 0,29 7 37,0 0-1,0 1 1,0 2 0,-28 3 0,38-3-1,1 1 1,-1 0 0,1 1-1,0 0 1,0 0 0,0 1-1,0 0 1,0 1 0,1-1-1,0 1 1,-11 10 0,5-1 21,1 0-1,0 1 1,1 0 0,1 0 0,1 1 0,0 1 0,1-1-1,0 1 1,2 1 0,0-1 0,1 1 0,0 0 0,2 1-1,0-1 1,1 1 0,1 25 0,1-26 3,0 1 0,2-1 0,0 1 0,1-1 0,1 0 0,0 0 0,2 0-1,0-1 1,1 1 0,0-1 0,2-1 0,0 0 0,0 0 0,2-1 0,0 0 0,18 18 0,-16-21-15,0-1 0,1-1 0,0 0 0,1 0 0,0-2 0,0 0 0,1-1 0,0 0 0,24 6 0,-7-5 14,1-2-1,-1-2 1,68 2 0,-69-6-151,0-2 0,1-1 0,-1-1 0,-1-2 0,1-1 0,-1-1 0,0-2 0,0-1 0,-2-1 0,1-2 0,-2-1 1,34-23-1,-36 21-29,-2-2 0,0 0 0,-1-2 0,-1 0 0,-1-2 0,-1 0 0,-1-1 0,16-28 0,-25 35 185,0 0 0,-2-1-1,0 0 1,-1-1 0,0 0-1,-2 0 1,0 0 0,-1-1-1,-1 1 1,-1-1 0,-1 0-1,-1 0 1,-2-28 0,-1 36 13,0 1-1,0 0 1,-1 0 0,-1 0-1,1 0 1,-2 0 0,1 1-1,-2 0 1,1 0 0,-1 1-1,-1 0 1,0 0 0,0 1-1,-1 0 1,0 0 0,0 1-1,0 0 1,-1 0 0,-15-6-1,15 8-13,1 0 0,-1 1 0,0 1 0,0 0 0,0 0-1,-1 1 1,1 0 0,-1 1 0,-19 0 0,23 2-12,-1-1 0,0 2 0,0-1 0,1 1 0,-1 0 0,1 1 0,0-1 0,-1 2 0,1-1-1,1 1 1,-1 0 0,0 0 0,1 1 0,-7 5 0,3 1-3,1-1 0,-1 2-1,2-1 1,0 1 0,0 1 0,1 0-1,0 0 1,2 0 0,-1 0 0,1 1-1,1 0 1,-3 19 0,3-8 33,0 0 1,2 1-1,1-1 1,1 0-1,1 1 1,5 30-1,-4-44-34,1 0 0,0-1-1,1 0 1,0 0 0,1 0-1,0 0 1,0 0 0,1-1 0,1 0-1,0 0 1,0-1 0,1 0-1,0 0 1,0-1 0,1 0 0,0-1-1,1 1 1,19 10 0,-14-11 19,-1 0 0,1-1 1,0 0-1,0-2 0,0 0 0,1 0 1,0-1-1,0-1 0,-1-1 0,1 0 1,0-1-1,0-1 0,26-5 1,-31 4-8,-1-1 0,1 0 1,-1-1-1,0 0 0,0 0 1,0-1-1,-1-1 1,1 0-1,-1 0 0,-1-1 1,1 0-1,-1 0 1,0-1-1,-1 0 0,0 0 1,0-1-1,-1 0 1,0 0-1,0-1 0,-1 1 1,-1-1-1,1 0 0,4-19 1,-4 13-9,-2 0-1,1-1 1,-2 1 0,0-1 0,-1 1 0,-1-1-1,-1 1 1,0-1 0,-1 1 0,0-1-1,-2 1 1,0 0 0,0 0 0,-2 0 0,-9-18-1,2 10-111,-1 1 0,-2 0 0,0 1 0,-23-23 0,19 24-1442,-42-32-1,12 19-3633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55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1157 1185,'0'0'3895,"-1"20"-2847,1-17-935,-5 48 497,2-34-75,0-27 635,-2-300-199,5 290-923,1-7-36,0-1-1,11-48 1,-10 67-24,0 0 0,0 0 0,1 1 0,0 0 0,1-1 0,0 1 0,0 1 0,1-1 1,0 0-1,0 1 0,1 0 0,9-9 0,-13 14 5,-1 1 0,0-1 1,1 1-1,0 0 0,-1-1 0,1 1 1,0 0-1,-1 0 0,1 0 0,0 1 0,0-1 1,0 0-1,0 1 0,0-1 0,0 1 1,0-1-1,0 1 0,0 0 0,0 0 0,0 0 1,0 0-1,0 0 0,0 0 0,0 1 1,0-1-1,0 1 0,0 0 0,0-1 0,0 1 1,0 0-1,-1 0 0,1 0 0,0 0 1,-1 0-1,1 1 0,0-1 0,-1 0 1,1 1-1,-1-1 0,0 1 0,2 3 0,4 5-38,0 1-1,-2 1 1,1-1-1,-2 1 1,6 18-1,5 24 32,-2 1 0,8 82-1,-4 115 80,-17-227 43,0-54 136,0-18-167,-1-17 14,2 1 0,18-109-1,-18 168-90,9-50-264,26-73-1,-31 114 170,-1 0 0,2 0 0,0 1 0,0 0 0,1 0 0,1 1 0,0-1 0,0 2 0,1-1-1,0 1 1,15-11 0,-21 18 14,0 1 0,1-1 0,-1 1 0,1 0 0,0 0 0,0 1 0,-1-1 0,1 1 0,0 0 0,0 0-1,1 0 1,-1 0 0,0 1 0,5-1 0,-6 2 47,0-1 0,-1 1 0,1-1-1,0 1 1,0 0 0,-1 0 0,1 0 0,-1 1-1,1-1 1,-1 1 0,1-1 0,-1 1-1,0 0 1,0 0 0,0 0 0,2 3 0,3 4 0,-1 0 1,-1 1-1,1 0 1,-2 1 0,0-1-1,0 1 1,0-1-1,-2 1 1,3 13 0,4 38-52,0 85 1,-7 37 1418,-2-161-56,-1-115-893,4-1-1,31-182 0,-25 238-394,-1-4-63,2 1 0,2 0 0,22-51 1,-33 89 54,0 0 1,0-1 0,0 1 0,0 0 0,0 0 0,1 0 0,-1 0 0,1 1 0,-1-1 0,1 0 0,0 1 0,0-1 0,-1 1 0,1-1 0,0 1 0,0 0 0,3-2 0,-3 3 2,0 0 0,-1 1 0,1-1 1,0 0-1,-1 0 0,1 1 0,-1-1 0,1 1 0,-1 0 0,1-1 0,-1 1 1,1 0-1,-1 0 0,0 0 0,1 0 0,-1 0 0,0 0 0,0 0 0,0 1 1,1-1-1,-1 0 0,-1 0 0,1 1 0,0-1 0,0 1 0,0-1 0,0 3 1,13 27-87,-1 1 1,-2 1 0,-1 0 0,9 54 0,-10-49 107,8 51 4,-3 1-1,-5 0 1,-1 96 0,-9-185-11,1 0 0,0 0 1,0 0-1,0 0 1,0 0-1,0 0 0,0 0 1,0 0-1,1 0 0,-1 0 1,0 0-1,0 0 1,1 0-1,-1-1 0,0 1 1,1 0-1,-1 0 0,1 0 1,-1 0-1,1-1 1,0 1-1,-1 0 0,1-1 1,0 1-1,-1 0 0,1-1 1,0 1-1,0-1 1,-1 1-1,1-1 0,0 1 1,0-1-1,0 0 0,0 0 1,0 1-1,0-1 1,0 0-1,0 0 0,1 0 1,2 0-3,0-1 1,0 0 0,0 0 0,0 0-1,0 0 1,-1-1 0,1 1 0,0-1 0,5-4-1,16-10-29,-1-2 0,0-1-1,41-43 1,54-76-860,-91 103 712,-1-1 0,-3-2 0,0 0 0,-3-2 0,20-50 0,-28 56 156,-2-2-1,-1 1 1,-2-1-1,-1-1 1,-2 1-1,0-61 1,-4 87 24,-2 0 0,1 0 1,-1-1-1,-1 1 0,0 0 0,0 0 0,-5-12 1,5 18 13,0 0 1,0 0-1,-1 0 1,1 1-1,-1-1 1,0 1-1,0-1 1,0 1-1,0 0 1,-1 0-1,1 0 1,-1 1-1,0-1 1,1 1-1,-1 0 1,0 0-1,0 0 1,-7-1-1,3 0 13,1 1 0,-1 0 0,1 0 0,-1 1 0,1 0 0,-1 1 0,0-1 0,0 1 0,1 1 0,-1 0 0,0 0 0,1 0 0,-1 1 0,1 0 0,-1 0 0,1 1 0,0 0 0,0 0 0,0 1 0,1 0-1,-1 0 1,1 1 0,0-1 0,0 1 0,0 1 0,1-1 0,0 1 0,0 0 0,0 0 0,1 0 0,0 1 0,-4 7 0,-3 10-5,0 0-1,2 1 0,0 0 1,2 1-1,1-1 1,-4 32-1,4 14 17,2 74 0,4-124-26,1 0 1,0 0-1,2 0 0,0 0 0,13 39 1,-13-51-12,1 1 0,0-1 0,1-1 0,0 1 0,0 0 0,1-1-1,0 0 1,1-1 0,0 1 0,0-1 0,0 0 0,1-1 0,0 0 0,11 7 0,-10-8-51,1-1-1,0 1 1,-1-2-1,1 1 0,0-2 1,1 1-1,-1-1 1,0-1-1,1 0 1,-1 0-1,1-1 0,-1 0 1,0-1-1,1 0 1,-1-1-1,1 0 0,-1 0 1,0-1-1,0-1 1,-1 0-1,1 0 1,-1-1-1,14-8 0,7-8-31,0-2-1,-2 0 0,-1-2 0,0-1 1,-2-1-1,-2-1 0,21-32 0,-26 34 79,-2-1 0,-1-1 0,-2 0 0,0-1-1,-2-1 1,-1 0 0,-2 0 0,8-49-1,-12 32 110,-1-1 0,-5-65 0,1 105-31,1 0 0,-2 0 0,1 0 0,-1 0 0,0 0 0,0 0 0,-1 0 0,0 1 0,-1-1 0,0 1 0,0 0 1,-7-10-1,7 13-31,0 0 1,0 0 0,-1 0-1,1 1 1,-1 0 0,0-1-1,0 2 1,0-1-1,0 0 1,0 1 0,-1 0-1,1 0 1,-1 1 0,1 0-1,-1 0 1,0 0 0,-9 0-1,2 0-18,10 1-24,0-1 0,1 1 1,-1 0-1,0 0 0,1 0 1,-1 1-1,0-1 0,0 1 1,-4 1-1,6-1-5,0-1 0,0 1 0,1 0 0,-1 0 0,0 0 1,0 0-1,1 0 0,-1 1 0,0-1 0,1 0 0,-1 0 0,1 0 0,-1 0 0,1 1 0,0-1 1,0 0-1,-1 1 0,1-1 0,0 0 0,0 0 0,0 1 0,0-1 0,1 0 0,-1 2 0,1 2-2,-1 0 0,1 0 0,0 0 0,1 0 0,-1 0 0,1 0 0,0-1 0,0 1 0,0-1 0,1 1 0,0-1 0,-1 0 0,2 0-1,-1 0 1,7 6 0,5 3 15,1 0-1,30 19 1,-9-9 10,5 7 12,-2 2-1,0 2 0,66 74 0,-91-90-34,-1 0 0,0 2-1,-1 0 1,-2 0 0,0 1 0,-1 0-1,-1 1 1,-1 0 0,0 1-1,-2-1 1,3 25 0,-6-28 9,-1 0 0,-1 0 0,-1 0 0,-1 0 1,-4 29-1,3-40 11,0 1 0,-1-1 0,0 0 0,0 0 0,0 0 0,-1 0 0,0-1 1,-1 0-1,0 0 0,0 0 0,0 0 0,-1-1 0,0 0 0,-8 7 0,2-3 64,-1-1-1,0 0 0,-1-1 1,0 0-1,0-1 1,0-1-1,-1 0 0,0-1 1,-1 0-1,1-1 1,-1-1-1,1-1 0,-1 0 1,-19-1-1,28 0-2,0-1 1,1-1-1,-1 1 0,0-1 0,-12-3 0,17 3-59,0 0 0,0 0 0,0 0 0,0-1 0,1 1 0,-1 0 0,0-1 0,0 1 0,1-1 0,-1 1 0,1-1 0,-1 0-1,1 0 1,0 1 0,0-1 0,0 0 0,0 0 0,0 0 0,0-1 0,1 1 0,-2-2 0,1-4 3,-1 1 1,1-1-1,0 1 1,1-1 0,-1 1-1,1-1 1,1 1-1,0-1 1,0 0-1,0 1 1,1 0-1,0-1 1,1 1-1,-1 0 1,1 0-1,1 0 1,-1 1-1,1-1 1,0 1 0,1 0-1,0 0 1,0 0-1,0 0 1,0 1-1,9-6 1,-4 3-30,0 0 1,1 1-1,0 1 1,1-1-1,0 2 1,0 0-1,0 0 1,0 1-1,1 0 1,-1 1-1,1 1 1,0 0-1,0 1 1,16 0-1,-27 1-2,0 0 0,0 0 0,0 0 0,0 0 0,0 0 0,0 1 0,0-1 0,0 1 0,0-1 1,0 1-1,0 0 0,-1 0 0,1 0 0,0 0 0,0 0 0,-1 0 0,1 0 0,-1 1 0,1-1 0,-1 1 0,0-1 0,0 1 0,1-1 0,-1 1 0,0 0 0,0-1 0,0 1 0,0 2 0,1 4-17,-1-1 0,0 0 0,0 1 0,0-1 0,-1 0 0,-1 10 0,0 2-31,-1-2-1410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57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95 360 1281,'0'0'2740,"-4"-25"-1857,0-6-738,1 3 97,-2-1 0,0 1-1,-16-43 1,-31-77 3811,51 156-3504,4 30-626,1 0-1,3-1 1,20 71-1,-6-27 97,40 196 125,89 319 91,-140-567-452,0 0 1,2-1-1,23 40 0,-34-67-163,3 5 38,-1-42-7462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58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 3666,'0'0'2225,"-152"243"-1921,108-136-176,8 9-128,15-27-96,10-33-2785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9:58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0 229 800,'0'0'4162,"202"-39"-3842,-71-5-144,20-1-176,-2 9 0,-16 4-80,-32-1-2657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00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7195 1601,'0'0'2129,"-5"7"-1326,-18 24-224,21-28-474,0 0 1,0 1 0,0-1 0,0 1 0,1-1-1,0 1 1,-1 0 0,1-1 0,0 1-1,0 8 1,-2 1 2482,3-16-2417,-1 0 0,1 0 0,-1 0 0,1 0 0,0 1 0,0-1 0,1 0 0,-1 0 0,0 0 0,1 0 0,1-4 1,-1 2-11,4-12-144,2 0 0,0 0 1,0 1-1,2 0 0,0 0 0,1 1 0,20-24 0,-13 16-2,239-304-20,-200 258 15,145-167 1,9 9-1,10 9 0,10 11 0,260-182 0,-298 252-49,417-315 62,-217 160 28,-279 218-43,196-96 0,1223-519-43,-1273 576 57,-5-11 0,-5-11 0,443-322 0,-510 309-14,-6-8 0,156-181 0,-223 212-1,-48 52-4,4 3 0,86-72 0,-83 87 1,-1-3 0,-4-3 0,104-127 0,155-189-20,-286 341 38,48-36 1,23-21-17,-7-2-38,4 4 0,130-86 0,-213 161 39,-1 0 1,-1-1 0,0-1-1,-2 0 1,17-23-1,-17 23-7,1 0 1,1 1-1,36-26 0,3-1-14,-35 27 11,-17 13 1,-1 0 0,1 0-1,-1 0 1,1-1 0,8-10 0,-14 15 0,0 0 1,0 0 0,0-1-1,0 1 1,0 0-1,0 0 1,0-1 0,0 1-1,0 0 1,0 0-1,0-1 1,0 1 0,-1 0-1,1 0 1,0 0-1,0-1 1,0 1 0,0 0-1,0 0 1,0 0-1,-1-1 1,1 1-1,0 0 1,0 0 0,0 0-1,0 0 1,-1 0-1,1-1 1,0 1 0,0 0-1,-1 0 1,1 0-1,0 0 1,0 0 0,0 0-1,-1 0 1,1 0-1,0 0 1,0 0 0,-1 0-1,1 0 1,0 0-1,0 0 1,0 0-1,-1 0 1,1 0 0,0 0-1,0 0 1,-1 0-1,-17 0-85,16 0 82,-12 1 5,1 0 0,1 1 0,-1 0 0,0 1 0,0 1 0,1 0 0,-13 6 0,-86 47 0,74-37 0,-145 77 13,178-94-29,10-2-64,5-3 76,0 0 0,0 0 0,-1-2 0,1 1 0,-1-1 0,0 0 0,0-1 0,17-11 0,7-2 8,162-94 9,-33 17-7,-159 93-15,0 0-1,0 0 0,1 0 1,-1 1-1,1-1 1,-1 1-1,1 0 0,-1 0 1,1 0-1,7 1 1,-10 0 3,1 0 0,-1 1 0,0-1-1,0 1 1,0 0 0,0-1 0,0 1 0,0 0 0,0 0 0,0 1 0,0-1 0,-1 0 0,1 0 0,0 1 0,-1-1 0,1 1 0,-1 0 0,1-1 0,-1 1 0,0 0-1,0 0 1,0 0 0,1 3 0,33 79-99,-23-52 168,26 50 0,-32-72-170,0 0-1,1-1 0,0 0 1,0 0-1,1 0 1,0-1-1,1-1 1,17 14-1,-13-13-1259,1-1 1,25 9-1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03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12 230 2241,'0'0'406,"0"-10"-334,1-4-15,0-1 751,-1-1 0,0 1 0,-3-18 0,0 16-310,1 8-288,0-1 0,1 1 0,0 0-1,0 0 1,1-1 0,0 1 0,3-17 0,-3 25-189,1 0 1,0 0-1,0 0 1,-1-1-1,1 1 0,0 0 1,0 0-1,0 0 0,0 0 1,0 0-1,1 1 1,-1-1-1,0 0 0,0 0 1,0 1-1,1-1 1,-1 1-1,0-1 0,1 1 1,-1-1-1,0 1 0,1 0 1,-1 0-1,1 0 1,1 0-1,47 0 14,-31 1-12,23-2 25,0 2 1,1 2 0,60 13-1,46 21 48,218 85 0,-293-92-67,-2 4 1,-1 3-1,-2 3 1,113 85-1,43 49 13,86 71 28,14 8-34,-168-137-16,-95-71-8,3-4-1,78 39 1,146 53 21,-268-124-42,428 157 6,-299-114 17,-71-29 2,2-4 1,119 14-1,-5-1 1,-107-11-2,124 46 0,-109-33-28,57 23 42,-92-21-51,-54-27 24,-1-1 1,2-1 0,-1 0 0,1-1 0,0-1-1,19 5 1,80 18-2,-81-19-4,0 0 0,0-3 0,42 4 0,29-9-10,-104-1 50,-1-14-61,0 10 23,-1-1-1,0 1 1,0 0-1,0 0 1,0-1-1,-1 1 1,1 1-1,-1-1 1,0 0-1,-1 1 1,1-1-1,-5-2 1,-51-40 4,43 35-3,-87-54 383,66 43 9,-66-50-1,103 72-388,0-1-1,0 1 1,-1 0-1,1 0 1,0 0 0,0 0-1,0 0 1,0 0-1,-1 0 1,1 0-1,0 0 1,0-1-1,0 1 1,0 0 0,-1 0-1,1 0 1,0 0-1,0-1 1,0 1-1,0 0 1,0 0-1,0 0 1,0-1 0,0 1-1,-1 0 1,1 0-1,0 0 1,0-1-1,0 1 1,0 0-1,0 0 1,0 0-1,0-1 1,0 1 0,0 0-1,0 0 1,0 0-1,1-1 1,-1 1-1,0 0 1,0 0-1,0 0 1,0-1 0,0 1-1,0 0 1,0 0-1,0 0 1,1 0-1,-1-1 1,0 1-1,15-2 102,24 6-10,106 39-33,-103-28-50,-20-8-10,117 43-18,-123-43 12,-1 0 1,0 2-1,0 0 0,0 0 0,-2 1 0,18 16 0,-28-23-5,0 0 0,-1-1-1,1 1 1,-1 1 0,1-1 0,-1 0 0,0 0 0,-1 1 0,1-1 0,0 1-1,-1 0 1,0-1 0,0 1 0,1 6 0,-2-8 7,0 1 0,-1-1 0,1 1 0,-1-1 0,1 1 0,-1-1 0,0 0 0,0 1 0,0-1 0,0 0 0,0 1 0,-1-1 0,1 0 0,-1 0 0,1 0 0,-1 0 0,0-1 0,0 1 0,1 0 0,-1-1 0,-1 1 0,1-1 0,0 0 0,-3 2 0,-39 18 19,0-1 0,-1-3-1,-67 17 1,63-19-12,-2 0-561,-1-1 0,-58 7 1,33-18-3772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4.0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1 289 4098,'0'0'1739,"0"-29"-1072,0-206 2553,0 210-2431,0 49-852,0 74-283,4 279 562,30 0-1110,-31-353-2476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4.3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244 1 6803,'0'0'1041,"-172"231"-1057,142-142 16,6-14-737,7-13-2624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4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1 226 5891,'0'0'3121,"246"-113"-3089,-82 71-32,-7 7-2369,-26-1-2561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8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19 378 2801,'0'0'1836,"-3"-33"-1308,-9-110 315,8-10 1719,5 105-922,9 227-1688,-2-67 304,35 464 491,-39-506-1243,-27-107-5275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8.7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282 1 2993,'0'0'3874,"-62"15"-3762,26 50 32,1-6-80,-4 4-32,3-13 0,4-5-32,2-13-1696,18-17-3363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8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0 146 384,'0'0'7492,"244"-38"-6996,-87 5-480,7 0-16,-19 9-2097,-41 7-656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7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46 294 4754,'0'0'1740,"-2"19"-1428,-8 58 357,6-60 1122,0-14-1136,0-13-337,3 9-104,-3-9-168,0 0-1,1-1 1,0 0 0,1 1 0,0-1 0,1 0 0,0 0-1,1 0 1,0 0 0,0 0 0,1 0 0,1 0 0,0 0-1,0 0 1,1 1 0,7-17 0,-3 16-55,1 0 1,0 0 0,0 1-1,1 1 1,0-1-1,1 2 1,0-1-1,15-8 1,-2 2-35,0 1 0,1 1 0,28-10 0,-27 14-15,0 1 0,1 2 0,0 0 0,0 2 0,0 1 0,1 1 0,46 2-1,-67 1 54,0-1 0,0 1 0,0 1-1,-1-1 1,1 1 0,0 0 0,-1 0-1,0 1 1,1-1 0,-1 1 0,0 0-1,0 1 1,0-1 0,-1 1 0,0 0-1,1 0 1,-1 1 0,0-1-1,-1 1 1,1 0 0,-1 0 0,0 0-1,0 0 1,-1 0 0,0 1 0,1-1-1,1 10 1,1 8-13,0 0-1,-1 0 0,-2 1 1,0-1-1,-3 39 1,0-43 25,-2 0 1,0 0 0,-1 0 0,-1 0 0,-1-1-1,0 0 1,-1 0 0,-1-1 0,-1 0-1,-1 0 1,0-1 0,-19 23 0,-15 13 54,-2-3 0,-66 55 0,-9 9 19,116-108-68,0 1 0,1 0 0,-1 0 0,1 0 0,1 0 0,-1 1 0,1-1 0,0 1 1,0 0-1,1 0 0,-3 14 0,4-18-14,1 1 1,-1 0 0,1 0 0,0 0-1,1 0 1,-1-1 0,1 1-1,-1 0 1,1 0 0,0-1-1,0 1 1,1 0 0,-1-1 0,1 1-1,0-1 1,0 0 0,0 0-1,0 1 1,0-1 0,1-1-1,0 1 1,-1 0 0,1-1 0,4 3-1,6 4 7,1-1-1,1-1 1,-1 0 0,1-1-1,1 0 1,-1-1-1,1-1 1,0-1 0,30 3-1,6-3 13,90-5-1,-130 2-18,0-1 0,1-1-1,-1 0 1,0-1 0,0 0 0,-1-1 0,1 0-1,-1-1 1,1-1 0,-2 1 0,19-13 0,-24 14-5,-1 0 1,0 0 0,1-1-1,-1 1 1,-1-1 0,1 0 0,-1 0-1,0 0 1,0 0 0,0-1-1,-1 1 1,0-1 0,0 0-1,0 0 1,-1 1 0,1-1 0,-2 0-1,1 0 1,-1 0 0,1 0-1,-2 0 1,1 0 0,-1 0-1,0 0 1,0 0 0,-2-7 0,0 4 2,-1-1 0,0 1 0,0 0 1,-1 0-1,0 0 0,-1 0 1,0 1-1,0 0 0,-1 0 1,-14-13-1,-9-4-5,-50-33-1,67 49 8,-33-22 5,-1 3 1,-1 2-1,-59-24 1,76 38-30,0 2 0,0 1-1,-1 1 1,0 2 0,-1 1 0,-51-1 0,52 6-706,17 0-2284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7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382 10 5426,'0'0'2615,"-33"0"-2348,11 0-217,3-1-16,0 1-1,1 1 0,-29 4 0,39-3 26,-1 0 0,1 1 0,0 0 1,0 0-1,0 1 0,0-1 0,0 2 0,1-1 1,-1 1-1,1 0 0,1 1 0,-11 10 0,4-1 66,1 1-1,1 0 1,0 1 0,1 1-1,1-1 1,1 1-1,1 1 1,0-1 0,1 1-1,1 1 1,-3 25-1,5-28-106,1-1-1,1 0 1,1 1 0,0-1-1,1 1 1,1-1-1,1 0 1,0 0-1,1 0 1,0 0-1,2 0 1,0-1-1,0 0 1,11 18-1,-5-18-11,0 0 0,0 0-1,1-2 1,1 1 0,1-1-1,0-1 1,0-1 0,1 0 0,0-1-1,1-1 1,0 0 0,1-1-1,0-1 1,21 5 0,-4-3 7,1-1 0,0-1 0,1-3 0,-1 0 0,1-3-1,54-4 1,-78 2-7,0-1 0,0 0 0,0 0 0,-1-2 0,1 1 0,-1-2 0,1 0 0,12-7 0,-18 8-2,0-1 0,0 0 0,-1 0 0,0 0 0,0-1 0,0 1 0,-1-2 1,0 1-1,0 0 0,0-1 0,-1 0 0,0 0 0,-1-1 0,4-7 0,-2-2 6,0 0-1,-2 0 1,0 0-1,0 0 1,-2-1-1,0 1 1,-1-1-1,-1 1 1,0-1-1,-2 1 1,0 0-1,-1 0 1,0 0-1,-1 0 1,-1 1-1,-1 0 1,0 0-1,-1 0 1,-1 1-1,-1 1 1,0-1-1,-23-24 1,10 15-29,-1 2 1,-2 0-1,0 2 1,-1 1-1,-1 1 1,-1 2-1,0 0 1,-1 2-1,-1 1 1,0 2-1,0 1 1,-1 1-1,0 2 1,-1 1-1,0 1 1,-49 1-1,28 4-2406,28 0-4842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8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86 467 4482,'0'0'456,"-5"16"601,-14 45 501,19-60-1473,0-1 0,0 1 0,0 0 0,0-1 0,-1 1 1,1 0-1,0-1 0,0 1 0,0-1 0,-1 1 0,1 0 0,0-1 0,0 1 1,-1-1-1,1 1 0,0 0 0,-1-1 0,1 1 0,-1-1 0,1 0 0,-1 1 1,1-1-1,-1 1 0,1-1 0,-2 1 0,0-10 143,2 8-1,-3-27 136,1 0 0,3-45 0,0 22-329,-2 38-36,1 0 1,1-1-1,0 1 0,1 0 1,0 0-1,1 0 0,0 0 1,1 0-1,1 1 1,0-1-1,0 1 0,2 0 1,-1 1-1,1 0 0,1 0 1,0 0-1,19-18 1,-13 16-19,2 1 1,-1 1 0,1 0 0,1 1 0,0 0 0,0 2 0,1 0 0,37-11 0,-23 11-87,0 2 0,1 1 0,-1 1 0,46 1 0,-68 3 56,-1 0 0,1 0 0,-1 1 0,1 1 0,-1-1 0,0 2 0,0-1 0,0 1 0,15 7 0,-19-7 33,0 1 0,-1-1-1,1 1 1,-1 0 0,1 0 0,-1 0 0,0 1-1,-1-1 1,1 1 0,-1 0 0,0 0 0,0 0-1,-1 1 1,0-1 0,1 1 0,0 6-1,2 3 19,-2 0 0,0 1-1,-1-1 1,0 1-1,-1-1 1,-1 1-1,0 0 1,-1-1-1,-1 1 1,-1-1-1,0 1 1,-1-1-1,0 0 1,-1 0 0,-1-1-1,0 1 1,-1-1-1,-1-1 1,-18 26-1,-18 7 37,-1-2 0,-2-2 1,-56 38-1,-76 69 121,166-136-114,0 1-1,1 0 1,-17 26-1,24-32-22,1 0 0,-1 1-1,2-1 1,-1 1 0,1 0 0,1 0-1,0 0 1,0 1 0,-1 9-1,2-7-15,0 1 0,1 0-1,1 0 1,2 19 0,-2-28-4,0 0 1,1 1 0,-1-1 0,1 0-1,0 0 1,0 0 0,0 0-1,1 0 1,-1-1 0,1 1 0,0-1-1,0 1 1,0-1 0,0 0-1,7 5 1,1-2 4,0 0-1,0-1 1,1 0 0,-1 0-1,1-1 1,0-1 0,0 0-1,0-1 1,0 0 0,15 0-1,12 0 3,73-8 0,-104 5-4,0 1 0,0-2 0,0 1 0,-1-1 0,1 0 0,-1-1 0,1 1 1,-1-1-1,0-1 0,0 0 0,0 0 0,0 0 0,-1-1 0,0 0 1,0 0-1,0 0 0,0-1 0,-1 0 0,0 0 0,0 0 0,-1-1 0,0 0 1,0 0-1,0 0 0,-1 0 0,0 0 0,-1-1 0,1 1 0,-1-1 0,1-14 1,-2 6-3,0 1 0,-2-1 0,0 0 0,-1 1 0,0-1 0,-1 1 1,-1-1-1,-1 1 0,0 0 0,-1 1 0,0 0 0,-1-1 0,-1 2 1,0-1-1,-1 1 0,0 1 0,-1 0 0,-16-16 0,0 3-12,-1 1-1,-1 2 1,-1 1 0,-1 1-1,-1 1 1,-64-28 0,66 35 0,0 1 1,-42-9-1,57 17-69,0 0-1,0 2 1,-1-1-1,1 2 1,0-1-1,0 2 1,-16 2-1,30-3 33,0 0 0,0 0 0,-1 0-1,1 0 1,0 0 0,0 0 0,-1 0 0,1 0-1,0 0 1,0 1 0,0-1 0,0 0 0,-1 0-1,1 0 1,0 0 0,0 0 0,0 0-1,0 1 1,-1-1 0,1 0 0,0 0 0,0 0-1,0 0 1,0 1 0,0-1 0,0 0 0,0 0-1,-1 0 1,1 1 0,0-1 0,0 0 0,0 0-1,0 0 1,0 1 0,0-1 0,0 0-1,0 0 1,0 0 0,0 1 0,0-1 0,0 0-1,0 0 1,0 0 0,1 1 0,-1-1 0,2 16-3683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8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77 5795,'0'0'5282,"-27"-77"-5282,19 172 0,-1 36 16,9 3 48,0 8-48,12-8-16,20-15-1521,1-36-3393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0 3986,'0'0'3986,"-9"0"-3570,21 0-416,21 0-1089,14 0-1520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7764,'0'0'0,"169"18"-593,-89-18-2016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5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4050,'0'0'3169,"199"0"-2961,-125 0-128,15 0-80,6 0-112,-9 0-2881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0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237 13 3794,'0'0'379,"27"-1"-259,91-1 48,-111 2-136,-1 1 0,1-1 0,-1 1 0,0 0 0,0 1 1,1-1-1,-1 1 0,0 1 0,0-1 0,-1 1 0,1 0 1,-1 0-1,1 1 0,-1-1 0,0 1 0,0 0 0,0 1 1,-1-1-1,0 1 0,0 0 0,0 0 0,0 0 0,-1 1 0,0-1 1,0 1-1,0 0 0,-1 0 0,4 12 0,-1 7 125,0 0 0,-2 0 0,0 1 0,-2-1 0,-3 36 0,2-55-105,-1 8-9,0 0 0,-1 0 0,-1-1 0,0 1 0,-1-1 0,0 1 1,-1-1-1,0-1 0,-1 1 0,-1-1 0,-10 16 0,3-10 4,0-1 1,-1-1-1,0 0 0,-1-1 1,-1-1-1,-28 19 0,36-26 13,-1-1-1,0 0 1,0 0-1,0-1 0,0 0 1,-1-1-1,1 0 1,-1-1-1,0 0 0,-1-1 1,1 0-1,0-1 1,-1 0-1,-13-1 0,19-1-21,0 0 0,0-1 0,0 1 0,1-1 0,-1-1 0,1 1-1,-1-1 1,1 0 0,0 0 0,0 0 0,0-1 0,0 0 0,1 0-1,-1 0 1,1 0 0,0-1 0,0 0 0,1 0 0,-5-8 0,-2-5 16,0 1 0,2-1 0,0-1 0,-9-32 0,12 31 18,0-1 1,2 1 0,0-1 0,1 0 0,1 0-1,4-37 1,-2 46-63,1 1 1,0 0-1,1 0 0,0 0 1,1 0-1,0 0 0,0 1 0,1 0 1,1 0-1,0 0 0,0 0 1,1 1-1,13-14 0,-4 9-14,1 1 0,0 0 0,1 1 1,0 1-1,0 1 0,1 1 0,1 0 0,-1 2 0,1 0 0,41-8 0,-23 8-9,-1 2 0,1 2-1,0 1 1,1 2 0,46 6-1,-69-4 5,1 1 0,-1 0 0,0 1 0,0 1 0,0 1 0,-1 0 0,0 1 0,0 0 0,0 1 0,-1 1 0,-1 0 0,25 22 0,-27-20 7,-1 1-1,0-1 1,-1 2 0,0-1-1,-1 2 1,0-1 0,-1 1-1,-1 0 1,0 0 0,-1 1 0,0-1-1,-1 1 1,-1 0 0,2 18-1,-3-10 19,0 0-1,-2 0 0,0 1 0,-2-1 0,-6 37 0,4-45 19,0 0 0,-1 0 0,0-1 0,-1 0 0,-1 0-1,0 0 1,-1-1 0,-1 0 0,-13 16 0,-3-2 71,0-2 1,-2 0-1,0-2 1,-56 36-1,-131 56-187,212-113 38,-13 5-640,1 0 0,-1-1-1,0-1 1,-17 4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0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413 32 5346,'0'0'916,"-36"-8"-428,1 0-281,-1 2 0,-49-3 0,79 9-142,0 0 1,0 1-1,0 0 0,0 0 0,0 0 0,1 1 0,-1-1 0,0 2 0,1-1 0,-1 1 1,1-1-1,0 1 0,0 1 0,-9 7 0,5-2 92,0 1 0,0 0-1,1 1 1,-10 17 0,14-22-111,-7 13 64,1 2 1,1 0 0,0 0-1,2 0 1,0 1 0,2 0 0,0 1-1,2-1 1,0 1 0,2-1-1,1 39 1,0-49-97,1 0 0,0 0 0,1 0 0,1 0 0,-1 0 0,2 0-1,0-1 1,0 1 0,1-1 0,10 17 0,-7-17-1,0 0 0,1-1 0,0 0 0,1-1 0,0 0 0,0 0 0,1-1 0,0-1 0,20 11 0,-11-8 6,0-1 1,0-1-1,1 0 0,1-2 0,36 6 1,-13-6 31,80 0 1,-112-6-46,0 0 0,0-1 0,0 0 0,-1-1 1,1-1-1,-1 0 0,19-7 0,-26 8-2,1-1 0,-1 0 0,0-1 0,0 1 0,0-1 0,0 0 0,-1 0-1,1 0 1,-1-1 0,0 1 0,-1-1 0,1 0 0,-1 0 0,0-1 0,0 1 0,0-1 0,2-9 0,-1 4 4,-1 1 1,-1 0-1,0-1 1,0 1-1,-1-1 1,0 0-1,-1 0 1,-1 1-1,1-1 1,-2 0-1,1 1 1,-1-1-1,-5-11 1,2 8-4,-1-1 0,-1 2 0,0-1 0,-1 1 1,-1 0-1,0 0 0,0 1 0,-15-14 0,-4 0-11,-1 2 0,0 1 0,-2 1 0,-1 2 0,0 1 0,-59-24-1,74 35-230,1 2 0,-2 0 0,1 1 0,-1 0 0,1 2 1,-1 0-1,0 1 0,0 1 0,0 0 0,0 2 0,-31 4 0,-3 12-4216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1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204 142 5507,'26'-5'109,"-19"3"-103,34-8 12,1 2 1,79-5-1,-112 13-19,7-1 41,-1 1-1,1 1 1,-1 0-1,19 4 1,-29-3-26,-1-1 1,1 1 0,-1 0-1,1 0 1,-1 0 0,0 1-1,1-1 1,-1 1 0,-1 0-1,1 0 1,0 1 0,-1-1-1,0 1 1,1-1-1,-1 1 1,4 9 0,-1-2 14,0 1 0,-1 0 0,-1 0 0,0 0 0,-1 1 0,0 0-1,-1-1 1,1 19 0,-1 4 293,-7 63 0,3-82-227,-1 0 0,-1 0 0,0-1 0,-1 0 1,-1 1-1,0-2 0,-1 1 0,-1-1 0,0 0 0,0-1 0,-2 1 0,0-2 0,0 0 0,-1 0 0,-1 0 0,0-2 0,0 1 0,-21 12 0,14-11-7,0-1-1,0-1 1,-1 0-1,0-2 1,-1 0-1,0-2 1,0 0-1,-1-1 1,1-1-1,-1-1 1,0-1-1,0-1 0,-26-2 1,41 0-50,1 0-1,0 0 1,0 0-1,-1-1 1,1 0 0,0 0-1,0-1 1,1 0 0,-1 0-1,1 0 1,-1-1 0,1 0-1,0 0 1,0 0 0,1 0-1,-1-1 1,1 0-1,0 0 1,0 0 0,0 0-1,1-1 1,0 1 0,-4-10-1,0-5 34,0 0 0,1 0-1,1 0 1,1-1 0,1 0-1,0-23 1,1 20-59,2 1 0,1-1 0,0 0 0,2 1 0,1 0 0,0 0 0,2 0 0,13-34 0,-12 41-12,0 1 1,2-1-1,0 2 1,0-1-1,1 1 1,1 1-1,1 0 1,0 0-1,0 1 1,1 1 0,0 0-1,23-14 1,-9 11-12,0 1 1,1 1 0,0 1 0,1 1-1,0 2 1,1 1 0,0 1 0,0 2 0,0 1-1,0 1 1,59 4 0,-75-1 3,0 1-1,0 0 1,0 1 0,-1 1-1,0 0 1,0 0 0,0 1-1,0 1 1,0 1-1,-1-1 1,-1 2 0,13 9-1,-10-5 0,-1 0 0,-1 1-1,0 1 1,-1 0 0,-1 1-1,0 0 1,0 0 0,13 33-1,-11-15 13,0 1-1,-2 1 0,-2 0 1,-1 0-1,-2 1 1,-1 0-1,-2 0 0,-1 0 1,-2 0-1,-9 59 1,5-73 4,-1 0 1,-1-1 0,-1 0 0,-1 0 0,0-1 0,-1 0 0,-2-1 0,0 0 0,-27 31 0,20-28 5,-1 0 1,-2-2-1,0-1 0,-1 0 0,0-2 1,-52 29-1,59-39-161,0 1 1,0-2 0,-1 0-1,0-1 1,0-1-1,0-1 1,-1 0-1,-28 0 1,43-2-60,0-1 0,-1 0 0,1 0 0,0 0 0,-1 0 0,1 0 0,-1-1 0,1 1 0,0-1 0,0 0 0,-1 0 0,1-1 1,0 1-1,-3-2 0,3-1-179,1 1 0,-1-1 1,1 0-1,0 1 0,0-1 1,1 0-1,-1 0 0,1-1 1,0 1-1,-1-7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1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21 152 7347,'0'0'4018,"0"-152"-1985,-2 182-2033,-13 50 0,12 45 0,3 24 64,0 2-48,3-8-16,23-25-112,1-37-2961,-21-49-5619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2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4370,'0'0'7059,"89"0"-7075,57-9-1536,14-9-3715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3346,'0'0'4129,"219"0"-4177,-103 0 64,15 0-16,9-6-784,-7 3-144,-14 0 768,-24 0 160,-32 3 0,-19 0 80,-23 0 176,3 0-128,-7 6-128,4 3-320,-3-9-3778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4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 7203,'0'0'3490,"169"12"-3490,-32-18-2401,6-18-2017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 5106,'0'0'2818,"167"-17"-2898,-69 17-3314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5202,'0'0'2273,"151"-21"-1312,-82 15-545,2 6-320,3 0-96,-14 0-2881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4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5555,'0'0'5554,"199"-15"-5666,-48-3-2657,15-3-2546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4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 4962,'0'0'2433,"158"-18"-1792,-72 15 31,18 3-560,8-3-112,-8-6-912,-23 0-5651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8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663 232 8644,'31'-2'301,"-6"-1"-269,157-4 51,-161 7-76,0 2 1,-1 0-1,1 1 0,-1 1 1,1 1-1,-1 1 0,34 15 1,-34-9-1,-1 0 0,-1 1 1,0 1-1,0 1 0,-2 1 1,0 0-1,-1 1 0,0 1 1,-2 0-1,0 0 0,-1 2 0,-1 0 1,0 0-1,10 31 0,-6-9 15,-2 0-1,-2 0 0,-2 1 1,-2 1-1,-1-1 0,-1 67 1,-5-90-10,-1-1 0,-1 1 0,-1 0 0,-1-1 0,0 1 0,-1-1 0,-2 0 0,0-1 0,0 0 0,-2 0 0,0 0 0,-1-1 0,-1 0 0,-1-1 0,0-1 0,-1 0 0,0 0 0,-2-1 0,-16 13 0,9-10-1,-1-1 0,-1-1 1,0-1-1,-1 0 1,0-2-1,-1-2 0,-1 0 1,1-1-1,-1-2 0,-55 8 1,58-12 1,-1-1 1,1-1-1,-1-1 0,1-1 1,-1-1-1,1-1 0,0-2 1,0 0-1,0-1 0,1-2 1,0 0-1,-37-20 1,41 17 41,1-1 1,0-1-1,1-1 1,0 0 0,1-2-1,1 0 1,0 0-1,1-1 1,1-1 0,1 0-1,0-1 1,1 0-1,2-1 1,0 0 0,1-1-1,0 0 1,2 0-1,-4-26 1,3 5-31,2-1 0,3 1 0,0-1-1,3 0 1,2 1 0,1-1 0,3 1 0,1 0 0,2 0 0,2 1-1,2 1 1,21-46 0,-22 59-26,1 1 0,2 0-1,0 1 1,2 0 0,0 2 0,2 0-1,1 1 1,0 1 0,1 1-1,2 1 1,0 1 0,1 1 0,0 1-1,1 2 1,1 0 0,1 2-1,0 0 1,34-7 0,-27 10 3,1 2 1,0 1 0,0 2-1,1 2 1,-1 1 0,1 2-1,37 6 1,-46-3-2,-1 1 0,0 2 0,-1 1 0,1 0 0,-2 2 0,1 2 1,-1 0-1,-1 1 0,42 31 0,-34-17 7,-2 1 0,0 1 1,-3 1-1,0 2 0,-2 1 0,-1 0 1,-2 2-1,-2 1 0,-1 1 0,-1 0 1,-2 1-1,11 43 0,-9-16 74,-3 0 0,-3 1 0,-3 1 0,-3 0-1,-3 0 1,-8 110 0,-1-119-12,-2 0-1,-3-1 1,-2 0-1,-3 0 1,-2-2 0,-34 71-1,21-64 2,-4-1 0,-2-1-1,-2-2 1,-92 102 0,55-84-20,-3-3 0,-3-3 1,-2-4-1,-4-4 0,-2-4 1,-3-4-1,-124 53 0,153-80-244,0-2-1,-1-4 0,-1-2 0,-1-3 0,-79 7 0,-3-19-2626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9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1017 49 5298,'28'-7'795,"-8"1"-675,5-1 56,1 0 0,0 2-1,0 1 1,1 0 0,51 2-1,-69 3-94,0 0 1,0 1-1,-1 1 0,1-1 0,-1 1 0,1 1 0,-1-1 0,0 1 0,0 1 1,-1 0-1,1 0 0,-1 0 0,0 1 0,-1 0 0,1 0 0,-1 1 0,0 0 0,-1 0 1,0 0-1,8 15 0,0 3 0,-1 0 0,-1 2 0,-1-1 0,-1 1 1,7 43-1,-7-25 25,-3 0 0,-2 1 0,-1-1 0,-6 78 0,0-94-73,-1-1 0,-1 1-1,-2-1 1,-1 0-1,-1-1 1,-1 0 0,-1 0-1,-24 39 1,17-38-17,-1-1 1,-1 0-1,-1-2 1,-2 0-1,-1-2 1,0 0-1,-2-2 1,-54 35-1,57-43-5,1-1 0,-2-1 1,0-2-1,0 0 0,0-1 0,-1-2 0,0 0 1,-1-2-1,1 0 0,-1-2 0,0-1 0,-27-2 1,39 0-1,1-1 1,0 0 0,-1-1 0,1 0 0,0-1-1,1-1 1,-1 0 0,1 0 0,0-1 0,-22-16-1,21 12 8,1 0-1,0-1 0,1-1 0,0 0 1,1 0-1,1-1 0,0-1 0,0 1 0,-6-17 1,2 1 22,1-1 0,2-1 1,0 0-1,3 0 0,0-1 1,2 0-1,2 0 1,0 0-1,3 0 0,4-49 1,-1 48-27,2 0 1,1 0-1,1 0 1,3 1 0,0 0-1,2 1 1,1 0-1,2 1 1,35-56 0,-33 63-15,1 2 0,1 0 0,0 0 0,2 2 0,0 1 0,1 0 0,1 2 1,44-24-1,-36 25 1,1 1 1,0 1 0,1 3 0,0 0-1,1 2 1,65-7 0,-46 11 37,-1 2 0,87 8 0,-103-1 16,0 1 1,-1 1 0,0 2-1,66 26 1,-65-18 40,-1 2 1,-1 0-1,0 3 1,-2 1-1,55 50 1,-50-37-18,-2 2 1,-2 2-1,-1 1 1,29 50-1,-28-34 32,-3 2-1,-2 1 0,-3 0 1,-2 2-1,-3 1 0,-3 1 1,14 105-1,-24-100 60,-2 2-1,-10 126 1,0-148-89,-2-1 1,-2 0-1,-2 0 0,-34 88 0,24-89-58,-3-1 0,-1-1-1,-3-1 1,-1-2 0,-48 54-1,15-28 2,-4-4 0,-93 73-1,47-54-352,-4-4 0,-4-6 1,-2-5-1,-3-5 0,-3-6 0,-2-5 0,-2-6 0,-163 33 0,-149-14-7634,437-64 7817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19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0 304 2913,'0'0'2540,"0"-27"-1809,0-202 1155,0 184-1024,0 43-659,0 11-51,5 206 361,51 335 1,-52-496-1669,-30-95-7428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19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 0 4178,'0'0'1841,"-154"134"-1233,112-69-16,7-2-368,5-7-208,12-2-16,3-10-784,0-11-2465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19.5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0 194 6115,'0'0'5026,"199"-83"-4978,-20 53-96,5 9-272,-18-5-2545,-35-7-2274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0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0 301 4338,'0'0'1374,"1"-30"-859,1-205 3353,-2 200-1827,5 140-2091,19 116 0,-8-100 73,-12-83-16,2 23-26,3 0 1,2-1 0,26 83-1,-35-138-197,-2-4 61,1 0-1,-1 1 1,0-1-1,1 0 0,-1 0 1,1 0-1,-1 0 0,1 0 1,0 0-1,-1 0 0,1 0 1,0 0-1,0 0 0,-1 0 1,1-1-1,0 1 0,2 1 1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0.6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1 3954,'0'0'5042,"-89"125"-4978,50-45-16,1 3-32,2-6-16,9-9-1360,7-17-2738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0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1 119 6835,'0'0'1777,"240"-65"-1537,-79 38-240,11 9-112,-17 9-3089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4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422 64 2753,'0'0'2351,"13"-9"-1871,66-45 3006,-86 64-3592,-14 15 182,-2-1 0,-1-1 0,-35 26 0,-88 51-12,94-71-31,-55 22 0,53-26 101,50-24-75,-7 7 613,18-7-450,90 12-133,-1 3 1,0 5-1,169 62 0,-154-37-3453,-92-35-2017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5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503 0 4210,'0'0'2964,"-5"7"-2793,-11 11-56,0-2 1,-1 0 0,-1 0 0,0-2-1,-1 0 1,0-2 0,-42 21 0,-166 59 1445,156-66-948,56-18-370,21-4-154,32-3-84,-30-1 18,123 3 104,144 21-1,-238-18-119,45 12-1,-69-14-310,0 0 0,-1 1-1,1 0 1,-1 1-1,0 1 1,16 11-1,-1 9-3048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5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268 43 4626,'0'0'3551,"9"-9"-3049,24-24-294,-98 91 69,-122 82-1,141-107-130,45-33-136,0 1 0,0-1 0,1 1 0,-1-1 0,0 1 1,0 0-1,1 0 0,-1-1 0,0 1 0,1 0 0,-1 0 1,1-1-1,-1 1 0,1 0 0,-1 0 0,1 0 0,0 0 1,-1 1-1,1-1-7,0 0 1,0-1-1,1 1 1,-1 0-1,0-1 1,0 1-1,1 0 0,-1-1 1,0 1-1,1-1 1,-1 1-1,0-1 1,1 1-1,-1-1 1,1 1-1,-1-1 1,1 1-1,-1-1 1,1 0-1,-1 1 1,2-1-1,5 4 3,0-1 0,0 0 0,1 0 0,8 1 0,1 1 42,306 105-115,-252-89-1355,-21-13-2620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6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390 2 4034,'0'0'4487,"3"-1"-4227,-10 10-250,-31 24 157,-1-2 1,-1-1 0,-2-2-1,-1-2 1,0-2 0,-85 33 0,115-48 278,16 0 30,23 6-289,30 8-23,84 22-1,-85-30-1064,96 41 0,-114-35-2599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7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324 38 2849,'0'0'3893,"5"-8"-3040,16-18-460,-17 22-216,-21 24-48,-2 0-54,-1-1-1,-1-1 0,0-1 0,-43 26 0,-104 48 1310,150-83-1023,17-7-351,1-1 1,0 0-1,0 0 1,-1 0-1,1 0 0,0 0 1,0 0-1,-1 0 0,1 1 1,0-1-1,0 0 0,0 0 1,-1 0-1,1 0 0,0 1 1,0-1-1,0 0 1,-1 0-1,1 1 0,0-1 1,0 0-1,0 0 0,0 1 1,0-1-1,0 0 0,0 0 1,0 1-1,0-1 1,-1 0-1,1 0 0,0 1 1,0-1-1,0 0 0,1 1 1,-1-1-1,0 0 0,0 0 1,0 1-1,0-1 0,0 0 1,0 0-1,0 1 1,0-1-1,0 0 0,1 0 1,-1 1-1,0-1 0,0 0 1,0 0-1,1 0 0,-1 1 1,0-1-1,0 0 0,0 0 1,1 0-1,-1 0 1,0 0-1,1 1 0,18 9-123,-17-9 146,42 16 34,0-2 0,58 13 0,98 10-116,-149-29-76,41 6-1228,-21-8-1747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7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263 127 4338,'0'0'3516,"-8"-1"-3185,4 1-328,1 0-1,0 0 1,0 0 0,0 1-1,0-1 1,0 1 0,0-1-1,0 1 1,0 0 0,0 0-1,-4 3 1,2-1-8,1 0-1,0 0 1,0 0 0,1 1-1,-1 0 1,1-1 0,0 1-1,-5 7 1,7-9 4,-174 274 42,194-303 340,40-45 0,-2 4-340,-38 43-43,-1-1-1,29-56 1,-41 68 116,0 0 0,-1-1 0,0 0 0,-1 0 0,-1 0 0,0 0 0,-1 0 0,0-18 0,6 51 338,0-6-490,-7-10 29,73 134-53,-62-118-31,0 0 0,1-1 0,1 0 0,1-1-1,21 18 1,-31-29-229,1-1 0,1 0-1,-1 0 1,10 5 0,21 0-2488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8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1 736,'0'0'0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8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81 160 1329,'-22'-106'432,"22"104"-282,0-1 0,-1 1 0,1-1 0,-1 1 0,0 0 0,1-1 0,-1 1 0,0 0 0,-1 0 0,1 0 0,0 0 0,-1 0 0,1 0 0,-1 0 0,1 0 0,-1 0 0,0 1 0,0-1 0,0 1 0,0-1 0,0 1 0,0 0 0,-4-2 0,-5-3 2098,91 35-655,-30-12-1502,54 11 1,-58-17-57,-1 2 0,47 19 0,-90-31-38,-1-1 0,1 1 0,0 0 1,0 0-1,-1 0 0,1 0 0,0 0 0,-1 0 1,1 0-1,-1 0 0,1 1 0,-1-1 0,0 0 1,1 1-1,-1 0 0,0-1 0,0 1 1,0 0-1,0-1 0,-1 1 0,1 0 0,0 0 1,-1 0-1,1-1 0,-1 1 0,1 0 0,-1 0 1,0 0-1,0 0 0,0 0 0,0 0 1,0 0-1,-1 0 0,1 0 0,-1 0 0,1-1 1,-1 1-1,1 0 0,-1 0 0,0 0 0,0-1 1,0 1-1,0 0 0,-2 1 0,-10 13 14,-2 0-1,0-1 0,-1-1 1,-26 18-1,19-14 5,-129 92-227,129-96-747,-1-1 0,-39 16 0,-2-12-3334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9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324 24 16,'0'0'6848,"-9"-3"-5898,-3-3-671,6 4-108,0-1 1,0 1 0,0 0 0,-1 0 0,-8-1 0,15 3-154,0 0 1,-1 0-1,1 0 0,0 0 0,0 0 1,0 0-1,0 0 0,-1 0 0,1 0 1,0 0-1,0 0 0,0 0 0,0 0 1,0 0-1,-1 0 0,1 0 0,0 0 0,0 0 1,0 0-1,0 0 0,0 0 0,-1 1 1,1-1-1,0 0 0,0 0 0,0 0 1,0 0-1,0 0 0,0 0 0,0 0 1,-1 1-1,1-1 0,0 0 0,0 0 1,0 0-1,0 0 0,0 0 0,0 1 1,0-1-1,0 0 0,0 0 0,0 0 0,0 0 1,0 1-1,0-1 0,0 0 0,0 0 1,0 0-1,0 0 0,0 1 0,0-1 1,0 0-1,0 0 0,0 0 0,0 0 1,0 0-1,1 1 0,-1-1 0,8 16 100,18 17-242,-7-14 155,2-1 1,0-1-1,2 0 0,44 24 1,107 40 104,-164-77-121,15 6 11,-24-10-26,-1 1 0,1-1 0,0 1 0,0-1 0,-1 0 0,1 1 1,0 0-1,0-1 0,-1 1 0,1-1 0,-1 1 0,1 0 0,0-1 0,-1 1 0,1 0 1,-1 0-1,0-1 0,1 1 0,-1 0 0,1 1 0,-2 1 0,0-1 1,1 0-1,-1 1 0,-1-1 1,1 0-1,0 0 0,0 0 1,-1 0-1,1 0 0,-1 0 1,0 0-1,0 0 0,1-1 1,-1 1-1,0-1 0,0 1 1,0-1-1,-1 0 0,-3 2 1,0 1 3,-142 74 51,102-56-59,-25 13-900,-137 45 1,62-44-2552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0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599 1 1329,'0'0'7270,"-6"2"-6513,-56 22-446,-95 53 1,0 0-225,99-52 949,-100 28 1,189-49-530,339 31-264,-214-27-2797,-112-7-2066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1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364 45 1793,'0'0'4898,"8"-7"-4202,26-23-207,-26 23 362,-19 28 109,-12 6-802,-1-2 0,-2 0 0,-47 35 0,50-42-49,-1-1 0,-1-1 1,0-2-1,-1 0 0,-1-2 0,0 0 0,-52 13 0,235-22 801,105 29-701,7-1-3532,-201-30-1599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1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422 25 1649,'0'0'6115,"0"-4"-5104,0-12-398,0 12-341,-7 10-210,-28 26 106,-1-3 0,-1-1 0,-2-1 0,-1-2 0,0-2 0,-2-2 0,-83 29 0,108-46 202,13-3 107,17-1-232,-6 0-269,399 0 102,-234 0-2496,-95 0-1181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2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376 57 3089,'0'0'3909,"11"-10"-3045,32-32-151,-39 37-23,-9 6-476,-11 8-54,-83 48 130,24-12 440,-155 67 0,221-107-529,14-1-138,19-1-77,-17-3 39,339 37 363,-7 28-3545,-280-52-776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2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325 7 1953,'0'0'4162,"10"-3"-3479,-8 2-633,0 1 0,-1-1-1,1 1 1,0-1 0,0 1 0,0-1 0,0 1 0,0 0 0,0 0 0,0 0 0,0 0 0,0 1-1,0-1 1,2 1 0,-3-1-35,-1 1 0,0-1 0,0 1 0,0-1 0,0 0-1,0 1 1,0-1 0,0 1 0,0-1 0,0 1 0,0-1 0,0 0 0,0 1-1,0-1 1,0 1 0,0-1 0,0 1 0,0-1 0,0 0 0,0 1 0,-1-1-1,1 1 1,0-1 0,0 0 0,-1 1 0,1-1 0,-19 25 377,-29 24-2,-3-3 0,-1-2-1,-97 62 1,113-81-4,27-16-185,12-4-54,20-2-8,-12-2-141,95 10 41,189 48 0,-275-53-250,-2-1-1059,0 0 0,32 5 0,-20-9-3364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3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 73 2497,'0'0'3572,"-9"-5"-3078,6 3-473,1 1-1,-1-1 1,1 1-1,-1-1 1,0 1-1,0 0 1,1 0-1,-1 0 1,0 0-1,-6 0 1,7 2-17,-1-1 0,1 1 0,0-1 0,-1 1 0,1 0 0,0 0 0,-1 0 0,1 1 0,0-1 0,0 0 0,0 1 0,0 0 0,0-1 0,0 1 0,1 0 0,-1 0 0,1 0 0,-3 3-1,-92 135 30,56-79 90,-46 55-1,119-156 84,-2-1 0,-1-1 0,-2-2-1,-2-1 1,23-56 0,-16 25 282,-33 75-475,0 1-1,0-1 1,0 1-1,1-1 1,-1 1-1,0-1 1,0 1-1,1-1 1,-1 1-1,0-1 1,1 1-1,-1 0 0,0-1 1,1 1-1,-1 0 1,1-1-1,-1 1 1,0 0-1,1-1 1,-1 1-1,1 0 1,-1 0-1,1 0 1,-1 0-1,1-1 0,-1 1 1,1 0-1,-1 0 1,1 0-1,-1 0 1,2 0-1,14 11-1,7 22-186,78 120 399,-86-133-254,2-1 0,0 0 1,1-1-1,0-1 0,25 17 1,-39-31-295,2 0 0,-1 0 0,0 0 1,0-1-1,10 4 0,12-3-4622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4.1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18 2529,'0'0'6014,"-10"-3"-5291,-3-1-503,8 2-79,0 0 0,0 0 0,0 1 0,0 0 0,-1 0 0,1 0-1,0 1 1,-8 0 0,28 8-7,54 22 47,108 32 0,-4-2-60,-162-56-122,0 1 0,-1 0 0,1 1 1,-1 0-1,0 1 0,15 13 0,-23-19 0,0 1-1,-1 0 0,1 0 0,0 0 1,-1 1-1,0-1 0,1 0 0,-1 1 1,0-1-1,0 0 0,0 1 1,0-1-1,-1 1 0,1 0 0,0 3 1,-2-3 0,1 0 0,-1-1 1,1 1-1,-1 0 0,0-1 1,0 1-1,0 0 0,0-1 1,0 1-1,-1-1 0,1 0 1,-1 1-1,1-1 0,-1 0 1,0 0-1,0 0 0,0 0 1,-3 2-1,-13 10 11,0 0-1,-1-2 1,-37 19 0,-70 26-22,93-43-280,0-1 0,-1-2 1,0-1-1,0-2 0,-71 8 1,55-15-3260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4.8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233 66 976,'0'0'5958,"-15"-11"-4902,-46-33-405,50 33-93,24 13-451,22 10-113,123 40 177,-46-17-104,-110-34-66,0-1 1,0 1 0,0 0 0,1 0-1,-1 1 1,0-1 0,-1 0-1,1 1 1,0-1 0,0 1-1,-1-1 1,1 1 0,-1 0 0,1 0-1,1 3 1,-2-4-2,-1 1 0,1-1 1,-1 1-1,0 0 0,1-1 1,-1 1-1,0-1 0,0 1 0,0-1 1,0 1-1,0 0 0,-1-1 1,1 1-1,0-1 0,-1 1 0,1-1 1,-1 1-1,1-1 0,-1 1 0,0-1 1,0 0-1,0 1 0,0-1 1,0 0-1,0 0 0,-1 2 0,-7 6 0,-1-1 0,0 0-1,0 0 1,0-1 0,-16 8 0,-70 30-385,-50 2-2291,-22-10-3834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5.9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568 259 752,'0'0'2900,"-27"-8"-2321,0-2-392,7 3-21,0 1 1,0 0-1,-1 2 0,0 0 0,0 1 0,-35 1 0,13 2 706,0 1 0,1 3-1,-66 14 1,18 3 905,90-21-1755,-8 4 155,24-2-107,41-4-7,0-3 0,81-17-1,122-40 55,-176 40-133,334-75-1022,-141 54-2556,-200 38 905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6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29 5266,'0'0'3170,"-4"-8"-2346,-6-9-759,3 14-95,6 4 15,1 1-1,-1-1 1,0 1-1,1-1 1,0 1-1,-1 0 1,1-1 0,0 1-1,0-1 1,-1 1-1,1 0 1,1-1-1,-1 4 1,2 24-80,9 40 0,30 121 300,21 119-92,-47-233-133,-7-40-528,-1 1 0,2 57-1,-9-73-2703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6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4482,'0'0'3116,"1"4"-2790,15 91-618,-5-22 304,56 394 105,-61-428-124,0 22 222,-6-91-67,7-177 42,-4 182-211,1-1-1,2 1 1,0 0 0,1 1 0,2-1 0,12-24-1,-14 33-60,1 2 0,1-1 0,17-22 0,-23 34 38,0-1 0,0 1 0,0 0 0,0 0 0,1 0 0,0 0 0,-1 1 0,1 0 0,0-1 0,0 1 1,0 1-1,1-1 0,-1 1 0,0-1 0,1 1 0,-1 0 0,1 1 0,5-1 0,-8 1 11,0 1-1,0-1 1,0 1-1,0-1 1,0 1 0,0 0-1,0 0 1,0 0-1,-1 0 1,1 0-1,0 0 1,-1 0 0,1 0-1,-1 1 1,1-1-1,-1 1 1,0-1-1,0 1 1,1 0 0,-1-1-1,0 1 1,-1 0-1,1 0 1,1 3-1,3 7-55,-1 1-1,5 21 0,-6-23 51,28 178 17,-5-24 89,-25-160-61,0-1 1,0 0-1,0 0 0,0 0 1,0 0-1,1 0 0,0-1 1,0 1-1,0 0 0,0-1 1,0 0-1,1 1 0,0-1 1,0 0-1,0 0 0,0 0 1,0-1-1,0 1 0,7 3 1,-3-3 7,0-1 1,0 0 0,1-1 0,-1 1 0,1-1 0,-1-1 0,1 0 0,-1 0 0,1 0 0,8-2 0,-5 0-4,0-1-1,0 0 1,0 0 0,0-1-1,0-1 1,-1 0 0,0 0-1,0-1 1,0 0 0,-1-1 0,0 0-1,15-15 1,-3 1-113,-1-1 0,-1-1 0,30-48-1,-39 53 102,0 0 0,-2 0 0,0-1 0,-1 0 1,-1 0-1,-1-1 0,0 0 0,-2 0 0,0 0 0,-1-40 0,-2 55 13,0 0 1,0 0-1,0 0 1,-1 0-1,0 0 1,0 0-1,0 0 1,-1 0-1,0 1 1,0-1 0,0 1-1,0-1 1,-6-7-1,6 9 32,-1 1 1,0-1-1,0 0 0,-1 1 0,1 0 0,0 0 1,-1 0-1,1 0 0,-1 0 0,1 1 0,-1-1 1,0 1-1,0 0 0,0 0 0,0 1 0,0-1 1,-7 1-1,4 0-30,1 0 1,0 0 0,0 1-1,0 0 1,0 0 0,0 1-1,0 0 1,0 0 0,1 0-1,-1 0 1,0 1-1,1 0 1,0 0 0,0 1-1,0-1 1,0 1 0,-6 6-1,0 3 2,1-1 0,0 1 1,1 1-1,0 0 0,-9 19 0,10-16 70,1 1 0,0-1 0,2 1 0,0 1 0,1-1 1,0 0-1,2 1 0,0 0 0,1 0 0,3 33 0,-1-45-56,0 1 0,1 0 1,0 0-1,0-1 0,0 1 0,1-1 0,0 0 0,1 0 1,0 0-1,0 0 0,0-1 0,1 1 0,0-1 0,0 0 1,0 0-1,1-1 0,0 0 0,0 0 0,0 0 0,1-1 1,-1 0-1,1 0 0,11 4 0,3 1-205,1-2 0,0-1 0,0 0 0,0-2 0,0 0 0,45 1 0,23-4-1906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7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1 561 2721,'0'0'2770,"0"2"-2343,7-10-268,18-27 19,-2-1 0,-1-1 0,-2 0 0,-2-2 0,22-63 0,-37 87-4,0-1 1,0 0-1,-2 1 1,1-26-1,-2 39-148,0 0 0,0-1-1,-1 1 1,1 0 0,0-1 0,-1 1-1,1 0 1,-1 0 0,0-1 0,0 1-1,0 0 1,0 0 0,0 0 0,0 0-1,-1 0 1,1 0 0,-1 0 0,1 1 0,-1-1-1,0 0 1,1 1 0,-1 0 0,0-1-1,0 1 1,0 0 0,0 0 0,0 0-1,-1 0 1,1 0 0,-3 0 0,-6-2-8,0 1 1,0 1-1,0 0 1,0 0-1,-12 2 1,7-1-27,19 4-166,14 10 14,0 0-1,1-1 1,36 19-1,6 4 152,-27-13 4,0 0-1,-1 2 0,34 35 0,-59-53-10,0 1-1,0 0 1,-1 0-1,0 0 1,0 1-1,-1 0 1,0 0-1,0 1 1,-1-1 0,-1 1-1,1 0 1,-2 0-1,1 0 1,-1 0-1,-1 0 1,0 1-1,0-1 1,-2 12-1,1-19 22,-1 1 1,1-1-1,-1 0 0,0 0 1,0 0-1,-1 1 0,1-1 0,-1-1 1,1 1-1,-1 0 0,0 0 0,0-1 1,0 1-1,-1-1 0,1 1 1,0-1-1,-1 0 0,0 0 0,-3 3 1,0-3 53,1 1 1,0-1 0,-1 1 0,1-2 0,-1 1-1,0 0 1,1-1 0,-1 0 0,0-1-1,-8 1 1,20-6 434,35-8-722,1 1 1,57-8-1,45-11-1242,-105 20 1026,0-2 0,-1-1 0,0-2 0,58-34-1,-84 42 380,-1-1 0,0 0 0,0 0 0,0-1 0,-1 0 0,-1-1 0,11-15 0,-15 18 194,0-1 0,0 0 0,-1 0 0,0 0 0,-1 0 0,0-1 0,0 0 0,-1 1 0,-1-1 0,1 0 0,-1-16 0,-1 12 108,0 0 0,-1-1 0,0 1 0,-1 0 0,-7-24 0,6 32-151,1 0 0,-1 1 0,0-1 0,0 1 0,-1 0 0,1-1 0,-1 2 1,0-1-1,-1 0 0,1 1 0,-1 0 0,0 0 0,0 0 0,0 1 0,-11-6 0,12 6-48,-1 1 0,1 0 0,-1 0 0,1 0 0,-1 1 0,0 0 1,0-1-1,0 2 0,0-1 0,0 0 0,0 1 0,0 0 0,0 0 0,0 1 0,1 0 1,-1-1-1,-10 4 0,10-1-37,-1 0 0,0 0 0,1 0 0,-1 1 0,1 0-1,0 0 1,0 1 0,1-1 0,-1 1 0,1 0 0,0 0 0,-4 6 0,-4 11-29,1 0 0,0 1 0,2 0 1,0 1-1,-9 45 0,11-40 63,2 1 1,1 0-1,2 0 1,0 0-1,3 1 0,3 30 1,-3-52-13,1 1 1,0-1 0,0 0-1,1-1 1,1 1-1,-1 0 1,1-1 0,1 0-1,-1 0 1,2 0-1,-1 0 1,1-1 0,6 7-1,-3-5 4,1-2 0,0 1 0,0-1 1,0 0-1,1-1 0,0 0 0,0-1 0,22 7 0,-4-4-27,0-2-1,0-1 1,1-1-1,-1-2 1,1-1 0,0-1-1,42-6 1,-39 1-325,1-1 0,-1-1 0,42-17 1,91-52-3841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7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0 3089,'0'0'5286,"-3"20"-5631,-2 14 312,2 0-1,2 1 0,1 0 1,7 43-1,105 521 541,-105-578-210,-4-15-1104,-1-51-6668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8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348 1 4034,'0'0'4514,"-202"142"-4466,146-47-32,14 3-16,15 0-880,6-11-2914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8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1 197 5090,'0'0'2850,"237"-81"-2626,-127 46-192,3 5-64,-9 3-817,-24 3-2080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8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8884,'0'0'2129,"3"240"-3153,-3-139 1024,0-9-849,0-29-3713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8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0 482 3794,'0'0'2806,"26"-35"-2672,84-113 10,-86 114 273,27-49 1,-44 68-94,-1 0 1,0-1-1,-1 0 0,4-21 1,-6 23-71,-2 0 0,0-1 0,0-15 0,-1 22-8,-1 6 197,0 2-444,1 0 0,0 0 1,0 0-1,0 0 0,-1 0 1,1 1-1,0-1 0,0 0 1,0 0-1,-1 0 0,1 0 1,0 0-1,0 0 0,-1 0 0,1 0 1,0 0-1,0 1 0,0-1 1,0 0-1,-1 0 0,1 0 1,0 0-1,0 1 0,0-1 1,0 0-1,0 0 0,0 0 1,-1 0-1,1 1 0,0-1 1,0 0-1,0 0 0,0 1 1,0-1-1,0 0 0,0 0 1,0 0-1,0 1 0,0-1 0,0 0 1,0 0-1,0 1 0,0-1 1,0 0-1,0 0 0,0 0 1,1 1-1,-1-1 0,0 0 1,0 0-1,0 0 0,0 1 1,0-1-1,1 3-58,4 11-61,0 0 0,1 0 0,0-1-1,1 0 1,1 0 0,0-1 0,1 0 0,19 22 0,11 14 110,-17-17 20,-1 2 0,-1 0 0,-2 1 0,27 71 0,-40-88-8,0 0-1,0 0 0,-2 1 1,0-1-1,-1 1 0,-1 0 1,-1 0-1,0 0 0,-1-1 1,-1 1-1,-1 0 0,-1-1 1,-5 19-1,5-27 5,1 1 0,-1-1 0,-1-1 0,0 1 0,0-1 1,-1 1-1,0-1 0,0-1 0,-1 1 0,0-1 0,0-1 0,-1 1 0,1-1 1,-2 0-1,1-1 0,-11 6 0,18-11 33,1 0 0,-1 1 0,0-1 0,1 0 0,-1 0 0,1 1 0,-1-1 0,0 0 0,0 0 0,1 0 0,-1 0-1,0 0 1,1 0 0,-1 0 0,0 0 0,1 0 0,-1 0 0,0 0 0,1-1 0,-1 1 0,0 0 0,1 0 0,-1-1 0,1 1 0,-1 0 0,0-1 0,1 1 0,-1-1 0,1 1 0,-1-1 0,0-1 22,0 1 0,0-1 0,0 1 1,1-1-1,-1 0 0,1 0 0,-1 1 0,1-1 1,0 0-1,0 0 0,-1-2 0,7-46 353,-6 47-428,1 0-1,0 0 1,-1-1 0,2 1 0,-1 0 0,0 0 0,1 0-1,-1 0 1,1 0 0,0 0 0,0 1 0,0-1-1,0 1 1,0-1 0,1 1 0,-1 0 0,1 0 0,0 0-1,-1 0 1,1 0 0,0 0 0,0 1 0,0 0 0,0-1-1,1 1 1,-1 0 0,0 1 0,7-2 0,-9 2-90,0 0 0,0 0 0,0-1 0,0 1 0,0 0 0,-1 0 0,1 0 0,0 1 0,0-1 0,0 0 0,0 0 0,0 0 0,0 1 0,0-1 0,0 0 0,0 1 0,-1-1 0,1 1 0,0-1 0,0 1 0,-1-1 0,1 1 0,0 0 0,-1-1 0,1 1 0,0 0 0,-1 0 0,1-1 0,-1 1 0,1 0 0,-1 0 0,1 0 0,-1 0 0,0 0 0,0-1 0,1 1 1,-1 0-1,0 0 0,0 1 0,2 19-3754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0.0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21 297 1745,'0'0'6654,"-3"0"-6572,2 0-92,1 0 1,-1 0-1,0 0 0,1 1 0,-1-1 0,1 0 0,-1 0 0,0 0 1,1 0-1,-1 1 0,1-1 0,-1 0 0,1 1 0,-1-1 0,1 0 1,-1 1-1,1-1 0,-1 1 0,1-1 0,-1 1 0,1-1 0,0 1 1,-1-1-1,1 1 0,0-1 0,-1 2 0,-2 22-85,10 34 117,-5-49-24,1 7 137,5 25 455,2 44 0,-3-141 75,27-104-1,-27 135-690,1 1 0,2-1-1,0 2 1,2-1-1,0 1 1,24-32 0,-32 50 6,1 0 1,-1 0 0,0 0-1,1 1 1,0 0 0,0 0 0,0 0-1,1 0 1,0 1 0,-1 0-1,1 0 1,0 0 0,0 1 0,0 0-1,1 0 1,-1 1 0,1-1-1,-1 1 1,0 1 0,1-1 0,10 2-1,-13-1-3,1 0 0,-1 0 0,0 1 0,1 0 0,-1 0-1,0 0 1,0 1 0,0-1 0,0 1 0,0 0 0,-1 0-1,1 0 1,6 5 0,-4-1-15,0 0-1,0 0 1,0 1-1,-1 0 1,1 0-1,5 10 1,2 9-7,-1 0 1,-2 1 0,10 33-1,-8-5 79,-2 1 0,-2 1-1,-3-1 1,-2 87-1,-3-143-31,0 1 0,-1-1 0,1 0 0,0 0 0,0 0 0,0 0 0,0 1 0,0-1 0,0 0 0,0 0 0,-1 0 0,1 0 0,0 1 0,0-1 0,0 0 0,0 0 0,-1 0 0,1 0 0,0 0 0,0 0 0,0 0 0,-1 0 0,1 0 0,0 0 0,0 0 0,0 0 0,-1 0 0,1 0 0,0 0 0,0 0 0,0 0 0,-1 0 0,1 0 0,0 0 0,0 0 0,0 0 0,-1 0 0,1 0 0,0 0 0,0 0 0,0 0 0,0 0 0,-1-1 0,1 1 0,0 0 0,0 0 0,0 0 0,0 0 0,-1 0 0,1-1 0,0 1 0,0 0 0,0 0 0,0 0 0,0-1 0,-10-23 167,3-3-207,2 1 0,1-1 0,1-1 0,1 1 1,4-47-1,-1 54-8,1 0 0,1 0 0,1 1 0,1-1 0,0 1 0,2 0 0,0 1 0,16-30 0,-15 34-28,1 1-1,0 0 0,1 1 0,0 0 1,1 0-1,19-15 0,-24 22 14,0 1-1,0 0 0,1 1 0,-1-1 0,1 1 0,0 1 0,0-1 0,0 1 1,0 0-1,1 1 0,-1 0 0,0 0 0,1 0 0,-1 1 0,15 1 1,-14 1 34,-1 0 1,0 0 0,-1 0 0,1 1 0,0 0 0,-1 1 0,1-1 0,-1 1-1,0 0 1,0 1 0,-1-1 0,1 1 0,-1 1 0,0-1 0,0 1 0,-1-1 0,0 1-1,7 12 1,3 8-54,0 1 0,-2 1 0,11 35 0,-12-26 108,-2 0 0,-1 1 0,-2-1 0,-2 2 0,0 55 0,-5-91 195,-2-9-35,-2-7-73,1-1-1,0 0 1,2-1-1,-1 1 1,1-16-1,-1-83-315,3 85 246,1 4-61,0 1 0,1-1 1,1 0-1,12-43 0,-10 52-73,1 0 0,0 0 0,1 1 0,1 0 0,0 0 0,1 0 0,0 1 0,12-12 0,-17 20 46,1 1 0,-1 0 0,1 0 1,0 0-1,0 1 0,0-1 0,0 1 1,7-3-1,-9 5 31,-1 0 1,1 0-1,-1 1 1,1-1-1,0 1 0,-1-1 1,1 1-1,0 0 0,-1 0 1,1 0-1,0 0 1,0 0-1,-1 1 0,1-1 1,0 1-1,-1-1 0,1 1 1,-1 0-1,1 0 1,-1 1-1,4 1 0,-2 1-2,0-1-1,0 1 1,-1 0 0,1 0-1,-1 1 1,0-1 0,0 1-1,0-1 1,-1 1-1,3 6 1,18 58 2,-12-16 186,-2 0 1,3 78 0,-1-5 226,-10-118-408,1 6 47,0 0 0,0-1 0,7 18 0,-8-29-73,0 1-1,0 0 0,0 0 1,0 0-1,1-1 0,-1 1 0,1 0 1,0-1-1,0 0 0,0 1 1,0-1-1,0 0 0,1 0 0,-1 0 1,1 0-1,-1-1 0,1 1 1,-1-1-1,1 1 0,5 0 0,36 2-1932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0.4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479 111 2641,'0'0'2281,"-32"-18"-1387,-104-53-358,130 67-516,0 1 1,0 0-1,-1 1 0,1 0 0,-1 0 0,0 0 0,0 1 1,0 0-1,0 0 0,0 1 0,1-1 0,-1 2 0,0-1 0,0 1 1,0 0-1,0 0 0,-10 4 0,8-1 5,0-1 0,1 2 0,-1-1 0,1 1 0,0 0 0,0 1 0,1 0 0,0 0 0,0 0-1,0 1 1,1 0 0,0 1 0,0-1 0,1 1 0,0 0 0,-4 9 0,0 1 43,1 1 0,1 0 0,0 0 0,2 0-1,0 1 1,-4 34 0,6-19-26,1-1 0,1 1-1,8 64 1,-6-89-36,1 0 0,0 0 0,0 1 0,1-2 1,0 1-1,1 0 0,0-1 0,1 1 0,0-1 0,0 0 1,1-1-1,0 1 0,1-1 0,-1 0 0,2-1 0,-1 0 0,13 9 1,-13-11-4,1-1 1,0-1 0,0 1 0,0-1 0,0 0 0,0-1 0,1 0 0,-1-1 0,1 1-1,0-2 1,-1 1 0,1-1 0,0 0 0,-1-1 0,1 0 0,16-4 0,-14 2 0,0-1 1,0 0-1,0 0 1,-1-1-1,0-1 1,0 1-1,0-2 1,-1 1-1,1-1 1,-2-1-1,17-16 1,-15 10-10,1 1 0,-2-2 0,0 1 0,0-1 0,-2-1 0,0 1 0,-1-1 0,5-18 1,-4 7 77,-2-1 0,-1 1 1,-1-1-1,-1-33 0,-5 5 91,2 19 722,7 71-756,-1-12-137,0 0 0,2 0 1,1 0-1,0-1 0,2-1 1,0 1-1,1-2 0,1 1 1,1-2-1,1 1 0,0-2 1,1 0-1,34 29 0,-42-41-375,-1-1-1,1 0 1,0 0-1,0 0 1,0-1-1,1 0 1,-1 0-1,1-1 1,0 0 0,14 2-1,18-3-3758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0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1008,'0'0'6569,"2"40"-6625,-1-3 37,0 29 35,4-1 0,13 67 0,84 381 144,-100-504-152,-2-8-4,0 0 0,-1 0-1,1 0 1,0 0-1,1 0 1,-1 0-1,0 0 1,0 0-1,0 0 1,1 0-1,-1 0 1,0 0 0,1 0-1,-1 0 1,1 0-1,-1 0 1,1-1-1,-1 1 1,1 0-1,0 0 1,-1 0 0,1-1-1,0 1 1,0 0-1,0-1 1,-1 1-1,1-1 1,0 1-1,2 0 1,-3-1 12,1-1-1,-1 1 1,1 0 0,0-1 0,-1 1-1,1 0 1,-1-1 0,1 1 0,-1-1-1,0 1 1,1-1 0,-1 1 0,1-1 0,-1 0-1,0 1 1,0-1 0,1 1 0,-1-1-1,0 0 1,0 1 0,0-1 0,0 0-1,1 1 1,-1-2 0,1-2 59,19-66 279,4 0 0,50-102 0,-14 71-851,116-152-1,-150 217-2255,-21 22-1366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1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0 400 4082,'0'0'942,"9"28"-710,-2-5-216,-1 0 1,2-1 1,0 0-1,1 0 1,1-1-1,2 0 1,17 25-1,-12-22 10,1-1 0,41 41-1,-51-57-20,-1-1-1,1 0 0,0-1 1,0 1-1,1-1 0,-1-1 1,1 0-1,0 0 0,0-1 1,1 0-1,-1 0 1,19 2-1,-15-4 19,0 0 1,0 0-1,0-1 0,0-1 1,0 0-1,0-1 1,0-1-1,0 0 0,-1 0 1,1-1-1,-1-1 1,0 0-1,14-8 0,4-7-8,-1 0 0,-1-2 0,-1 0 0,-1-3 0,0 0 0,-3-1 0,0-1 0,-1-1 0,-2-1 0,-1-1 0,-1-1 0,-2-1 0,19-50 0,-28 58 215,-1 0-1,-1-1 0,3-37 0,-7 51-34,-1 0-1,0 0 1,0 1 0,-1-1 0,0 0-1,-1 1 1,0-1 0,-1 1-1,0 0 1,-7-16 0,5 20-118,1 1 1,-1-1-1,0 1 1,0 0-1,0 0 1,-1 0-1,0 1 1,0-1-1,0 1 1,0 1-1,-1-1 1,1 1-1,-1 1 1,0-1-1,0 1 1,0 0-1,0 0 0,-8 0 1,7 1-57,0 0 1,0 0-1,0 1 0,0 0 0,0 0 1,0 1-1,0 0 0,0 0 1,0 1-1,0 0 0,0 0 1,1 1-1,-1 0 0,1 1 0,0-1 1,-9 7-1,6-1-24,1 0 0,0 1-1,0 1 1,1-1 0,0 1 0,1 1-1,0-1 1,0 1 0,2 0 0,0 1-1,0-1 1,1 1 0,-3 15 0,1-1 9,2 0 1,1 1-1,1-1 1,1 1-1,4 39 0,-2-56 6,0 0-1,1 0 1,1 0-1,0-1 0,0 1 1,1-1-1,0 1 1,1-1-1,0-1 0,1 1 1,0-1-1,0 0 1,13 14-1,-9-13-3,0-2 0,1 1 0,0-1-1,0-1 1,1 0 0,0-1 0,0 0 0,0 0 0,1-2 0,0 1 0,14 2 0,5-1-41,1-1 1,0-1-1,-1-2 1,1-1-1,0-1 1,0-2 0,0-2-1,34-8 1,-14-3-991,83-37 0,-134 51 998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2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69 580 5282,'0'0'611,"-12"-11"438,10-28-187,-2 0 0,-9-40-1,-3-21-909,-6-212-85,26 376-7,2-1 1,17 73-1,-5-34 132,81 475 53,-58-417-40,-7-32 6,-27-107 17,-4-43 64,-5-22-62,-12-62 0,-2-33-50,16 121 48,-2-10-118,2 0-1,0 0 1,2 0-1,8-36 1,-9 57 37,1 1 0,0-1 1,0 1-1,0 0 0,1 0 0,0 0 0,0 0 1,1 0-1,-1 1 0,1-1 0,0 1 0,1 0 1,-1 0-1,1 1 0,0-1 0,1 1 0,-1 0 1,1 0-1,-1 1 0,1 0 0,0 0 0,0 0 1,12-3-1,-5 3 38,-1 0 0,1 1 1,-1 0-1,1 1 0,0 1 1,0 0-1,0 1 0,-1 0 1,1 0-1,0 2 0,-1 0 1,1 0-1,-1 1 0,0 0 1,0 1-1,-1 1 0,0 0 0,1 0 1,-2 1-1,1 1 0,-1 0 1,0 0-1,-1 1 0,13 15 1,-8-8 17,-1 1 0,-1 1 0,-1 0-1,0 0 1,-2 1 0,0 1 0,-1 0 0,-1 0 0,0 0 0,-2 1 0,-1-1 0,0 1 0,-2 0 0,1 26 0,-2-39 2,-1 0-1,0 0 1,-1 0 0,1 1 0,-2-1 0,1 0-1,-1 0 1,0-1 0,-1 1 0,1 0-1,-2-1 1,1 1 0,-1-1 0,0 0 0,-1 0-1,1-1 1,-1 1 0,-10 9 0,-1-2 16,-2 0 1,1-1 0,-2-1-1,1-1 1,-2-1 0,1 0-1,-1-1 1,-1-2 0,0 0-1,0-1 1,0 0 0,-1-2-1,1-1 1,-1-1 0,-38-1-1,54 0-29,1-1 0,-1 0-1,1-1 1,-1 1 0,1-1 0,0 0-1,-1-1 1,1 1 0,-5-3-1,8 2-37,-1 1-1,1-1 0,0 0 0,0 0 1,0 1-1,0-2 0,1 1 0,-1 0 1,0 0-1,1 0 0,0-1 0,-1 1 1,1-1-1,0 1 0,0-1 1,0 0-1,1 1 0,-2-6 0,0-7-752,1 1-1,0-25 1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2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 1 5507,'0'0'669,"-25"2"-591,10-1-67,0 0 5,0 1-1,1 0 0,-24 6 1,32-5 11,-1-1 0,0 1 1,1 0-1,0 0 1,-1 1-1,1 0 1,1 0-1,-1 0 0,1 1 1,-1-1-1,1 1 1,-7 10-1,1 2 55,0 0-1,1 1 1,1 0 0,0 1-1,2 0 1,0 1 0,-7 34-1,8-21 17,1 1 1,2-1-1,3 64 0,0-88-89,1 0 1,0 1 0,0-1-1,1 0 1,1 0 0,-1 0-1,1 0 1,1 0-1,0-1 1,0 1 0,1-1-1,0 0 1,10 12-1,-9-14 0,-1 0 0,2-1 0,-1 0-1,0 0 1,1-1 0,0 0-1,0 0 1,1 0 0,-1-1 0,1 0-1,-1 0 1,1-1 0,0 0 0,0-1-1,0 0 1,10 1 0,-6-1 53,-1-1 1,1 0-1,0-1 1,0 0-1,0-1 1,17-4-1,-22 3-24,0 1-1,0-2 0,0 1 1,-1 0-1,1-1 0,-1-1 1,0 1-1,0-1 0,0 0 1,-1 0-1,9-11 0,-7 8-10,-1-2 0,0 1 0,0-1-1,-1 0 1,-1 0 0,1-1 0,-2 1-1,5-20 1,-3 6 40,-2-1-1,0-48 1,-3 63-63,0-1 0,-1 1 0,1 0 1,-2 0-1,0 0 0,0 0 0,-1 0 1,0 1-1,-1-1 0,0 1 1,0 0-1,-1 0 0,0 0 0,-10-12 1,-69-79-1264,60 74 93,-17-21-2097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3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0 3378,'0'0'1894,"-6"29"-1716,6-29-177,-9 45 27,1 0 0,3 0 0,0 79 0,16-15 261,48 208 1,-40-227-146,56 179 154,-73-261-281,0-1-1,1 1 0,0-1 0,1 1 0,0-1 0,0 0 0,0 0 1,10 10-1,-12-15 10,1 0-1,-1 0 1,1 0 0,0 0 0,0-1-1,0 1 1,0-1 0,0 0 0,0 1 0,0-1-1,0-1 1,1 1 0,-1 0 0,0-1-1,1 0 1,-1 0 0,0 0 0,0 0-1,1 0 1,-1-1 0,0 1 0,0-1 0,1 0-1,2-1 1,3-1 13,0-1 0,-1 0 0,0 0 0,0-1 0,0 0 1,-1 0-1,0-1 0,1 0 0,5-7 0,7-9-189,26-36 0,-35 43-496,-1 0 0,13-27 1,4-32-3362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3.1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90 5683,'0'0'304,"196"-9"-160,-62-15-48,14 6-96,-11 0-112,-21-2-2946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3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2401,'0'0'2737,"-2"8"-2718,1 4-15,-1 1-1,2-1 1,-1 0 0,2 1-1,-1-1 1,2 0-1,0 0 1,0 0 0,5 14-1,1 9 22,148 791 501,-150-799-433,-6-27-73,0 0 1,0 0 0,0 0 0,0 0 0,0 0 0,0 0 0,0 0 0,0 0-1,1 0 1,-1-1 0,0 1 0,0 0 0,0 0 0,0 0 0,0 0 0,0 0-1,0 0 1,0 0 0,0 0 0,0 0 0,0 0 0,0 0 0,1 0-1,-1 0 1,0 0 0,0 0 0,0 0 0,0 1 0,0-1 0,0 0 0,0 0-1,0 0 1,0 0 0,0 0 0,0 0 0,0 0 0,0 0 0,1 0 0,-1 0-1,0 0 1,0 0 0,1-42 1748,-1 28-1762,0-24 11,1-1 0,3 1 0,1-1 1,2 1-1,1 1 0,2-1 0,2 2 0,21-49 0,-16 52-489,1 0 1,40-55-1,-43 70 171,0 1 1,0 0-1,2 0 1,0 2-1,31-22 0,-41 32 253,1 1-1,-1-1 0,1 2 0,0-1 0,0 1 0,1 0 1,-1 1-1,16-3 0,-21 5 43,1 0-1,-1 0 1,0 0-1,1 0 1,-1 0 0,1 1-1,-1-1 1,0 1-1,0 0 1,1 0 0,-1 0-1,0 1 1,0-1-1,0 1 1,0-1 0,0 1-1,-1 0 1,1 0-1,0 1 1,-1-1 0,0 0-1,1 1 1,-1-1-1,3 6 1,1 3-4,-1 0 0,0 0 0,0 1 1,-2-1-1,1 1 0,-1 0 0,-1 0 0,1 14 1,2 104 245,-5-106-139,-2 34 177,3 58 542,0-103-681,0 1 0,1-1 0,1 0 0,0 0 0,1 0 0,6 16 0,-6-23-113,-1 0 1,1-1 0,0 1 0,0-1 0,0 0 0,1 0 0,0 0 0,0-1 0,0 1-1,1-1 1,-1-1 0,1 1 0,0-1 0,0 0 0,0 0 0,1 0 0,-1-1 0,0 0-1,1 0 1,11 1 0,7 0-14,1-2 0,-1 0 1,1-1-1,33-5 0,-27 1-290,0-1 1,0-2-1,42-14 1,106-61-5324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4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110 508 2417,'0'0'1652,"-7"-37"-471,-48-236 751,35 190-890,-7-32 1232,26 143-2172,9 107-265,34 185 1,-18-162 196,-2 1 14,30 203 13,-50-353-160,3 22 188,1-1 0,1 0 0,15 35 0,-20-58-245,0-1-1,1-1 0,-1 1 1,1 0-1,1-1 1,-1 1-1,1-1 0,0 0 1,0 0-1,1-1 1,0 1-1,-1-1 0,1 0 1,1 0-1,-1-1 1,0 1-1,1-1 0,0-1 1,0 1-1,0-1 1,10 3-1,36-2-4112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4.5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224 0 3986,'0'0'1355,"-30"16"-824,10-6-415,4-3-22,0 1 0,1 1 0,-28 20 1,36-23-42,1 0 1,0 0 0,0 0 0,1 0 0,0 1-1,0 0 1,1 0 0,-1 0 0,2 1 0,-1-1-1,1 1 1,0 0 0,-3 14 0,1 3 56,0 0-1,2 1 1,1-1 0,1 1 0,1 0-1,2-1 1,0 1 0,8 31-1,-7-44-98,1 0-1,0-1 0,1 1 1,1-1-1,0 0 1,0 0-1,2-1 0,-1 0 1,1 0-1,1-1 0,0 0 1,0 0-1,1-1 0,0 0 1,0-1-1,1 0 0,17 9 1,-13-9-5,-1-2 0,1 0 1,0-1-1,1 0 0,-1-1 0,29 3 1,96-2 245,-132-4-230,1-1-1,-1-1 1,0 0-1,1 0 1,-1 0 0,0-1-1,15-5 1,-20 5-12,0 0 0,0 0 1,0 0-1,0 0 0,0 0 1,0-1-1,-1 1 0,1-1 1,-1 0-1,0 1 0,0-1 1,0 0-1,0 0 0,0-1 1,-1 1-1,1 0 0,-1-1 0,0 1 1,0-1-1,1-6 0,0-4 39,-1 1-1,0-1 0,-1 0 1,-1 0-1,0 0 0,0 0 0,-2 1 1,0-1-1,0 1 0,-1 0 0,-1-1 1,0 2-1,-11-20 0,-8-10-18,-2 1 0,-47-54 0,72 93-30,-50-56-82,-3-4-3120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5.0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520 141 1953,'0'0'4020,"-10"-21"-3523,1 3-436,-2-1 0,-19-26 1,26 41-58,0 1 0,0-1 0,0 1 1,0 1-1,0-1 0,-1 0 0,0 1 1,1 0-1,-1 0 0,0 0 0,0 1 0,0 0 1,0 0-1,0 0 0,0 0 0,-1 1 1,-9 0-1,0 0 8,-1-2 19,0 1 1,0 1-1,-1 1 0,1 0 1,-30 7-1,37-5-24,0 0 0,-1 1 0,1 0 0,1 0 0,-1 1-1,1 0 1,-1 1 0,1 0 0,1 0 0,-14 14 0,9-6-14,0 0-1,1 1 1,1 0 0,0 1-1,1 0 1,1 1 0,0 0-1,2 0 1,-9 32 0,10-27-2,1 1 1,1 0 0,1 1 0,1-1 0,1 0-1,1 1 1,5 31 0,-4-46 13,0 0-1,1 0 1,0 0 0,1 0-1,0-1 1,0 0-1,1 1 1,0-2 0,0 1-1,1 0 1,0-1-1,1 0 1,-1-1 0,1 1-1,0-1 1,1 0 0,-1-1-1,1 0 1,0 0-1,1-1 1,-1 0 0,13 4-1,-3-2 8,-1-1-1,1 0 1,0-1-1,0-1 0,0-1 1,1-1-1,-1 0 1,1-1-1,-1-1 1,30-6-1,-41 5-4,1 0-1,0-1 0,-1 0 0,0 0 1,0 0-1,0-1 0,0 0 1,-1-1-1,1 0 0,-1 0 1,0 0-1,-1 0 0,1-1 1,-1 0-1,0 0 0,-1-1 1,1 1-1,-1-1 0,0 0 0,-1 0 1,3-8-1,1-5 21,0 0 0,-2 0 0,-1 0 0,0 0 0,-1-1 0,-1-38 0,-2 30 26,1-4-10,-7-56 1,5 79 13,-1 1 1,0-1 0,-1 1 0,0 0 0,0 0 0,-1 0 0,0 1 0,-1-1 0,0 1 0,-9-12 0,12 18 39,2 8-90,0 20-35,1 0-1,1 0 1,1-1 0,1 1-1,2-1 1,0 0 0,2 0 0,1-1-1,19 39 1,-18-46 53,0 0 0,1-1 1,1 0-1,1-1 0,0 0 0,1-1 0,16 13 1,-20-19-230,1-1 0,-1 0 1,1 0-1,1-1 1,-1-1-1,1 0 1,0 0-1,0-1 1,1-1-1,-1 0 1,23 2-1,43-3-3547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5.4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513 0 5891,'0'39'229,"0"-28"-217,0 80 45,19 136 0,59 228 488,-24-149-221,-48-268-309,41 188 48,-45-220-62,11 30 34,-12-35-31,-1 0 0,1 1 0,0-1 0,-1 0-1,1 0 1,0 1 0,0-1 0,0 0 0,0 0 0,0 0 0,0 0-1,0 0 1,1 0 0,-1-1 0,0 1 0,1 0 0,-1-1-1,0 1 1,1-1 0,1 1 0,-2-1 6,1 0 1,-1 0-1,0-1 1,1 1-1,-1-1 1,0 1-1,0-1 0,0 0 1,1 1-1,-1-1 1,0 0-1,0 0 1,0 0-1,0 0 1,0 0-1,-1 0 0,1 0 1,0 0-1,0 0 1,-1 0-1,1 0 1,0-1-1,-1 1 0,1 0 1,-1 0-1,0-1 1,1 1-1,-1 0 1,0-1-1,0-1 0,8-48 219,-8 48-221,2-28 29,-1 0-1,-1 0 1,-2 0-1,-7-41 1,5 53-55,-1 1 0,0 0 0,-1 1 0,-1-1 0,-1 1 0,0 1 0,-2-1 1,-17-23-1,12 20-52,-2 1 0,0 0-1,-1 2 1,-36-29 0,41 37 54,0 1-1,0 0 1,0 1 0,-1 1-1,0 0 1,-1 1-1,1 0 1,-1 2-1,-20-4 1,16 4 11,-1 2 1,0 0 0,0 1-1,0 1 1,-38 7 0,46-5 8,0 0 0,0 1 1,1 0-1,-1 1 0,1 1 1,0-1-1,1 2 0,-1 0 0,1 0 1,-14 13-1,11-7 21,1 0 1,1 1-1,-1 0 0,2 1 0,0 0 0,1 1 1,1 0-1,0 0 0,1 1 0,1 0 1,0 0-1,2 1 0,0 0 0,0-1 0,2 1 1,0 0-1,2 0 0,-1 1 0,2-1 1,1 0-1,4 19 0,-3-26-1,0 0 1,1 0-1,0 0 0,1-1 0,1 0 1,0 0-1,0 0 0,0-1 0,1 1 1,1-2-1,0 1 0,0-1 1,0 0-1,1-1 0,0 0 0,1 0 1,0-1-1,0-1 0,15 8 0,3-2-2,-1-1 0,2 0 0,-1-3-1,1 0 1,0-2 0,44 3 0,-23-6-230,55-4-1,48-15-1898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5.6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1 238 5106,'0'0'3922,"279"-95"-3506,-112 42-416,-4 11-128,-32 12-2977,-39 13-1425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5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241 134 2145,'0'0'2065,"-187"87"-1345,142-64-192,36-17 305,18-6 63,74-6-560,54-29 225,44-10-353,18-5-208,-12-7-1489,-26 1-1136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6.1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563 34 6643,'0'0'1780,"-40"-5"-887,15 1-813,2 0-52,0 2 1,0 0 0,-34 1-1,46 2-1,0 1-1,-1 0 0,1 0 0,0 1 0,0 0 0,0 1 0,0 0 0,1 1 0,0 0 0,-1 1 0,-16 13 0,9-4 76,0 1 0,1 0 0,1 2-1,1 0 1,0 1 0,1 0 0,2 1 0,0 0-1,0 1 1,2 1 0,-7 23 0,5-7 14,1 1 0,3 0 0,1 1 0,2 0 0,0 68 0,5-80-63,1-1-1,1 1 0,2 0 0,0-1 1,2 1-1,1-1 0,14 32 1,-12-38-40,1 0 0,2-1 0,0-1 0,0 1 0,2-2 0,0 0 1,2-1-1,0 0 0,21 17 0,-18-20-8,0 0 0,0-1 0,2-1 0,-1-1 0,1-1 0,1-1 0,0 0 0,30 6 0,-10-6-39,0-2 0,1-1 0,67-1 0,-78-5-50,0-1 0,0-1-1,0-2 1,58-15-1,-74 14 32,-1 0-1,0-1 1,0-1-1,0 0 1,-1-2-1,0 1 1,-1-2-1,0 1 0,0-2 1,-1 0-1,14-16 1,-15 12 53,0-1 1,0-1-1,-2 1 0,0-2 1,-1 1-1,-1-1 0,-1 0 1,0-1-1,-1 1 1,-1-1-1,-1 0 0,-1-1 1,1-23-1,-3 5 77,-1 0-1,-2 1 1,-2 0-1,-1-1 0,-21-67 1,14 67 29,-1 2-1,-3 0 1,0 0-1,-2 2 1,-2 0 0,-1 1-1,-2 1 1,0 2-1,-3 0 1,0 2 0,-39-31-1,54 49-115,0 1-1,-1 1 1,0 0 0,0 0-1,-1 2 1,0-1-1,0 2 1,0 0-1,-1 1 1,0 0-1,0 1 1,0 1 0,0 0-1,0 1 1,0 1-1,-1 0 1,1 1-1,0 1 1,0 0 0,0 1-1,-23 8 1,11 1-1419,0 1 1,-48 31-1,20-10-2814,-22 5 2663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7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46 294 4754,'0'0'1740,"-2"19"-1428,-8 58 357,6-60 1122,0-14-1136,0-13-337,3 9-104,-3-9-168,0 0-1,1-1 1,0 0 0,1 1 0,0-1 0,1 0 0,0 0-1,1 0 1,0 0 0,0 0 0,1 0 0,1 0 0,0 0-1,0 0 1,1 1 0,7-17 0,-3 16-55,1 0 1,0 0 0,0 1-1,1 1 1,0-1-1,1 2 1,0-1-1,15-8 1,-2 2-35,0 1 0,1 1 0,28-10 0,-27 14-15,0 1 0,1 2 0,0 0 0,0 2 0,0 1 0,1 1 0,46 2-1,-67 1 54,0-1 0,0 1 0,0 1-1,-1-1 1,1 1 0,0 0 0,-1 0-1,0 1 1,1-1 0,-1 1 0,0 0-1,0 1 1,0-1 0,-1 1 0,0 0-1,1 0 1,-1 1 0,0-1-1,-1 1 1,1 0 0,-1 0 0,0 0-1,0 0 1,-1 0 0,0 1 0,1-1-1,1 10 1,1 8-13,0 0-1,-1 0 0,-2 1 1,0-1-1,-3 39 1,0-43 25,-2 0 1,0 0 0,-1 0 0,-1 0 0,-1-1-1,0 0 1,-1 0 0,-1-1 0,-1 0-1,-1 0 1,0-1 0,-19 23 0,-15 13 54,-2-3 0,-66 55 0,-9 9 19,116-108-68,0 1 0,1 0 0,-1 0 0,1 0 0,1 0 0,-1 1 0,1-1 0,0 1 1,0 0-1,1 0 0,-3 14 0,4-18-14,1 1 1,-1 0 0,1 0 0,0 0-1,1 0 1,-1-1 0,1 1-1,-1 0 1,1 0 0,0-1-1,0 1 1,1 0 0,-1-1 0,1 1-1,0-1 1,0 0 0,0 0-1,0 1 1,0-1 0,1-1-1,0 1 1,-1 0 0,1-1 0,4 3-1,6 4 7,1-1-1,1-1 1,-1 0 0,1-1-1,1 0 1,-1-1-1,1-1 1,0-1 0,30 3-1,6-3 13,90-5-1,-130 2-18,0-1 0,1-1-1,-1 0 1,0-1 0,0 0 0,-1-1 0,1 0-1,-1-1 1,1-1 0,-2 1 0,19-13 0,-24 14-5,-1 0 1,0 0 0,1-1-1,-1 1 1,-1-1 0,1 0 0,-1 0-1,0 0 1,0 0 0,0-1-1,-1 1 1,0-1 0,0 0-1,0 0 1,-1 1 0,1-1 0,-2 0-1,1 0 1,-1 0 0,1 0-1,-2 0 1,1 0 0,-1 0-1,0 0 1,0 0 0,-2-7 0,0 4 2,-1-1 0,0 1 0,0 0 1,-1 0-1,0 0 0,-1 0 1,0 1-1,0 0 0,-1 0 1,-14-13-1,-9-4-5,-50-33-1,67 49 8,-33-22 5,-1 3 1,-1 2-1,-59-24 1,76 38-30,0 2 0,0 1-1,-1 1 1,0 2 0,-1 1 0,-51-1 0,52 6-706,17 0-2284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7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382 10 5426,'0'0'2615,"-33"0"-2348,11 0-217,3-1-16,0 1-1,1 1 0,-29 4 0,39-3 26,-1 0 0,1 1 0,0 0 1,0 0-1,0 1 0,0-1 0,0 2 0,1-1 1,-1 1-1,1 0 0,1 1 0,-11 10 0,4-1 66,1 1-1,1 0 1,0 1 0,1 1-1,1-1 1,1 1-1,1 1 1,0-1 0,1 1-1,1 1 1,-3 25-1,5-28-106,1-1-1,1 0 1,1 1 0,0-1-1,1 1 1,1-1-1,1 0 1,0 0-1,1 0 1,0 0-1,2 0 1,0-1-1,0 0 1,11 18-1,-5-18-11,0 0 0,0 0-1,1-2 1,1 1 0,1-1-1,0-1 1,0-1 0,1 0 0,0-1-1,1-1 1,0 0 0,1-1-1,0-1 1,21 5 0,-4-3 7,1-1 0,0-1 0,1-3 0,-1 0 0,1-3-1,54-4 1,-78 2-7,0-1 0,0 0 0,0 0 0,-1-2 0,1 1 0,-1-2 0,1 0 0,12-7 0,-18 8-2,0-1 0,0 0 0,-1 0 0,0 0 0,0-1 0,0 1 0,-1-2 1,0 1-1,0 0 0,0-1 0,-1 0 0,0 0 0,-1-1 0,4-7 0,-2-2 6,0 0-1,-2 0 1,0 0-1,0 0 1,-2-1-1,0 1 1,-1-1-1,-1 1 1,0-1-1,-2 1 1,0 0-1,-1 0 1,0 0-1,-1 0 1,-1 1-1,-1 0 1,0 0-1,-1 0 1,-1 1-1,-1 1 1,0-1-1,-23-24 1,10 15-29,-1 2 1,-2 0-1,0 2 1,-1 1-1,-1 1 1,-1 2-1,0 0 1,-1 2-1,-1 1 1,0 2-1,0 1 1,-1 1-1,0 2 1,-1 1-1,0 1 1,-49 1-1,28 4-2406,28 0-4842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8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86 467 4482,'0'0'456,"-5"16"601,-14 45 501,19-60-1473,0-1 0,0 1 0,0 0 0,0-1 0,-1 1 1,1 0-1,0-1 0,0 1 0,0-1 0,-1 1 0,1 0 0,0-1 0,0 1 1,-1-1-1,1 1 0,0 0 0,-1-1 0,1 1 0,-1-1 0,1 0 0,-1 1 1,1-1-1,-1 1 0,1-1 0,-2 1 0,0-10 143,2 8-1,-3-27 136,1 0 0,3-45 0,0 22-329,-2 38-36,1 0 1,1-1-1,0 1 0,1 0 1,0 0-1,1 0 0,0 0 1,1 0-1,1 1 1,0-1-1,0 1 0,2 0 1,-1 1-1,1 0 0,1 0 1,0 0-1,19-18 1,-13 16-19,2 1 1,-1 1 0,1 0 0,1 1 0,0 0 0,0 2 0,1 0 0,37-11 0,-23 11-87,0 2 0,1 1 0,-1 1 0,46 1 0,-68 3 56,-1 0 0,1 0 0,-1 1 0,1 1 0,-1-1 0,0 2 0,0-1 0,0 1 0,15 7 0,-19-7 33,0 1 0,-1-1-1,1 1 1,-1 0 0,1 0 0,-1 0 0,0 1-1,-1-1 1,1 1 0,-1 0 0,0 0 0,0 0-1,-1 1 1,0-1 0,1 1 0,0 6-1,2 3 19,-2 0 0,0 1-1,-1-1 1,0 1-1,-1-1 1,-1 1-1,0 0 1,-1-1-1,-1 1 1,-1-1-1,0 1 1,-1-1-1,0 0 1,-1 0 0,-1-1-1,0 1 1,-1-1-1,-1-1 1,-18 26-1,-18 7 37,-1-2 0,-2-2 1,-56 38-1,-76 69 121,166-136-114,0 1-1,1 0 1,-17 26-1,24-32-22,1 0 0,-1 1-1,2-1 1,-1 1 0,1 0 0,1 0-1,0 0 1,0 1 0,-1 9-1,2-7-15,0 1 0,1 0-1,1 0 1,2 19 0,-2-28-4,0 0 1,1 1 0,-1-1 0,1 0-1,0 0 1,0 0 0,0 0-1,1 0 1,-1-1 0,1 1 0,0-1-1,0 1 1,0-1 0,0 0-1,7 5 1,1-2 4,0 0-1,0-1 1,1 0 0,-1 0-1,1-1 1,0-1 0,0 0-1,0-1 1,0 0 0,15 0-1,12 0 3,73-8 0,-104 5-4,0 1 0,0-2 0,0 1 0,-1-1 0,1 0 0,-1-1 0,1 1 1,-1-1-1,0-1 0,0 0 0,0 0 0,0 0 0,-1-1 0,0 0 1,0 0-1,0 0 0,0-1 0,-1 0 0,0 0 0,0 0 0,-1-1 0,0 0 1,0 0-1,0 0 0,-1 0 0,0 0 0,-1-1 0,1 1 0,-1-1 0,1-14 1,-2 6-3,0 1 0,-2-1 0,0 0 0,-1 1 0,0-1 0,-1 1 1,-1-1-1,-1 1 0,0 0 0,-1 1 0,0 0 0,-1-1 0,-1 2 1,0-1-1,-1 1 0,0 1 0,-1 0 0,-16-16 0,0 3-12,-1 1-1,-1 2 1,-1 1 0,-1 1-1,-1 1 1,-64-28 0,66 35 0,0 1 1,-42-9-1,57 17-69,0 0-1,0 2 1,-1-1-1,1 2 1,0-1-1,0 2 1,-16 2-1,30-3 33,0 0 0,0 0 0,-1 0-1,1 0 1,0 0 0,0 0 0,-1 0 0,1 0-1,0 0 1,0 1 0,0-1 0,0 0 0,-1 0-1,1 0 1,0 0 0,0 0 0,0 0-1,0 1 1,-1-1 0,1 0 0,0 0 0,0 0-1,0 0 1,0 1 0,0-1 0,0 0 0,0 0-1,-1 0 1,1 1 0,0-1 0,0 0 0,0 0-1,0 0 1,0 1 0,0-1 0,0 0-1,0 0 1,0 0 0,0 1 0,0-1 0,0 0-1,0 0 1,0 0 0,1 1 0,-1-1 0,2 16-3683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8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77 5795,'0'0'5282,"-27"-77"-5282,19 172 0,-1 36 16,9 3 48,0 8-48,12-8-16,20-15-1521,1-36-3393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0 3986,'0'0'3986,"-9"0"-3570,21 0-416,21 0-1089,14 0-1520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7764,'0'0'0,"169"18"-593,-89-18-2016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5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4050,'0'0'3169,"199"0"-2961,-125 0-128,15 0-80,6 0-112,-9 0-2881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0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237 13 3794,'0'0'379,"27"-1"-259,91-1 48,-111 2-136,-1 1 0,1-1 0,-1 1 0,0 0 0,0 1 1,1-1-1,-1 1 0,0 1 0,0-1 0,-1 1 0,1 0 1,-1 0-1,1 1 0,-1-1 0,0 1 0,0 0 0,0 1 1,-1-1-1,0 1 0,0 0 0,0 0 0,0 0 0,-1 1 0,0-1 1,0 1-1,0 0 0,-1 0 0,4 12 0,-1 7 125,0 0 0,-2 0 0,0 1 0,-2-1 0,-3 36 0,2-55-105,-1 8-9,0 0 0,-1 0 0,-1-1 0,0 1 0,-1-1 0,0 1 1,-1-1-1,0-1 0,-1 1 0,-1-1 0,-10 16 0,3-10 4,0-1 1,-1-1-1,0 0 0,-1-1 1,-1-1-1,-28 19 0,36-26 13,-1-1-1,0 0 1,0 0-1,0-1 0,0 0 1,-1-1-1,1 0 1,-1-1-1,0 0 0,-1-1 1,1 0-1,0-1 1,-1 0-1,-13-1 0,19-1-21,0 0 0,0-1 0,0 1 0,1-1 0,-1-1 0,1 1-1,-1-1 1,1 0 0,0 0 0,0 0 0,0-1 0,0 0 0,1 0-1,-1 0 1,1 0 0,0-1 0,0 0 0,1 0 0,-5-8 0,-2-5 16,0 1 0,2-1 0,0-1 0,-9-32 0,12 31 18,0-1 1,2 1 0,0-1 0,1 0 0,1 0-1,4-37 1,-2 46-63,1 1 1,0 0-1,1 0 0,0 0 1,1 0-1,0 0 0,0 1 0,1 0 1,1 0-1,0 0 0,0 0 1,1 1-1,13-14 0,-4 9-14,1 1 0,0 0 0,1 1 1,0 1-1,0 1 0,1 1 0,1 0 0,-1 2 0,1 0 0,41-8 0,-23 8-9,-1 2 0,1 2-1,0 1 1,1 2 0,46 6-1,-69-4 5,1 1 0,-1 0 0,0 1 0,0 1 0,0 1 0,-1 0 0,0 1 0,0 0 0,0 1 0,-1 1 0,-1 0 0,25 22 0,-27-20 7,-1 1-1,0-1 1,-1 2 0,0-1-1,-1 2 1,0-1 0,-1 1-1,-1 0 1,0 0 0,-1 1 0,0-1-1,-1 1 1,-1 0 0,2 18-1,-3-10 19,0 0-1,-2 0 0,0 1 0,-2-1 0,-6 37 0,4-45 19,0 0 0,-1 0 0,0-1 0,-1 0 0,-1 0-1,0 0 1,-1-1 0,-1 0 0,-13 16 0,-3-2 71,0-2 1,-2 0-1,0-2 1,-56 36-1,-131 56-187,212-113 38,-13 5-640,1 0 0,-1-1-1,0-1 1,-17 4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0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413 32 5346,'0'0'916,"-36"-8"-428,1 0-281,-1 2 0,-49-3 0,79 9-142,0 0 1,0 1-1,0 0 0,0 0 0,0 0 0,1 1 0,-1-1 0,0 2 0,1-1 0,-1 1 1,1-1-1,0 1 0,0 1 0,-9 7 0,5-2 92,0 1 0,0 0-1,1 1 1,-10 17 0,14-22-111,-7 13 64,1 2 1,1 0 0,0 0-1,2 0 1,0 1 0,2 0 0,0 1-1,2-1 1,0 1 0,2-1-1,1 39 1,0-49-97,1 0 0,0 0 0,1 0 0,1 0 0,-1 0 0,2 0-1,0-1 1,0 1 0,1-1 0,10 17 0,-7-17-1,0 0 0,1-1 0,0 0 0,1-1 0,0 0 0,0 0 0,1-1 0,0-1 0,20 11 0,-11-8 6,0-1 1,0-1-1,1 0 0,1-2 0,36 6 1,-13-6 31,80 0 1,-112-6-46,0 0 0,0-1 0,0 0 0,-1-1 1,1-1-1,-1 0 0,19-7 0,-26 8-2,1-1 0,-1 0 0,0-1 0,0 1 0,0-1 0,0 0 0,-1 0-1,1 0 1,-1-1 0,0 1 0,-1-1 0,1 0 0,-1 0 0,0-1 0,0 1 0,0-1 0,2-9 0,-1 4 4,-1 1 1,-1 0-1,0-1 1,0 1-1,-1-1 1,0 0-1,-1 0 1,-1 1-1,1-1 1,-2 0-1,1 1 1,-1-1-1,-5-11 1,2 8-4,-1-1 0,-1 2 0,0-1 0,-1 1 1,-1 0-1,0 0 0,0 1 0,-15-14 0,-4 0-11,-1 2 0,0 1 0,-2 1 0,-1 2 0,0 1 0,-59-24-1,74 35-230,1 2 0,-2 0 0,1 1 0,-1 0 0,1 2 1,-1 0-1,0 1 0,0 1 0,0 0 0,0 2 0,-31 4 0,-3 12-4216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1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204 142 5507,'26'-5'109,"-19"3"-103,34-8 12,1 2 1,79-5-1,-112 13-19,7-1 41,-1 1-1,1 1 1,-1 0-1,19 4 1,-29-3-26,-1-1 1,1 1 0,-1 0-1,1 0 1,-1 0 0,0 1-1,1-1 1,-1 1 0,-1 0-1,1 0 1,0 1 0,-1-1-1,0 1 1,1-1-1,-1 1 1,4 9 0,-1-2 14,0 1 0,-1 0 0,-1 0 0,0 0 0,-1 1 0,0 0-1,-1-1 1,1 19 0,-1 4 293,-7 63 0,3-82-227,-1 0 0,-1 0 0,0-1 0,-1 0 1,-1 1-1,0-2 0,-1 1 0,-1-1 0,0 0 0,0-1 0,-2 1 0,0-2 0,0 0 0,-1 0 0,-1 0 0,0-2 0,0 1 0,-21 12 0,14-11-7,0-1-1,0-1 1,-1 0-1,0-2 1,-1 0-1,0-2 1,0 0-1,-1-1 1,1-1-1,-1-1 1,0-1-1,0-1 0,-26-2 1,41 0-50,1 0-1,0 0 1,0 0-1,-1-1 1,1 0 0,0 0-1,0-1 1,1 0 0,-1 0-1,1 0 1,-1-1 0,1 0-1,0 0 1,0 0 0,1 0-1,-1-1 1,1 0-1,0 0 1,0 0 0,0 0-1,1-1 1,0 1 0,-4-10-1,0-5 34,0 0 0,1 0-1,1 0 1,1-1 0,1 0-1,0-23 1,1 20-59,2 1 0,1-1 0,0 0 0,2 1 0,1 0 0,0 0 0,2 0 0,13-34 0,-12 41-12,0 1 1,2-1-1,0 2 1,0-1-1,1 1 1,1 1-1,1 0 1,0 0-1,0 1 1,1 1 0,0 0-1,23-14 1,-9 11-12,0 1 1,1 1 0,0 1 0,1 1-1,0 2 1,1 1 0,0 1 0,0 2 0,0 1-1,0 1 1,59 4 0,-75-1 3,0 1-1,0 0 1,0 1 0,-1 1-1,0 0 1,0 0 0,0 1-1,0 1 1,0 1-1,-1-1 1,-1 2 0,13 9-1,-10-5 0,-1 0 0,-1 1-1,0 1 1,-1 0 0,-1 1-1,0 0 1,0 0 0,13 33-1,-11-15 13,0 1-1,-2 1 0,-2 0 1,-1 0-1,-2 1 1,-1 0-1,-2 0 0,-1 0 1,-2 0-1,-9 59 1,5-73 4,-1 0 1,-1-1 0,-1 0 0,-1 0 0,0-1 0,-1 0 0,-2-1 0,0 0 0,-27 31 0,20-28 5,-1 0 1,-2-2-1,0-1 0,-1 0 0,0-2 1,-52 29-1,59-39-161,0 1 1,0-2 0,-1 0-1,0-1 1,0-1-1,0-1 1,-1 0-1,-28 0 1,43-2-60,0-1 0,-1 0 0,1 0 0,0 0 0,-1 0 0,1 0 0,-1-1 0,1 1 0,0-1 0,0 0 0,-1 0 0,1-1 1,0 1-1,-3-2 0,3-1-179,1 1 0,-1-1 1,1 0-1,0 1 0,0-1 1,1 0-1,-1 0 0,1-1 1,0 1-1,-1-7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1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21 152 7347,'0'0'4018,"0"-152"-1985,-2 182-2033,-13 50 0,12 45 0,3 24 64,0 2-48,3-8-16,23-25-112,1-37-2961,-21-49-5619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2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4370,'0'0'7059,"89"0"-7075,57-9-1536,14-9-3715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3346,'0'0'4129,"219"0"-4177,-103 0 64,15 0-16,9-6-784,-7 3-144,-14 0 768,-24 0 160,-32 3 0,-19 0 80,-23 0 176,3 0-128,-7 6-128,4 3-320,-3-9-3778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4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 7203,'0'0'3490,"169"12"-3490,-32-18-2401,6-18-2017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 5106,'0'0'2818,"167"-17"-2898,-69 17-3314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5202,'0'0'2273,"151"-21"-1312,-82 15-545,2 6-320,3 0-96,-14 0-2881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4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5555,'0'0'5554,"199"-15"-5666,-48-3-2657,15-3-2546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4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 4962,'0'0'2433,"158"-18"-1792,-72 15 31,18 3-560,8-3-112,-8-6-912,-23 0-5651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8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663 232 8644,'31'-2'301,"-6"-1"-269,157-4 51,-161 7-76,0 2 1,-1 0-1,1 1 0,-1 1 1,1 1-1,-1 1 0,34 15 1,-34-9-1,-1 0 0,-1 1 1,0 1-1,0 1 0,-2 1 1,0 0-1,-1 1 0,0 1 1,-2 0-1,0 0 0,-1 2 0,-1 0 1,0 0-1,10 31 0,-6-9 15,-2 0-1,-2 0 0,-2 1 1,-2 1-1,-1-1 0,-1 67 1,-5-90-10,-1-1 0,-1 1 0,-1 0 0,-1-1 0,0 1 0,-1-1 0,-2 0 0,0-1 0,0 0 0,-2 0 0,0 0 0,-1-1 0,-1 0 0,-1-1 0,0-1 0,-1 0 0,0 0 0,-2-1 0,-16 13 0,9-10-1,-1-1 0,-1-1 1,0-1-1,-1 0 1,0-2-1,-1-2 0,-1 0 1,1-1-1,-1-2 0,-55 8 1,58-12 1,-1-1 1,1-1-1,-1-1 0,1-1 1,-1-1-1,1-1 0,0-2 1,0 0-1,0-1 0,1-2 1,0 0-1,-37-20 1,41 17 41,1-1 1,0-1-1,1-1 1,0 0 0,1-2-1,1 0 1,0 0-1,1-1 1,1-1 0,1 0-1,0-1 1,1 0-1,2-1 1,0 0 0,1-1-1,0 0 1,2 0-1,-4-26 1,3 5-31,2-1 0,3 1 0,0-1-1,3 0 1,2 1 0,1-1 0,3 1 0,1 0 0,2 0 0,2 1-1,2 1 1,21-46 0,-22 59-26,1 1 0,2 0-1,0 1 1,2 0 0,0 2 0,2 0-1,1 1 1,0 1 0,1 1-1,2 1 1,0 1 0,1 1 0,0 1-1,1 2 1,1 0 0,1 2-1,0 0 1,34-7 0,-27 10 3,1 2 1,0 1 0,0 2-1,1 2 1,-1 1 0,1 2-1,37 6 1,-46-3-2,-1 1 0,0 2 0,-1 1 0,1 0 0,-2 2 0,1 2 1,-1 0-1,-1 1 0,42 31 0,-34-17 7,-2 1 0,0 1 1,-3 1-1,0 2 0,-2 1 0,-1 0 1,-2 2-1,-2 1 0,-1 1 0,-1 0 1,-2 1-1,11 43 0,-9-16 74,-3 0 0,-3 1 0,-3 1 0,-3 0-1,-3 0 1,-8 110 0,-1-119-12,-2 0-1,-3-1 1,-2 0-1,-3 0 1,-2-2 0,-34 71-1,21-64 2,-4-1 0,-2-1-1,-2-2 1,-92 102 0,55-84-20,-3-3 0,-3-3 1,-2-4-1,-4-4 0,-2-4 1,-3-4-1,-124 53 0,153-80-244,0-2-1,-1-4 0,-1-2 0,-1-3 0,-79 7 0,-3-19-2626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9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1017 49 5298,'28'-7'795,"-8"1"-675,5-1 56,1 0 0,0 2-1,0 1 1,1 0 0,51 2-1,-69 3-94,0 0 1,0 1-1,-1 1 0,1-1 0,-1 1 0,1 1 0,-1-1 0,0 1 0,0 1 1,-1 0-1,1 0 0,-1 0 0,0 1 0,-1 0 0,1 0 0,-1 1 0,0 0 0,-1 0 1,0 0-1,8 15 0,0 3 0,-1 0 0,-1 2 0,-1-1 0,-1 1 1,7 43-1,-7-25 25,-3 0 0,-2 1 0,-1-1 0,-6 78 0,0-94-73,-1-1 0,-1 1-1,-2-1 1,-1 0-1,-1-1 1,-1 0 0,-1 0-1,-24 39 1,17-38-17,-1-1 1,-1 0-1,-1-2 1,-2 0-1,-1-2 1,0 0-1,-2-2 1,-54 35-1,57-43-5,1-1 0,-2-1 1,0-2-1,0 0 0,0-1 0,-1-2 0,0 0 1,-1-2-1,1 0 0,-1-2 0,0-1 0,-27-2 1,39 0-1,1-1 1,0 0 0,-1-1 0,1 0 0,0-1-1,1-1 1,-1 0 0,1 0 0,0-1 0,-22-16-1,21 12 8,1 0-1,0-1 0,1-1 0,0 0 1,1 0-1,1-1 0,0-1 0,0 1 0,-6-17 1,2 1 22,1-1 0,2-1 1,0 0-1,3 0 0,0-1 1,2 0-1,2 0 1,0 0-1,3 0 0,4-49 1,-1 48-27,2 0 1,1 0-1,1 0 1,3 1 0,0 0-1,2 1 1,1 0-1,2 1 1,35-56 0,-33 63-15,1 2 0,1 0 0,0 0 0,2 2 0,0 1 0,1 0 0,1 2 1,44-24-1,-36 25 1,1 1 1,0 1 0,1 3 0,0 0-1,1 2 1,65-7 0,-46 11 37,-1 2 0,87 8 0,-103-1 16,0 1 1,-1 1 0,0 2-1,66 26 1,-65-18 40,-1 2 1,-1 0-1,0 3 1,-2 1-1,55 50 1,-50-37-18,-2 2 1,-2 2-1,-1 1 1,29 50-1,-28-34 32,-3 2-1,-2 1 0,-3 0 1,-2 2-1,-3 1 0,-3 1 1,14 105-1,-24-100 60,-2 2-1,-10 126 1,0-148-89,-2-1 1,-2 0-1,-2 0 0,-34 88 0,24-89-58,-3-1 0,-1-1-1,-3-1 1,-1-2 0,-48 54-1,15-28 2,-4-4 0,-93 73-1,47-54-352,-4-4 0,-4-6 1,-2-5-1,-3-5 0,-3-6 0,-2-5 0,-2-6 0,-163 33 0,-149-14-7634,437-64 7817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19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0 304 2913,'0'0'2540,"0"-27"-1809,0-202 1155,0 184-1024,0 43-659,0 11-51,5 206 361,51 335 1,-52-496-1669,-30-95-7428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19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 0 4178,'0'0'1841,"-154"134"-1233,112-69-16,7-2-368,5-7-208,12-2-16,3-10-784,0-11-2465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19.5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0 194 6115,'0'0'5026,"199"-83"-4978,-20 53-96,5 9-272,-18-5-2545,-35-7-2274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0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0 301 4338,'0'0'1374,"1"-30"-859,1-205 3353,-2 200-1827,5 140-2091,19 116 0,-8-100 73,-12-83-16,2 23-26,3 0 1,2-1 0,26 83-1,-35-138-197,-2-4 61,1 0-1,-1 1 1,0-1-1,1 0 0,-1 0 1,1 0-1,-1 0 0,1 0 1,0 0-1,-1 0 0,1 0 1,0 0-1,0 0 0,-1 0 1,1-1-1,0 1 0,2 1 1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0.6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1 3954,'0'0'5042,"-89"125"-4978,50-45-16,1 3-32,2-6-16,9-9-1360,7-17-2738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0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1 119 6835,'0'0'1777,"240"-65"-1537,-79 38-240,11 9-112,-17 9-3089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4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422 64 2753,'0'0'2351,"13"-9"-1871,66-45 3006,-86 64-3592,-14 15 182,-2-1 0,-1-1 0,-35 26 0,-88 51-12,94-71-31,-55 22 0,53-26 101,50-24-75,-7 7 613,18-7-450,90 12-133,-1 3 1,0 5-1,169 62 0,-154-37-3453,-92-35-2017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5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503 0 4210,'0'0'2964,"-5"7"-2793,-11 11-56,0-2 1,-1 0 0,-1 0 0,0-2-1,-1 0 1,0-2 0,-42 21 0,-166 59 1445,156-66-948,56-18-370,21-4-154,32-3-84,-30-1 18,123 3 104,144 21-1,-238-18-119,45 12-1,-69-14-310,0 0 0,-1 1-1,1 0 1,-1 1-1,0 1 1,16 11-1,-1 9-3048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5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268 43 4626,'0'0'3551,"9"-9"-3049,24-24-294,-98 91 69,-122 82-1,141-107-130,45-33-136,0 1 0,0-1 0,1 1 0,-1-1 0,0 1 1,0 0-1,1 0 0,-1-1 0,0 1 0,1 0 0,-1 0 1,1-1-1,-1 1 0,1 0 0,-1 0 0,1 0 0,0 0 1,-1 1-1,1-1-7,0 0 1,0-1-1,1 1 1,-1 0-1,0-1 1,0 1-1,1 0 0,-1-1 1,0 1-1,1-1 1,-1 1-1,0-1 1,1 1-1,-1-1 1,1 1-1,-1-1 1,1 1-1,-1-1 1,1 0-1,-1 1 1,2-1-1,5 4 3,0-1 0,0 0 0,1 0 0,8 1 0,1 1 42,306 105-115,-252-89-1355,-21-13-2620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6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390 2 4034,'0'0'4487,"3"-1"-4227,-10 10-250,-31 24 157,-1-2 1,-1-1 0,-2-2-1,-1-2 1,0-2 0,-85 33 0,115-48 278,16 0 30,23 6-289,30 8-23,84 22-1,-85-30-1064,96 41 0,-114-35-2599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7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324 38 2849,'0'0'3893,"5"-8"-3040,16-18-460,-17 22-216,-21 24-48,-2 0-54,-1-1-1,-1-1 0,0-1 0,-43 26 0,-104 48 1310,150-83-1023,17-7-351,1-1 1,0 0-1,0 0 1,-1 0-1,1 0 0,0 0 1,0 0-1,-1 0 0,1 1 1,0-1-1,0 0 0,0 0 1,-1 0-1,1 0 0,0 1 1,0-1-1,0 0 1,-1 0-1,1 1 0,0-1 1,0 0-1,0 0 0,0 1 1,0-1-1,0 0 0,0 0 1,0 1-1,0-1 1,-1 0-1,1 0 0,0 1 1,0-1-1,0 0 0,1 1 1,-1-1-1,0 0 0,0 0 1,0 1-1,0-1 0,0 0 1,0 0-1,0 1 1,0-1-1,0 0 0,1 0 1,-1 1-1,0-1 0,0 0 1,0 0-1,1 0 0,-1 1 1,0-1-1,0 0 0,0 0 1,1 0-1,-1 0 1,0 0-1,1 1 0,18 9-123,-17-9 146,42 16 34,0-2 0,58 13 0,98 10-116,-149-29-76,41 6-1228,-21-8-1747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7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263 127 4338,'0'0'3516,"-8"-1"-3185,4 1-328,1 0-1,0 0 1,0 0 0,0 1-1,0-1 1,0 1 0,0-1-1,0 1 1,0 0 0,0 0-1,-4 3 1,2-1-8,1 0-1,0 0 1,0 0 0,1 1-1,-1 0 1,1-1 0,0 1-1,-5 7 1,7-9 4,-174 274 42,194-303 340,40-45 0,-2 4-340,-38 43-43,-1-1-1,29-56 1,-41 68 116,0 0 0,-1-1 0,0 0 0,-1 0 0,-1 0 0,0 0 0,-1 0 0,0-18 0,6 51 338,0-6-490,-7-10 29,73 134-53,-62-118-31,0 0 0,1-1 0,1 0 0,1-1-1,21 18 1,-31-29-229,1-1 0,1 0-1,-1 0 1,10 5 0,21 0-2488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8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1 736,'0'0'0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8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81 160 1329,'-22'-106'432,"22"104"-282,0-1 0,-1 1 0,1-1 0,-1 1 0,0 0 0,1-1 0,-1 1 0,0 0 0,-1 0 0,1 0 0,0 0 0,-1 0 0,1 0 0,-1 0 0,1 0 0,-1 0 0,0 1 0,0-1 0,0 1 0,0-1 0,0 1 0,0 0 0,-4-2 0,-5-3 2098,91 35-655,-30-12-1502,54 11 1,-58-17-57,-1 2 0,47 19 0,-90-31-38,-1-1 0,1 1 0,0 0 1,0 0-1,-1 0 0,1 0 0,0 0 0,-1 0 1,1 0-1,-1 0 0,1 1 0,-1-1 0,0 0 1,1 1-1,-1 0 0,0-1 0,0 1 1,0 0-1,0-1 0,-1 1 0,1 0 0,0 0 1,-1 0-1,1-1 0,-1 1 0,1 0 0,-1 0 1,0 0-1,0 0 0,0 0 0,0 0 1,0 0-1,-1 0 0,1 0 0,-1 0 0,1-1 1,-1 1-1,1 0 0,-1 0 0,0 0 0,0-1 1,0 1-1,0 0 0,-2 1 0,-10 13 14,-2 0-1,0-1 0,-1-1 1,-26 18-1,19-14 5,-129 92-227,129-96-747,-1-1 0,-39 16 0,-2-12-3334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9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324 24 16,'0'0'6848,"-9"-3"-5898,-3-3-671,6 4-108,0-1 1,0 1 0,0 0 0,-1 0 0,-8-1 0,15 3-154,0 0 1,-1 0-1,1 0 0,0 0 0,0 0 1,0 0-1,0 0 0,-1 0 0,1 0 1,0 0-1,0 0 0,0 0 0,0 0 1,0 0-1,-1 0 0,1 0 0,0 0 0,0 0 1,0 0-1,0 0 0,0 0 0,-1 1 1,1-1-1,0 0 0,0 0 0,0 0 1,0 0-1,0 0 0,0 0 0,0 0 1,-1 1-1,1-1 0,0 0 0,0 0 1,0 0-1,0 0 0,0 0 0,0 1 1,0-1-1,0 0 0,0 0 0,0 0 0,0 0 1,0 1-1,0-1 0,0 0 0,0 0 1,0 0-1,0 0 0,0 1 0,0-1 1,0 0-1,0 0 0,0 0 0,0 0 1,0 0-1,1 1 0,-1-1 0,8 16 100,18 17-242,-7-14 155,2-1 1,0-1-1,2 0 0,44 24 1,107 40 104,-164-77-121,15 6 11,-24-10-26,-1 1 0,1-1 0,0 1 0,0-1 0,-1 0 0,1 1 1,0 0-1,0-1 0,-1 1 0,1-1 0,-1 1 0,1 0 0,0-1 0,-1 1 0,1 0 1,-1 0-1,0-1 0,1 1 0,-1 0 0,1 1 0,-2 1 0,0-1 1,1 0-1,-1 1 0,-1-1 1,1 0-1,0 0 0,0 0 1,-1 0-1,1 0 0,-1 0 1,0 0-1,0 0 0,1-1 1,-1 1-1,0-1 0,0 1 1,0-1-1,-1 0 0,-3 2 1,0 1 3,-142 74 51,102-56-59,-25 13-900,-137 45 1,62-44-2552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0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599 1 1329,'0'0'7270,"-6"2"-6513,-56 22-446,-95 53 1,0 0-225,99-52 949,-100 28 1,189-49-530,339 31-264,-214-27-2797,-112-7-2066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1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364 45 1793,'0'0'4898,"8"-7"-4202,26-23-207,-26 23 362,-19 28 109,-12 6-802,-1-2 0,-2 0 0,-47 35 0,50-42-49,-1-1 0,-1-1 1,0-2-1,-1 0 0,-1-2 0,0 0 0,-52 13 0,235-22 801,105 29-701,7-1-3532,-201-30-1599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1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422 25 1649,'0'0'6115,"0"-4"-5104,0-12-398,0 12-341,-7 10-210,-28 26 106,-1-3 0,-1-1 0,-2-1 0,-1-2 0,0-2 0,-2-2 0,-83 29 0,108-46 202,13-3 107,17-1-232,-6 0-269,399 0 102,-234 0-2496,-95 0-1181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2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376 57 3089,'0'0'3909,"11"-10"-3045,32-32-151,-39 37-23,-9 6-476,-11 8-54,-83 48 130,24-12 440,-155 67 0,221-107-529,14-1-138,19-1-77,-17-3 39,339 37 363,-7 28-3545,-280-52-776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2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325 7 1953,'0'0'4162,"10"-3"-3479,-8 2-633,0 1 0,-1-1-1,1 1 1,0-1 0,0 1 0,0-1 0,0 1 0,0 0 0,0 0 0,0 0 0,0 0 0,0 1-1,0-1 1,2 1 0,-3-1-35,-1 1 0,0-1 0,0 1 0,0-1 0,0 0-1,0 1 1,0-1 0,0 1 0,0-1 0,0 1 0,0-1 0,0 0 0,0 1-1,0-1 1,0 1 0,0-1 0,0 1 0,0-1 0,0 0 0,0 1 0,-1-1-1,1 1 1,0-1 0,0 0 0,-1 1 0,1-1 0,-19 25 377,-29 24-2,-3-3 0,-1-2-1,-97 62 1,113-81-4,27-16-185,12-4-54,20-2-8,-12-2-141,95 10 41,189 48 0,-275-53-250,-2-1-1059,0 0 0,32 5 0,-20-9-3364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3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 73 2497,'0'0'3572,"-9"-5"-3078,6 3-473,1 1-1,-1-1 1,1 1-1,-1-1 1,0 1-1,0 0 1,1 0-1,-1 0 1,0 0-1,-6 0 1,7 2-17,-1-1 0,1 1 0,0-1 0,-1 1 0,1 0 0,0 0 0,-1 0 0,1 1 0,0-1 0,0 0 0,0 1 0,0 0 0,0-1 0,0 1 0,1 0 0,-1 0 0,1 0 0,-3 3-1,-92 135 30,56-79 90,-46 55-1,119-156 84,-2-1 0,-1-1 0,-2-2-1,-2-1 1,23-56 0,-16 25 282,-33 75-475,0 1-1,0-1 1,0 1-1,1-1 1,-1 1-1,0-1 1,0 1-1,1-1 1,-1 1-1,0-1 1,1 1-1,-1 0 0,0-1 1,1 1-1,-1 0 1,1-1-1,-1 1 1,0 0-1,1-1 1,-1 1-1,1 0 1,-1 0-1,1 0 1,-1 0-1,1-1 0,-1 1 1,1 0-1,-1 0 1,1 0-1,-1 0 1,2 0-1,14 11-1,7 22-186,78 120 399,-86-133-254,2-1 0,0 0 1,1-1-1,0-1 0,25 17 1,-39-31-295,2 0 0,-1 0 0,0 0 1,0-1-1,10 4 0,12-3-4622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4.1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18 2529,'0'0'6014,"-10"-3"-5291,-3-1-503,8 2-79,0 0 0,0 0 0,0 1 0,0 0 0,-1 0 0,1 0-1,0 1 1,-8 0 0,28 8-7,54 22 47,108 32 0,-4-2-60,-162-56-122,0 1 0,-1 0 0,1 1 1,-1 0-1,0 1 0,15 13 0,-23-19 0,0 1-1,-1 0 0,1 0 0,0 0 1,-1 1-1,0-1 0,1 0 0,-1 1 1,0-1-1,0 0 0,0 1 1,0-1-1,-1 1 0,1 0 0,0 3 1,-2-3 0,1 0 0,-1-1 1,1 1-1,-1 0 0,0-1 1,0 1-1,0 0 0,0-1 1,0 1-1,-1-1 0,1 0 1,-1 1-1,1-1 0,-1 0 1,0 0-1,0 0 0,0 0 1,-3 2-1,-13 10 11,0 0-1,-1-2 1,-37 19 0,-70 26-22,93-43-280,0-1 0,-1-2 1,0-1-1,0-2 0,-71 8 1,55-15-3260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4.8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233 66 976,'0'0'5958,"-15"-11"-4902,-46-33-405,50 33-93,24 13-451,22 10-113,123 40 177,-46-17-104,-110-34-66,0-1 1,0 1 0,0 0 0,1 0-1,-1 1 1,0-1 0,-1 0-1,1 1 1,0-1 0,0 1-1,-1-1 1,1 1 0,-1 0 0,1 0-1,1 3 1,-2-4-2,-1 1 0,1-1 1,-1 1-1,0 0 0,1-1 1,-1 1-1,0-1 0,0 1 0,0-1 1,0 1-1,0 0 0,-1-1 1,1 1-1,0-1 0,-1 1 0,1-1 1,-1 1-1,1-1 0,-1 1 0,0-1 1,0 0-1,0 1 0,0-1 1,0 0-1,0 0 0,-1 2 0,-7 6 0,-1-1 0,0 0-1,0 0 1,0-1 0,-16 8 0,-70 30-385,-50 2-2291,-22-10-3834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5.9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568 259 752,'0'0'2900,"-27"-8"-2321,0-2-392,7 3-21,0 1 1,0 0-1,-1 2 0,0 0 0,0 1 0,-35 1 0,13 2 706,0 1 0,1 3-1,-66 14 1,18 3 905,90-21-1755,-8 4 155,24-2-107,41-4-7,0-3 0,81-17-1,122-40 55,-176 40-133,334-75-1022,-141 54-2556,-200 38 905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6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29 5266,'0'0'3170,"-4"-8"-2346,-6-9-759,3 14-95,6 4 15,1 1-1,-1-1 1,0 1-1,1-1 1,0 1-1,-1 0 1,1-1 0,0 1-1,0-1 1,-1 1-1,1 0 1,1-1-1,-1 4 1,2 24-80,9 40 0,30 121 300,21 119-92,-47-233-133,-7-40-528,-1 1 0,2 57-1,-9-73-2703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6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4482,'0'0'3116,"1"4"-2790,15 91-618,-5-22 304,56 394 105,-61-428-124,0 22 222,-6-91-67,7-177 42,-4 182-211,1-1-1,2 1 1,0 0 0,1 1 0,2-1 0,12-24-1,-14 33-60,1 2 0,1-1 0,17-22 0,-23 34 38,0-1 0,0 1 0,0 0 0,0 0 0,1 0 0,0 0 0,-1 1 0,1 0 0,0-1 0,0 1 1,0 1-1,1-1 0,-1 1 0,0-1 0,1 1 0,-1 0 0,1 1 0,5-1 0,-8 1 11,0 1-1,0-1 1,0 1-1,0-1 1,0 1 0,0 0-1,0 0 1,0 0-1,-1 0 1,1 0-1,0 0 1,-1 0 0,1 0-1,-1 1 1,1-1-1,-1 1 1,0-1-1,0 1 1,1 0 0,-1-1-1,0 1 1,-1 0-1,1 0 1,1 3-1,3 7-55,-1 1-1,5 21 0,-6-23 51,28 178 17,-5-24 89,-25-160-61,0-1 1,0 0-1,0 0 0,0 0 1,0 0-1,1 0 0,0-1 1,0 1-1,0 0 0,0-1 1,0 0-1,1 1 0,0-1 1,0 0-1,0 0 0,0 0 1,0-1-1,0 1 0,7 3 1,-3-3 7,0-1 1,0 0 0,1-1 0,-1 1 0,1-1 0,-1-1 0,1 0 0,-1 0 0,1 0 0,8-2 0,-5 0-4,0-1-1,0 0 1,0 0 0,0-1-1,0-1 1,-1 0 0,0 0-1,0-1 1,0 0 0,-1-1 0,0 0-1,15-15 1,-3 1-113,-1-1 0,-1-1 0,30-48-1,-39 53 102,0 0 0,-2 0 0,0-1 0,-1 0 1,-1 0-1,-1-1 0,0 0 0,-2 0 0,0 0 0,-1-40 0,-2 55 13,0 0 1,0 0-1,0 0 1,-1 0-1,0 0 1,0 0-1,0 0 1,-1 0-1,0 1 1,0-1 0,0 1-1,0-1 1,-6-7-1,6 9 32,-1 1 1,0-1-1,0 0 0,-1 1 0,1 0 0,0 0 1,-1 0-1,1 0 0,-1 0 0,1 1 0,-1-1 1,0 1-1,0 0 0,0 0 0,0 1 0,0-1 1,-7 1-1,4 0-30,1 0 1,0 0 0,0 1-1,0 0 1,0 0 0,0 1-1,0 0 1,0 0 0,1 0-1,-1 0 1,0 1-1,1 0 1,0 0 0,0 1-1,0-1 1,0 1 0,-6 6-1,0 3 2,1-1 0,0 1 1,1 1-1,0 0 0,-9 19 0,10-16 70,1 1 0,0-1 0,2 1 0,0 1 0,1-1 1,0 0-1,2 1 0,0 0 0,1 0 0,3 33 0,-1-45-56,0 1 0,1 0 1,0 0-1,0-1 0,0 1 0,1-1 0,0 0 0,1 0 1,0 0-1,0 0 0,0-1 0,1 1 0,0-1 0,0 0 1,0 0-1,1-1 0,0 0 0,0 0 0,0 0 0,1-1 1,-1 0-1,1 0 0,11 4 0,3 1-205,1-2 0,0-1 0,0 0 0,0-2 0,0 0 0,45 1 0,23-4-1906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7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1 561 2721,'0'0'2770,"0"2"-2343,7-10-268,18-27 19,-2-1 0,-1-1 0,-2 0 0,-2-2 0,22-63 0,-37 87-4,0-1 1,0 0-1,-2 1 1,1-26-1,-2 39-148,0 0 0,0-1-1,-1 1 1,1 0 0,0-1 0,-1 1-1,1 0 1,-1 0 0,0-1 0,0 1-1,0 0 1,0 0 0,0 0 0,0 0-1,-1 0 1,1 0 0,-1 0 0,1 1 0,-1-1-1,0 0 1,1 1 0,-1 0 0,0-1-1,0 1 1,0 0 0,0 0 0,0 0-1,-1 0 1,1 0 0,-3 0 0,-6-2-8,0 1 1,0 1-1,0 0 1,0 0-1,-12 2 1,7-1-27,19 4-166,14 10 14,0 0-1,1-1 1,36 19-1,6 4 152,-27-13 4,0 0-1,-1 2 0,34 35 0,-59-53-10,0 1-1,0 0 1,-1 0-1,0 0 1,0 1-1,-1 0 1,0 0-1,0 1 1,-1-1 0,-1 1-1,1 0 1,-2 0-1,1 0 1,-1 0-1,-1 0 1,0 1-1,0-1 1,-2 12-1,1-19 22,-1 1 1,1-1-1,-1 0 0,0 0 1,0 0-1,-1 1 0,1-1 0,-1-1 1,1 1-1,-1 0 0,0 0 0,0-1 1,0 1-1,-1-1 0,1 1 1,0-1-1,-1 0 0,0 0 0,-3 3 1,0-3 53,1 1 1,0-1 0,-1 1 0,1-2 0,-1 1-1,0 0 1,1-1 0,-1 0 0,0-1-1,-8 1 1,20-6 434,35-8-722,1 1 1,57-8-1,45-11-1242,-105 20 1026,0-2 0,-1-1 0,0-2 0,58-34-1,-84 42 380,-1-1 0,0 0 0,0 0 0,0-1 0,-1 0 0,-1-1 0,11-15 0,-15 18 194,0-1 0,0 0 0,-1 0 0,0 0 0,-1 0 0,0-1 0,0 0 0,-1 1 0,-1-1 0,1 0 0,-1-16 0,-1 12 108,0 0 0,-1-1 0,0 1 0,-1 0 0,-7-24 0,6 32-151,1 0 0,-1 1 0,0-1 0,0 1 0,-1 0 0,1-1 0,-1 2 1,0-1-1,-1 0 0,1 1 0,-1 0 0,0 0 0,0 0 0,0 1 0,-11-6 0,12 6-48,-1 1 0,1 0 0,-1 0 0,1 0 0,-1 1 0,0 0 1,0-1-1,0 2 0,0-1 0,0 0 0,0 1 0,0 0 0,0 0 0,0 1 0,1 0 1,-1-1-1,-10 4 0,10-1-37,-1 0 0,0 0 0,1 0 0,-1 1 0,1 0-1,0 0 1,0 1 0,1-1 0,-1 1 0,1 0 0,0 0 0,-4 6 0,-4 11-29,1 0 0,0 1 0,2 0 1,0 1-1,-9 45 0,11-40 63,2 1 1,1 0-1,2 0 1,0 0-1,3 1 0,3 30 1,-3-52-13,1 1 1,0-1 0,0 0-1,1-1 1,1 1-1,-1 0 1,1-1 0,1 0-1,-1 0 1,2 0-1,-1 0 1,1-1 0,6 7-1,-3-5 4,1-2 0,0 1 0,0-1 1,0 0-1,1-1 0,0 0 0,0-1 0,22 7 0,-4-4-27,0-2-1,0-1 1,1-1-1,-1-2 1,1-1 0,0-1-1,42-6 1,-39 1-325,1-1 0,-1-1 0,42-17 1,91-52-3841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7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0 3089,'0'0'5286,"-3"20"-5631,-2 14 312,2 0-1,2 1 0,1 0 1,7 43-1,105 521 541,-105-578-210,-4-15-1104,-1-51-6668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8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348 1 4034,'0'0'4514,"-202"142"-4466,146-47-32,14 3-16,15 0-880,6-11-2914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8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1 197 5090,'0'0'2850,"237"-81"-2626,-127 46-192,3 5-64,-9 3-817,-24 3-2080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8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8884,'0'0'2129,"3"240"-3153,-3-139 1024,0-9-849,0-29-3713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8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0 482 3794,'0'0'2806,"26"-35"-2672,84-113 10,-86 114 273,27-49 1,-44 68-94,-1 0 1,0-1-1,-1 0 0,4-21 1,-6 23-71,-2 0 0,0-1 0,0-15 0,-1 22-8,-1 6 197,0 2-444,1 0 0,0 0 1,0 0-1,0 0 0,-1 0 1,1 1-1,0-1 0,0 0 1,0 0-1,-1 0 0,1 0 1,0 0-1,0 0 0,-1 0 0,1 0 1,0 0-1,0 1 0,0-1 1,0 0-1,-1 0 0,1 0 1,0 0-1,0 1 0,0-1 1,0 0-1,0 0 0,0 0 1,-1 0-1,1 1 0,0-1 1,0 0-1,0 0 0,0 1 1,0-1-1,0 0 0,0 0 1,0 0-1,0 1 0,0-1 0,0 0 1,0 0-1,0 1 0,0-1 1,0 0-1,0 0 0,0 0 1,1 1-1,-1-1 0,0 0 1,0 0-1,0 0 0,0 1 1,0-1-1,1 3-58,4 11-61,0 0 0,1 0 0,0-1-1,1 0 1,1 0 0,0-1 0,1 0 0,19 22 0,11 14 110,-17-17 20,-1 2 0,-1 0 0,-2 1 0,27 71 0,-40-88-8,0 0-1,0 0 0,-2 1 1,0-1-1,-1 1 0,-1 0 1,-1 0-1,0 0 0,-1-1 1,-1 1-1,-1 0 0,-1-1 1,-5 19-1,5-27 5,1 1 0,-1-1 0,-1-1 0,0 1 0,0-1 1,-1 1-1,0-1 0,0-1 0,-1 1 0,0-1 0,0-1 0,-1 1 0,1-1 1,-2 0-1,1-1 0,-11 6 0,18-11 33,1 0 0,-1 1 0,0-1 0,1 0 0,-1 0 0,1 1 0,-1-1 0,0 0 0,0 0 0,1 0 0,-1 0-1,0 0 1,1 0 0,-1 0 0,0 0 0,1 0 0,-1 0 0,0 0 0,1-1 0,-1 1 0,0 0 0,1 0 0,-1-1 0,1 1 0,-1 0 0,0-1 0,1 1 0,-1-1 0,1 1 0,-1-1 0,0-1 22,0 1 0,0-1 0,0 1 1,1-1-1,-1 0 0,1 0 0,-1 1 0,1-1 1,0 0-1,0 0 0,-1-2 0,7-46 353,-6 47-428,1 0-1,0 0 1,-1-1 0,2 1 0,-1 0 0,0 0 0,1 0-1,-1 0 1,1 0 0,0 0 0,0 1 0,0-1-1,0 1 1,0-1 0,1 1 0,-1 0 0,1 0 0,0 0-1,-1 0 1,1 0 0,0 0 0,0 1 0,0 0 0,0-1-1,1 1 1,-1 0 0,0 1 0,7-2 0,-9 2-90,0 0 0,0 0 0,0-1 0,0 1 0,0 0 0,-1 0 0,1 0 0,0 1 0,0-1 0,0 0 0,0 0 0,0 0 0,0 1 0,0-1 0,0 0 0,0 1 0,-1-1 0,1 1 0,0-1 0,0 1 0,-1-1 0,1 1 0,0 0 0,-1-1 0,1 1 0,0 0 0,-1 0 0,1-1 0,-1 1 0,1 0 0,-1 0 0,1 0 0,-1 0 0,0 0 0,0-1 0,1 1 1,-1 0-1,0 0 0,0 1 0,2 19-3754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0.0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21 297 1745,'0'0'6654,"-3"0"-6572,2 0-92,1 0 1,-1 0-1,0 0 0,1 1 0,-1-1 0,1 0 0,-1 0 0,0 0 1,1 0-1,-1 1 0,1-1 0,-1 0 0,1 1 0,-1-1 0,1 0 1,-1 1-1,1-1 0,-1 1 0,1-1 0,-1 1 0,1-1 0,0 1 1,-1-1-1,1 1 0,0-1 0,-1 2 0,-2 22-85,10 34 117,-5-49-24,1 7 137,5 25 455,2 44 0,-3-141 75,27-104-1,-27 135-690,1 1 0,2-1-1,0 2 1,2-1-1,0 1 1,24-32 0,-32 50 6,1 0 1,-1 0 0,0 0-1,1 1 1,0 0 0,0 0 0,0 0-1,1 0 1,0 1 0,-1 0-1,1 0 1,0 0 0,0 1 0,0 0-1,1 0 1,-1 1 0,1-1-1,-1 1 1,0 1 0,1-1 0,10 2-1,-13-1-3,1 0 0,-1 0 0,0 1 0,1 0 0,-1 0-1,0 0 1,0 1 0,0-1 0,0 1 0,0 0 0,-1 0-1,1 0 1,6 5 0,-4-1-15,0 0-1,0 0 1,0 1-1,-1 0 1,1 0-1,5 10 1,2 9-7,-1 0 1,-2 1 0,10 33-1,-8-5 79,-2 1 0,-2 1-1,-3-1 1,-2 87-1,-3-143-31,0 1 0,-1-1 0,1 0 0,0 0 0,0 0 0,0 0 0,0 1 0,0-1 0,0 0 0,0 0 0,-1 0 0,1 0 0,0 1 0,0-1 0,0 0 0,0 0 0,-1 0 0,1 0 0,0 0 0,0 0 0,0 0 0,-1 0 0,1 0 0,0 0 0,0 0 0,0 0 0,-1 0 0,1 0 0,0 0 0,0 0 0,0 0 0,-1 0 0,1 0 0,0 0 0,0 0 0,0 0 0,-1 0 0,1 0 0,0 0 0,0 0 0,0 0 0,0 0 0,-1-1 0,1 1 0,0 0 0,0 0 0,0 0 0,0 0 0,-1 0 0,1-1 0,0 1 0,0 0 0,0 0 0,0 0 0,0-1 0,-10-23 167,3-3-207,2 1 0,1-1 0,1-1 0,1 1 1,4-47-1,-1 54-8,1 0 0,1 0 0,1 1 0,1-1 0,0 1 0,2 0 0,0 1 0,16-30 0,-15 34-28,1 1-1,0 0 0,1 1 0,0 0 1,1 0-1,19-15 0,-24 22 14,0 1-1,0 0 0,1 1 0,-1-1 0,1 1 0,0 1 0,0-1 0,0 1 1,0 0-1,1 1 0,-1 0 0,0 0 0,1 0 0,-1 1 0,15 1 1,-14 1 34,-1 0 1,0 0 0,-1 0 0,1 1 0,0 0 0,-1 1 0,1-1 0,-1 1-1,0 0 1,0 1 0,-1-1 0,1 1 0,-1 1 0,0-1 0,0 1 0,-1-1 0,0 1-1,7 12 1,3 8-54,0 1 0,-2 1 0,11 35 0,-12-26 108,-2 0 0,-1 1 0,-2-1 0,-2 2 0,0 55 0,-5-91 195,-2-9-35,-2-7-73,1-1-1,0 0 1,2-1-1,-1 1 1,1-16-1,-1-83-315,3 85 246,1 4-61,0 1 0,1-1 1,1 0-1,12-43 0,-10 52-73,1 0 0,0 0 0,1 1 0,1 0 0,0 0 0,1 0 0,0 1 0,12-12 0,-17 20 46,1 1 0,-1 0 0,1 0 1,0 0-1,0 1 0,0-1 0,0 1 1,7-3-1,-9 5 31,-1 0 1,1 0-1,-1 1 1,1-1-1,0 1 0,-1-1 1,1 1-1,0 0 0,-1 0 1,1 0-1,0 0 1,0 0-1,-1 1 0,1-1 1,0 1-1,-1-1 0,1 1 1,-1 0-1,1 0 1,-1 1-1,4 1 0,-2 1-2,0-1-1,0 1 1,-1 0 0,1 0-1,-1 1 1,0-1 0,0 1-1,0-1 1,-1 1-1,3 6 1,18 58 2,-12-16 186,-2 0 1,3 78 0,-1-5 226,-10-118-408,1 6 47,0 0 0,0-1 0,7 18 0,-8-29-73,0 1-1,0 0 0,0 0 1,0 0-1,1-1 0,-1 1 0,1 0 1,0-1-1,0 0 0,0 1 1,0-1-1,0 0 0,1 0 0,-1 0 1,1 0-1,-1-1 0,1 1 1,-1-1-1,1 1 0,5 0 0,36 2-1932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0.4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479 111 2641,'0'0'2281,"-32"-18"-1387,-104-53-358,130 67-516,0 1 1,0 0-1,-1 1 0,1 0 0,-1 0 0,0 0 0,0 1 1,0 0-1,0 0 0,0 1 0,1-1 0,-1 2 0,0-1 0,0 1 1,0 0-1,0 0 0,-10 4 0,8-1 5,0-1 0,1 2 0,-1-1 0,1 1 0,0 0 0,0 1 0,1 0 0,0 0 0,0 0-1,0 1 1,1 0 0,0 1 0,0-1 0,1 1 0,0 0 0,-4 9 0,0 1 43,1 1 0,1 0 0,0 0 0,2 0-1,0 1 1,-4 34 0,6-19-26,1-1 0,1 1-1,8 64 1,-6-89-36,1 0 0,0 0 0,0 1 0,1-2 1,0 1-1,1 0 0,0-1 0,1 1 0,0-1 0,0 0 1,1-1-1,0 1 0,1-1 0,-1 0 0,2-1 0,-1 0 0,13 9 1,-13-11-4,1-1 1,0-1 0,0 1 0,0-1 0,0 0 0,0-1 0,1 0 0,-1-1 0,1 1-1,0-2 1,-1 1 0,1-1 0,0 0 0,-1-1 0,1 0 0,16-4 0,-14 2 0,0-1 1,0 0-1,0 0 1,-1-1-1,0-1 1,0 1-1,0-2 1,-1 1-1,1-1 1,-2-1-1,17-16 1,-15 10-10,1 1 0,-2-2 0,0 1 0,0-1 0,-2-1 0,0 1 0,-1-1 0,5-18 1,-4 7 77,-2-1 0,-1 1 1,-1-1-1,-1-33 0,-5 5 91,2 19 722,7 71-756,-1-12-137,0 0 0,2 0 1,1 0-1,0-1 0,2-1 1,0 1-1,1-2 0,1 1 1,1-2-1,1 1 0,0-2 1,1 0-1,34 29 0,-42-41-375,-1-1-1,1 0 1,0 0-1,0 0 1,0-1-1,1 0 1,-1 0-1,1-1 1,0 0 0,14 2-1,18-3-3758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0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1008,'0'0'6569,"2"40"-6625,-1-3 37,0 29 35,4-1 0,13 67 0,84 381 144,-100-504-152,-2-8-4,0 0 0,-1 0-1,1 0 1,0 0-1,1 0 1,-1 0-1,0 0 1,0 0-1,0 0 1,1 0-1,-1 0 1,0 0 0,1 0-1,-1 0 1,1 0-1,-1 0 1,1-1-1,-1 1 1,1 0-1,0 0 1,-1 0 0,1-1-1,0 1 1,0 0-1,0-1 1,-1 1-1,1-1 1,0 1-1,2 0 1,-3-1 12,1-1-1,-1 1 1,1 0 0,0-1 0,-1 1-1,1 0 1,-1-1 0,1 1 0,-1-1-1,0 1 1,1-1 0,-1 1 0,1-1 0,-1 0-1,0 1 1,0-1 0,1 1 0,-1-1-1,0 0 1,0 1 0,0-1 0,0 0-1,1 1 1,-1-2 0,1-2 59,19-66 279,4 0 0,50-102 0,-14 71-851,116-152-1,-150 217-2255,-21 22-1366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1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0 400 4082,'0'0'942,"9"28"-710,-2-5-216,-1 0 1,2-1 1,0 0-1,1 0 1,1-1-1,2 0 1,17 25-1,-12-22 10,1-1 0,41 41-1,-51-57-20,-1-1-1,1 0 0,0-1 1,0 1-1,1-1 0,-1-1 1,1 0-1,0 0 0,0-1 1,1 0-1,-1 0 1,19 2-1,-15-4 19,0 0 1,0 0-1,0-1 0,0-1 1,0 0-1,0-1 1,0-1-1,0 0 0,-1 0 1,1-1-1,-1-1 1,0 0-1,14-8 0,4-7-8,-1 0 0,-1-2 0,-1 0 0,-1-3 0,0 0 0,-3-1 0,0-1 0,-1-1 0,-2-1 0,-1-1 0,-1-1 0,-2-1 0,19-50 0,-28 58 215,-1 0-1,-1-1 0,3-37 0,-7 51-34,-1 0-1,0 0 1,0 1 0,-1-1 0,0 0-1,-1 1 1,0-1 0,-1 1-1,0 0 1,-7-16 0,5 20-118,1 1 1,-1-1-1,0 1 1,0 0-1,0 0 1,-1 0-1,0 1 1,0-1-1,0 1 1,0 1-1,-1-1 1,1 1-1,-1 1 1,0-1-1,0 1 1,0 0-1,0 0 0,-8 0 1,7 1-57,0 0 1,0 0-1,0 1 0,0 0 0,0 0 1,0 1-1,0 0 0,0 0 1,0 1-1,0 0 0,0 0 1,1 1-1,-1 0 0,1 1 0,0-1 1,-9 7-1,6-1-24,1 0 0,0 1-1,0 1 1,1-1 0,0 1 0,1 1-1,0-1 1,0 1 0,2 0 0,0 1-1,0-1 1,1 1 0,-3 15 0,1-1 9,2 0 1,1 1-1,1-1 1,1 1-1,4 39 0,-2-56 6,0 0-1,1 0 1,1 0-1,0-1 0,0 1 1,1-1-1,0 1 1,1-1-1,0-1 0,1 1 1,0-1-1,0 0 1,13 14-1,-9-13-3,0-2 0,1 1 0,0-1-1,0-1 1,1 0 0,0-1 0,0 0 0,0 0 0,1-2 0,0 1 0,14 2 0,5-1-41,1-1 1,0-1-1,-1-2 1,1-1-1,0-1 1,0-2 0,0-2-1,34-8 1,-14-3-991,83-37 0,-134 51 998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2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69 580 5282,'0'0'611,"-12"-11"438,10-28-187,-2 0 0,-9-40-1,-3-21-909,-6-212-85,26 376-7,2-1 1,17 73-1,-5-34 132,81 475 53,-58-417-40,-7-32 6,-27-107 17,-4-43 64,-5-22-62,-12-62 0,-2-33-50,16 121 48,-2-10-118,2 0-1,0 0 1,2 0-1,8-36 1,-9 57 37,1 1 0,0-1 1,0 1-1,0 0 0,1 0 0,0 0 0,0 0 1,1 0-1,-1 1 0,1-1 0,0 1 0,1 0 1,-1 0-1,1 1 0,0-1 0,1 1 0,-1 0 1,1 0-1,-1 1 0,1 0 0,0 0 0,0 0 1,12-3-1,-5 3 38,-1 0 0,1 1 1,-1 0-1,1 1 0,0 1 1,0 0-1,0 1 0,-1 0 1,1 0-1,0 2 0,-1 0 1,1 0-1,-1 1 0,0 0 1,0 1-1,-1 1 0,0 0 0,1 0 1,-2 1-1,1 1 0,-1 0 1,0 0-1,-1 1 0,13 15 1,-8-8 17,-1 1 0,-1 1 0,-1 0-1,0 0 1,-2 1 0,0 1 0,-1 0 0,-1 0 0,0 0 0,-2 1 0,-1-1 0,0 1 0,-2 0 0,1 26 0,-2-39 2,-1 0-1,0 0 1,-1 0 0,1 1 0,-2-1 0,1 0-1,-1 0 1,0-1 0,-1 1 0,1 0-1,-2-1 1,1 1 0,-1-1 0,0 0 0,-1 0-1,1-1 1,-1 1 0,-10 9 0,-1-2 16,-2 0 1,1-1 0,-2-1-1,1-1 1,-2-1 0,1 0-1,-1-1 1,-1-2 0,0 0-1,0-1 1,0 0 0,-1-2-1,1-1 1,-1-1 0,-38-1-1,54 0-29,1-1 0,-1 0-1,1-1 1,-1 1 0,1-1 0,0 0-1,-1-1 1,1 1 0,-5-3-1,8 2-37,-1 1-1,1-1 0,0 0 0,0 0 1,0 1-1,0-2 0,1 1 0,-1 0 1,0 0-1,1 0 0,0-1 0,-1 1 1,1-1-1,0 1 0,0-1 1,0 0-1,1 1 0,-2-6 0,0-7-752,1 1-1,0-25 1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2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 1 5507,'0'0'669,"-25"2"-591,10-1-67,0 0 5,0 1-1,1 0 0,-24 6 1,32-5 11,-1-1 0,0 1 1,1 0-1,0 0 1,-1 1-1,1 0 1,1 0-1,-1 0 0,1 1 1,-1-1-1,1 1 1,-7 10-1,1 2 55,0 0-1,1 1 1,1 0 0,0 1-1,2 0 1,0 1 0,-7 34-1,8-21 17,1 1 1,2-1-1,3 64 0,0-88-89,1 0 1,0 1 0,0-1-1,1 0 1,1 0 0,-1 0-1,1 0 1,1 0-1,0-1 1,0 1 0,1-1-1,0 0 1,10 12-1,-9-14 0,-1 0 0,2-1 0,-1 0-1,0 0 1,1-1 0,0 0-1,0 0 1,1 0 0,-1-1 0,1 0-1,-1 0 1,1-1 0,0 0 0,0-1-1,0 0 1,10 1 0,-6-1 53,-1-1 1,1 0-1,0-1 1,0 0-1,0-1 1,17-4-1,-22 3-24,0 1-1,0-2 0,0 1 1,-1 0-1,1-1 0,-1-1 1,0 1-1,0-1 0,0 0 1,-1 0-1,9-11 0,-7 8-10,-1-2 0,0 1 0,0-1-1,-1 0 1,-1 0 0,1-1 0,-2 1-1,5-20 1,-3 6 40,-2-1-1,0-48 1,-3 63-63,0-1 0,-1 1 0,1 0 1,-2 0-1,0 0 0,0 0 0,-1 0 1,0 1-1,-1-1 0,0 1 1,0 0-1,-1 0 0,0 0 0,-10-12 1,-69-79-1264,60 74 93,-17-21-2097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3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0 3378,'0'0'1894,"-6"29"-1716,6-29-177,-9 45 27,1 0 0,3 0 0,0 79 0,16-15 261,48 208 1,-40-227-146,56 179 154,-73-261-281,0-1-1,1 1 0,0-1 0,1 1 0,0-1 0,0 0 0,0 0 1,10 10-1,-12-15 10,1 0-1,-1 0 1,1 0 0,0 0 0,0-1-1,0 1 1,0-1 0,0 0 0,0 1 0,0-1-1,0-1 1,1 1 0,-1 0 0,0-1-1,1 0 1,-1 0 0,0 0 0,0 0-1,1 0 1,-1-1 0,0 1 0,0-1 0,1 0-1,2-1 1,3-1 13,0-1 0,-1 0 0,0 0 0,0-1 0,0 0 1,-1 0-1,0-1 0,1 0 0,5-7 0,7-9-189,26-36 0,-35 43-496,-1 0 0,13-27 1,4-32-3362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3.1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90 5683,'0'0'304,"196"-9"-160,-62-15-48,14 6-96,-11 0-112,-21-2-2946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3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2401,'0'0'2737,"-2"8"-2718,1 4-15,-1 1-1,2-1 1,-1 0 0,2 1-1,-1-1 1,2 0-1,0 0 1,0 0 0,5 14-1,1 9 22,148 791 501,-150-799-433,-6-27-73,0 0 1,0 0 0,0 0 0,0 0 0,0 0 0,0 0 0,0 0 0,0 0-1,1 0 1,-1-1 0,0 1 0,0 0 0,0 0 0,0 0 0,0 0 0,0 0-1,0 0 1,0 0 0,0 0 0,0 0 0,0 0 0,0 0 0,1 0-1,-1 0 1,0 0 0,0 0 0,0 0 0,0 1 0,0-1 0,0 0 0,0 0-1,0 0 1,0 0 0,0 0 0,0 0 0,0 0 0,0 0 0,1 0 0,-1 0-1,0 0 1,0 0 0,1-42 1748,-1 28-1762,0-24 11,1-1 0,3 1 0,1-1 1,2 1-1,1 1 0,2-1 0,2 2 0,21-49 0,-16 52-489,1 0 1,40-55-1,-43 70 171,0 1 1,0 0-1,2 0 1,0 2-1,31-22 0,-41 32 253,1 1-1,-1-1 0,1 2 0,0-1 0,0 1 0,1 0 1,-1 1-1,16-3 0,-21 5 43,1 0-1,-1 0 1,0 0-1,1 0 1,-1 0 0,1 1-1,-1-1 1,0 1-1,0 0 1,1 0 0,-1 0-1,0 1 1,0-1-1,0 1 1,0-1 0,0 1-1,-1 0 1,1 0-1,0 1 1,-1-1 0,0 0-1,1 1 1,-1-1-1,3 6 1,1 3-4,-1 0 0,0 0 0,0 1 1,-2-1-1,1 1 0,-1 0 0,-1 0 0,1 14 1,2 104 245,-5-106-139,-2 34 177,3 58 542,0-103-681,0 1 0,1-1 0,1 0 0,0 0 0,1 0 0,6 16 0,-6-23-113,-1 0 1,1-1 0,0 1 0,0-1 0,0 0 0,1 0 0,0 0 0,0-1 0,0 1-1,1-1 1,-1-1 0,1 1 0,0-1 0,0 0 0,0 0 0,1 0 0,-1-1 0,0 0-1,1 0 1,11 1 0,7 0-14,1-2 0,-1 0 1,1-1-1,33-5 0,-27 1-290,0-1 1,0-2-1,42-14 1,106-61-5324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4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110 508 2417,'0'0'1652,"-7"-37"-471,-48-236 751,35 190-890,-7-32 1232,26 143-2172,9 107-265,34 185 1,-18-162 196,-2 1 14,30 203 13,-50-353-160,3 22 188,1-1 0,1 0 0,15 35 0,-20-58-245,0-1-1,1-1 0,-1 1 1,1 0-1,1-1 1,-1 1-1,1-1 0,0 0 1,0 0-1,1-1 1,0 1-1,-1-1 0,1 0 1,1 0-1,-1-1 1,0 1-1,1-1 0,0-1 1,0 1-1,0-1 1,10 3-1,36-2-4112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4.5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224 0 3986,'0'0'1355,"-30"16"-824,10-6-415,4-3-22,0 1 0,1 1 0,-28 20 1,36-23-42,1 0 1,0 0 0,0 0 0,1 0 0,0 1-1,0 0 1,1 0 0,-1 0 0,2 1 0,-1-1-1,1 1 1,0 0 0,-3 14 0,1 3 56,0 0-1,2 1 1,1-1 0,1 1 0,1 0-1,2-1 1,0 1 0,8 31-1,-7-44-98,1 0-1,0-1 0,1 1 1,1-1-1,0 0 1,0 0-1,2-1 0,-1 0 1,1 0-1,1-1 0,0 0 1,0 0-1,1-1 0,0 0 1,0-1-1,1 0 0,17 9 1,-13-9-5,-1-2 0,1 0 1,0-1-1,1 0 0,-1-1 0,29 3 1,96-2 245,-132-4-230,1-1-1,-1-1 1,0 0-1,1 0 1,-1 0 0,0-1-1,15-5 1,-20 5-12,0 0 0,0 0 1,0 0-1,0 0 0,0 0 1,0-1-1,-1 1 0,1-1 1,-1 0-1,0 1 0,0-1 1,0 0-1,0 0 0,0-1 1,-1 1-1,1 0 0,-1-1 0,0 1 1,0-1-1,1-6 0,0-4 39,-1 1-1,0-1 0,-1 0 1,-1 0-1,0 0 0,0 0 0,-2 1 1,0-1-1,0 1 0,-1 0 0,-1-1 1,0 2-1,-11-20 0,-8-10-18,-2 1 0,-47-54 0,72 93-30,-50-56-82,-3-4-3120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5.0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520 141 1953,'0'0'4020,"-10"-21"-3523,1 3-436,-2-1 0,-19-26 1,26 41-58,0 1 0,0-1 0,0 1 1,0 1-1,0-1 0,-1 0 0,0 1 1,1 0-1,-1 0 0,0 0 0,0 1 0,0 0 1,0 0-1,0 0 0,0 0 0,-1 1 1,-9 0-1,0 0 8,-1-2 19,0 1 1,0 1-1,-1 1 0,1 0 1,-30 7-1,37-5-24,0 0 0,-1 1 0,1 0 0,1 0 0,-1 1-1,1 0 1,-1 1 0,1 0 0,1 0 0,-14 14 0,9-6-14,0 0-1,1 1 1,1 0 0,0 1-1,1 0 1,1 1 0,0 0-1,2 0 1,-9 32 0,10-27-2,1 1 1,1 0 0,1 1 0,1-1 0,1 0-1,1 1 1,5 31 0,-4-46 13,0 0-1,1 0 1,0 0 0,1 0-1,0-1 1,0 0-1,1 1 1,0-2 0,0 1-1,1 0 1,0-1-1,1 0 1,-1-1 0,1 1-1,0-1 1,1 0 0,-1-1-1,1 0 1,0 0-1,1-1 1,-1 0 0,13 4-1,-3-2 8,-1-1-1,1 0 1,0-1-1,0-1 0,0-1 1,1-1-1,-1 0 1,1-1-1,-1-1 1,30-6-1,-41 5-4,1 0-1,0-1 0,-1 0 0,0 0 1,0 0-1,0-1 0,0 0 1,-1-1-1,1 0 0,-1 0 1,0 0-1,-1 0 0,1-1 1,-1 0-1,0 0 0,-1-1 1,1 1-1,-1-1 0,0 0 0,-1 0 1,3-8-1,1-5 21,0 0 0,-2 0 0,-1 0 0,0 0 0,-1-1 0,-1-38 0,-2 30 26,1-4-10,-7-56 1,5 79 13,-1 1 1,0-1 0,-1 1 0,0 0 0,0 0 0,-1 0 0,0 1 0,-1-1 0,0 1 0,-9-12 0,12 18 39,2 8-90,0 20-35,1 0-1,1 0 1,1-1 0,1 1-1,2-1 1,0 0 0,2 0 0,1-1-1,19 39 1,-18-46 53,0 0 0,1-1 1,1 0-1,1-1 0,0 0 0,1-1 0,16 13 1,-20-19-230,1-1 0,-1 0 1,1 0-1,1-1 1,-1-1-1,1 0 1,0 0-1,0-1 1,1-1-1,-1 0 1,23 2-1,43-3-3547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5.4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513 0 5891,'0'39'229,"0"-28"-217,0 80 45,19 136 0,59 228 488,-24-149-221,-48-268-309,41 188 48,-45-220-62,11 30 34,-12-35-31,-1 0 0,1 1 0,0-1 0,-1 0-1,1 0 1,0 1 0,0-1 0,0 0 0,0 0 0,0 0 0,0 0-1,0 0 1,1 0 0,-1-1 0,0 1 0,1 0 0,-1-1-1,0 1 1,1-1 0,1 1 0,-2-1 6,1 0 1,-1 0-1,0-1 1,1 1-1,-1-1 1,0 1-1,0-1 0,0 0 1,1 1-1,-1-1 1,0 0-1,0 0 1,0 0-1,0 0 1,0 0-1,-1 0 0,1 0 1,0 0-1,0 0 1,-1 0-1,1 0 1,0-1-1,-1 1 0,1 0 1,-1 0-1,0-1 1,1 1-1,-1 0 1,0-1-1,0-1 0,8-48 219,-8 48-221,2-28 29,-1 0-1,-1 0 1,-2 0-1,-7-41 1,5 53-55,-1 1 0,0 0 0,-1 1 0,-1-1 0,-1 1 0,0 1 0,-2-1 1,-17-23-1,12 20-52,-2 1 0,0 0-1,-1 2 1,-36-29 0,41 37 54,0 1-1,0 0 1,0 1 0,-1 1-1,0 0 1,-1 1-1,1 0 1,-1 2-1,-20-4 1,16 4 11,-1 2 1,0 0 0,0 1-1,0 1 1,-38 7 0,46-5 8,0 0 0,0 1 1,1 0-1,-1 1 0,1 1 1,0-1-1,1 2 0,-1 0 0,1 0 1,-14 13-1,11-7 21,1 0 1,1 1-1,-1 0 0,2 1 0,0 0 0,1 1 1,1 0-1,0 0 0,1 1 0,1 0 1,0 0-1,2 1 0,0 0 0,0-1 0,2 1 1,0 0-1,2 0 0,-1 1 0,2-1 1,1 0-1,4 19 0,-3-26-1,0 0 1,1 0-1,0 0 0,1-1 0,1 0 1,0 0-1,0 0 0,0-1 0,1 1 1,1-2-1,0 1 0,0-1 1,0 0-1,1-1 0,0 0 0,1 0 1,0-1-1,0-1 0,15 8 0,3-2-2,-1-1 0,2 0 0,-1-3-1,1 0 1,0-2 0,44 3 0,-23-6-230,55-4-1,48-15-1898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5.6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1 238 5106,'0'0'3922,"279"-95"-3506,-112 42-416,-4 11-128,-32 12-2977,-39 13-1425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5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241 134 2145,'0'0'2065,"-187"87"-1345,142-64-192,36-17 305,18-6 63,74-6-560,54-29 225,44-10-353,18-5-208,-12-7-1489,-26 1-1136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56.1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563 34 6643,'0'0'1780,"-40"-5"-887,15 1-813,2 0-52,0 2 1,0 0 0,-34 1-1,46 2-1,0 1-1,-1 0 0,1 0 0,0 1 0,0 0 0,0 1 0,0 0 0,1 1 0,0 0 0,-1 1 0,-16 13 0,9-4 76,0 1 0,1 0 0,1 2-1,1 0 1,0 1 0,1 0 0,2 1 0,0 0-1,0 1 1,2 1 0,-7 23 0,5-7 14,1 1 0,3 0 0,1 1 0,2 0 0,0 68 0,5-80-63,1-1-1,1 1 0,2 0 0,0-1 1,2 1-1,1-1 0,14 32 1,-12-38-40,1 0 0,2-1 0,0-1 0,0 1 0,2-2 0,0 0 1,2-1-1,0 0 0,21 17 0,-18-20-8,0 0 0,0-1 0,2-1 0,-1-1 0,1-1 0,1-1 0,0 0 0,30 6 0,-10-6-39,0-2 0,1-1 0,67-1 0,-78-5-50,0-1 0,0-1-1,0-2 1,58-15-1,-74 14 32,-1 0-1,0-1 1,0-1-1,0 0 1,-1-2-1,0 1 1,-1-2-1,0 1 0,0-2 1,-1 0-1,14-16 1,-15 12 53,0-1 1,0-1-1,-2 1 0,0-2 1,-1 1-1,-1-1 0,-1 0 1,0-1-1,-1 1 1,-1-1-1,-1 0 0,-1-1 1,1-23-1,-3 5 77,-1 0-1,-2 1 1,-2 0-1,-1-1 0,-21-67 1,14 67 29,-1 2-1,-3 0 1,0 0-1,-2 2 1,-2 0 0,-1 1-1,-2 1 1,0 2-1,-3 0 1,0 2 0,-39-31-1,54 49-115,0 1-1,-1 1 1,0 0 0,0 0-1,-1 2 1,0-1-1,0 2 1,0 0-1,-1 1 1,0 0-1,0 1 1,0 1 0,0 0-1,0 1 1,0 1-1,-1 0 1,1 1-1,0 1 1,0 0 0,0 1-1,-23 8 1,11 1-1419,0 1 1,-48 31-1,20-10-2814,-22 5 2663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05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822 300 5122,'0'0'929,"1"3"-927,3 4 147,-2-9-28,0-22 52,-4-38-15,0 53-151,-1 1 0,0-1 0,0 0 1,-1 1-1,0 0 0,-1 0 0,0 0 0,0 0 1,0 1-1,-1 0 0,0 0 0,-1 1 0,-12-12 1,2 5-8,-1 0 1,0 0-1,0 2 1,-38-17 0,44 23-6,0 1 1,0 0 0,0 1-1,0 1 1,-1 0-1,1 0 1,-1 1 0,1 1-1,-1 0 1,1 1-1,-1 0 1,1 1 0,-1 0-1,1 1 1,0 0-1,0 1 1,0 1 0,1 0-1,-16 9 1,3 4-3,2 1 0,0 2 0,1 0-1,1 1 1,1 0 0,2 2 0,-24 39 0,11-8 14,2 1-1,-32 91 0,45-104 5,3 0 0,1 1-1,2 0 1,2 1 0,3 0-1,0 74 1,4-114-11,1 0 0,-1 0 1,1 1-1,0-1 0,0 0 0,1 0 0,0 0 1,-1 0-1,2 0 0,-1 0 0,1 0 0,-1-1 1,1 0-1,0 1 0,1-1 0,-1 0 0,1 0 1,4 4-1,-1-4 1,0 0 1,0 0 0,0 0 0,0-1-1,0 1 1,1-2 0,0 1-1,-1-1 1,1-1 0,0 1-1,14 0 1,-5-1 12,0 0-1,-1-1 1,1-1-1,0-1 1,0 0 0,0-1-1,-1-1 1,0 0-1,1-1 1,16-8-1,37-22 15,57-25 46,-109 53-48,1 0-1,0 2 1,-1 0 0,2 1 0,19-2 0,-22 5-23,1 0 0,-1 1 1,1 1-1,-1 1 1,22 4-1,-30-3-4,0-1-1,0 2 1,0-1 0,0 2 0,-1-1-1,1 1 1,-1 0 0,0 1 0,-1-1-1,1 2 1,7 7 0,-3 0 4,-1 0 0,0 0 0,-1 1 0,0 0 0,-1 1 0,-1 0 0,0 0 0,-2 1 0,0 0 0,0 1 0,-2-1 0,0 1 0,-1 0 0,1 26 0,-4-36 1,0-1 0,0 0 0,-1 1 0,1-1 0,-2 0 0,1 0 0,-1 1-1,0-1 1,-1-1 0,0 1 0,0 0 0,-6 9 0,3-8 9,0 0 1,-1 0-1,0 0 0,0-1 1,-1 0-1,0 0 0,-1-1 1,-11 7-1,-1-2 56,0 0 0,0-1-1,-1-1 1,-1-2 0,1 0 0,-1-1-1,-30 4 1,-9-3 118,-93-2-1,150-5-193,0 0-1,-1 0 1,1 0-1,0-1 1,0 1-1,0-1 1,0-1-1,-9-2 1,13 3-72,-1 0 0,1-1-1,0 1 1,-1 0 0,1-1 0,0 1 0,0 0 0,0-1 0,0 1 0,0-1 0,0 0 0,1 1 0,-1-1-1,1 0 1,-1 1 0,1-1 0,-1 0 0,1 0 0,0 1 0,0-1 0,0 0 0,0 0 0,0 0 0,0 1-1,0-1 1,1 0 0,-1 0 0,1-2 0,12-46-3600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05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47 5202,'0'0'1470,"-32"13"-1165,32-13-305,-38 16 82,-61 34 1,94-47-62,0 0 0,0 1 1,1 0-1,-1 0 0,1 0 0,0 1 1,0-1-1,0 1 0,1 0 0,0 0 1,-1 0-1,2 0 0,-4 8 0,3-2 18,1-1-1,-1 1 1,2-1 0,0 1-1,0 12 1,0-11-18,1 3-13,0 1 1,1-1 0,0 0 0,1 0 0,1 0 0,1 0 0,0 0 0,1-1 0,0 0 0,1 0 0,0 0 0,2-1 0,-1 1 0,2-2 0,0 1 0,0-1 0,1-1 0,0 0 0,1 0 0,0-1 0,1 0 0,0-1 0,1 0 0,14 7 0,-7-7 4,0 0 1,0-1 0,1-1 0,0-1 0,0-1-1,0-1 1,1-1 0,-1 0 0,1-2-1,0-1 1,43-4 0,-57 3-5,0 1-1,1-2 0,-1 1 1,0-1-1,0 0 1,0-1-1,0 0 1,-1 0-1,1-1 1,-1 0-1,1 0 1,-1-1-1,-1 0 1,1 0-1,-1-1 1,0 1-1,0-1 1,0-1-1,-1 1 1,0-1-1,0 0 1,-1 0-1,0 0 1,0-1-1,-1 1 1,0-1-1,3-11 0,-1 0 3,-2 1-1,0-1 1,-2 0-1,0 0 0,-1 0 1,0 0-1,-2 0 1,0 0-1,-1 1 0,-1-1 1,-1 1-1,-1 0 0,0 0 1,-1 0-1,-1 1 1,-1 0-1,0 1 0,-1 0 1,-1 0-1,-1 1 1,0 0-1,0 1 0,-2 1 1,0 0-1,0 0 0,-1 2 1,-30-18-1,34 23-51,-1 1 1,1 0-1,-2 1 0,1 1 0,0 0 0,-1 0 0,1 1 0,-1 1 1,1 0-1,-1 0 0,0 2 0,0 0 0,1 0 0,-1 1 0,1 0 1,-1 1-1,1 1 0,-19 7 0,10 0-1138,-36 24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06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74 599 3618,'0'0'1379,"-3"-30"-899,-23-201 347,-19-106 971,48 453-1656,36 187-140,3 39 52,-5 397 45,-34-695-89,-3-42 38,0-25 251,1-317-142,-1 320-159,2 1-1,0 0 0,1-1 0,1 1 0,1 0 1,1 1-1,0-1 0,1 1 0,2 1 0,-1-1 1,2 1-1,15-21 0,-15 25-2,1 0 0,1 1 0,0 0 0,0 0 0,1 1 0,1 1 0,0 1 0,0 0 0,1 0 0,0 1 0,0 1 0,1 1-1,0 0 1,25-5 0,-22 7-5,0 1-1,1 0 0,-1 1 0,35 2 1,-45 1 3,0 0 0,0 1 0,-1 0 0,1 0 0,0 0 0,-1 1 0,0 1 0,1 0 0,-1 0 0,-1 0 0,1 1 0,10 8 0,-7-3-1,-1 1 0,0 0 0,-1 1 0,0 0 0,-1 0 0,0 1 0,-1 0 0,0 0-1,-1 0 1,-1 1 0,0 0 0,5 26 0,-3 3 8,-1-1 1,-2 1-1,-2 49 0,-1-79 6,-1 0-1,-1 0 1,0 0-1,-1 0 1,0 0-1,-1 0 1,-1 0-1,0-1 0,0 1 1,-1-1-1,-1 0 1,0-1-1,-1 1 1,0-1-1,0-1 1,-2 1-1,1-1 1,-1-1-1,-17 16 1,12-15 8,0 1 1,-1-1-1,0-1 1,0-1-1,-1 0 1,0-1 0,0-1-1,-27 7 1,13-7-6,1-1 0,-1-1 0,0-2 0,-34-1 0,58-1-45,-1 0 0,1 0 0,0-1-1,0 0 1,0 0 0,0 0 0,-8-3 0,12 3-36,0-1 0,0 1 1,0-1-1,0 1 0,1-1 0,-1 1 0,0-1 0,1 0 0,-1 0 0,1 0 0,-1 0 0,1 0 1,0 0-1,0 0 0,0 0 0,0 0 0,0-1 0,1 1 0,-1 0 0,1-1 0,-1-2 1,-2-57-1904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06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401 0 3233,'0'0'2530,"-33"4"-2285,14-2-195,-1-1 16,0 1 1,0 1-1,-27 9 0,38-9-6,-1 0-1,0 1 1,1 1-1,0 0 1,0 0-1,0 1 1,1 0 0,0 0-1,0 1 1,0 0-1,-8 11 1,0 2 5,2 1 1,0 0-1,1 1 1,2 1 0,0 0-1,1 0 1,1 1-1,2 0 1,0 1-1,1-1 1,2 1-1,1 1 1,0-1-1,2 0 1,4 51-1,-2-66-57,1 1-1,0-1 0,0 0 0,1 0 0,0-1 1,1 1-1,0 0 0,0-1 0,1 0 0,0 0 1,1-1-1,0 1 0,0-1 0,1 0 1,0-1-1,0 0 0,1 0 0,0 0 0,0-1 1,1 0-1,0-1 0,0 0 0,0 0 0,0-1 1,1 0-1,16 4 0,-8-3 8,0 0-1,0-2 1,0 0 0,1-1 0,-1-1-1,0-1 1,1 0 0,-1-1-1,0-1 1,1-1 0,32-10-1,-40 10-3,0-2-1,0 1 0,-1-1 1,0-1-1,0 0 1,0-1-1,0 0 0,-1 0 1,0-1-1,-1 0 1,0 0-1,0-1 0,-1 0 1,0-1-1,0 1 1,-1-1-1,0-1 0,-1 1 1,5-16-1,-5 14 7,-1 0 0,-1-1-1,0 1 1,0-1 0,-1 0-1,-1 0 1,0 0 0,-1 0-1,-1 0 1,1 0 0,-2 0-1,0 1 1,-1-1 0,0 0-1,-1 1 1,0 0 0,-1 0-1,0 0 1,-13-20 0,0 8 1,-3 1 1,0 0-1,-1 1 1,0 2-1,-2 0 0,-1 2 1,0 0-1,-1 2 1,-1 1-1,-50-21 1,65 31-118,8 3-46,0 1 0,0-1 1,0 1-1,0 0 0,0 0 1,0 0-1,0 1 1,-8-1-1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07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4242,'0'0'2393,"6"32"-2262,9 48 294,8 138 1,-20-96-136,10 223 184,27-4-123,-36-323-334,-2-3-4,1 0 0,0 0 1,2 0-1,7 18 0,-11-30-8,1 0 0,-1 0 0,1 0 0,0 0 1,0 0-1,0-1 0,0 1 0,0 0 0,1-1 0,-1 0 0,1 0 0,0 0 0,-1 0 1,1 0-1,0 0 0,0-1 0,0 1 0,1-1 0,-1 0 0,0 0 0,0 0 0,1 0 1,-1-1-1,6 1 0,3-1 15,-1-1 0,1 0 0,-1-1 0,1-1 1,-1 1-1,0-2 0,0 1 0,0-2 0,-1 1 1,1-2-1,17-11 0,2-4-99,-1-1 0,38-39 0,4-15-1394,-15-2-1632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07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3394,'0'0'2433,"158"-54"-2097,-16 33-272,4-5-64,-21 2-3234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07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22 241 4082,'-4'-27'59,"3"13"-12,-15-181 479,16 191 152,1 13-457,31 197-4,-6-43 132,-14-80 29,135 766 983,-133-781-1354,-9-39 23,13 42 0,-18-70 69,-1-28 124,-2 1 1,-1-1 0,-2 1-1,0 0 1,-11-27-1,7 23-197,1 0 1,2-1-1,-5-43 0,10 40-19,1 1 0,1-1 1,2 1-1,2-1 0,10-47 1,-10 65-15,1 1 0,0 0 1,1 0-1,1 0 1,0 1-1,1 0 1,1 0-1,0 1 1,1 0-1,0 0 0,1 1 1,0 1-1,18-14 1,-22 19-1,0 1 1,1 0 0,0 1 0,0 0 0,0 0-1,0 1 1,1 0 0,-1 0 0,1 1-1,0 0 1,0 1 0,-1 0 0,1 0 0,16 1-1,-20 1 2,0-1-1,0 1 0,-1 0 1,1 0-1,0 1 0,0 0 1,-1-1-1,1 1 0,-1 1 1,1-1-1,-1 1 0,0-1 1,0 1-1,0 1 1,-1-1-1,1 0 0,-1 1 1,1 0-1,-1 0 0,0 0 1,-1 0-1,4 6 0,3 9-12,0 1 0,-2 0 0,11 42 0,-1 19 29,9 114 1,-1-5 111,-23-175-100,1 0 1,0 0-1,2 0 0,-1 0 0,2-1 1,0 0-1,9 15 0,-13-25-46,1 0-1,0 0 1,1-1 0,-1 1-1,1-1 1,-1 1 0,1-1-1,0 0 1,0-1-1,0 1 1,1-1 0,-1 1-1,1-1 1,-1-1 0,1 1-1,0-1 1,0 1 0,-1-1-1,1-1 1,0 1 0,0-1-1,0 0 1,0 0-1,0 0 1,7-2 0,70-13-2965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08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530 364 1745,'0'0'2113,"-2"-31"-1241,-5-104-381,4 109-52,0-1 0,-2 2 0,-1-1-1,-9-28 1,5 24 886,10 29-1306,-4-7 619,3 25-353,28 531-396,-18-416 160,-4-62-34,1 42 10,5 0 1,27 111-1,-35-211-26,-1-1 8,0 0-1,1 0 1,1 0-1,0 0 0,0-1 1,1 1-1,10 13 1,-15-24-4,0 0 0,0 0 0,0 0 0,0-1 0,0 1 0,0 0-1,0 0 1,0-1 0,0 1 0,0 0 0,0 0 0,0 0 0,1-1 0,-1 1 0,0 0 0,0 0 0,0 0 0,0 0 0,1-1 0,-1 1 0,0 0 0,0 0 0,0 0 0,0 0 0,1 0 0,-1 0-1,0 0 1,0-1 0,1 1 0,-1 0 0,0 0 0,0 0 0,0 0 0,1 0 0,-1 0 0,0 0 0,0 0 0,1 0 0,-1 0 0,0 0 0,0 0 0,0 0 0,1 1 0,-1-1 0,0 0 0,0 0 0,1 0-1,-1 0 1,0 0 0,0 0 0,0 0 0,0 1 0,1-1 0,-1 0 0,0 0 0,0 0 0,0 0 0,0 1 0,0-1 0,1 0 0,-1 0 0,0 0 0,0 1 0,0-1 0,0 0 0,1-29 44,-2 0 1,-1 0-1,-2 0 1,0 0 0,-2 0-1,-15-44 1,10 44-92,-1 1 0,-2 0-1,-1 0 1,0 2 0,-3 0 0,-25-31 0,36 49 24,-1 0 0,1 0 0,-2 1 0,1 0 0,-1 0 0,0 1 0,0 1 1,-1-1-1,0 1 0,0 1 0,0 0 0,-1 0 0,1 1 0,-1 0 0,0 1 0,1 1 1,-1-1-1,0 2 0,0-1 0,0 1 0,-14 3 0,16-1 12,0 0 0,-1 1 0,1 0 0,0 1 0,0 0-1,1 0 1,-1 1 0,1 0 0,0 1 0,0-1 0,1 2 0,0-1 0,0 1 0,0 0-1,1 0 1,0 1 0,0 0 0,-8 17 0,3-5-4,1 1 1,1 0-1,1 1 0,0-1 0,2 2 0,1-1 1,-3 25-1,4-18 9,2-1-1,1 0 1,4 55 0,-1-72 3,-1-1 0,2 0 0,-1 0 0,1 0 0,1 0 1,0 0-1,0-1 0,1 0 0,0 1 0,1-2 1,0 1-1,0-1 0,1 0 0,7 8 0,2-4 9,0 0-1,0-1 0,1-1 0,1 0 1,-1-1-1,1-1 0,1-1 1,0 0-1,0-2 0,0 0 0,38 4 1,6-3-143,1-3 0,87-6 1,-116 1-540,-1-1 0,1-2 0,-1-2 0,0-1 0,0-1 0,-1-2 0,0-1 1,45-25-1,-56 24-599,27-23 1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09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73 306 1521,'-7'-29'1456,"-39"-177"268,27 136 1085,19 140-2923,0 70 163,20 168 0,-20-302-128,12 56 286,-11-60-284,0 1 0,-1-1 0,1 1-1,0-1 1,0 1 0,0-1 0,1 1-1,-1-1 1,0 0 0,1 0 0,0 0-1,-1 0 1,1 0 0,0 0 0,0 0-1,0-1 1,0 1 0,0-1 0,5 3-1,-6-4 6,0 1-1,-1-1 0,1 0 1,0 0-1,-1 0 0,1 0 1,0 0-1,-1 0 0,1 0 1,0 0-1,-1 0 0,1 0 1,0-1-1,0 1 0,-1 0 1,1 0-1,-1 0 0,1-1 1,0 1-1,-1-1 0,1 1 1,-1 0-1,1-1 0,0 0 1,14-26-2332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09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 4146,'0'0'2209,"-33"62"-2769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09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825 265 1681,'0'0'2195,"16"-29"-1341,-16 29-854,60-120 542,-59 118-521,0 0 1,0 0-1,-1 0 0,1 0 1,0-1-1,-1 1 1,1 0-1,-1 0 1,0 0-1,0-1 1,0 1-1,0 0 0,0 0 1,-1 0-1,1-1 1,0 1-1,-1 0 1,0 0-1,1 0 0,-1 0 1,0 0-1,0 0 1,0 0-1,-1 0 1,-1-2-1,0 1 12,-1 0 1,1 1-1,-1 0 1,1 0-1,-1 0 1,0 0-1,0 0 0,0 1 1,-4-1-1,-3-2 42,-17-4 38,0 0 1,0 2-1,-1 1 1,1 2-1,-1 0 1,-35 2 0,54 1-108,0 0 1,0 0 0,0 1 0,0 1 0,0-1 0,0 2 0,0-1 0,0 1 0,1 1 0,-1-1 0,1 2 0,0-1-1,0 2 1,1-1 0,-1 1 0,1 0 0,0 0 0,1 1 0,0 0 0,0 1 0,-9 12 0,8-7-14,0 1 1,0 0 0,1 0 0,1 0 0,1 1 0,0 0-1,1 1 1,0-1 0,-2 30 0,3-5-5,2 0 1,7 69-1,-4-93 11,1 0 0,1 0 0,0-1 0,0 1 0,2-1 0,0-1 0,1 1 0,0-1 0,1 0 0,0 0 0,18 20 0,-17-24 0,0 0 1,1-1-1,0 0 0,0 0 1,1-1-1,0-1 0,0 0 1,1 0-1,0-1 1,0-1-1,0 0 0,1-1 1,-1 0-1,22 3 1,-19-4 6,0-2 0,-1 0 1,1 0-1,0-2 0,20-2 0,-29 2 0,1-1-1,0 0 1,0 0-1,-1 0 0,1-1 1,-1 0-1,0 0 1,0-1-1,0 0 0,0 0 1,-1 0-1,0 0 1,7-8-1,-2 0 33,0-1 1,0 0-1,-2-1 0,1 0 0,-2 0 1,0-1-1,-1 1 0,0-2 0,-1 1 1,-1-1-1,4-20 0,-2-16 346,-1-1 0,-4-59 1,-1 91-250,0 5-102,0 1-1,-1-1 1,-1 1-1,0 0 1,-1 0-1,-1 0 1,0 0-1,-12-25 1,11 32-21,2 12-47,1 23-53,1-1 0,2 0 0,0 1 0,7 30 0,33 190 57,9 62 41,-30-91-3,-8 268 0,-13-430-7,-3 0 1,-3 0-1,-1-1 0,-28 94 0,28-126 5,0-1 0,-1 0 0,-1 0 0,-2-1 0,0-1 1,-1 0-1,0 0 0,-2-1 0,0-1 0,-1-1 0,-1 0 0,-1-1 0,-33 23 0,34-29 12,-2-1 1,1 0 0,-1-2-1,-1 0 1,1-1 0,-1-1-1,0-1 1,0-1 0,-1 0 0,1-2-1,-1 0 1,-34-4 0,38 2-3,1 0 1,0-1-1,0-1 1,-1 0 0,2-2-1,-1 0 1,0 0-1,1-1 1,0-1 0,1-1-1,-1 0 1,1-1-1,1 0 1,0-1 0,0 0-1,1-2 1,-21-23-1,16 13 1,0 0 0,2-2 0,0 1 0,2-2-1,0 0 1,2-1 0,1 0 0,1 0 0,-8-38-1,8 12-16,2 0 0,2-1 0,2 1 0,5-57 0,0 67-39,2 0-1,2 0 0,2 0 0,2 1 0,20-55 0,-19 68-11,1 0 0,2 1 0,1 1 0,1 0 0,1 1 0,1 1 0,1 1-1,26-24 1,-32 34 32,0 1 0,1 0-1,1 1 1,0 0-1,0 1 1,1 1 0,1 1-1,-1 0 1,1 1-1,0 1 1,1 1-1,0 0 1,0 1 0,0 1-1,0 1 1,0 0-1,20 2 1,-32-1 7,-1 1-1,0 1 1,1-1 0,-1 1 0,0 0-1,1 0 1,-1 1 0,0 0 0,0 0-1,0 0 1,0 0 0,-1 1-1,1-1 1,6 6 0,-7-4-5,0 1 0,0 0 0,0 0 0,-1 0 0,0 0 1,0 0-1,0 1 0,0 0 0,-1-1 0,0 1 0,2 10 0,6 29-973,-6-18-1563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10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4258,'0'0'2209,"-3"1"-1491,3 0-715,-1-1 0,0 0 1,1 1-1,-1-1 0,0 1 0,1-1 1,-1 1-1,1-1 0,-1 1 1,1 0-1,-1-1 0,1 1 1,0 0-1,-1-1 0,1 1 1,0 0-1,-1-1 0,1 1 0,0 0 1,0 0-1,0-1 0,-1 1 1,1 0-1,0 1 0,-2 32 10,0 0-1,2 0 0,7 51 0,-1 0 38,-3-30-39,12 143 26,-13-186-36,0 0 0,1-1 0,1 1 0,0-1 0,8 15-1,-11-25-26,0 1 0,0 0-1,0-1 1,1 1 0,-1-1-1,1 1 1,-1-1-1,1 0 1,-1 0 0,1 0-1,2 2 1,-3-3-33,-1 1 1,1-1-1,0 0 1,-1 0-1,1 1 0,0-1 1,-1 0-1,1 0 1,0 0-1,-1 0 1,1 0-1,0 0 0,-1 0 1,1 0-1,0 0 1,-1 0-1,1 0 1,0 0-1,0-1 0,-1 1 1,1 0-1,-1 0 1,1-1-1,0 1 1,-1 0-1,1-1 0,-1 1 1,1-1-1,-1 1 1,1-1-1,-1 1 0,1-1 1,-1 1-1,1-1 1,-1 1-1,1-2 1,11-33-1821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10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 3954,'0'0'1152,"-166"139"-944,163-70 161,3-13-33,62-23-64,24-21 304,6-12-192,-12-18-240,-26-30-32,-18-8 0,-36-1 145,0 7 79,-15 11-240,-18 15-96,6 7-1409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10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7011,'0'0'939,"-2"33"-1021,-5 446 677,5-345-498,2 107 203,3-183-191,2 1 1,14 58-1,-14-93-86,1 1 1,1-1-1,1-1 0,12 27 0,-17-44-15,0 0 0,1-1-1,-1 1 1,1-1 0,0 1-1,1-1 1,-1 0 0,1-1-1,0 1 1,0-1 0,0 0 0,1 0-1,-1-1 1,1 1 0,0-1-1,0-1 1,0 1 0,1-1-1,-1 0 1,8 1 0,-2-1 6,0-1 1,0-1-1,0 0 1,0 0-1,1-1 0,-1-1 1,-1 0-1,1-1 1,0 0-1,0-1 1,-1 0-1,0-1 1,0 0-1,18-12 1,-8 2-56,0 0 0,-2-2 0,0 0 0,0-1 0,-2-1 0,17-23 0,-21 24-503,-1 0 0,15-28 0,9-42-2626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10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1 152 5651,'0'0'528,"267"-39"-288,-65-3-80,3 10-160,-33 8-688,-56 9-3890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11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45 280 2577,'0'0'1521,"-6"-33"-926,-18-107 101,16 95-281,2-16 2206,50 727-2712,-12-320 129,-30-319 42,12 209 899,-19-345-568,2 52-355,4-60 0,1 98-57,0 1 0,1-1 1,1 1-1,1-1 0,0 1 1,2 0-1,10-21 1,-7 20-11,1 0 0,1 0 0,27-32 0,-32 44 8,0-1-1,0 2 1,1-1-1,-1 1 0,2 0 1,-1 1-1,1-1 1,0 2-1,0-1 0,17-5 1,-17 8-2,-1 0 1,1 0-1,-1 0 1,1 1-1,-1 0 1,1 1-1,0 0 0,-1 1 1,17 2-1,-20-1 1,0-1-1,1 1 0,-2 0 1,1 1-1,0-1 0,0 1 0,-1 0 1,1 0-1,-1 1 0,0-1 1,0 1-1,0 0 0,-1 0 1,1 0-1,-1 1 0,4 6 0,0 2 2,0 2-1,-1-1 0,0 0 0,-1 1 1,-1 0-1,0 1 0,3 27 0,-4-4-1,-4 77 0,0-100 11,-1 0-1,-1 0 1,-1 0-1,0-1 1,-1 1-1,0-1 0,-1 0 1,-1 0-1,0-1 1,-2 0-1,1 0 1,-2-1-1,1 0 0,-13 12 1,5-8 2,0-1 0,-1 0 0,-1-2 0,-1 0 1,0-1-1,-1-1 0,0-1 0,-39 15 0,55-24-53,-39 12-69,42-13-4,0 0-1,0-1 0,1 0 1,-1 1-1,0-1 0,0 0 1,0 0-1,0 0 1,1 0-1,-1 0 0,0 0 1,0-1-1,0 1 0,0-1 1,1 1-1,-1-1 0,-3-1 1,4 1-103,1 0 1,-1-1-1,1 1 1,-1 0 0,1 0-1,-1-1 1,1 1-1,-1 0 1,1 0-1,0-1 1,0 1 0,0 0-1,0-1 1,0 1-1,0-2 1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11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0 502 4674,'31'-5'558,"3"-1"-490,5-1-58,1 1 0,71 0 0,-51 7 5,-25 1-17,-1-2 1,1-1 0,-1-2 0,43-8 0,-69 9 6,1-1-1,-1 1 1,0-1-1,0-1 1,0 1 0,0-1-1,-1-1 1,1 1-1,-1-1 1,0-1 0,-1 1-1,1-1 1,-1-1-1,0 1 1,-1-1-1,0 0 1,0 0 0,0 0-1,-1-1 1,0 1-1,6-16 1,-7 12 55,1 0 0,-2 0 0,0 0 0,0-1-1,-1 1 1,0 0 0,-1-1 0,-1-18 0,0 23 1,-1-1 0,1 1-1,-1 0 1,-1-1 0,1 1 0,-1 0-1,0 0 1,-1 1 0,0-1 0,0 1 0,0-1-1,-1 1 1,-7-8 0,1 4-5,-1 0 0,0 1 0,0 1 0,0 0 0,-1 0 1,0 1-1,-1 1 0,0 0 0,-15-4 0,3 3 14,0 2-1,0 1 1,0 1 0,-35 0 0,49 2-5,-1 1 0,1 1 1,-1 0-1,1 1 0,0 1 1,0 0-1,0 0 1,-19 8-1,23-6-32,-1 0 0,1 0 1,0 1-1,0 0 0,0 0 0,1 1 1,0 0-1,0 0 0,1 1 0,0 0 0,-9 13 1,5-1 56,1 0 1,1 0-1,0 0 1,2 1-1,0 0 1,2 0-1,0 1 1,1-1-1,1 1 1,1 0-1,1 0 1,1-1 0,1 1-1,6 27 1,-5-38-53,1 0 0,-1 0 0,2-1 1,-1 1-1,1-1 0,1 0 1,0 0-1,1-1 0,-1 0 0,2 0 1,13 13-1,-8-10-2,1-1-1,1-1 0,0 0 1,0-1-1,1 0 1,30 11-1,-4-6-20,1-2 0,0-2 0,1-2 0,0-1 0,53 0 0,-47-5-502,85-8 1,-84-2-1619,61-19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12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412 327 4546,'0'0'1371,"-2"14"-1200,-6 46-56,8-58-111,-1 1 1,1-1-1,0 0 1,0 0-1,0 1 0,0-1 1,0 0-1,0 0 1,1 0-1,-1 1 0,1-1 1,-1 0-1,1 0 1,0 0-1,0 0 1,0 0-1,0 0 0,0 0 1,1 0-1,-1 0 1,0-1-1,1 1 0,0 0 1,-1-1-1,1 1 1,0-1-1,0 0 1,-1 0-1,1 1 0,0-1 1,0 0-1,0-1 1,1 1-1,2 1 0,5 0 12,0-1 1,0 0-1,1 0 0,-1-1 0,20-2 0,-23 1-3,-2 1-9,-1-1 1,1 0-1,-1 0 1,0 0-1,0 0 0,1-1 1,-1 1-1,0-1 0,0 0 1,0 0-1,-1-1 1,1 1-1,-1-1 0,1 0 1,4-4-1,-4 1 3,1 0 0,0 0 0,-1-1 0,0 1 0,-1-1-1,0 0 1,0 0 0,3-11 0,-1 0 10,-1 0 0,-2 0 0,1 0 0,-2 0 0,-1-1 0,-3-36 0,2 48-14,0-1 1,-1 1-1,0-1 1,0 1-1,-1 0 0,0 0 1,0 0-1,0 0 1,-1 0-1,0 1 1,-1 0-1,1 0 1,-9-9-1,4 7-1,0 1 0,0 0 0,-1 0 0,0 0 0,0 2 0,-1-1-1,1 1 1,-13-3 0,-6-1 2,0 1 0,0 2 0,-1 1-1,0 2 1,-60 0 0,80 3 4,0 0 0,1 1 1,-1 0-1,1 0 0,0 1 1,-1 1-1,1-1 0,0 1 1,0 1-1,1 0 0,-1 0 1,1 0-1,-1 1 0,2 1 1,-1-1-1,0 1 0,1 1 1,0-1-1,1 1 0,-1 0 1,1 1-1,1 0 0,0 0 1,-7 13-1,3-3 8,1 0 1,1 0-1,1 1 1,0 0 0,2 0-1,-5 40 1,5-7 46,5 75 1,0-103-53,2-1 1,0 1 0,1-1 0,1 0-1,2 0 1,14 36 0,-13-42-8,1-1 0,0 0 0,1 0 0,0-1 0,2-1 0,0 0 0,0 0 0,1-1 0,16 12 0,-13-13 2,1-1-1,0 0 0,0-1 0,1-1 0,1 0 0,-1-2 1,39 11-1,-22-11-39,0-2 0,0 0 1,57-2-1,-68-3-155,-1-1 0,1-1 1,-1-1-1,1-1 0,44-15 0,-51 13 64,-1-1-1,0-1 1,0-1-1,0 0 1,-2-1-1,1-1 1,-1 0-1,20-21 1,-17 13 86,-1-1 1,-1-1-1,0 0 1,-2-1 0,-1 0-1,0-1 1,-2 0 0,-1-1-1,11-40 1,-11 24 172,-1 1 1,-3-1 0,-1-1-1,-2 1 1,-3-54 0,0 83-85,0 1-1,0 0 1,-1 0 0,0 0 0,-1 0-1,0 1 1,-1-1 0,0 1 0,0-1 0,-1 1-1,-7-10 1,8 14-35,0 1 0,0-1-1,0 1 1,0 0 0,-1 1 0,0-1-1,0 1 1,0 0 0,0 0 0,0 0-1,-1 1 1,1-1 0,-1 1 0,1 1-1,-1-1 1,0 1 0,0 0 0,0 0-1,0 1 1,-6 0 0,8 0-13,0 0-1,0 1 1,1-1 0,-1 1 0,0 0-1,0 0 1,0 0 0,1 0 0,-1 1-1,0 0 1,1-1 0,-1 1-1,1 1 1,0-1 0,0 0 0,-5 5-1,3-1 0,0 0 0,1 0-1,-1 1 1,1-1 0,1 1-1,-1 0 1,1 0 0,-3 9-1,0 7 10,0 1 0,1 0 0,2 1 0,-1 39 0,3-41 10,1 0-1,2 0 0,0 0 1,1-1-1,1 1 1,12 34-1,-13-49-7,0 1-1,1-1 1,0 1-1,1-1 1,-1 0 0,2-1-1,-1 1 1,1-1 0,0 0-1,0-1 1,1 1-1,0-1 1,0-1 0,1 1-1,-1-1 1,1 0 0,0-1-1,1 0 1,9 4-1,-8-5 39,-1-1-1,0 1 0,1-1 0,-1-1 0,1 0 0,-1 0 0,1-1 0,0 0 0,-1-1 0,14-2 0,-16 1 7,0 0 0,-1 0 0,1-1 0,-1 1-1,1-2 1,-1 1 0,0-1 0,-1 1-1,1-2 1,-1 1 0,1-1 0,-1 1 0,0-1-1,6-9 1,-3 0 34,0 0-1,-1 0 1,0 0 0,-1-1-1,-1 0 1,0 0 0,-1 0-1,0-1 1,-2 1-1,0-1 1,-1 0 0,0 0-1,-1 1 1,-3-21 0,2 26-94,0 0 1,-1 1 0,0-1 0,0 1 0,-1-1 0,-1 1-1,0 0 1,-8-14 0,-1 3-733,-1 0 0,-18-18 0,25 29 158,-30-35-3912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13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19 800 2001,'0'0'325,"0"26"150,-1 84-187,1-87-136,-2 21 137,1-42-145,1 0 0,-1 0-1,1 0 1,-1 1-1,0-1 1,0 0 0,0 0-1,0 0 1,0-1-1,0 1 1,-1 0 0,-2 3-1,4-21 1263,0-15-967,4-140 385,-1 142-824,1 1 1,1-1-1,2 1 0,10-31 1,-5 29-1,1 0 0,21-34 1,-26 51-3,1 0 0,0 0 1,0 1-1,2 0 0,-1 0 1,21-15-1,-29 25-5,0 1 0,0-1 0,0 1 1,0 0-1,0 0 0,0 0 0,0 0 0,1 0 0,-1 0 0,0 0 0,1 1 1,-1-1-1,1 1 0,3 0 0,-4 0 0,-1 0 1,1 0-1,-1 1 1,1-1-1,-1 1 1,0-1-1,1 1 0,-1 0 1,0 0-1,1 0 1,-1-1-1,0 1 1,0 0-1,0 0 1,0 1-1,1-1 0,0 2 1,2 4-3,0 0 0,-1 0 0,0 1 0,0-1 0,-1 1 0,0-1 0,2 13 0,5 43 5,3 96 0,-13 70 15,-1-91 12,2-130 91,0-13 33,0-26 183,0-1-62,0 17-211,14-314 440,-10 294-498,2-1-1,1 1 1,2 0-1,1 1 0,2 0 1,2 0-1,19-35 1,-30 64-4,1 0 1,-1 0-1,1 0 0,0 1 0,0-1 1,0 1-1,1 0 0,-1 0 1,10-5-1,-12 8-3,0 0-1,0 0 0,0 0 1,0 0-1,0 0 1,0 0-1,1 1 1,-1-1-1,0 1 1,0 0-1,1-1 1,-1 1-1,0 0 1,1 0-1,-1 1 1,0-1-1,1 0 1,-1 1-1,0-1 1,0 1-1,0 0 1,1 0-1,-1 0 1,0 0-1,0 0 0,0 0 1,2 2-1,0 2-14,0 0 0,0-1 0,0 1 0,-1 1 0,1-1 0,-1 1 0,0-1-1,3 10 1,17 55-62,-22-66 82,23 94-3,20 199-1,-39-173 76,-13-250 175,-1-8-240,9 120-7,5-123-4,-3 121-27,1 0 0,1 0 0,0 0 0,1 1 0,1 0 0,10-20 0,-1 5-384,2 2 0,28-38 0,-40 59 332,0 1-1,1-1 1,0 1 0,0 0 0,0 0-1,1 1 1,0 0 0,0 0 0,0 1 0,1 0-1,-1 0 1,1 0 0,0 1 0,12-3-1,-18 6 83,0 0-1,0 0 0,0-1 0,1 2 0,-1-1 0,0 0 0,0 0 1,0 1-1,0-1 0,0 1 0,0-1 0,0 1 0,-1 0 0,1 0 0,0 0 1,0 0-1,0 0 0,-1 0 0,1 0 0,-1 1 0,1-1 0,-1 1 0,1-1 1,-1 1-1,0 0 0,0-1 0,0 1 0,0 0 0,0 0 0,0 0 0,1 3 1,2 6 3,-1 0 0,0 1 0,-1-1 0,1 16 1,-2-20-3,8 262 59,-3-20 0,-5-242-55,-1 1 1,1-1 0,1 0-1,-1 0 1,1 0 0,0 0-1,1 0 1,5 11 0,-6-16-2,0 1 1,0-1-1,0 0 1,0 0 0,1 0-1,-1 0 1,1 0 0,-1 0-1,1-1 1,0 1-1,0-1 1,0 0 0,0 1-1,0-1 1,0-1 0,0 1-1,0 0 1,0-1 0,0 0-1,0 0 1,1 0-1,3 0 1,1-1-10,0 0 0,0-1 0,1 0 0,-1 0 0,-1-1 0,1 0 0,0 0 0,-1-1 0,1 0 0,-1 0 0,0-1 0,0 1 0,8-9 0,15-14-282,39-46-1,-46 48 86,19-20-68,-1-3-1,-3-1 1,45-75-1,-71 101 327,0 0-1,-2-1 1,0 0-1,-2 0 1,0-1-1,-2 0 1,-1 0 0,-1-1-1,-1 1 1,-1-51-1,-2 70 3,0 0 1,0 0-1,-1-1 0,0 1 1,-1 0-1,1 0 0,-1 0 1,0 0-1,-1 0 0,1 1 0,-1-1 1,0 1-1,-1-1 0,1 1 1,-1 0-1,0 0 0,0 1 1,-1-1-1,1 1 0,-1 0 1,0 0-1,0 1 0,0-1 0,-1 1 1,1 0-1,-1 0 0,0 1 1,0 0-1,0 0 0,-11-2 1,12 3-33,0 0 1,1 1 0,-1-1-1,0 1 1,1 0 0,-1 0-1,0 1 1,1-1 0,-1 1-1,1 0 1,-1 0 0,1 1-1,-1-1 1,1 1 0,0 0-1,0 0 1,0 1 0,0-1-1,0 1 1,-4 3 0,2 2-11,-1 0 1,2 1 0,-1-1-1,1 1 1,0 0-1,1 1 1,0-1 0,-4 17-1,-2 11 21,3 1 0,1 0-1,2 0 1,1 0 0,2 0-1,2 1 1,6 42 0,-5-70-30,0-1 0,0 1 0,1-1 0,0 0 0,1 0 0,0 0 0,0 0 0,1-1 0,1 1 0,0-1 0,11 13 0,-12-16 1,1 0 0,-1 0-1,2-1 1,-1 0 0,1 0-1,-1 0 1,1-1 0,0 0 0,1-1-1,-1 1 1,1-1 0,-1-1-1,1 0 1,0 0 0,14 2 0,-13-3 2,1-1 0,-1 0 0,1 0 0,-1-1 1,1 0-1,-1-1 0,0 0 0,1 0 1,-1-1-1,0-1 0,16-7 0,-9 1 0,0-1 1,-2 0-1,1-1 0,-1 0 0,14-17 1,-11 12-4,-1-1-1,0-1 1,-2 0 0,0-1 0,-1-1 0,-1 0 0,-1 0 0,0-1 0,-2-1-1,-1 0 1,-1 0 0,8-44 0,-11 0 67,-6-113 0,1 164-58,3-4-44,4 15 7,6 12-22,-11-6 36,12 12-3,0 1-1,-1 1 0,-1 0 1,0 0-1,17 34 0,-14-20 12,-1 1-1,-1 0 0,-2 0 0,-1 1 0,-1 1 0,5 41 1,-7-18 293,-3 0 0,-6 104-1,2-145-66,-1 0-1,0 0 1,-5 13-1,7-24-132,-1 0-1,0 0 1,0 0-1,-1 0 1,1 0-1,-1 0 1,1 0-1,-1 0 1,0-1-1,0 1 1,0-1-1,0 1 1,-1-1-1,1 0 1,-1 0-1,1 0 1,-1 0-1,-4 2 1,6-3-41,0-1 0,0 0 0,-1 0 1,1 1-1,0-1 0,0 0 0,0 0 0,0 0 1,0 0-1,0 0 0,0 0 0,0 0 0,0-1 0,-1 1 1,1 0-1,0-1 0,0 1 0,0 0 0,0-1 0,0 1 1,0-1-1,1 0 0,-1 1 0,0-1 0,0 0 0,0 0 1,0 1-1,1-1 0,-1 0 0,0 0 0,1 0 1,-1 0-1,1 0 0,-2-2 0,-11-37 416,13 36-458,-26-171-2702,6 118-3054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14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339 318 5378,'0'0'1473,"-225"42"320,153-27-384,31-12 1360,91-21-1745,93-36-720,83-23-207,53 3-65,21 12 0,-12 17-32,-38 15-289,-48 16-1647,-57 11-1074,-71 3-2096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14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301 297 1505,'0'0'2193,"-226"107"-1153,167-86 81,44-9 511,30-12 145,95-33-880,62-26-705,57-21-144,20 5-48,-5 13 0,-24 14-304,-39 4-2546,-50 8-2592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14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575 146 1265,'0'0'7648,"-37"-24"-6260,-122-75-567,153 95-763,0 1-1,0 0 1,0 1-1,-1 0 1,1 0-1,-1 0 1,1 0-1,-1 1 1,0 0-1,1 1 1,-1 0-1,0 0 1,0 0-1,1 1 1,-8 1-1,5 1 17,1 1-1,-1-1 0,1 2 0,0-1 1,0 1-1,0 0 0,-9 9 1,16-14-73,-14 14 59,1 0-1,0 0 1,0 1 0,2 1 0,0 1-1,0-1 1,2 2 0,0-1 0,1 2-1,1-1 1,1 1 0,-8 27 0,4 2-15,1 0 0,2 1 0,2 0 1,2 53-1,3-70-12,2 0 0,1 0 0,1 0 0,2 0 0,2 0 0,0-1 0,2 0 1,2 0-1,26 55 0,-21-56-13,1-1 0,2-1 0,0-1 0,2 0 0,1-2 0,1 0 0,1-2 0,1 0 0,1-2 0,1 0 0,1-2 0,0-2 0,2 0 0,0-2 0,61 22 0,-47-24-14,0-3 1,1-1 0,1-3-1,65 2 1,-75-7-4,0-2 0,0-2 1,0-1-1,-1-2 0,0-2 1,40-13-1,-56 14-9,0-2-1,0 0 1,-1-2 0,0 0 0,-1-1-1,0 0 1,-1-1 0,-1-1 0,0-1-1,-1 0 1,0-1 0,-1-1-1,-1 0 1,-1 0 0,0-1 0,-1 0-1,-1-1 1,-1 0 0,-1-1 0,0 0-1,-2 0 1,5-28 0,-5 13 9,-1 1 0,-1-1 0,-2 0 0,-2 0 0,-1 0-1,-8-41 1,4 48 5,-1 1-1,-1-1 0,-1 2 0,-1 0 0,-2 0 1,-1 1-1,0 0 0,-22-28 0,8 18 1,-1 1 0,-2 2-1,-1 1 1,-2 1 0,-1 2-1,-1 1 1,-41-24 0,42 31-5,-1 2 1,-1 1 0,0 2 0,-1 1 0,-1 3 0,0 0 0,0 3-1,-46-5 1,63 11-10,1 1 1,-1 0-1,0 2 0,-21 4 0,30-3-66,0 1-1,0 0 1,0 1 0,1 0-1,-1 1 1,1 0-1,-17 11 1,9-2-1110,-30 28 1,47-40 1092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7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46 294 4754,'0'0'1740,"-2"19"-1428,-8 58 357,6-60 1122,0-14-1136,0-13-337,3 9-104,-3-9-168,0 0-1,1-1 1,0 0 0,1 1 0,0-1 0,1 0 0,0 0-1,1 0 1,0 0 0,0 0 0,1 0 0,1 0 0,0 0-1,0 0 1,1 1 0,7-17 0,-3 16-55,1 0 1,0 0 0,0 1-1,1 1 1,0-1-1,1 2 1,0-1-1,15-8 1,-2 2-35,0 1 0,1 1 0,28-10 0,-27 14-15,0 1 0,1 2 0,0 0 0,0 2 0,0 1 0,1 1 0,46 2-1,-67 1 54,0-1 0,0 1 0,0 1-1,-1-1 1,1 1 0,0 0 0,-1 0-1,0 1 1,1-1 0,-1 1 0,0 0-1,0 1 1,0-1 0,-1 1 0,0 0-1,1 0 1,-1 1 0,0-1-1,-1 1 1,1 0 0,-1 0 0,0 0-1,0 0 1,-1 0 0,0 1 0,1-1-1,1 10 1,1 8-13,0 0-1,-1 0 0,-2 1 1,0-1-1,-3 39 1,0-43 25,-2 0 1,0 0 0,-1 0 0,-1 0 0,-1-1-1,0 0 1,-1 0 0,-1-1 0,-1 0-1,-1 0 1,0-1 0,-19 23 0,-15 13 54,-2-3 0,-66 55 0,-9 9 19,116-108-68,0 1 0,1 0 0,-1 0 0,1 0 0,1 0 0,-1 1 0,1-1 0,0 1 1,0 0-1,1 0 0,-3 14 0,4-18-14,1 1 1,-1 0 0,1 0 0,0 0-1,1 0 1,-1-1 0,1 1-1,-1 0 1,1 0 0,0-1-1,0 1 1,1 0 0,-1-1 0,1 1-1,0-1 1,0 0 0,0 0-1,0 1 1,0-1 0,1-1-1,0 1 1,-1 0 0,1-1 0,4 3-1,6 4 7,1-1-1,1-1 1,-1 0 0,1-1-1,1 0 1,-1-1-1,1-1 1,0-1 0,30 3-1,6-3 13,90-5-1,-130 2-18,0-1 0,1-1-1,-1 0 1,0-1 0,0 0 0,-1-1 0,1 0-1,-1-1 1,1-1 0,-2 1 0,19-13 0,-24 14-5,-1 0 1,0 0 0,1-1-1,-1 1 1,-1-1 0,1 0 0,-1 0-1,0 0 1,0 0 0,0-1-1,-1 1 1,0-1 0,0 0-1,0 0 1,-1 1 0,1-1 0,-2 0-1,1 0 1,-1 0 0,1 0-1,-2 0 1,1 0 0,-1 0-1,0 0 1,0 0 0,-2-7 0,0 4 2,-1-1 0,0 1 0,0 0 1,-1 0-1,0 0 0,-1 0 1,0 1-1,0 0 0,-1 0 1,-14-13-1,-9-4-5,-50-33-1,67 49 8,-33-22 5,-1 3 1,-1 2-1,-59-24 1,76 38-30,0 2 0,0 1-1,-1 1 1,0 2 0,-1 1 0,-51-1 0,52 6-706,17 0-2284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7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382 10 5426,'0'0'2615,"-33"0"-2348,11 0-217,3-1-16,0 1-1,1 1 0,-29 4 0,39-3 26,-1 0 0,1 1 0,0 0 1,0 0-1,0 1 0,0-1 0,0 2 0,1-1 1,-1 1-1,1 0 0,1 1 0,-11 10 0,4-1 66,1 1-1,1 0 1,0 1 0,1 1-1,1-1 1,1 1-1,1 1 1,0-1 0,1 1-1,1 1 1,-3 25-1,5-28-106,1-1-1,1 0 1,1 1 0,0-1-1,1 1 1,1-1-1,1 0 1,0 0-1,1 0 1,0 0-1,2 0 1,0-1-1,0 0 1,11 18-1,-5-18-11,0 0 0,0 0-1,1-2 1,1 1 0,1-1-1,0-1 1,0-1 0,1 0 0,0-1-1,1-1 1,0 0 0,1-1-1,0-1 1,21 5 0,-4-3 7,1-1 0,0-1 0,1-3 0,-1 0 0,1-3-1,54-4 1,-78 2-7,0-1 0,0 0 0,0 0 0,-1-2 0,1 1 0,-1-2 0,1 0 0,12-7 0,-18 8-2,0-1 0,0 0 0,-1 0 0,0 0 0,0-1 0,0 1 0,-1-2 1,0 1-1,0 0 0,0-1 0,-1 0 0,0 0 0,-1-1 0,4-7 0,-2-2 6,0 0-1,-2 0 1,0 0-1,0 0 1,-2-1-1,0 1 1,-1-1-1,-1 1 1,0-1-1,-2 1 1,0 0-1,-1 0 1,0 0-1,-1 0 1,-1 1-1,-1 0 1,0 0-1,-1 0 1,-1 1-1,-1 1 1,0-1-1,-23-24 1,10 15-29,-1 2 1,-2 0-1,0 2 1,-1 1-1,-1 1 1,-1 2-1,0 0 1,-1 2-1,-1 1 1,0 2-1,0 1 1,-1 1-1,0 2 1,-1 1-1,0 1 1,-49 1-1,28 4-2406,28 0-4842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8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86 467 4482,'0'0'456,"-5"16"601,-14 45 501,19-60-1473,0-1 0,0 1 0,0 0 0,0-1 0,-1 1 1,1 0-1,0-1 0,0 1 0,0-1 0,-1 1 0,1 0 0,0-1 0,0 1 1,-1-1-1,1 1 0,0 0 0,-1-1 0,1 1 0,-1-1 0,1 0 0,-1 1 1,1-1-1,-1 1 0,1-1 0,-2 1 0,0-10 143,2 8-1,-3-27 136,1 0 0,3-45 0,0 22-329,-2 38-36,1 0 1,1-1-1,0 1 0,1 0 1,0 0-1,1 0 0,0 0 1,1 0-1,1 1 1,0-1-1,0 1 0,2 0 1,-1 1-1,1 0 0,1 0 1,0 0-1,19-18 1,-13 16-19,2 1 1,-1 1 0,1 0 0,1 1 0,0 0 0,0 2 0,1 0 0,37-11 0,-23 11-87,0 2 0,1 1 0,-1 1 0,46 1 0,-68 3 56,-1 0 0,1 0 0,-1 1 0,1 1 0,-1-1 0,0 2 0,0-1 0,0 1 0,15 7 0,-19-7 33,0 1 0,-1-1-1,1 1 1,-1 0 0,1 0 0,-1 0 0,0 1-1,-1-1 1,1 1 0,-1 0 0,0 0 0,0 0-1,-1 1 1,0-1 0,1 1 0,0 6-1,2 3 19,-2 0 0,0 1-1,-1-1 1,0 1-1,-1-1 1,-1 1-1,0 0 1,-1-1-1,-1 1 1,-1-1-1,0 1 1,-1-1-1,0 0 1,-1 0 0,-1-1-1,0 1 1,-1-1-1,-1-1 1,-18 26-1,-18 7 37,-1-2 0,-2-2 1,-56 38-1,-76 69 121,166-136-114,0 1-1,1 0 1,-17 26-1,24-32-22,1 0 0,-1 1-1,2-1 1,-1 1 0,1 0 0,1 0-1,0 0 1,0 1 0,-1 9-1,2-7-15,0 1 0,1 0-1,1 0 1,2 19 0,-2-28-4,0 0 1,1 1 0,-1-1 0,1 0-1,0 0 1,0 0 0,0 0-1,1 0 1,-1-1 0,1 1 0,0-1-1,0 1 1,0-1 0,0 0-1,7 5 1,1-2 4,0 0-1,0-1 1,1 0 0,-1 0-1,1-1 1,0-1 0,0 0-1,0-1 1,0 0 0,15 0-1,12 0 3,73-8 0,-104 5-4,0 1 0,0-2 0,0 1 0,-1-1 0,1 0 0,-1-1 0,1 1 1,-1-1-1,0-1 0,0 0 0,0 0 0,0 0 0,-1-1 0,0 0 1,0 0-1,0 0 0,0-1 0,-1 0 0,0 0 0,0 0 0,-1-1 0,0 0 1,0 0-1,0 0 0,-1 0 0,0 0 0,-1-1 0,1 1 0,-1-1 0,1-14 1,-2 6-3,0 1 0,-2-1 0,0 0 0,-1 1 0,0-1 0,-1 1 1,-1-1-1,-1 1 0,0 0 0,-1 1 0,0 0 0,-1-1 0,-1 2 1,0-1-1,-1 1 0,0 1 0,-1 0 0,-16-16 0,0 3-12,-1 1-1,-1 2 1,-1 1 0,-1 1-1,-1 1 1,-64-28 0,66 35 0,0 1 1,-42-9-1,57 17-69,0 0-1,0 2 1,-1-1-1,1 2 1,0-1-1,0 2 1,-16 2-1,30-3 33,0 0 0,0 0 0,-1 0-1,1 0 1,0 0 0,0 0 0,-1 0 0,1 0-1,0 0 1,0 1 0,0-1 0,0 0 0,-1 0-1,1 0 1,0 0 0,0 0 0,0 0-1,0 1 1,-1-1 0,1 0 0,0 0 0,0 0-1,0 0 1,0 1 0,0-1 0,0 0 0,0 0-1,-1 0 1,1 1 0,0-1 0,0 0 0,0 0-1,0 0 1,0 1 0,0-1 0,0 0-1,0 0 1,0 0 0,0 1 0,0-1 0,0 0-1,0 0 1,0 0 0,1 1 0,-1-1 0,2 16-3683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8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77 5795,'0'0'5282,"-27"-77"-5282,19 172 0,-1 36 16,9 3 48,0 8-48,12-8-16,20-15-1521,1-36-3393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0 3986,'0'0'3986,"-9"0"-3570,21 0-416,21 0-1089,14 0-1520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7764,'0'0'0,"169"18"-593,-89-18-2016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5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4050,'0'0'3169,"199"0"-2961,-125 0-128,15 0-80,6 0-112,-9 0-2881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0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237 13 3794,'0'0'379,"27"-1"-259,91-1 48,-111 2-136,-1 1 0,1-1 0,-1 1 0,0 0 0,0 1 1,1-1-1,-1 1 0,0 1 0,0-1 0,-1 1 0,1 0 1,-1 0-1,1 1 0,-1-1 0,0 1 0,0 0 0,0 1 1,-1-1-1,0 1 0,0 0 0,0 0 0,0 0 0,-1 1 0,0-1 1,0 1-1,0 0 0,-1 0 0,4 12 0,-1 7 125,0 0 0,-2 0 0,0 1 0,-2-1 0,-3 36 0,2-55-105,-1 8-9,0 0 0,-1 0 0,-1-1 0,0 1 0,-1-1 0,0 1 1,-1-1-1,0-1 0,-1 1 0,-1-1 0,-10 16 0,3-10 4,0-1 1,-1-1-1,0 0 0,-1-1 1,-1-1-1,-28 19 0,36-26 13,-1-1-1,0 0 1,0 0-1,0-1 0,0 0 1,-1-1-1,1 0 1,-1-1-1,0 0 0,-1-1 1,1 0-1,0-1 1,-1 0-1,-13-1 0,19-1-21,0 0 0,0-1 0,0 1 0,1-1 0,-1-1 0,1 1-1,-1-1 1,1 0 0,0 0 0,0 0 0,0-1 0,0 0 0,1 0-1,-1 0 1,1 0 0,0-1 0,0 0 0,1 0 0,-5-8 0,-2-5 16,0 1 0,2-1 0,0-1 0,-9-32 0,12 31 18,0-1 1,2 1 0,0-1 0,1 0 0,1 0-1,4-37 1,-2 46-63,1 1 1,0 0-1,1 0 0,0 0 1,1 0-1,0 0 0,0 1 0,1 0 1,1 0-1,0 0 0,0 0 1,1 1-1,13-14 0,-4 9-14,1 1 0,0 0 0,1 1 1,0 1-1,0 1 0,1 1 0,1 0 0,-1 2 0,1 0 0,41-8 0,-23 8-9,-1 2 0,1 2-1,0 1 1,1 2 0,46 6-1,-69-4 5,1 1 0,-1 0 0,0 1 0,0 1 0,0 1 0,-1 0 0,0 1 0,0 0 0,0 1 0,-1 1 0,-1 0 0,25 22 0,-27-20 7,-1 1-1,0-1 1,-1 2 0,0-1-1,-1 2 1,0-1 0,-1 1-1,-1 0 1,0 0 0,-1 1 0,0-1-1,-1 1 1,-1 0 0,2 18-1,-3-10 19,0 0-1,-2 0 0,0 1 0,-2-1 0,-6 37 0,4-45 19,0 0 0,-1 0 0,0-1 0,-1 0 0,-1 0-1,0 0 1,-1-1 0,-1 0 0,-13 16 0,-3-2 71,0-2 1,-2 0-1,0-2 1,-56 36-1,-131 56-187,212-113 38,-13 5-640,1 0 0,-1-1-1,0-1 1,-17 4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0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413 32 5346,'0'0'916,"-36"-8"-428,1 0-281,-1 2 0,-49-3 0,79 9-142,0 0 1,0 1-1,0 0 0,0 0 0,0 0 0,1 1 0,-1-1 0,0 2 0,1-1 0,-1 1 1,1-1-1,0 1 0,0 1 0,-9 7 0,5-2 92,0 1 0,0 0-1,1 1 1,-10 17 0,14-22-111,-7 13 64,1 2 1,1 0 0,0 0-1,2 0 1,0 1 0,2 0 0,0 1-1,2-1 1,0 1 0,2-1-1,1 39 1,0-49-97,1 0 0,0 0 0,1 0 0,1 0 0,-1 0 0,2 0-1,0-1 1,0 1 0,1-1 0,10 17 0,-7-17-1,0 0 0,1-1 0,0 0 0,1-1 0,0 0 0,0 0 0,1-1 0,0-1 0,20 11 0,-11-8 6,0-1 1,0-1-1,1 0 0,1-2 0,36 6 1,-13-6 31,80 0 1,-112-6-46,0 0 0,0-1 0,0 0 0,-1-1 1,1-1-1,-1 0 0,19-7 0,-26 8-2,1-1 0,-1 0 0,0-1 0,0 1 0,0-1 0,0 0 0,-1 0-1,1 0 1,-1-1 0,0 1 0,-1-1 0,1 0 0,-1 0 0,0-1 0,0 1 0,0-1 0,2-9 0,-1 4 4,-1 1 1,-1 0-1,0-1 1,0 1-1,-1-1 1,0 0-1,-1 0 1,-1 1-1,1-1 1,-2 0-1,1 1 1,-1-1-1,-5-11 1,2 8-4,-1-1 0,-1 2 0,0-1 0,-1 1 1,-1 0-1,0 0 0,0 1 0,-15-14 0,-4 0-11,-1 2 0,0 1 0,-2 1 0,-1 2 0,0 1 0,-59-24-1,74 35-230,1 2 0,-2 0 0,1 1 0,-1 0 0,1 2 1,-1 0-1,0 1 0,0 1 0,0 0 0,0 2 0,-31 4 0,-3 12-4216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1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204 142 5507,'26'-5'109,"-19"3"-103,34-8 12,1 2 1,79-5-1,-112 13-19,7-1 41,-1 1-1,1 1 1,-1 0-1,19 4 1,-29-3-26,-1-1 1,1 1 0,-1 0-1,1 0 1,-1 0 0,0 1-1,1-1 1,-1 1 0,-1 0-1,1 0 1,0 1 0,-1-1-1,0 1 1,1-1-1,-1 1 1,4 9 0,-1-2 14,0 1 0,-1 0 0,-1 0 0,0 0 0,-1 1 0,0 0-1,-1-1 1,1 19 0,-1 4 293,-7 63 0,3-82-227,-1 0 0,-1 0 0,0-1 0,-1 0 1,-1 1-1,0-2 0,-1 1 0,-1-1 0,0 0 0,0-1 0,-2 1 0,0-2 0,0 0 0,-1 0 0,-1 0 0,0-2 0,0 1 0,-21 12 0,14-11-7,0-1-1,0-1 1,-1 0-1,0-2 1,-1 0-1,0-2 1,0 0-1,-1-1 1,1-1-1,-1-1 1,0-1-1,0-1 0,-26-2 1,41 0-50,1 0-1,0 0 1,0 0-1,-1-1 1,1 0 0,0 0-1,0-1 1,1 0 0,-1 0-1,1 0 1,-1-1 0,1 0-1,0 0 1,0 0 0,1 0-1,-1-1 1,1 0-1,0 0 1,0 0 0,0 0-1,1-1 1,0 1 0,-4-10-1,0-5 34,0 0 0,1 0-1,1 0 1,1-1 0,1 0-1,0-23 1,1 20-59,2 1 0,1-1 0,0 0 0,2 1 0,1 0 0,0 0 0,2 0 0,13-34 0,-12 41-12,0 1 1,2-1-1,0 2 1,0-1-1,1 1 1,1 1-1,1 0 1,0 0-1,0 1 1,1 1 0,0 0-1,23-14 1,-9 11-12,0 1 1,1 1 0,0 1 0,1 1-1,0 2 1,1 1 0,0 1 0,0 2 0,0 1-1,0 1 1,59 4 0,-75-1 3,0 1-1,0 0 1,0 1 0,-1 1-1,0 0 1,0 0 0,0 1-1,0 1 1,0 1-1,-1-1 1,-1 2 0,13 9-1,-10-5 0,-1 0 0,-1 1-1,0 1 1,-1 0 0,-1 1-1,0 0 1,0 0 0,13 33-1,-11-15 13,0 1-1,-2 1 0,-2 0 1,-1 0-1,-2 1 1,-1 0-1,-2 0 0,-1 0 1,-2 0-1,-9 59 1,5-73 4,-1 0 1,-1-1 0,-1 0 0,-1 0 0,0-1 0,-1 0 0,-2-1 0,0 0 0,-27 31 0,20-28 5,-1 0 1,-2-2-1,0-1 0,-1 0 0,0-2 1,-52 29-1,59-39-161,0 1 1,0-2 0,-1 0-1,0-1 1,0-1-1,0-1 1,-1 0-1,-28 0 1,43-2-60,0-1 0,-1 0 0,1 0 0,0 0 0,-1 0 0,1 0 0,-1-1 0,1 1 0,0-1 0,0 0 0,-1 0 0,1-1 1,0 1-1,-3-2 0,3-1-179,1 1 0,-1-1 1,1 0-1,0 1 0,0-1 1,1 0-1,-1 0 0,1-1 1,0 1-1,-1-7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1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21 152 7347,'0'0'4018,"0"-152"-1985,-2 182-2033,-13 50 0,12 45 0,3 24 64,0 2-48,3-8-16,23-25-112,1-37-2961,-21-49-5619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2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4370,'0'0'7059,"89"0"-7075,57-9-1536,14-9-3715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3346,'0'0'4129,"219"0"-4177,-103 0 64,15 0-16,9-6-784,-7 3-144,-14 0 768,-24 0 160,-32 3 0,-19 0 80,-23 0 176,3 0-128,-7 6-128,4 3-320,-3-9-3778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4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 7203,'0'0'3490,"169"12"-3490,-32-18-2401,6-18-2017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 5106,'0'0'2818,"167"-17"-2898,-69 17-3314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5202,'0'0'2273,"151"-21"-1312,-82 15-545,2 6-320,3 0-96,-14 0-2881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4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5555,'0'0'5554,"199"-15"-5666,-48-3-2657,15-3-2546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4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 4962,'0'0'2433,"158"-18"-1792,-72 15 31,18 3-560,8-3-112,-8-6-912,-23 0-5651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8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663 232 8644,'31'-2'301,"-6"-1"-269,157-4 51,-161 7-76,0 2 1,-1 0-1,1 1 0,-1 1 1,1 1-1,-1 1 0,34 15 1,-34-9-1,-1 0 0,-1 1 1,0 1-1,0 1 0,-2 1 1,0 0-1,-1 1 0,0 1 1,-2 0-1,0 0 0,-1 2 0,-1 0 1,0 0-1,10 31 0,-6-9 15,-2 0-1,-2 0 0,-2 1 1,-2 1-1,-1-1 0,-1 67 1,-5-90-10,-1-1 0,-1 1 0,-1 0 0,-1-1 0,0 1 0,-1-1 0,-2 0 0,0-1 0,0 0 0,-2 0 0,0 0 0,-1-1 0,-1 0 0,-1-1 0,0-1 0,-1 0 0,0 0 0,-2-1 0,-16 13 0,9-10-1,-1-1 0,-1-1 1,0-1-1,-1 0 1,0-2-1,-1-2 0,-1 0 1,1-1-1,-1-2 0,-55 8 1,58-12 1,-1-1 1,1-1-1,-1-1 0,1-1 1,-1-1-1,1-1 0,0-2 1,0 0-1,0-1 0,1-2 1,0 0-1,-37-20 1,41 17 41,1-1 1,0-1-1,1-1 1,0 0 0,1-2-1,1 0 1,0 0-1,1-1 1,1-1 0,1 0-1,0-1 1,1 0-1,2-1 1,0 0 0,1-1-1,0 0 1,2 0-1,-4-26 1,3 5-31,2-1 0,3 1 0,0-1-1,3 0 1,2 1 0,1-1 0,3 1 0,1 0 0,2 0 0,2 1-1,2 1 1,21-46 0,-22 59-26,1 1 0,2 0-1,0 1 1,2 0 0,0 2 0,2 0-1,1 1 1,0 1 0,1 1-1,2 1 1,0 1 0,1 1 0,0 1-1,1 2 1,1 0 0,1 2-1,0 0 1,34-7 0,-27 10 3,1 2 1,0 1 0,0 2-1,1 2 1,-1 1 0,1 2-1,37 6 1,-46-3-2,-1 1 0,0 2 0,-1 1 0,1 0 0,-2 2 0,1 2 1,-1 0-1,-1 1 0,42 31 0,-34-17 7,-2 1 0,0 1 1,-3 1-1,0 2 0,-2 1 0,-1 0 1,-2 2-1,-2 1 0,-1 1 0,-1 0 1,-2 1-1,11 43 0,-9-16 74,-3 0 0,-3 1 0,-3 1 0,-3 0-1,-3 0 1,-8 110 0,-1-119-12,-2 0-1,-3-1 1,-2 0-1,-3 0 1,-2-2 0,-34 71-1,21-64 2,-4-1 0,-2-1-1,-2-2 1,-92 102 0,55-84-20,-3-3 0,-3-3 1,-2-4-1,-4-4 0,-2-4 1,-3-4-1,-124 53 0,153-80-244,0-2-1,-1-4 0,-1-2 0,-1-3 0,-79 7 0,-3-19-2626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9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1017 49 5298,'28'-7'795,"-8"1"-675,5-1 56,1 0 0,0 2-1,0 1 1,1 0 0,51 2-1,-69 3-94,0 0 1,0 1-1,-1 1 0,1-1 0,-1 1 0,1 1 0,-1-1 0,0 1 0,0 1 1,-1 0-1,1 0 0,-1 0 0,0 1 0,-1 0 0,1 0 0,-1 1 0,0 0 0,-1 0 1,0 0-1,8 15 0,0 3 0,-1 0 0,-1 2 0,-1-1 0,-1 1 1,7 43-1,-7-25 25,-3 0 0,-2 1 0,-1-1 0,-6 78 0,0-94-73,-1-1 0,-1 1-1,-2-1 1,-1 0-1,-1-1 1,-1 0 0,-1 0-1,-24 39 1,17-38-17,-1-1 1,-1 0-1,-1-2 1,-2 0-1,-1-2 1,0 0-1,-2-2 1,-54 35-1,57-43-5,1-1 0,-2-1 1,0-2-1,0 0 0,0-1 0,-1-2 0,0 0 1,-1-2-1,1 0 0,-1-2 0,0-1 0,-27-2 1,39 0-1,1-1 1,0 0 0,-1-1 0,1 0 0,0-1-1,1-1 1,-1 0 0,1 0 0,0-1 0,-22-16-1,21 12 8,1 0-1,0-1 0,1-1 0,0 0 1,1 0-1,1-1 0,0-1 0,0 1 0,-6-17 1,2 1 22,1-1 0,2-1 1,0 0-1,3 0 0,0-1 1,2 0-1,2 0 1,0 0-1,3 0 0,4-49 1,-1 48-27,2 0 1,1 0-1,1 0 1,3 1 0,0 0-1,2 1 1,1 0-1,2 1 1,35-56 0,-33 63-15,1 2 0,1 0 0,0 0 0,2 2 0,0 1 0,1 0 0,1 2 1,44-24-1,-36 25 1,1 1 1,0 1 0,1 3 0,0 0-1,1 2 1,65-7 0,-46 11 37,-1 2 0,87 8 0,-103-1 16,0 1 1,-1 1 0,0 2-1,66 26 1,-65-18 40,-1 2 1,-1 0-1,0 3 1,-2 1-1,55 50 1,-50-37-18,-2 2 1,-2 2-1,-1 1 1,29 50-1,-28-34 32,-3 2-1,-2 1 0,-3 0 1,-2 2-1,-3 1 0,-3 1 1,14 105-1,-24-100 60,-2 2-1,-10 126 1,0-148-89,-2-1 1,-2 0-1,-2 0 0,-34 88 0,24-89-58,-3-1 0,-1-1-1,-3-1 1,-1-2 0,-48 54-1,15-28 2,-4-4 0,-93 73-1,47-54-352,-4-4 0,-4-6 1,-2-5-1,-3-5 0,-3-6 0,-2-5 0,-2-6 0,-163 33 0,-149-14-7634,437-64 7817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19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0 304 2913,'0'0'2540,"0"-27"-1809,0-202 1155,0 184-1024,0 43-659,0 11-51,5 206 361,51 335 1,-52-496-1669,-30-95-7428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19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 0 4178,'0'0'1841,"-154"134"-1233,112-69-16,7-2-368,5-7-208,12-2-16,3-10-784,0-11-2465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19.5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0 194 6115,'0'0'5026,"199"-83"-4978,-20 53-96,5 9-272,-18-5-2545,-35-7-2274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0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0 301 4338,'0'0'1374,"1"-30"-859,1-205 3353,-2 200-1827,5 140-2091,19 116 0,-8-100 73,-12-83-16,2 23-26,3 0 1,2-1 0,26 83-1,-35-138-197,-2-4 61,1 0-1,-1 1 1,0-1-1,1 0 0,-1 0 1,1 0-1,-1 0 0,1 0 1,0 0-1,-1 0 0,1 0 1,0 0-1,0 0 0,-1 0 1,1-1-1,0 1 0,2 1 1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0.6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1 3954,'0'0'5042,"-89"125"-4978,50-45-16,1 3-32,2-6-16,9-9-1360,7-17-2738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20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1 119 6835,'0'0'1777,"240"-65"-1537,-79 38-240,11 9-112,-17 9-3089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4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422 64 2753,'0'0'2351,"13"-9"-1871,66-45 3006,-86 64-3592,-14 15 182,-2-1 0,-1-1 0,-35 26 0,-88 51-12,94-71-31,-55 22 0,53-26 101,50-24-75,-7 7 613,18-7-450,90 12-133,-1 3 1,0 5-1,169 62 0,-154-37-3453,-92-35-2017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5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503 0 4210,'0'0'2964,"-5"7"-2793,-11 11-56,0-2 1,-1 0 0,-1 0 0,0-2-1,-1 0 1,0-2 0,-42 21 0,-166 59 1445,156-66-948,56-18-370,21-4-154,32-3-84,-30-1 18,123 3 104,144 21-1,-238-18-119,45 12-1,-69-14-310,0 0 0,-1 1-1,1 0 1,-1 1-1,0 1 1,16 11-1,-1 9-3048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5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268 43 4626,'0'0'3551,"9"-9"-3049,24-24-294,-98 91 69,-122 82-1,141-107-130,45-33-136,0 1 0,0-1 0,1 1 0,-1-1 0,0 1 1,0 0-1,1 0 0,-1-1 0,0 1 0,1 0 0,-1 0 1,1-1-1,-1 1 0,1 0 0,-1 0 0,1 0 0,0 0 1,-1 1-1,1-1-7,0 0 1,0-1-1,1 1 1,-1 0-1,0-1 1,0 1-1,1 0 0,-1-1 1,0 1-1,1-1 1,-1 1-1,0-1 1,1 1-1,-1-1 1,1 1-1,-1-1 1,1 1-1,-1-1 1,1 0-1,-1 1 1,2-1-1,5 4 3,0-1 0,0 0 0,1 0 0,8 1 0,1 1 42,306 105-115,-252-89-1355,-21-13-2620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6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390 2 4034,'0'0'4487,"3"-1"-4227,-10 10-250,-31 24 157,-1-2 1,-1-1 0,-2-2-1,-1-2 1,0-2 0,-85 33 0,115-48 278,16 0 30,23 6-289,30 8-23,84 22-1,-85-30-1064,96 41 0,-114-35-2599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7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324 38 2849,'0'0'3893,"5"-8"-3040,16-18-460,-17 22-216,-21 24-48,-2 0-54,-1-1-1,-1-1 0,0-1 0,-43 26 0,-104 48 1310,150-83-1023,17-7-351,1-1 1,0 0-1,0 0 1,-1 0-1,1 0 0,0 0 1,0 0-1,-1 0 0,1 1 1,0-1-1,0 0 0,0 0 1,-1 0-1,1 0 0,0 1 1,0-1-1,0 0 1,-1 0-1,1 1 0,0-1 1,0 0-1,0 0 0,0 1 1,0-1-1,0 0 0,0 0 1,0 1-1,0-1 1,-1 0-1,1 0 0,0 1 1,0-1-1,0 0 0,1 1 1,-1-1-1,0 0 0,0 0 1,0 1-1,0-1 0,0 0 1,0 0-1,0 1 1,0-1-1,0 0 0,1 0 1,-1 1-1,0-1 0,0 0 1,0 0-1,1 0 0,-1 1 1,0-1-1,0 0 0,0 0 1,1 0-1,-1 0 1,0 0-1,1 1 0,18 9-123,-17-9 146,42 16 34,0-2 0,58 13 0,98 10-116,-149-29-76,41 6-1228,-21-8-1747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7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263 127 4338,'0'0'3516,"-8"-1"-3185,4 1-328,1 0-1,0 0 1,0 0 0,0 1-1,0-1 1,0 1 0,0-1-1,0 1 1,0 0 0,0 0-1,-4 3 1,2-1-8,1 0-1,0 0 1,0 0 0,1 1-1,-1 0 1,1-1 0,0 1-1,-5 7 1,7-9 4,-174 274 42,194-303 340,40-45 0,-2 4-340,-38 43-43,-1-1-1,29-56 1,-41 68 116,0 0 0,-1-1 0,0 0 0,-1 0 0,-1 0 0,0 0 0,-1 0 0,0-18 0,6 51 338,0-6-490,-7-10 29,73 134-53,-62-118-31,0 0 0,1-1 0,1 0 0,1-1-1,21 18 1,-31-29-229,1-1 0,1 0-1,-1 0 1,10 5 0,21 0-2488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8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1 736,'0'0'0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8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81 160 1329,'-22'-106'432,"22"104"-282,0-1 0,-1 1 0,1-1 0,-1 1 0,0 0 0,1-1 0,-1 1 0,0 0 0,-1 0 0,1 0 0,0 0 0,-1 0 0,1 0 0,-1 0 0,1 0 0,-1 0 0,0 1 0,0-1 0,0 1 0,0-1 0,0 1 0,0 0 0,-4-2 0,-5-3 2098,91 35-655,-30-12-1502,54 11 1,-58-17-57,-1 2 0,47 19 0,-90-31-38,-1-1 0,1 1 0,0 0 1,0 0-1,-1 0 0,1 0 0,0 0 0,-1 0 1,1 0-1,-1 0 0,1 1 0,-1-1 0,0 0 1,1 1-1,-1 0 0,0-1 0,0 1 1,0 0-1,0-1 0,-1 1 0,1 0 0,0 0 1,-1 0-1,1-1 0,-1 1 0,1 0 0,-1 0 1,0 0-1,0 0 0,0 0 0,0 0 1,0 0-1,-1 0 0,1 0 0,-1 0 0,1-1 1,-1 1-1,1 0 0,-1 0 0,0 0 0,0-1 1,0 1-1,0 0 0,-2 1 0,-10 13 14,-2 0-1,0-1 0,-1-1 1,-26 18-1,19-14 5,-129 92-227,129-96-747,-1-1 0,-39 16 0,-2-12-3334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39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324 24 16,'0'0'6848,"-9"-3"-5898,-3-3-671,6 4-108,0-1 1,0 1 0,0 0 0,-1 0 0,-8-1 0,15 3-154,0 0 1,-1 0-1,1 0 0,0 0 0,0 0 1,0 0-1,0 0 0,-1 0 0,1 0 1,0 0-1,0 0 0,0 0 0,0 0 1,0 0-1,-1 0 0,1 0 0,0 0 0,0 0 1,0 0-1,0 0 0,0 0 0,-1 1 1,1-1-1,0 0 0,0 0 0,0 0 1,0 0-1,0 0 0,0 0 0,0 0 1,-1 1-1,1-1 0,0 0 0,0 0 1,0 0-1,0 0 0,0 0 0,0 1 1,0-1-1,0 0 0,0 0 0,0 0 0,0 0 1,0 1-1,0-1 0,0 0 0,0 0 1,0 0-1,0 0 0,0 1 0,0-1 1,0 0-1,0 0 0,0 0 0,0 0 1,0 0-1,1 1 0,-1-1 0,8 16 100,18 17-242,-7-14 155,2-1 1,0-1-1,2 0 0,44 24 1,107 40 104,-164-77-121,15 6 11,-24-10-26,-1 1 0,1-1 0,0 1 0,0-1 0,-1 0 0,1 1 1,0 0-1,0-1 0,-1 1 0,1-1 0,-1 1 0,1 0 0,0-1 0,-1 1 0,1 0 1,-1 0-1,0-1 0,1 1 0,-1 0 0,1 1 0,-2 1 0,0-1 1,1 0-1,-1 1 0,-1-1 1,1 0-1,0 0 0,0 0 1,-1 0-1,1 0 0,-1 0 1,0 0-1,0 0 0,1-1 1,-1 1-1,0-1 0,0 1 1,0-1-1,-1 0 0,-3 2 1,0 1 3,-142 74 51,102-56-59,-25 13-900,-137 45 1,62-44-2552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0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599 1 1329,'0'0'7270,"-6"2"-6513,-56 22-446,-95 53 1,0 0-225,99-52 949,-100 28 1,189-49-530,339 31-264,-214-27-2797,-112-7-2066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1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364 45 1793,'0'0'4898,"8"-7"-4202,26-23-207,-26 23 362,-19 28 109,-12 6-802,-1-2 0,-2 0 0,-47 35 0,50-42-49,-1-1 0,-1-1 1,0-2-1,-1 0 0,-1-2 0,0 0 0,-52 13 0,235-22 801,105 29-701,7-1-3532,-201-30-1599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1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422 25 1649,'0'0'6115,"0"-4"-5104,0-12-398,0 12-341,-7 10-210,-28 26 106,-1-3 0,-1-1 0,-2-1 0,-1-2 0,0-2 0,-2-2 0,-83 29 0,108-46 202,13-3 107,17-1-232,-6 0-269,399 0 102,-234 0-2496,-95 0-1181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2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376 57 3089,'0'0'3909,"11"-10"-3045,32-32-151,-39 37-23,-9 6-476,-11 8-54,-83 48 130,24-12 440,-155 67 0,221-107-529,14-1-138,19-1-77,-17-3 39,339 37 363,-7 28-3545,-280-52-776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2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325 7 1953,'0'0'4162,"10"-3"-3479,-8 2-633,0 1 0,-1-1-1,1 1 1,0-1 0,0 1 0,0-1 0,0 1 0,0 0 0,0 0 0,0 0 0,0 0 0,0 1-1,0-1 1,2 1 0,-3-1-35,-1 1 0,0-1 0,0 1 0,0-1 0,0 0-1,0 1 1,0-1 0,0 1 0,0-1 0,0 1 0,0-1 0,0 0 0,0 1-1,0-1 1,0 1 0,0-1 0,0 1 0,0-1 0,0 0 0,0 1 0,-1-1-1,1 1 1,0-1 0,0 0 0,-1 1 0,1-1 0,-19 25 377,-29 24-2,-3-3 0,-1-2-1,-97 62 1,113-81-4,27-16-185,12-4-54,20-2-8,-12-2-141,95 10 41,189 48 0,-275-53-250,-2-1-1059,0 0 0,32 5 0,-20-9-3364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3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 73 2497,'0'0'3572,"-9"-5"-3078,6 3-473,1 1-1,-1-1 1,1 1-1,-1-1 1,0 1-1,0 0 1,1 0-1,-1 0 1,0 0-1,-6 0 1,7 2-17,-1-1 0,1 1 0,0-1 0,-1 1 0,1 0 0,0 0 0,-1 0 0,1 1 0,0-1 0,0 0 0,0 1 0,0 0 0,0-1 0,0 1 0,1 0 0,-1 0 0,1 0 0,-3 3-1,-92 135 30,56-79 90,-46 55-1,119-156 84,-2-1 0,-1-1 0,-2-2-1,-2-1 1,23-56 0,-16 25 282,-33 75-475,0 1-1,0-1 1,0 1-1,1-1 1,-1 1-1,0-1 1,0 1-1,1-1 1,-1 1-1,0-1 1,1 1-1,-1 0 0,0-1 1,1 1-1,-1 0 1,1-1-1,-1 1 1,0 0-1,1-1 1,-1 1-1,1 0 1,-1 0-1,1 0 1,-1 0-1,1-1 0,-1 1 1,1 0-1,-1 0 1,1 0-1,-1 0 1,2 0-1,14 11-1,7 22-186,78 120 399,-86-133-254,2-1 0,0 0 1,1-1-1,0-1 0,25 17 1,-39-31-295,2 0 0,-1 0 0,0 0 1,0-1-1,10 4 0,12-3-4622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4.1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18 2529,'0'0'6014,"-10"-3"-5291,-3-1-503,8 2-79,0 0 0,0 0 0,0 1 0,0 0 0,-1 0 0,1 0-1,0 1 1,-8 0 0,28 8-7,54 22 47,108 32 0,-4-2-60,-162-56-122,0 1 0,-1 0 0,1 1 1,-1 0-1,0 1 0,15 13 0,-23-19 0,0 1-1,-1 0 0,1 0 0,0 0 1,-1 1-1,0-1 0,1 0 0,-1 1 1,0-1-1,0 0 0,0 1 1,0-1-1,-1 1 0,1 0 0,0 3 1,-2-3 0,1 0 0,-1-1 1,1 1-1,-1 0 0,0-1 1,0 1-1,0 0 0,0-1 1,0 1-1,-1-1 0,1 0 1,-1 1-1,1-1 0,-1 0 1,0 0-1,0 0 0,0 0 1,-3 2-1,-13 10 11,0 0-1,-1-2 1,-37 19 0,-70 26-22,93-43-280,0-1 0,-1-2 1,0-1-1,0-2 0,-71 8 1,55-15-3260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4.8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233 66 976,'0'0'5958,"-15"-11"-4902,-46-33-405,50 33-93,24 13-451,22 10-113,123 40 177,-46-17-104,-110-34-66,0-1 1,0 1 0,0 0 0,1 0-1,-1 1 1,0-1 0,-1 0-1,1 1 1,0-1 0,0 1-1,-1-1 1,1 1 0,-1 0 0,1 0-1,1 3 1,-2-4-2,-1 1 0,1-1 1,-1 1-1,0 0 0,1-1 1,-1 1-1,0-1 0,0 1 0,0-1 1,0 1-1,0 0 0,-1-1 1,1 1-1,0-1 0,-1 1 0,1-1 1,-1 1-1,1-1 0,-1 1 0,0-1 1,0 0-1,0 1 0,0-1 1,0 0-1,0 0 0,-1 2 0,-7 6 0,-1-1 0,0 0-1,0 0 1,0-1 0,-16 8 0,-70 30-385,-50 2-2291,-22-10-3834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1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431 211 4178,'-28'9'1147,"-204"65"-266,187-58-539,-80 23 1925,203-40-1278,63-16-922,141-36-1,-88 14-46,1205-175-1130,-1294 201-1190,-47 1-1110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1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5218,'0'0'2626,"15"134"-2690,11-12 672,-2 17-112,-9 1-320,0-6-112,-3-12-48,-1-13-16,4-16 0,3-25-80,6-30-1745,0-32-1392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2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5074,'0'0'2628,"0"46"-2356,1-13-241,17 300 210,129 387-102,-149-753 74,3 8-138,-10-97 17,-2-53-114,11 135-18,2 0 0,1 0 1,10-45-1,-10 70 15,1 0 0,1 1 0,0 0 0,1 0 0,1 0 0,0 0 0,0 1 0,2 0 0,0 1 0,0 0 0,15-15 0,-18 21-15,0 1-1,1 0 1,0 0 0,-1 1 0,1 0 0,1 0 0,-1 1-1,11-4 1,-14 5 13,0 1 0,0 0 0,0 0 0,0 1 0,0-1 0,0 1 0,1 0 0,-1 0 0,0 0 0,0 0 0,0 1 0,1 0 0,-1 0 0,0 0 0,0 0-1,0 1 1,5 2 0,-4 0 8,1 0-1,-1 1 0,0-1 0,-1 1 1,1 0-1,-1 1 0,0-1 0,0 1 1,4 9-1,3 6-3,13 36 1,-10-8 66,-2 0 1,-3 0-1,-1 1 1,1 68-1,-4-47 36,16 79-1,-19-141-75,0 0-1,1 1 1,0-1 0,5 11-1,-6-17-58,-1-1 0,1 1-1,0 0 1,0-1 0,0 1-1,0-1 1,0 0 0,0 1-1,1-1 1,-1 0 0,1-1-1,-1 1 1,1 0 0,0-1-1,5 3 1,-2-3-487,0 1 1,0-1-1,0-1 1,1 1-1,8-1 1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2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667 122 576,'0'0'2095,"-28"-20"-740,-97-57-357,118 73-946,-1 0 1,1 1 0,-1 0 0,1 1-1,-1-1 1,0 1 0,0 1 0,0 0-1,0 0 1,0 0 0,0 1-1,-16 2 1,-3-1 113,15-1-98,0 1 1,0 0 0,1 1 0,-1 0-1,0 1 1,1 1 0,0-1 0,0 2-1,0 0 1,0 0 0,-11 8-1,8-3 6,0 0 0,1 1 0,0 1 0,1 0-1,0 1 1,1 0 0,-11 16 0,7-5-30,1 0-1,1 1 1,1 0-1,1 1 1,1 0 0,2 1-1,1 0 1,0 1 0,-2 37-1,6-35-13,1 0 0,5 52-1,-2-72-26,0 0-1,1-1 1,1 1 0,-1-1-1,1 0 1,1 0-1,0 0 1,0 0 0,1-1-1,0 1 1,0-1-1,8 8 1,-3-6 1,0 0-1,0-2 1,1 1 0,0-1 0,0 0 0,1-1-1,0-1 1,1 0 0,-1-1 0,1 0-1,0 0 1,0-2 0,1 0 0,-1 0-1,1-1 1,-1-1 0,15 0 0,-14-1 3,-1 0-1,1-1 1,0-1 0,0 0 0,0-1 0,-1-1 0,0 0-1,1-1 1,-1 0 0,-1-1 0,1 0 0,-1-1 0,0 0-1,-1-1 1,0-1 0,17-15 0,-13 6 13,0-1-1,-1 0 1,-1 0 0,-1-2 0,-1 1-1,-1-2 1,-1 1 0,0-1-1,-2-1 1,0 1 0,4-35 0,-1-19 200,-3 1 1,-4-89 0,-3 222-371,-1 22 115,12 100 1,-7-154 49,1 0-1,0 0 1,2-1 0,1 0 0,2 0-1,0-1 1,26 45 0,-30-59-98,1 0 0,0-1 1,0 1-1,1-1 0,1-1 0,0 1 1,0-2-1,0 1 0,1-1 1,0 0-1,0-1 0,1 0 1,-1-1-1,2 0 0,-1-1 0,0 0 1,1-1-1,-1 0 0,1-1 1,0 0-1,0-1 0,0 0 1,17-2-1,72-5-3530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2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0 464,'0'0'6523,"-1"12"-6272,-3 100-1,18 220 1,47 119 192,-8-163-255,-41-240-162,1-1 0,3-1-1,40 83 1,-52-120-20,1-1-1,0 0 1,0-1-1,1 1 1,0-1-1,0 0 0,1-1 1,-1 1-1,1-1 1,12 7-1,-13-10 4,0 0 0,0 0 0,1-1 0,-1 0-1,1 0 1,-1 0 0,1-1 0,0 0 0,0 0-1,-1-1 1,1 0 0,0 0 0,0 0-1,11-3 1,-7 0-6,-1 0 0,0 0 0,0-1 0,-1 0 0,1-1 0,-1 0 0,0-1 0,0 0 1,0 0-1,-1-1 0,0 0 0,-1 0 0,11-13 0,-7 6-340,0 0 1,-1-1-1,-1 0 1,0 0-1,-1-1 1,-1 0 0,8-24-1,-9 15-1598,4-36-1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3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7475,'0'0'2610,"191"12"-3971,-37-12 1361,9-15-176,-17-21-3634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3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4546,'0'0'1505,"12"167"-1601,-12-57 736,0 8 240,0 7-479,-3-15-401,-6-33-1361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3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1 892 4034,'0'0'523,"37"-31"-264,4-1-192,3-3 5,-1-1-1,-1-3 1,56-67 0,-70 70 203,-1-1 0,-2-1 0,24-49 0,-36 62 54,-2-1 1,-1-1-1,-1 1 0,-1-2 0,-2 1 0,5-38 1,-10 55-277,1-7 128,-1 0 0,0 0 1,-1 0-1,-4-29 1,3 43-133,1 0 1,-1 0 0,0 0 0,0-1 0,0 1 0,0 0-1,-1 0 1,1 1 0,-1-1 0,0 0 0,0 0-1,0 1 1,0-1 0,0 1 0,0 0 0,-1 0-1,1 0 1,-1 0 0,0 0 0,1 0 0,-1 1 0,0-1-1,0 1 1,0 0 0,0 0 0,0 0 0,0 0-1,-1 0 1,-5 0 0,4 0-26,0 1-1,1 0 1,-1 0-1,0 0 1,0 0 0,0 1-1,0-1 1,0 1 0,1 1-1,-6 1 1,7-2-30,1 1 1,0-1-1,0 0 1,0 1-1,0 0 1,0-1-1,0 1 1,0 0-1,0 0 1,1 0-1,-1 0 1,1 1-1,0-1 1,-1 0-1,1 0 1,0 1-1,0-1 1,1 1-1,-1-1 1,0 5-1,0 1-10,0-1 0,1 1 0,0-1 0,0 1 0,1-1 0,0 1 0,1-1 1,-1 0-1,1 1 0,1-1 0,-1 0 0,1 0 0,0 0 0,1-1 0,0 1 0,0-1 0,0 0 0,1 0 0,0 0 0,6 6 0,15 12-22,0 0-1,2-1 0,30 19 1,-37-28 18,17 13 2,104 79-14,-120-88 5,-1 2 0,-1 0 0,0 1 0,18 27 0,-31-38 11,-1 1-1,0 1 0,0-1 0,-1 1 1,-1 0-1,0 0 0,0 0 0,-1 1 1,2 16-1,-4-20 13,-1 0 1,0 0 0,0 1-1,0-1 1,-1 0-1,-1 1 1,0-1-1,0 0 1,-1 0-1,0 0 1,0-1-1,-1 1 1,-7 11-1,5-10 5,-2-1-1,1 0 1,-1-1-1,-1 1 0,0-1 1,0-1-1,0 0 0,-1 0 1,0-1-1,0 0 1,-20 8-1,14-8 81,-1 0 0,1-1 0,-1-1 0,0-1 1,0 0-1,0-1 0,-28-1 0,42-1-34,0 0 0,0 0 0,0-1 0,0 1-1,0-1 1,0 0 0,0 1 0,0-2 0,0 1 0,0 0 0,1 0 0,-1-1-1,0 0 1,1 1 0,-1-1 0,1 0 0,0 0 0,-1 0 0,1-1 0,0 1-1,1 0 1,-4-6 0,3 4-4,0 0 0,1 0-1,-1 0 1,1 0-1,0 0 1,1-1 0,-1 1-1,1 0 1,-1-1 0,1 1-1,0 0 1,1-1 0,-1 1-1,1 0 1,2-7 0,-2 9-49,0 0 0,0 1 1,0-1-1,0 0 0,1 1 0,-1-1 1,0 1-1,1 0 0,-1-1 0,1 1 1,0 0-1,-1 0 0,1 0 1,0 0-1,0 0 0,0 0 0,-1 1 1,1-1-1,0 0 0,0 1 0,0 0 1,0-1-1,0 1 0,0 0 0,0 0 1,3 1-1,1-2-27,0 1-1,1 1 1,-1-1 0,0 1-1,0 1 1,0-1 0,10 4-1,-9-1 22,0 1 0,-1-1 0,1 1 0,-1 0 0,0 1 0,-1 0 0,1 0 0,-1 0 0,7 11 0,-4-4-560,0 1 1,0-1-1,9 28 1,-11-18-5037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4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38 478 4578,'0'0'2193,"-1"-30"-2150,-5-99-33,6 57 11,1 63 221,-1 0 0,0 0 0,0 0 0,-1 0-1,0 0 1,-1 0 0,-3-9 0,5 18-227,0 0 0,0 0 0,0 1-1,0-1 1,0 0 0,0 0 0,0 1 0,0-1 0,0 0-1,0 0 1,0 0 0,-1 1 0,1-1 0,0 0 0,0 0 0,0 0-1,0 1 1,0-1 0,-1 0 0,1 0 0,0 0 0,0 0-1,0 1 1,-1-1 0,1 0 0,0 0 0,0 0 0,-1 0 0,1 0-1,0 0 1,0 0 0,-1 0 0,1 0 0,0 0 0,0 0-1,-1 0 1,1 0 0,0 0 0,0 0 0,-1 0 0,1 0 0,0 0-1,0 0 1,0 0 0,-1 0 0,1 0 0,0 0 0,0 0-1,-1 0 1,1-1 0,0 1 0,0 0 0,0 0 0,-1 0 0,1 0-1,0-1 1,0 1 0,0 0 0,0 0 0,0 0 0,-1-1-1,-9 127-230,9 222 0,2-326 219,1 0 0,1 0 0,1 0 0,0-1 0,2 0 0,9 22 0,-12-34-4,1-1 0,0 0 0,1 1 0,-1-2 1,1 1-1,1 0 0,0-1 0,0 0 0,0-1 0,1 1 0,0-1 0,0 0 0,1-1 0,-1 0 0,1 0 0,16 7 1,-15-9-7,1 0 0,0 0 0,-1-1 0,1 0 0,0-1 0,0 0 0,0 0 0,0-1 0,0 0 0,0-1 0,0-1 1,0 1-1,0-1 0,-1-1 0,1 0 0,-1 0 0,1-1 0,-1 0 0,0-1 0,-1 0 0,1 0 0,-1-1 0,0 0 1,0 0-1,-1-1 0,9-10 0,-2 0-7,-1 0-1,-1-1 1,0 0 0,-1-1-1,-2 0 1,0-1 0,-1 0-1,0 0 1,-2-1 0,5-26-1,-2-10-26,-3-1-1,-2-91 0,-4 139 48,-3-45 125,3 53-117,0-1-1,-1 1 0,0-1 0,1 1 0,-1-1 0,0 1 0,0-1 0,0 1 0,-1 0 1,1 0-1,-1-1 0,1 1 0,-1 0 0,0 0 0,1 0 0,-1 1 0,-3-3 1,5 4-7,0 0 0,0-1 0,-1 1 0,1 0 0,0 0 0,0 0 0,-1-1 0,1 1 0,0 0 0,-1 0 0,1 0 0,0 0 0,-1 0 0,1 0 0,0 0 0,-1 0 0,1 0 0,0 0 0,-1 0 0,1 0 0,0 0 0,-1 0 0,1 0 0,0 0 0,-1 0 0,1 0 0,0 0 0,0 0 0,-1 1 0,1-1 0,-1 0 0,-3 19-21,2 24-59,3 1 0,6 48 0,-4-73 56,0 1 0,2-1 0,0 0 0,1 0 0,1-1 0,1 0 0,14 24 0,-11-24 19,1 0-1,1-1 0,0-1 0,2 0 1,0-1-1,0 0 0,23 16 0,-25-22 1,1 0-1,0-1 0,1-1 1,0 0-1,0-1 0,0 0 0,1-2 1,-1 0-1,1 0 0,22 1 0,-22-3 9,1-2-1,-1 0 1,1 0-1,-1-2 0,19-3 1,-27 3 9,-1 0 1,1 0-1,-1-1 1,0 0-1,0-1 1,0 1-1,0-1 1,-1 0-1,1-1 1,-1 0-1,0 0 0,10-11 1,-8 4 90,0 1 1,-1-1-1,0-1 0,-1 1 1,0-1-1,-1-1 1,0 1-1,-1 0 0,-1-1 1,0 0-1,-1 0 0,-1 0 1,0-22-1,-1 14-10,-1-1 1,-1 1-1,-1-1 0,-1 1 1,-1 0-1,-1 0 0,-15-35 1,-8 0-256,-59-85 0,8 14-4207,60 83-184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5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5587,'0'0'1203,"5"22"-1139,43 218 437,11 51 36,70 178-345,-127-461-211,4 8 169,-4-18 78,-1-12 136,0-56-397,4 0 1,2 1 0,3 0-1,4 1 1,2 0-1,45-114 1,-59 176-23,6-15-221,2 0-1,20-32 1,-28 49 246,1-1 0,0 1 1,0 1-1,1-1 0,-1 0 0,1 1 1,0 0-1,-1 0 0,1 0 1,1 0-1,-1 0 0,0 1 0,1 0 1,-1 0-1,1 0 0,0 0 0,9-1 1,-13 3 22,1 0-1,0-1 1,0 1 0,0 0 0,-1 0 0,1 1 0,0-1 0,0 0 0,-1 1 0,1-1-1,0 1 1,0-1 0,-1 1 0,1 0 0,-1-1 0,1 1 0,-1 0 0,1 0 0,-1 0-1,1 1 1,-1-1 0,0 0 0,0 0 0,2 3 0,1 2-3,-1 0 0,0 0 0,-1 0-1,0 0 1,3 10 0,-3-8 3,11 46 108,-3 1 0,-2 0 0,0 59 0,-5-54 83,3 0 1,18 78 0,-21-127-236,0 0 0,0 0 0,1-1 0,1 1 0,-1-1 0,2 0 1,-1 0-1,1 0 0,1-1 0,0 0 0,10 10 0,-11-15-346,-1 0 1,1-1-1,0 0 0,-1 0 1,13 4-1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5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22 243 5394,'0'0'1777,"-1"35"-2340,0-12 535,-2-1 49,2 0 1,1 1-1,1 0 0,1-1 0,0 0 1,2 1-1,1-1 0,0-1 0,11 25 0,-9-29 8,2 1 0,0-2-1,1 1 1,0-1 0,2-1-1,25 28 1,-29-35-21,1-1 1,-1 0-1,2 0 0,-1-1 1,1-1-1,0 0 0,0 0 1,0 0-1,0-2 1,1 1-1,0-1 0,0-1 1,14 2-1,-12-2 38,0-1 1,0 0-1,1-1 0,-1 0 0,0-1 1,0-1-1,0 0 0,0-1 1,0 0-1,-1-1 0,1 0 0,-1-1 1,0-1-1,0 0 0,-1 0 1,20-15-1,-16 7 160,0 0 1,0-1 0,-2-1-1,0 0 1,0-1-1,-2 0 1,0-1-1,-1 0 1,-1-1-1,-1 0 1,0 0 0,-2-1-1,0 0 1,-1 0-1,-1 0 1,-1-1-1,-1 1 1,0-41-1,-2 26-12,-1 0-1,-2 0 0,-1 0 0,-1 0 0,-2 1 0,-2 0 0,-15-40 0,24 74-194,0 0 0,0 0 0,-1 0 0,1 1 0,0-1 0,0 0 0,0 0 0,0 0 0,0 0 0,0 0 0,0 0-1,0 0 1,0 0 0,0 0 0,0 0 0,0 0 0,0 0 0,0 0 0,-1 0 0,1 0 0,0 0 0,0 0 0,0 0 0,0 0 0,0 0 0,0 0 0,0 0 0,0 0 0,0 0-1,0 0 1,0 0 0,0 0 0,0 0 0,-1 0 0,1 0 0,0 0 0,0 0 0,0 0 0,0 0 0,0 0 0,0-1 0,0 1 0,0 0 0,0 0 0,0 0 0,0 18-207,4 18-96,1 1 0,3-1 0,22 69-1,53 181 44,48 304-1,-96-361 82,10 440 0,-45-630 177,-1-1-1,-2 0 0,-1 0 0,-17 63 1,17-85 2,-2-1 0,0 0 0,-1 0 1,0 0-1,-2-1 0,1 0 0,-2-1 1,1 0-1,-2 0 0,0-1 0,0-1 1,-1 0-1,-17 12 0,12-11 3,-1-2 1,1 0-1,-2-1 0,0-1 1,0-1-1,0 0 0,-1-2 0,1 0 1,-26 2-1,22-4 10,0-1-1,-1-1 1,1-2 0,0 0-1,0-1 1,0-1 0,0-2-1,-22-6 1,26 3-7,0 0 1,0 0-1,1-2 0,0-1 0,1 0 1,0-1-1,1 0 0,0-2 1,1 0-1,1-1 0,0 0 0,-14-20 1,11 10-2,0-1 1,2 0-1,1-2 0,1 1 1,2-1-1,0-1 1,-11-52-1,14 35 1,1 0 1,2 0-1,2-1 0,3 0 0,9-87 1,-3 97-22,1 1 0,2 1 0,1-1 0,2 1 0,1 1 0,2 1 0,35-60 0,-22 52-4,2 2 1,1 1-1,2 2 0,1 1 0,2 2 0,43-32 1,-31 31 3,2 1 1,1 3-1,1 2 1,87-33-1,-110 51-3,1 0 1,59-9-1,-76 17-73,-29 3-1457,-45 4-2341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6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46 379 5202,'0'0'1078,"-7"38"-963,-23 122-3,25-123-41,2 0-1,2 73 1,3-53 616,-3-106 152,10-208 367,-5 227-1223,0 1 0,2 0 0,1 0 0,1 0 0,2 1 0,21-43 0,-27 63 13,1 0 0,-1 0 0,2 0 0,-1 1 1,1-1-1,0 2 0,1-1 0,10-8 0,-12 11-5,1 1 0,0 0 0,0 0 0,0 0 0,1 0-1,-1 1 1,1 0 0,-1 0 0,1 1 0,0 0 0,11 0 0,-12 0-7,-1 1-1,1 1 0,-1-1 1,1 1-1,-1 0 0,0 0 1,1 1-1,-1 0 1,0 0-1,0 0 0,0 0 1,0 1-1,6 4 0,-3-1 1,-1 0-1,1 1 0,-1 0 0,-1 0 0,1 1 0,9 16 1,1 5 4,-3 1 0,0 1 0,15 49 1,-14-29 6,-1 1-1,10 83 1,-10 135 45,-28-432 320,12 93-363,3 1 0,13-82 0,-9 120-8,1 0 1,1 0-1,2 1 1,1 1-1,1-1 1,1 2-1,24-39 0,-30 57-22,0 0-1,1 0 0,-1 0 0,2 1 0,-1 0 0,18-13 0,-20 17 3,1 1 0,-1 0 0,1 0 0,0 0 0,0 1 0,0 0 0,0 0 0,0 1 0,1-1 0,-1 1 0,0 1 0,11-1 0,-13 1 13,0 0-1,-1 1 0,1-1 0,0 1 1,0 0-1,-1 0 0,1 0 1,-1 1-1,1-1 0,-1 1 1,1 0-1,-1 0 0,0 0 1,0 0-1,0 1 0,0-1 1,0 1-1,-1 0 0,1-1 1,-1 1-1,4 6 0,2 5-5,-1 0-1,0 1 0,9 29 0,-14-38 23,13 51 1,-2 0 0,-3 0-1,4 92 1,9 47 97,-22-188-87,1 1 0,0 0 0,0-1 0,1 0 0,0 1 0,8 12 0,-10-18-7,1 0 1,1-1 0,-1 1-1,0 0 1,1-1-1,-1 0 1,1 1-1,0-1 1,0 0 0,0-1-1,0 1 1,0 0-1,0-1 1,0 1 0,0-1-1,1 0 1,-1 0-1,0-1 1,6 1-1,6 0 6,-1 0-1,1-2 1,-1 0-1,0-1 1,1 0-1,-1-1 1,0 0 0,0-1-1,0-1 1,-1 0-1,0-1 1,0-1-1,0 0 1,15-11-1,-1-2 9,-1-1-1,-1-1 0,-1-1 1,0-1-1,22-32 1,-22 24-164,-2 0 1,-1-2 0,-2 0-1,26-63 1,-37 76 54,0-1 1,-2 0-1,0-1 1,-2 1-1,0-1 1,-2 0-1,0 0 1,-2-1-1,-3-29 1,2 45 60,0 1 0,-1 0 0,0 0 0,0 0 1,-1 0-1,1 0 0,-2 0 0,1 0 0,-1 1 1,0 0-1,0 0 0,-1 0 0,1 0 0,-1 1 0,-1 0 1,-9-8-1,7 7 33,-1 1 0,1 0 1,-1 1-1,-1-1 0,1 2 0,-1-1 1,1 1-1,-1 1 0,0 0 1,0 0-1,-16 0 0,19 2 38,0 1 1,0-1-1,0 1 0,1 0 0,-1 1 0,1 0 0,-1 0 1,1 0-1,-1 1 0,1 0 0,0 0 0,0 0 1,0 1-1,1 0 0,-1 0 0,1 0 0,0 1 1,0 0-1,1 0 0,0 0 0,-1 1 0,-5 10 1,-1 3 98,1 1 0,0 0 1,2 0-1,0 1 1,1 0-1,-3 23 0,2-6 245,2 0 0,-2 78 0,8-94-275,1 0 1,1 0-1,1 0 1,0 0-1,2-1 0,14 38 1,-14-46-88,1-1 0,1-1-1,0 1 1,0-1 0,1 0 0,1-1 0,0 0 0,0 0-1,1-1 1,0 0 0,1-1 0,0 0 0,0-1 0,1 0-1,-1 0 1,24 8 0,-12-7-124,1-1 0,1-1 0,-1-1 0,1-1 0,0-1 0,0-1-1,0-2 1,29-2 0,64-13-3362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7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3 805 4226,'0'0'-184,"-1"21"336,-1 73 1870,5-118-1866,1 0-1,1 1 1,2-1-1,0 1 1,1 1 0,1-1-1,1 1 1,1 1-1,1 0 1,1 0-1,0 1 1,26-28-1,-32 40-167,0 0-1,0 1 1,1 0-1,0 0 0,0 0 1,1 1-1,0 0 1,0 1-1,0 0 0,1 0 1,-1 1-1,1 0 1,0 1-1,0 0 0,1 1 1,-1 0-1,20-1 1,-26 3 5,-1 0 0,1 0 0,0 0 0,-1 1 0,1-1 0,-1 1 0,1 0 0,-1 0 0,1 0 0,-1 1 0,1-1 0,-1 1 0,0 0 0,0-1 0,0 2 0,0-1 0,3 3 0,-1 1-12,0-1 0,-1 1 1,1 0-1,-1 0 0,-1 0 1,1 0-1,-1 1 0,3 9 1,1 7-24,-1 1-1,-1 0 1,-1 0 0,1 35 0,-2 3 64,-3-1-1,-8 68 0,3-96-7,-1 0-1,-1 1 0,-2-2 1,-1 1-1,-18 39 1,2-25 223,28-64-155,-1-1-1,2 1 1,0 0 0,2 0-1,0 0 1,9-23 0,56-107-100,-34 75 30,-18 34-9,77-178 13,-85 188-8,-1 0 1,-2-1-1,0 0 0,-2 0 1,2-55-1,-19 125-109,-7 55 65,6 1 1,3 1 0,4 0 0,9 98-1,-3-167 41,3-1 0,0 1 0,2-1 0,1 0-1,17 50 1,-19-68-5,0 0 0,1 0 1,0 0-1,1-1 0,-1 1 0,2-1 0,0 0 1,0-1-1,0 0 0,1 0 0,0-1 0,1 1 0,-1-2 1,2 1-1,-1-2 0,0 1 0,1-1 0,12 5 0,-8-6-1,1 0 0,0 0 0,-1-1-1,1-1 1,0 0 0,1-1-1,-1-1 1,0 0 0,0-2-1,0 1 1,0-2 0,0 0 0,14-5-1,-10 1-3,0-1 0,-1 0 0,0-2 0,0 0 0,-1-1 0,0-1 0,-1 0 0,27-28 0,-19 14-1,-1-2 0,-1 0 0,-1-2 0,-2 0-1,-1-1 1,-2 0 0,0-2 0,-3 0 0,-1 0 0,15-65 0,-17 25 37,-4-1 1,-5-141-1,-1 207-29,-3-50 42,-3-1 0,-3 1 1,-2 0-1,-2 1 1,-3 1-1,-2 0 0,-35-73 1,49 122 28,4 6-42,0-1-1,-1 1 1,0-1 0,1 1-1,-1-1 1,0 1-1,0 0 1,1 0 0,-1-1-1,0 1 1,0 0-1,0 0 1,-1 0 0,1 0-1,0 0 1,0 0-1,-2-1 1,0 7 260,0 45-350,4 52 1,1-38 79,3 47 102,5 0 0,5-1 1,30 113-1,-34-175-223,3 0 1,1-1-1,2 0 0,27 49 0,-22-64-2826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7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0 179 7716,'0'0'512,"294"-68"-528,-115 35 16,14 6-48,-21 0-609,-41 4-2368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8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20 543 2673,'0'0'3127,"-3"-5"-1945,0-3-1022,0-1 1,0 0-1,1 0 0,0-1 1,1 1-1,-1 0 1,2 0-1,0-1 0,1-17 1,14-90-82,-11 96-9,1 0 0,0 0 0,1 1 0,2 0 0,12-25 0,-17 38-60,1 1 0,0-1-1,0 1 1,0 0 0,0 1 0,1-1 0,0 1 0,1 0-1,-1 0 1,1 0 0,0 1 0,0 0 0,0 0 0,0 1-1,1-1 1,0 1 0,0 1 0,-1-1 0,9-1 0,-8 3-14,1 0 0,-1 0 1,0 1-1,0-1 0,0 2 1,1-1-1,-1 1 1,0 0-1,0 0 0,0 1 1,0 0-1,0 0 1,0 1-1,0 0 0,-1 0 1,0 1-1,12 7 0,-7-1 0,0 1-1,0 0 0,-1 1 0,0 0 0,-1 0 0,-1 1 0,12 23 1,-2 0 8,-2 1 1,-2 0 0,-1 0 0,-2 1-1,11 69 1,-12-22 28,0 139-1,-10-220 0,0-13 115,-1-87 65,4-176 355,-1 238-594,2 1 0,1 0 1,2 0-1,13-40 0,-11 50-3,0 0-1,1 0 1,1 1-1,1 1 1,1 0-1,22-28 1,-29 42 9,0 1 1,0 0-1,0 0 1,1 0-1,0 1 1,8-5-1,-13 9 14,1-1-1,-1 1 0,0 0 0,1 0 0,-1 0 0,0 0 0,1 1 0,-1-1 0,1 1 0,0-1 0,-1 1 0,1 0 0,-1 0 0,1 0 1,0 0-1,-1 0 0,1 1 0,-1-1 0,1 1 0,-1 0 0,1 0 0,-1 0 0,1 0 0,-1 0 0,2 2 0,1 0-4,-1 1-1,0 1 1,0-1-1,0 1 1,-1-1-1,1 1 1,-1 0-1,0 0 1,-1 1-1,3 6 1,21 65-16,-25-73 28,49 231 31,-35-151-8,35 115 0,-43-179-21,0-1-1,16 28 0,-19-40-120,0 0-1,0-1 0,1 1 1,0-1-1,1 0 1,-1-1-1,1 1 0,13 8 1,-11-9-447,-1-1 0,1-1 1,0 1-1,15 3 0,-16-5 145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9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76 180 1809,'0'0'3156,"-11"-28"-2438,-34-88-668,32 85 212,13 31-248,0 0 0,0 0 0,0 0 0,0-1 0,0 1 0,0 0 0,0 0 0,0 0 1,0 0-1,-1-1 0,1 1 0,0 0 0,0 0 0,0 0 0,0 0 0,0-1 0,0 1 0,0 0 0,0 0 0,0 0 0,-1 0 0,1 0 0,0 0 0,0-1 0,0 1 0,0 0 0,0 0 0,0 0 1,-1 0-1,1 0 0,0 0 0,0 0 0,0 0 0,0 0 0,-1 0 0,1 0 0,0 0 0,0 0 0,0 0 0,-1 0 0,1 0 0,0 0 0,0 0 0,0 0 0,0 0 0,-1 0 0,1 0 0,0 0 0,0 0 1,0 0-1,0 29 1095,0-19-1420,11 293 569,-6-261-216,2 1 0,1-1 0,2-1 0,2 0 0,19 44 0,-27-75-37,1 0 1,0 0 0,1 0-1,0-1 1,0 0-1,1 0 1,0 0 0,1-1-1,12 11 1,-15-15-2,1-1 1,0 1 0,0-1 0,0 0-1,0 0 1,0-1 0,1 0-1,-1 0 1,1 0 0,0-1 0,-1 0-1,1-1 1,0 1 0,0-1-1,-1 0 1,13-3 0,-11 2 6,0-2 0,1 1 0,-1-1 0,0 0 0,-1-1 0,1 0 0,-1 0 0,1-1-1,-1 1 1,0-2 0,-1 1 0,0-1 0,1 0 0,-2 0 0,1-1 0,-1 0 0,0 0 0,6-11 0,1-3 6,-1 0-1,-1-1 0,-1 0 1,-2-1-1,9-34 1,-9 17 2,-1 0 1,-1 0-1,-3-1 1,-1 1-1,-8-69 1,5 95-12,-1 0-1,0 0 1,-1 0 0,-1 0 0,0 1-1,0-1 1,-2 1 0,0 1 0,0-1 0,-14-17-1,10 20 97,5 13 45,3 25-102,3-27-51,0 38-14,1 1 0,2-1 0,1 0 0,2 0-1,12 40 1,5-8-182,3-1 0,52 103 0,-40-113-2674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9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0 489 6291,'1'-30'662,"-1"10"-596,-1 3-56,1 0 0,1 0 1,0 0-1,1 0 0,1 0 0,1 0 0,0 1 0,2-1 0,11-27 1,-12 35-13,0 1 0,0-1 0,1 1 0,0 1 0,13-15 0,-15 19 3,-1 0-1,1 1 1,-1 0 0,1 0-1,0 0 1,0 0 0,0 0 0,0 1-1,0 0 1,0 0 0,0 0 0,0 0-1,1 0 1,-1 1 0,5 0 0,-4 0-1,-1 0 0,0 1 0,0 0 0,0 0 0,0 0 0,1 0 1,-1 0-1,-1 1 0,1 0 0,0 0 0,0 0 0,-1 0 0,1 0 0,3 4 1,0 0-1,0 1 0,-1 0 1,0 0-1,0 1 0,-1-1 1,5 10-1,5 13 22,-1 0 0,16 54 0,-28-80-18,14 52 105,-2 2 0,12 103 0,-13 118 285,-13-414 615,2-182-762,0 279-258,1 1 0,3 0 0,0 0 0,3 0 0,1 0 0,24-58 0,-30 87-50,-1 1 0,1-1 0,1 1 0,-1 0 0,1 0 0,1 0 0,-1 0 0,1 1 0,0 0 0,1 1 0,7-6 1,-12 9 37,1 0 1,0 1-1,0 0 0,0-1 1,0 1-1,0 1 1,0-1-1,0 0 1,0 1-1,0-1 1,0 1-1,1 0 1,-1 0-1,0 0 1,0 1-1,0-1 1,0 1-1,0-1 1,0 1-1,0 0 1,0 0-1,0 1 1,0-1-1,0 1 1,0-1-1,-1 1 1,1 0-1,-1 0 1,1 0-1,-1 0 1,0 0-1,0 1 1,4 4-1,5 7 11,-1 1-1,0 0 0,-1 1 1,-1 0-1,0 1 0,9 29 1,27 114 18,-43-156-7,20 81 186,-4 2 0,-4 0 0,2 97-1,-18-249 447,-12-69-1,5 66-651,0-79 1,10 100-1,2 0 1,10-61 0,-8 90-66,0 0 0,1 0 0,1 1 0,0 0 0,1 0 0,1 1 0,1 0 0,20-29 0,-25 40 32,0 0 0,1 0 0,-1 1 0,1-1 0,0 1 0,0 0 0,1 1 0,-1-1 0,1 1 0,7-3 1,-10 4 40,1 1 1,-1 1-1,0-1 1,0 0 0,1 1-1,-1-1 1,1 1 0,-1 0-1,0 0 1,1 0-1,-1 1 1,0-1 0,1 1-1,-1 0 1,0 0 0,0 0-1,0 0 1,0 1-1,0-1 1,0 1 0,0 0-1,4 3 1,2 3 8,-1 0 0,-1 1 0,0 0 0,0 0 0,-1 0 0,0 1 0,0 0 0,-1 0 0,5 15 0,34 111 156,-37-112-91,27 115 310,-22-85-299,1 0 0,37 90 0,-47-137-162,0-1 0,0 0-1,1 0 1,0-1 0,0 1-1,5 5 1,-6-8-205,0-1 0,0 0 0,0 0 0,0 0 0,0 0 0,1-1 0,-1 1 0,4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29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81 559 4066,'-5'-76'257,"-2"-30"-245,-5-1 0,-34-147 0,40 238 681,3 19 19,2 29 216,1-27-897,0 21-28,-1 39 84,4 0 0,13 87 0,56 176 362,-32-162-340,18 171 0,-53-303 278,-11-207 441,1-49-77,6 207-756,0-1-1,0 1 1,2 0-1,0 0 1,1 0-1,0 1 1,11-24-1,-10 28-1,0 0-1,2 0 0,-1 1 1,1-1-1,0 2 1,1-1-1,0 1 0,0 0 1,1 1-1,17-12 0,-14 12-9,1 0 0,-1 1 0,1 1-1,0 0 1,1 1 0,-1 0 0,1 1 0,0 0-1,-1 1 1,17 0 0,-23 2 5,-1 0-1,1 0 1,0 0 0,-1 1 0,1 0-1,-1 0 1,1 1 0,-1 0-1,0 0 1,0 0 0,0 1 0,0 0-1,0 0 1,0 0 0,-1 1-1,0 0 1,10 8 0,-6-2 2,0 1 0,-1 0 1,0 0-1,-1 1 0,-1 0 1,1 0-1,7 26 0,-3-3 87,-2 0 0,-2 0 0,-1 0 0,-2 1 0,-2 0 0,-1 0 0,-5 59 0,1-78 16,0 0 0,0 0 0,-2 0 0,0-1 0,-1 0 0,0 0-1,-15 25 1,15-31-79,1-1-1,-2 0 0,1 0 0,-1-1 1,0 0-1,-1 0 0,0 0 0,0-1 1,-1-1-1,0 1 0,0-1 0,-17 8 0,25-14-44,-1 1 0,1 0 0,0-1-1,-1 1 1,1-1 0,-1 0-1,1 1 1,-1-1 0,1 0-1,-1 0 1,0 0 0,1 0-1,-1 0 1,1-1 0,-1 1-1,1 0 1,-1-1 0,-1 0 0,2 0-121,0 0 1,0 0 0,0 0 0,0 0 0,0 0 0,1 0 0,-1 0 0,0 0 0,1 0 0,-1 0 0,1-1 0,-1 1 0,1 0 0,0 0 0,-1-3-1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0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3 624 6163,'25'0'136,"158"0"-93,-12-1-1,-165 1-38,0 0-1,0-1 1,-1 0-1,1 0 0,0 0 1,-1-1-1,1 1 1,-1-1-1,0-1 0,1 1 1,-1-1-1,0 0 1,-1 0-1,1 0 1,0-1-1,-1 1 0,0-1 1,0 0-1,0-1 1,0 1-1,-1-1 0,1 1 1,-1-1-1,0 0 1,-1 0-1,1-1 1,-1 1-1,0 0 0,-1-1 1,1 1-1,1-10 1,-2 6 30,-1 0 0,0 0 0,0 0 0,0 0 0,-1 0 0,-4-15 0,4 19 3,-1 0 1,0 0-1,-1 0 0,1 1 0,-1-1 0,0 1 0,0-1 0,0 1 0,-1 0 0,1 0 0,-1 1 0,-7-6 0,-3-1 67,0 0 1,-2 1-1,1 1 1,-1 1-1,0 0 1,0 1-1,-1 1 1,0 0-1,0 1 1,0 1-1,0 0 1,-1 2-1,1 0 1,-1 1-1,1 0 1,-1 2-1,-20 4 1,32-5-94,-1 1 0,1 0-1,0 0 1,0 1 0,0 0 0,0 0 0,0 1 0,0-1 0,1 1 0,0 0-1,0 1 1,-7 6 0,5-3-6,1 0-1,1 1 1,-1-1-1,1 1 1,1 0-1,0 0 1,-5 16-1,3-3-4,1-1-1,1 1 0,1 0 1,1 1-1,1-1 1,4 42-1,-1-48 1,1-1 0,1 1 0,0-1 1,1 1-1,0-2 0,1 1 0,1 0 0,0-1 0,1 0 0,1-1 0,0 0 0,1 0 0,0-1 0,1-1 0,0 1 0,21 15 0,-14-14-10,0-1 0,1 0 0,0-1 0,0-1 0,1-1 0,1-1 0,-1-1 0,1 0 0,1-2-1,-1 0 1,38 2 0,-36-5-34,1-1-1,0-2 0,33-4 0,-49 4 7,1-1-1,0 0 1,0-1-1,-1 0 1,0-1-1,1 1 0,-1-2 1,0 1-1,-1-1 1,1 0-1,-1-1 0,7-6 1,1-4 21,-1 0 1,-1-1-1,0-1 1,-2 0-1,0-1 1,-1 0-1,0 0 1,-2-1-1,-1 0 1,0-1-1,7-37 0,-7 16 178,-2 0 0,-2-1 0,-2 1-1,-2-1 1,-5-42 0,4 67-43,-1-1 0,0 1 0,-2 0 0,0 0 0,0 1 1,-2 0-1,0 0 0,-1 0 0,-14-21 0,22 62 88,-1-8-227,3 42-17,2-1 0,3 1 1,18 68-1,59 167 107,-74-260-70,-6-19 26,2 9-60,-4-21 123,-1-10 157,-3-39 7,-3 0 0,-19-80 0,12 74-277,-9-106 1,20 136 12,0 1-33,0 0 1,4-27-1,-2 42 23,0 0 1,1 0-1,0 0 1,0 0 0,0 0-1,1 1 1,0-1-1,1 1 1,-1 0 0,1 0-1,5-7 1,3 1-79,0 1 0,0-1 1,1 2-1,1 0 0,0 1 0,0 0 1,1 1-1,16-7 0,129-43-1019,-142 52 991,65-17-574,-40 11 398,52-20 0,-92 30 389,-5 3 361,-2 1-360,1 0 1,-1 0 0,1 0 0,-1 1-1,1-1 1,0 1 0,0 0-1,0 0 1,1 0 0,-1 0-1,1 0 1,0 1 0,-4 5 0,-4 7 81,-4 6 29,0 1 0,2 0 0,1 1 0,0 0 0,2 0 0,1 1 0,1 1 0,1-1 0,1 1 0,1 0 0,2 0 1,0 1-1,2-1 0,4 33 0,-3-48-160,1-1 1,1 1 0,-1-1-1,2 0 1,-1 0 0,1 0-1,1-1 1,0 1 0,0-1-1,1 0 1,0-1 0,0 1-1,1-1 1,13 12 0,-7-10-30,-1-1 0,1 0 0,1-1 0,-1 0 0,1-1 0,1-1 0,-1 0 0,1-1 0,23 5 0,-4-3-84,0-2 0,1-1 0,-1-1-1,1-2 1,0-2 0,49-6 0,-44-1-1233,64-24 1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1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6131,'0'0'2257,"30"143"-1105,-10-42-495,-5-3-369,-6 3-128,-3-9-32,0-18-48,9-9-80,15-23-176,5-33-2049,1-9-2001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1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0 4642,'0'0'1553,"-128"152"-769,96-60-224,23-15-111,9-17-225,41-28 16,31-26-16,11-6 96,0-30-112,-21-20-80,-14-12 0,-33 2 401,-15-2 47,0 5-352,-15 22-224,-15 14-528,10 6-2482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1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1 874 3426,'0'0'3676,"21"-28"-2009,235-311-557,-238 313-1086,-1 0 0,-2-1-1,0-1 1,13-38 0,-21 45 14,-1 0 1,0 0 0,-2 0 0,-1 0-1,0-1 1,-2-42 0,-1 58-6,0 0 0,-1 0 0,0 0 0,0 0 0,0 0 1,-1 0-1,0 0 0,0 1 0,0-1 0,-1 1 0,0-1 0,0 1 1,0 0-1,-1 0 0,0 0 0,0 1 0,0-1 0,0 1 0,-1 0 1,1 0-1,-1 0 0,0 1 0,0 0 0,-1 0 0,1 0 1,0 0-1,-1 1 0,0 0 0,0 0 0,0 1 0,0 0 0,-11-1 1,-8 0 91,25 2-125,-1 0-1,1 0 1,0 0 0,-1 0-1,1 0 1,0 0-1,-1 0 1,1 0 0,0 0-1,0 0 1,-1 0 0,1 0-1,0 0 1,-1 0 0,1 0-1,0 0 1,-1 1 0,1-1-1,0 0 1,0 0-1,-1 0 1,1 0 0,0 1-1,0-1 1,-1 0 0,1 0-1,0 1 1,0-1 0,0 0-1,-1 0 1,1 1 0,0-1-1,0 0 1,0 1 0,0-1-1,0 0 1,0 0-1,-1 1 1,1-1 0,0 1-1,6 14-72,-3-9 61,0-1 1,0 1-1,1-1 1,0 0-1,0-1 1,1 1-1,-1-1 1,1 0-1,7 6 1,57 30-37,117 47 49,35 19-1,-190-89-1,0 2 0,-2 1 1,0 2-1,45 44 0,-64-56-2,-1 1 0,0 0-1,0 1 1,-1 0-1,-1 0 1,0 1 0,0 0-1,-1 0 1,-1 0-1,-1 1 1,0 0 0,0 0-1,-1 0 1,-1 0-1,-1 1 1,0-1 0,-1 28-1,-1-35 4,0 0-1,0 0 0,0 0 1,-1 0-1,0 0 0,0-1 1,0 1-1,-1 0 1,0-1-1,-1 0 0,1 0 1,-1 0-1,0 0 1,-1-1-1,1 1 0,-1-1 1,0 0-1,-1 0 1,1-1-1,-1 0 0,0 0 1,0 0-1,-8 3 0,-1 0 2,-1-1 1,0-1-1,0-1 0,-1 0 0,1-1 0,-1-1 0,0-1 0,-27 0 0,35-1 8,1 0-1,-1-1 1,1 0 0,-1-1 0,1 1 0,-1-1-1,-13-6 1,17 5-4,1 1 0,0-1 0,-1 0 0,1 0 0,0 0 0,1-1-1,-1 0 1,0 1 0,1-1 0,0-1 0,0 1 0,0 0 0,-2-7 0,0 2-6,1-1 0,0 1 0,1-1 0,0 0 0,1 0 0,0 0 0,0 0 0,1-1 0,0 1 0,1 0 0,0-1 0,1 1 0,0 0 0,1 0 0,0 0 0,0 0 0,1 0 1,5-11-1,-5 13-8,1 0 1,0 1 0,1-1-1,-1 1 1,1 0 0,1 0 0,0 0-1,0 1 1,0 0 0,1 0 0,-1 1-1,1-1 1,1 2 0,-1-1-1,1 1 1,0 0 0,0 0 0,0 1-1,0 0 1,0 1 0,13-3-1,-7 3-8,0 0 0,1 1-1,-1 1 1,24 2 0,-31-1 12,0 0 0,0 0 0,0 1 0,0 0 0,0 1 0,-1 0 0,1 0 0,-1 0 0,1 0 0,9 9 0,63 68-563,-49-58-2145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2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733 107 7219,'0'0'1273,"-35"-18"-609,-126-55-354,152 69-270,0 1 1,-1 1 0,0 0-1,1 0 1,-1 1 0,0 0-1,0 0 1,0 1 0,0 1-1,0 0 1,-16 3 0,12 1 51,2-1 1,-1 2 0,0-1-1,1 2 1,0 0 0,-15 12-1,4-2 24,1 2-1,1 1 1,1 0-1,0 1 0,2 1 1,0 1-1,2 1 1,1 0-1,0 1 1,2 1-1,1 0 1,-13 42-1,9-14 3,2 1-1,3 0 1,2 1-1,2 0 1,2 82 0,5-110-95,1 0 0,1 0-1,2 0 1,0 0 0,2 0 0,13 33 0,-13-45-18,0-1-1,2-1 1,0 1-1,0-1 0,2 0 1,-1-1-1,2 0 0,0-1 1,0 0-1,1-1 1,26 19-1,-21-19-2,2 0 1,0-1-1,0-2 1,0 0-1,1 0 1,0-2-1,1-1 1,40 6-1,-31-8 13,0-1 0,1-1 0,-1-2 0,0-1 0,51-10 0,-55 5-5,0-1 1,0-1-1,-1-1 0,0-1 0,-1-2 1,-1 0-1,0-1 0,40-34 0,-45 34 4,-2-2-1,0 0 0,0 0 0,-2-2 0,0 0 1,-1 0-1,-1-1 0,-1-1 0,0 0 0,-2-1 1,8-23-1,-11 25 5,-1 0 1,-1 0 0,-1-1-1,-1 0 1,-1 0-1,-1 1 1,-2-28 0,0 31-4,-1 1 0,0-1 0,-1 1 0,-1 0 0,-1 0 0,0 1 0,-1 0 0,0 0 0,-15-21 0,-3 2-9,-2 2 0,0 1 1,-2 1-1,-2 1 0,-34-24 1,-3 3-21,-107-55 0,158 95-138,-1 0-1,0 1 0,0 1 1,-28-8-1,46 15 110,0 0 0,0 1 0,0-1 0,0 0 0,0 0-1,0 0 1,0 0 0,0 0 0,0 1 0,0-1 0,0 0-1,0 0 1,0 0 0,0 0 0,0 0 0,0 0 0,0 1 0,0-1-1,-1 0 1,1 0 0,0 0 0,0 0 0,0 1-216,0-1 216,-1 0 0,1 0 0,0 0-1,0 0 1,0 0 0,0 0 0,0 0 0,0 0 0,-1 0 0,1 0-1,0 0 1,0 0 0,0 0 0,0 0 0,0 0 0,0 0 0,-1 0-1,1 0 1,0 0 0,0 0 0,0 0 0,0 0 0,0 0 0,0 0-1,-1 0 1,1 0 0,0-1 0,0 1 0,7 22-5040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2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0 5298,'0'0'3856,"-28"4"-2773,9-2-946,0 2 0,0 0 0,0 1 0,-27 11 0,37-11-69,1 0 0,0 0 0,1 1 1,-1 0-1,1 0 0,1 1 0,-1-1 0,1 2 0,0-1 0,0 1 0,-4 9 0,-1 2 169,1 1-1,2 0 1,-11 31 0,12-27-97,2 0 0,0 0 1,1 0-1,1 1 0,1 45 0,3-54-108,0 0 1,1 0-1,1 0 0,1 0 0,0 0 0,1-1 1,0 1-1,2-1 0,15 27 0,-12-26-24,2-1-1,0-1 1,0 1 0,2-2 0,0 0-1,0-1 1,1 0 0,0-1 0,1-1-1,0 0 1,1-1 0,0-1 0,1 0-1,22 6 1,2-3 11,1-2 0,0-1 0,0-2 0,0-2 0,49-2-1,-61-2 2,0-1-1,0-2 0,-1-1 0,61-15 0,-76 14-20,-1 0-1,1-1 1,-1-1-1,-1 0 1,1-1-1,-1-1 0,0 0 1,-1-1-1,0 0 1,-1 0-1,19-23 1,-22 22 9,-1 0 0,0-1 0,-1 0 0,0 0 0,-1 0 0,0-1 0,-1 1 0,-1-1 0,0 0 0,0-1 0,-2 1 0,1 0 0,-2-1 0,1 1 0,-2 0 0,0-1 0,-1 1 0,0 0 0,-1 0 0,0 0 0,-1 0 0,-1 0 0,-10-20 0,3 13 2,-1 1 1,0 0 0,-2 2-1,0-1 1,-1 2-1,-1 0 1,0 1-1,-32-21 1,12 12 9,0 1 0,-2 3 1,-70-28-1,75 36-88,-1 1 0,0 3-1,0 0 1,-1 2 0,0 2 0,0 1 0,0 2 0,-64 6-1,76-1-1075,-33 10-1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4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57 666 3249,'0'0'921,"-1"-32"-724,-1-204 865,2-97 1595,-9 373-2187,-4 81-284,4 239 0,10-237-118,-1-63-27,-2-13-11,3 1 0,12 82 0,-15-145 44,1-1 0,0 1 0,3-25-1,0-5-64,-2 9-3,-15-444 33,-5 150 39,19 330-77,1-1 0,0 1 0,0-1-1,0 0 1,0 1 0,0-1 0,0 1 0,0-1 0,1 0 0,-1 1 0,0-1 0,0 1 0,0-1 0,1 1 0,-1-1 0,0 1 0,0-1 0,1 1 0,-1-1 0,1 1 0,-1-1 0,0 1-1,1-1 1,-1 1 0,1 0 0,-1-1 0,1 1 0,-1 0 0,1-1 0,-1 1 0,1 0 0,-1 0 0,1-1 0,0 1 0,-1 0 0,1 0 0,-1 0 0,1 0 0,-1 0 0,1 0 0,0 0-1,-1 0 1,1 0 0,-1 0 0,1 0 0,0 0 0,-1 0 0,1 1 0,0-1 0,2 1 3,1 1 0,-1-1 0,0 1 0,0 0 0,1-1 0,-1 1 0,-1 1-1,6 3 1,13 18 26,-2 1 0,0 1 0,-2 0 0,-1 1 0,14 31 0,-15-29 7,81 169 224,-53-105-77,77 126 0,-117-214-177,2 4 6,0-1 0,1 0 0,0 0 0,0 0 1,0-1-1,1 0 0,1 0 0,-1-1 1,10 7-1,-16-12 1,0-1 0,0 1 0,-1-1 0,1 1 0,0-1 0,0 0 0,0 1 0,0-1 0,0 0 1,0 0-1,-1 0 0,1 0 0,0 0 0,0 0 0,0 0 0,0 0 0,0 0 0,0 0 0,0 0 0,0 0 0,0-1 0,-1 1 0,1 0 0,0-1 1,0 1-1,0-1 0,0 1 0,-1-1 0,1 1 0,0-1 0,-1 1 0,1-1 0,0 0 0,-1 1 0,1-1 0,0-1 0,1-2 104,0 0 1,0 0-1,-1 0 0,0 0 0,1 0 0,-1-6 0,12-74 563,4-140-1,3-30-768,-16 232-96,0 0 1,1 1 0,10-27-1,-13 42-78,1 1-1,-1 0 0,1 0 0,0 0 1,0 1-1,1-1 0,7-7 0,-10 10-12,1 1-1,0-1 0,1 1 1,-1-1-1,0 1 0,0 0 0,1 0 1,-1 0-1,0 0 0,1 0 1,-1 1-1,1-1 0,-1 1 0,1-1 1,-1 1-1,1 0 0,4 0 1,23 5-3327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5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1 592,'0'0'1236,"7"28"-148,24 91-440,-28-110-585,0 0-1,0 0 0,0 0 1,1-1-1,1 0 1,-1 0-1,1 0 0,1 0 1,-1-1-1,1 0 0,1 0 1,-1 0-1,1-1 1,0 0-1,1 0 0,-1-1 1,13 6-1,-19-9-35,10 4 209,0 0-1,0-1 0,0 0 1,0-1-1,1 0 1,-1-1-1,1 0 0,24 2 1,-8-3-106,1-2-1,49-5 1,-66 3-123,-1 0-1,1 0 1,0-1 0,-1-1 0,0 0-1,0 0 1,12-7 0,-19 8-3,1 1 1,-1-1-1,0 0 1,0 0-1,0 0 1,0 0-1,-1-1 1,1 0-1,-1 0 1,0 0-1,0 0 1,0 0-1,-1 0 1,1-1-1,-1 1 1,0-1-1,0 0 1,-1 0 0,2-8-1,-2 9 7,0-1-1,-1 0 1,0 0-1,0 0 1,0 0-1,-1 0 1,1 0-1,-1 0 1,0 1-1,-1-1 1,1 0-1,-1 1 1,0-1-1,0 1 1,0-1-1,-4-5 1,1 5 3,-1-1 1,1 1-1,-1 0 1,0 0-1,0 1 1,0 0 0,-1 0-1,1 0 1,-1 1-1,-8-3 1,2 0 64,0 2-1,-1 0 1,1 0-1,-1 1 1,0 1 0,0 0-1,0 1 1,-1 0 0,1 1-1,-17 3 1,22-2-27,0 1 1,1-1 0,-1 2-1,0 0 1,1 0-1,-1 0 1,1 1-1,0 0 1,0 1-1,0 0 1,1 0-1,0 1 1,0-1-1,0 2 1,1-1-1,-10 12 1,7-4 33,1 1 1,1-1-1,0 2 1,1-1-1,1 1 1,0-1-1,1 1 1,1 1-1,0-1 0,1 0 1,1 1-1,1-1 1,0 1-1,3 20 1,-2-27-79,1 0 1,0-1 0,1 1-1,0-1 1,0 1 0,1-1-1,0 0 1,0-1 0,1 1-1,10 13 1,-5-10 20,0-1 0,1 0 0,0-1 0,0 0 0,1 0 0,20 11 0,-10-9-178,0-1 0,1 0 0,0-2 0,0-1 0,1 0 0,0-2 0,1-1 0,33 3-1,30-6-3168,-16-2-1495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5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33 930 4034,'0'0'910,"-5"10"-425,-13 33-266,9-29-38,8-13 246,1-6 440,1-9-809,1 1 1,0-1-1,1 1 0,1 0 0,0 0 0,0 0 1,1 0-1,1 1 0,0-1 0,1 2 0,0-1 0,13-14 1,-4 5-9,2 0 0,1 2 0,0 0 0,1 1 0,34-23 0,-46 35-57,2 0 0,-1 0 0,1 1 0,-1 1 0,1-1 1,1 2-1,-1-1 0,1 1 0,-1 1 0,1 0 0,0 0 0,0 1 1,18 1-1,-27 0 4,0 1 0,0-1 1,0 1-1,0-1 0,0 1 1,0 0-1,-1-1 0,1 1 1,0 0-1,0 0 0,-1 0 1,1 1-1,-1-1 0,1 0 1,-1 1-1,1-1 0,-1 1 0,0-1 1,0 1-1,1 0 0,-1-1 1,0 1-1,-1 0 0,1 0 1,0 0-1,0 0 0,-1-1 1,1 1-1,-1 3 0,2 6 0,0 0 0,-1 1 0,-2 22-1,1-18 7,-1 4 13,0 0-1,-1 0 1,-1 0 0,-1 0-1,-1-1 1,-1 0 0,0 0-1,-2 0 1,0 0 0,-1-1-1,-1-1 1,0 0-1,-1 0 1,-20 22 0,-6 3 100,-16 23 24,53-64-138,0-2-1,0 1-1,0 0 1,1 0 0,-1 0-1,0 0 1,0 0-1,1 0 1,-1 0-1,0 0 1,0 0 0,0 0-1,1 0 1,-1 0-1,0 0 1,0 1-1,1-1 1,-1 0 0,0 0-1,0 0 1,0 0-1,1 0 1,-1 0 0,0 0-1,0 1 1,0-1-1,0 0 1,1 0-1,-1 0 1,0 0 0,0 1-1,0-1 1,0 0-1,0 0 1,0 0-1,0 1 1,1-1 0,-1 0-1,0 0 1,0 0-1,0 1 1,0-1-1,0 0 1,0 0 0,0 1-1,0-1 1,0 0-1,0 0 1,0 0 0,0 1-1,0-1 1,-1 0-1,1 0 1,0 1-1,0-1 1,0 0 0,22-8 11,0 0 0,-1-2 0,0 0 0,-1-2 1,34-24-1,92-87-5,-106 85 11,62-79 0,-82 90-7,-2 0 1,0 0-1,-2-2 0,16-40 1,-28 58 3,0-1-1,0 1 1,-1 0-1,-1-1 1,0 1-1,0-1 1,-1 0-1,-1 0 1,0 0 0,-2-15-1,2 27-12,0-1-1,-1 0 1,1 1 0,0-1-1,-1 0 1,1 1 0,-1-1 0,1 0-1,-1 1 1,1-1 0,-1 1-1,1-1 1,-1 1 0,1-1-1,-1 1 1,0-1 0,1 1-1,-1 0 1,0-1 0,1 1-1,-1 0 1,0 0 0,0-1-1,1 1 1,-1 0 0,0 0-1,0 0 1,0 0 0,1 0-1,-1 0 1,0 0 0,0 0 0,1 0-1,-1 1 1,0-1 0,0 0-1,1 0 1,-1 1 0,0-1-1,1 0 1,-1 1 0,0-1-1,1 1 1,-1-1 0,0 2-1,-3 0 0,1 0-1,0 1 0,0-1 0,0 1 1,0 0-1,1 0 0,-1 0 0,1 0 1,-1 0-1,-2 7 0,-17 41 8,19-43-5,-13 43 92,2 1 1,2 0-1,2 0 0,3 1 1,2 1-1,2-1 0,6 70 1,-3-114-92,1 0 0,0 0 0,0 0 0,1 0 0,0 0 0,1 0 0,-1 0 0,2-1 0,-1 1 0,1-1 0,1 0 0,-1 0 0,1 0 0,1-1 0,-1 0 0,1 0 1,1 0-1,-1-1 0,1 0 0,0 0 0,1 0 0,-1-1 0,1 0 0,0-1 0,0 0 0,0 0 0,1-1 0,0 0 0,-1 0 0,11 1 0,-6-1 1,2 0-1,-1-1 1,0-1-1,0 0 0,0-1 1,1-1-1,-1 0 1,0-1-1,0 0 1,0-1-1,0-1 1,-1 0-1,1-1 0,-1-1 1,0 0-1,-1 0 1,1-1-1,-1-1 1,-1 0-1,22-19 1,-11 5-3,-1-1 0,-2 0 0,0-1 0,-1-2 0,-2 0 0,0 0 0,-2-2 0,-1 1 0,19-60 0,-18 35 0,-3-1 0,-1 0 1,-3-1-1,0-100 1,-7 31-6,-3-198-10,-5 257 13,7 62-1,0-2-2,-2 12-23,-9 91 12,-1 127-1,12-194 35,4 195 83,-1-201-100,2 0 0,0 0 0,2-1 0,1 0 0,1 0 0,18 38 0,30 31-3277,-47-81-2069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6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 5667,'0'0'624,"160"-39"-608,-35 30 0,3 6-16,-1 3-881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7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55 247 4530,'0'0'3183,"-6"21"-2930,-26 109 67,32-131-292,0 1-1,0 0 0,0 0 1,0 0-1,0 0 0,0 0 1,0-1-1,0 1 0,0 0 1,0 0-1,0 0 0,-1 0 1,1 0-1,0 0 0,0-1 1,0 1-1,0 0 0,0 0 1,0 0-1,0 0 0,-1 0 1,1 0-1,0 0 0,0 0 1,0 0-1,0 0 0,0 0 1,-1 0-1,1 0 0,0 0 1,0 0-1,0 0 0,0 0 1,-1 0-1,1 0 0,0 0 1,0 0-1,0 0 0,0 0 1,0 0-1,-1 0 0,1 0 1,0 0-1,0 0 0,0 0 1,0 0-1,0 0 0,0 0 1,-1 1-1,1-1 0,0 0 1,0 0-1,0 0 0,0 0 1,0 0-1,0 0 0,0 1 1,-6-18 393,4-3-386,0-1-1,1 1 1,1 0 0,1 0 0,1-1 0,0 1 0,10-32 0,-9 40-39,1 1 0,0-1 1,1 1-1,0 0 0,0 1 1,2-1-1,-1 1 0,1 1 1,1-1-1,-1 1 0,2 0 1,-1 1-1,1 0 0,14-10 1,-16 14-8,0 0 0,0 1 0,0 0 0,0 0-1,0 1 1,1 0 0,-1 0 0,1 1 0,11-1 0,-15 2 5,0-1 1,0 1-1,0 0 0,1 1 0,-1-1 0,0 1 1,0 0-1,0 0 0,0 0 0,0 1 0,0-1 1,0 1-1,0 0 0,-1 0 0,1 0 0,-1 1 0,1-1 1,-1 1-1,5 4 0,0 6 1,1 0-1,-2 0 1,0 0 0,0 1 0,-2 0-1,1 0 1,-2 1 0,5 20 0,-2 7 6,6 76 0,-11 53 12,-3-110-10,2-104-86,1-1 0,3 1 1,17-78-1,-16 98 35,1 0 1,2 0-1,0 1 1,1 0-1,1 0 1,1 1-1,1 1 1,1 0-1,17-19 1,-26 33 20,0 0 0,0 1 0,1 0 0,0 0 0,0 1 0,0-1 0,0 1 0,1 0-1,-1 1 1,1 0 0,0 0 0,0 0 0,0 1 0,1 0 0,-1 0 0,0 1 0,1 0 0,-1 0 0,1 1 0,8 0 0,-13 1 24,0-1 0,-1 1 1,1 0-1,0-1 1,-1 1-1,1 0 0,-1 1 1,1-1-1,-1 0 0,1 1 1,-1-1-1,0 1 1,0 0-1,0 0 0,0 0 1,0 0-1,0 0 0,0 0 1,-1 0-1,1 1 1,-1-1-1,0 0 0,1 1 1,-1-1-1,0 1 0,-1 0 1,2 4-1,2 9 2,-1 0 1,-1 0-1,1 27 0,-3-30 3,2 39 95,-3 1 1,-1 0-1,-15 77 1,10-92-292,1 1 0,0 66 0,6-105 130,0 0 0,0 1-1,-1-1 1,1 1 0,0-1 0,0 0 0,0 1 0,0-1-1,0 1 1,0-1 0,0 0 0,0 1 0,0-1 0,0 1-1,1-1 1,-1 0 0,0 1 0,0-1 0,0 1 0,0-1-1,0 0 1,1 1 0,-1-1 0,0 0 0,0 1 0,1-1-1,-1 0 1,0 1 0,1-1 0,-1 0 0,0 0 0,1 1-1,-1-1 1,0 0 0,1 0 0,-1 0 0,1 1-1,29 0-2931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7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35 237 2369,'0'0'1033,"4"-32"-356,12-104-325,-14 68 2684,-18 129-2796,2 0-1,3 2 0,3-1 0,2 1 1,5 96-1,1-154-237,0 0 0,0-1 0,1 1 0,0 0 1,0-1-1,1 1 0,-1-1 0,1 1 0,0-1 0,0 0 1,0 1-1,1-1 0,-1 0 0,1-1 0,0 1 0,0 0 1,0-1-1,5 4 0,-2-3 1,0 0-1,0-1 1,0 0 0,0 0 0,1 0 0,0-1-1,-1 0 1,1 0 0,0-1 0,0 0 0,0 0-1,7 0 1,-4 0 0,-1-1 1,1 0-1,0 0 0,0-1 1,-1-1-1,1 1 0,-1-2 1,1 1-1,8-5 0,-12 5-5,-1-1-1,1-1 0,-1 1 0,0-1 1,0 0-1,-1 0 0,1 0 0,-1-1 1,0 1-1,0-1 0,0 0 0,-1 0 1,0-1-1,0 1 0,4-10 0,-2-3 5,0-1-1,0 1 0,-2-1 0,0-1 0,-1 1 0,-2 0 0,-1-26 0,1 25 9,-1-10 0,-2 0-1,-1 0 1,-1 0 0,-1 0-1,-2 1 1,-1 0 0,-16-33-1,24 61 36,1 8-53,0-4 9,1 75 235,17 119 1,-13-164-450,2 1 0,1-2-1,1 1 1,2-1 0,2-1 0,18 37 0,-3-30-3213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8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1 294 4050,'0'0'1048,"7"-32"-650,24-102-329,-30 129-63,1-1-1,0 1 1,0-1-1,0 1 1,0 0-1,1 0 1,0 0-1,0 0 1,0 0 0,1 1-1,3-5 1,-4 7 47,-1 1 0,0-1 0,1 1 0,-1 0 1,0 0-1,1 0 0,0 0 0,-1 0 0,1 1 1,-1-1-1,1 1 0,0 0 0,0-1 0,4 2 1,-4-1-32,0 0 0,-1 0 1,1 1-1,-1-1 0,1 1 1,-1 0-1,1 0 0,-1 0 1,0 0-1,1 0 0,-1 0 1,0 1-1,0-1 0,0 1 1,0 0-1,0-1 1,0 1-1,0 0 0,-1 0 1,1 0-1,1 4 0,3 4 6,-1 0 0,0 0 0,5 18 0,-6-17 28,13 43 163,-2 1 0,-3 0 0,-2 0 0,-3 1 1,1 95-1,-8-148-163,4-28 424,15-115-293,-15 92-148,2 0 1,2 0-1,27-87 0,-31 126-46,0 0 0,0 0 0,1 0 0,1 0 0,0 1 0,7-9 0,-12 15 4,1 0 0,-1 0 1,1 1-1,0-1 0,-1 0 0,1 1 0,0-1 1,0 1-1,0 0 0,0-1 0,0 1 0,1 0 1,-1 0-1,0 1 0,1-1 0,-1 0 0,0 1 1,1-1-1,-1 1 0,0 0 0,1 0 0,-1 0 1,1 0-1,-1 0 0,1 0 0,-1 1 0,0-1 1,1 1-1,-1 0 0,0 0 0,4 1 1,-3 0-6,0 1 0,0-1 0,0 1 0,-1 0 1,1 0-1,0 0 0,-1 0 0,0 0 0,0 0 1,0 1-1,2 4 0,16 45-13,-19-50 21,11 46 6,-3 0 0,-1 1 1,2 86-1,-5-56 11,-2-55-8,-3-25-7,0 0 1,0 0-1,0 0 0,0 0 1,0-1-1,0 1 0,0 0 1,0 0-1,0 0 0,0 0 1,0 0-1,0 0 0,0 0 1,1 0-1,-1 0 0,0 0 1,0 0-1,0 0 0,0 0 1,0 0-1,0 0 0,0 0 1,0 0-1,0-1 0,0 1 1,0 0-1,0 0 0,0 0 1,1 0-1,-1 0 0,0 0 1,0 0-1,0 0 0,0 0 1,0 0-1,0 0 0,0 0 1,4-41 157,-3 25-188,0-2 26,2-36 26,2 0 1,19-79-1,-21 120-50,1-1 1,1 1 0,0-1-1,0 1 1,1 1 0,1-1-1,0 1 1,1 0 0,0 1-1,1-1 1,0 2 0,1-1-1,0 1 1,21-16-1,-28 24 7,0 0 0,0 1 0,0-1 0,0 0 0,0 1 0,0-1-1,1 1 1,-1 0 0,0 0 0,1 0 0,-1 1 0,1-1-1,-1 1 1,0 0 0,1 0 0,-1 0 0,1 0 0,-1 1-1,1-1 1,-1 1 0,0 0 0,1 0 0,4 3 0,-3-2 8,-1 1 1,0 1-1,0-1 1,-1 0-1,1 1 1,-1 0 0,1 0-1,-1 0 1,0 0-1,-1 1 1,1-1-1,-1 1 1,0 0-1,0-1 1,2 6-1,3 16 16,0-1 0,-2 1-1,4 47 1,-6 83 276,-3-67-44,0-79-243,0 0 0,1 0 1,0 0-1,1 0 0,0 0 1,0 0-1,5 11 0,-6-20-42,-1 0-1,1 0 0,-1 0 0,1 0 1,0-1-1,-1 1 0,1 0 0,0 0 1,0 0-1,-1 0 0,1-1 0,0 1 0,0 0 1,0-1-1,0 1 0,0-1 0,2 1 1,16 1-2922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8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6 119 1857,'0'0'918,"0"-25"223,-2-59 248,2 75-618,-1 13-93,-1 61-119,8 613 831,-1-478-1302,-5-88 304,-1-170 62,0 11-290,8-79 0,-4 110-167,-1 0 0,2 0 0,0 1 0,1 0 0,1 0 0,0 0 0,1 1 0,1 0 0,9-14 0,-8 16-3,0 0-1,1 0 0,0 1 1,1 1-1,0-1 1,17-10-1,-21 16 3,0 1-1,0 0 1,0 0-1,0 1 0,1 0 1,-1 1-1,1-1 1,0 1-1,0 1 1,0 0-1,0 0 1,0 0-1,10 1 1,-14 1 1,0-1-1,0 1 1,0 0 0,0 0 0,-1 1 0,1-1-1,0 1 1,-1 0 0,1 0 0,-1 0-1,0 0 1,0 0 0,0 1 0,0-1 0,0 1-1,0 0 1,-1 0 0,1 0 0,-1 0 0,0 1-1,0-1 1,0 1 0,0-1 0,-1 1-1,1 0 1,-1-1 0,1 9 0,3 8 6,-2 1 0,0-1 0,0 41 0,-3-58-3,0 15 26,0-1 0,-1 0 0,-1 0-1,-7 31 1,6-38 20,-1-1 0,1 0-1,-1 0 1,-1 0 0,0 0 0,0-1 0,0 0 0,-1 0 0,-13 14-1,1-6 54,0-1-1,-1 0 0,0-1 0,-24 13 0,32-20-113,-1-1 1,0-1-1,0 0 0,0-1 1,0 0-1,-1 0 1,1-1-1,-1-1 0,-16 1 1,29-3-7,0 0 1,0 0 0,1 0 0,-1 0-1,0-1 1,0 1 0,0 0 0,0 0 0,0 0-1,0 0 1,0 0 0,0 0 0,1 0-1,-1 0 1,0 0 0,0-1 0,0 1 0,0 0-1,0 0 1,0 0 0,0 0 0,0 0-1,0 0 1,0 0 0,0-1 0,0 1 0,0 0-1,0 0 1,0 0 0,0 0 0,0 0-1,0 0 1,0-1 0,0 1 0,0 0 0,0 0-1,0 0 1,0 0 0,0 0 0,0 0-1,0 0 1,0-1 0,0 1 0,0 0 0,-1 0-1,1 0 1,0 0 0,0 0 0,0 0-1,0 0 1,0 0 0,0 0 0,0 0 0,0 0-1,-1-1 1,1 1 0,0 0 0,0 0-1,0 0 1,0 0 0,0 0 0,0 0 0,-1 0-1,1 0 1,0 0 0,0 0 0,0 0-1,0 0 1,10-27-3037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39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6 336 5619,'0'0'456,"27"0"-350,169 0-73,-138 1-24,-33 1-2,-1-1 0,1-2 1,0 0-1,29-6 0,-50 5 6,-1 0 1,1 1-1,-1-1 1,0 0-1,0-1 1,0 1-1,0 0 1,0-1-1,0 0 1,-1 0-1,1 0 1,-1 0-1,0 0 1,1 0-1,-2 0 1,1-1-1,0 1 1,-1-1-1,1 0 1,-1 1-1,0-1 1,-1 0-1,1 1 1,0-1-1,-1 0 1,0 0-1,0 0 1,0 0-1,0 1 1,-1-1-1,0 0 0,0 0 1,0 0-1,0 1 1,-3-8-1,0 6 25,0 0-1,0 0 1,-1 1-1,1-1 0,-1 1 1,0 0-1,0 0 1,0 1-1,-1-1 0,-9-3 1,-5-2 46,-38-12-1,29 15 85,-1 0 0,0 2 0,0 2 0,-48 1-1,75 1-147,-3 0 56,-1 0 0,1 0-1,-1 1 1,1 0-1,0 0 1,-1 1-1,1-1 1,0 1 0,0 1-1,-11 5 1,12-5-52,1 0-1,0 1 1,0-1 0,0 1 0,1 0 0,-1 0 0,1 0 0,0 1 0,0-1 0,1 1 0,-1 0 0,1-1-1,0 1 1,-2 5 0,0 4-19,0 0-1,1 0 1,1 0-1,0 1 1,1-1-1,0 1 0,1-1 1,1 0-1,0 1 1,1-1-1,1 0 1,0 0-1,0 0 1,2 0-1,0 0 0,0-1 1,1 0-1,10 16 1,-7-15-6,1-1 0,0 0-1,1 0 1,0-1 0,1 0 0,0-1 0,1 0 0,0-1 0,1-1 0,0 0 0,1 0-1,-1-2 1,1 0 0,1 0 0,28 6 0,-22-7-16,0-1-1,1-2 1,0 0-1,-1-1 1,1-2-1,0 0 1,27-4-1,-39 2 11,0 0-1,1-1 1,-1 0 0,0-1-1,-1 0 1,1-1-1,-1 0 1,0-1-1,0 0 1,0-1-1,-1 0 1,0 0 0,0-1-1,-1 0 1,14-16-1,-14 12 11,0-1 1,0 0-1,-1 0 0,0-1 0,-2 0 0,1 0 1,-2 0-1,0 0 0,3-17 0,-2-10 36,-1 1-1,-3-45 0,-1 62 22,-1-1 0,-9-41-1,8 56 0,0-1-1,0 1 0,-2 0 1,1 0-1,-1 0 1,0 0-1,-1 1 0,0 0 1,-8-10-1,13 18-54,0 0 0,1 0 1,-1 0-1,0 0 0,0 1 0,0-1 0,0 0 1,0 0-1,0 0 0,0 0 0,0 1 1,0-1-1,-1 0 0,1 0 0,0 0 0,0 0 1,0 0-1,0 1 0,0-1 0,0 0 1,0 0-1,0 0 0,0 0 0,0 0 0,0 1 1,-1-1-1,1 0 0,0 0 0,0 0 0,0 0 1,0 0-1,0 0 0,-1 0 0,1 0 1,0 0-1,0 1 0,0-1 0,0 0 0,-1 0 1,1 0-1,0 0 0,0 0 0,0 0 0,0 0 1,-1 0-1,1 0 0,0 0 0,0 0 1,0 0-1,0 0 0,-1 0 0,1-1 0,0 1 1,0 0-1,0 0 0,0 0 0,0 0 1,-1 0-1,1 0 0,0 0 0,0-1 0,-3 61 1,2 0-1,13 112 1,31 75 171,-37-229-97,-3-19 42,-1-12 34,-1-74 192,3-41-257,-2 110-101,0 0-1,2-1 0,0 1 0,12-33 0,-11 42-1,1-1-1,-1 1 0,2 0 1,-1 0-1,1 0 0,0 1 1,1 0-1,0 1 0,0 0 1,1 0-1,0 0 0,0 1 1,0 1-1,1-1 0,16-5 1,14-4-240,1 1 0,68-13 0,-91 23 134,202-50-356,-233 62 619,-12 17 6,1 1 0,1 1 0,1 1 0,2 1 0,1 0 0,1 2 0,1 0 0,2 1 0,2 1 0,0 0 0,3 0 0,0 1 0,-6 47 0,15-69-79,0 0 0,0 0 0,1 1 0,0-1 0,1 0 0,1 0 0,0 1 0,0-1 1,1-1-1,1 1 0,7 16 0,-7-20-61,1-1 1,0 0-1,0 0 1,1 0 0,0-1-1,0 0 1,0 0-1,1 0 1,0-1-1,0 0 1,1 0 0,-1-1-1,1 0 1,0 0-1,0-1 1,0 0-1,9 2 1,16 3-207,0-1 0,0-2 1,1-1-1,0-2 0,0-1 0,-1-1 1,57-9-1,-41-2-2779,75-25 1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40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737 238 5234,'-29'-19'1380,"10"6"-1135,4 2-81,-1 0-1,0 1 1,-1 0-1,0 2 1,0 0-1,-1 1 0,0 0 1,0 2-1,-1 0 1,-36-4-1,36 7 72,0 2 0,0 0 0,0 1 0,1 1 0,-1 1-1,-33 9 1,40-8-138,1 1-1,0 0 0,0 1 0,1 0 0,0 1 1,0 0-1,0 0 0,1 1 0,0 0 0,1 1 1,-13 16-1,2 0 39,1 2 0,2 0 0,0 1 0,2 1 0,1 0 1,2 1-1,-14 51 0,14-28 8,2 1 0,2 1 1,0 90-1,7-106-75,11 79 1,-8-99-53,2 0 0,0-1 1,1 0-1,1 0 0,0 0 1,13 20-1,-8-19-13,0-1 1,1-1 0,1 0-1,0 0 1,2-2 0,0 0-1,0-1 1,1 0 0,1-1-1,0-2 1,1 1 0,0-2-1,30 11 1,-9-7 4,0-1-1,1-3 0,0-1 1,1-2-1,83 2 1,-86-8-3,0-1 0,0-2 0,-1-2 0,1-1 0,54-16 0,-77 17-3,-1-2 1,1 0-1,-1 0 0,0-1 0,0-1 1,-1-1-1,0 0 0,-1-1 1,0 0-1,0-1 0,-1-1 0,-1 0 1,0 0-1,0-1 0,10-18 1,-14 18-1,0-1 1,-1 1 0,-1-1 0,0 0 0,-1 0-1,4-24 1,-3 1 3,-1-53 1,-5 58-2,-1 0 0,-1 0 0,-1 0 0,-2 0 1,-15-44-1,1 19 11,-56-106 1,-49-54-8,99 179-6,-1 1-1,-3 1 0,-43-42 0,64 69-3,1 1-1,-1 0 0,-1 1 0,1 0 1,-1 1-1,0 0 0,-1 0 1,1 1-1,-1 1 0,0-1 0,-1 2 1,1 0-1,-14-3 0,22 6-3,0-1-1,0 1 1,0 0-1,0 0 1,0 0-1,0 0 1,0 1-1,0-1 1,0 1-1,0-1 1,0 1-1,1 0 1,-1 0-1,0 1 1,0-1-1,1 0 1,-1 1-1,1 0 1,0-1-1,-1 1 1,1 0-1,0 0 1,0 1-1,0-1 1,0 0-1,0 1 1,1-1-1,-1 1 1,1-1-1,-1 1 1,1 0-1,0 0 1,-1 4-1,-1 8-124,0-1 0,1 1 0,1 0-1,0 0 1,2 22 0,-1-26-137,0 0 0,1 0 0,1-1 1,-1 1-1,2 0 0,0-1 0,6 17 0,-1-13-457,1-1-1,0 0 0,1 0 0,1-1 1,13 12-1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40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709 230 7075,'0'0'1510,"-29"-27"-432,-9-8-600,-58-40-1,87 69-359,-2 0 0,1 1-1,-1 0 1,1 1 0,-1 0-1,-1 0 1,1 2 0,0-1-1,-1 1 1,1 1 0,-1 0-1,0 0 1,1 2 0,-1-1-1,0 1 1,1 1 0,-22 6-1,17-4-19,1 2-1,0 0 1,0 1-1,0 0 1,1 1-1,1 1 1,-1 0-1,1 1 1,1 0-1,0 1 1,0 0-1,1 1 1,1 1-1,-15 21 1,10-11-6,1 0 0,1 1 0,1 1 0,2 0 0,0 1 0,2 0 0,-11 53 0,15-49-41,0 1 1,2-1-1,2 0 1,0 0-1,9 54 0,-4-62-33,0 0-1,1-1 0,1 0 1,1 0-1,1-1 0,1 0 0,0-1 1,22 30-1,-11-22-8,1-2 0,1 0 0,2-2 0,0 0 0,1-2 0,2-1 0,0-1 0,0-1 0,2-2 0,0-1-1,43 15 1,-27-14-4,2-3 0,0-1 0,0-3 0,1-1 0,0-3 0,0-2 0,58-4 0,-84 0 4,0-1 0,-1-1 0,1-1 0,-1-1 0,0-1 0,0-1 0,25-11 1,-33 11-4,0-1 1,0-1-1,-1 0 0,0 0 1,-1-2-1,0 1 1,0-1-1,-1-1 1,-1 0-1,18-27 1,-18 21-4,-1 0 1,0 0-1,-2-1 1,0 0-1,-1-1 1,-1 1-1,0-1 1,2-32-1,-5 24 5,-1-1 0,-1 1-1,-2-1 1,-1 1 0,-10-48-1,4 47-1,-1 1 0,-1 0 0,-1 0 0,-2 1 0,-1 1 1,-1 0-1,-27-34 0,11 21-10,-2 2-1,-1 1 1,-69-54 0,69 63 4,-2 2 0,0 2 0,-2 2 0,-74-31 0,90 44-147,1 0-1,-1 2 0,-1 0 0,1 2 1,-1 0-1,0 2 0,0 0 1,0 2-1,0 1 0,-34 5 0,43-2-798,1 0 0,-1 1-1,-23 12 1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1:42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125 126 3714,'0'0'2740,"-24"-25"-2105,-75-74-153,98 98-332,3 3-69,13 11-57,28 28-76,108 110 125,341 327 262,-402-404-312,2-5 0,4-4-1,2-3 1,3-6 0,121 50 0,558 173 43,78-15-45,413 131 57,185 20-70,543 18 83,-1838-399-81,1436 222 41,-60-31-3,-1110-162-31,508 10 1,-301-41 20,333 6-28,423-53 131,-1012 5-87,497-20 212,-801 27-206,810-32 211,129-35 169,-64-20-314,-832 84-118,152-27 0,-239 26-3,-1 0 0,0-3 1,34-14-1,-56 21 0,0-1 0,-1-1 0,1 1 0,-1-1 0,0 0-1,0 0 1,0-1 0,-1 0 0,6-8 0,-9 12-7,0 0 0,-1 0 0,0 0 0,1-1 0,-1 1 0,0 0 0,0-1 0,0 1 0,0-1 0,-1 1 0,1-1 0,-1 0 0,0 1 0,1-1 0,-1 0 0,0 1 0,-1-1-1,1 1 1,0-1 0,-1 0 0,1 1 0,-1-1 0,0 1 0,0-1 0,0 1 0,0 0 0,0-1 0,-1 1 0,1 0 0,-1 0 0,-2-4 0,-9-4-27,0 0 0,0 1 0,-1 0 1,0 1-1,-28-11 0,15 6 23,-6-1 6,-1 1 0,0 1 0,-61-12-1,-107-7 62,189 30-51,-12-4 86,25 5-94,0 0 0,0 0 0,0 0 0,0 0 0,0 0 0,0 0 0,1 0 0,-1 0-1,0 0 1,0 0 0,0 0 0,0-1 0,0 1 0,0 0 0,0 0 0,0 0 0,0 0 0,0 0-1,0 0 1,0 0 0,0 0 0,0 0 0,0 0 0,0-1 0,0 1 0,0 0 0,0 0 0,0 0-1,0 0 1,0 0 0,0 0 0,0 0 0,0 0 0,0 0 0,0 0 0,-1-1 0,1 1 0,0 0-1,0 0 1,0 0 0,0 0 0,0 0 0,0 0 0,0 0 0,0 0 0,0 0 0,0 0 0,0 0-1,0 0 1,-1 0 0,1 0 0,0 0 0,0 0 0,0 0 0,0 0 0,43-4 40,-5 4-47,164 4-4,-157-1 10,-1 3 0,68 16 0,112 47 24,-184-54-28,0 1 0,-2 3 1,51 32-1,-77-43 0,0 1 0,0 0 0,0 1 0,16 18-1,-24-22 5,0-1-1,-1 0 0,1 1 1,-1-1-1,0 1 0,-1 0 1,1 0-1,-1 0 0,-1 0 1,1 0-1,-1 1 0,0-1 1,0 7-1,-1-9 8,0 0-1,0 1 1,0-1-1,0 0 1,-1 1-1,0-1 1,0 0 0,0 0-1,0 0 1,-1 0-1,0 0 1,1 0-1,-2 0 1,1-1 0,0 1-1,-5 5 1,-4 1 51,1 0 0,-1-1 0,-1-1 0,-15 10 0,-38 20-45,-2-3 0,-1-3 1,-1-3-1,-1-2 0,-2-4 0,-116 21 0,-91-4-2654,279-40 2639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7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46 294 4754,'0'0'1740,"-2"19"-1428,-8 58 357,6-60 1122,0-14-1136,0-13-337,3 9-104,-3-9-168,0 0-1,1-1 1,0 0 0,1 1 0,0-1 0,1 0 0,0 0-1,1 0 1,0 0 0,0 0 0,1 0 0,1 0 0,0 0-1,0 0 1,1 1 0,7-17 0,-3 16-55,1 0 1,0 0 0,0 1-1,1 1 1,0-1-1,1 2 1,0-1-1,15-8 1,-2 2-35,0 1 0,1 1 0,28-10 0,-27 14-15,0 1 0,1 2 0,0 0 0,0 2 0,0 1 0,1 1 0,46 2-1,-67 1 54,0-1 0,0 1 0,0 1-1,-1-1 1,1 1 0,0 0 0,-1 0-1,0 1 1,1-1 0,-1 1 0,0 0-1,0 1 1,0-1 0,-1 1 0,0 0-1,1 0 1,-1 1 0,0-1-1,-1 1 1,1 0 0,-1 0 0,0 0-1,0 0 1,-1 0 0,0 1 0,1-1-1,1 10 1,1 8-13,0 0-1,-1 0 0,-2 1 1,0-1-1,-3 39 1,0-43 25,-2 0 1,0 0 0,-1 0 0,-1 0 0,-1-1-1,0 0 1,-1 0 0,-1-1 0,-1 0-1,-1 0 1,0-1 0,-19 23 0,-15 13 54,-2-3 0,-66 55 0,-9 9 19,116-108-68,0 1 0,1 0 0,-1 0 0,1 0 0,1 0 0,-1 1 0,1-1 0,0 1 1,0 0-1,1 0 0,-3 14 0,4-18-14,1 1 1,-1 0 0,1 0 0,0 0-1,1 0 1,-1-1 0,1 1-1,-1 0 1,1 0 0,0-1-1,0 1 1,1 0 0,-1-1 0,1 1-1,0-1 1,0 0 0,0 0-1,0 1 1,0-1 0,1-1-1,0 1 1,-1 0 0,1-1 0,4 3-1,6 4 7,1-1-1,1-1 1,-1 0 0,1-1-1,1 0 1,-1-1-1,1-1 1,0-1 0,30 3-1,6-3 13,90-5-1,-130 2-18,0-1 0,1-1-1,-1 0 1,0-1 0,0 0 0,-1-1 0,1 0-1,-1-1 1,1-1 0,-2 1 0,19-13 0,-24 14-5,-1 0 1,0 0 0,1-1-1,-1 1 1,-1-1 0,1 0 0,-1 0-1,0 0 1,0 0 0,0-1-1,-1 1 1,0-1 0,0 0-1,0 0 1,-1 1 0,1-1 0,-2 0-1,1 0 1,-1 0 0,1 0-1,-2 0 1,1 0 0,-1 0-1,0 0 1,0 0 0,-2-7 0,0 4 2,-1-1 0,0 1 0,0 0 1,-1 0-1,0 0 0,-1 0 1,0 1-1,0 0 0,-1 0 1,-14-13-1,-9-4-5,-50-33-1,67 49 8,-33-22 5,-1 3 1,-1 2-1,-59-24 1,76 38-30,0 2 0,0 1-1,-1 1 1,0 2 0,-1 1 0,-51-1 0,52 6-706,17 0-2284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7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382 10 5426,'0'0'2615,"-33"0"-2348,11 0-217,3-1-16,0 1-1,1 1 0,-29 4 0,39-3 26,-1 0 0,1 1 0,0 0 1,0 0-1,0 1 0,0-1 0,0 2 0,1-1 1,-1 1-1,1 0 0,1 1 0,-11 10 0,4-1 66,1 1-1,1 0 1,0 1 0,1 1-1,1-1 1,1 1-1,1 1 1,0-1 0,1 1-1,1 1 1,-3 25-1,5-28-106,1-1-1,1 0 1,1 1 0,0-1-1,1 1 1,1-1-1,1 0 1,0 0-1,1 0 1,0 0-1,2 0 1,0-1-1,0 0 1,11 18-1,-5-18-11,0 0 0,0 0-1,1-2 1,1 1 0,1-1-1,0-1 1,0-1 0,1 0 0,0-1-1,1-1 1,0 0 0,1-1-1,0-1 1,21 5 0,-4-3 7,1-1 0,0-1 0,1-3 0,-1 0 0,1-3-1,54-4 1,-78 2-7,0-1 0,0 0 0,0 0 0,-1-2 0,1 1 0,-1-2 0,1 0 0,12-7 0,-18 8-2,0-1 0,0 0 0,-1 0 0,0 0 0,0-1 0,0 1 0,-1-2 1,0 1-1,0 0 0,0-1 0,-1 0 0,0 0 0,-1-1 0,4-7 0,-2-2 6,0 0-1,-2 0 1,0 0-1,0 0 1,-2-1-1,0 1 1,-1-1-1,-1 1 1,0-1-1,-2 1 1,0 0-1,-1 0 1,0 0-1,-1 0 1,-1 1-1,-1 0 1,0 0-1,-1 0 1,-1 1-1,-1 1 1,0-1-1,-23-24 1,10 15-29,-1 2 1,-2 0-1,0 2 1,-1 1-1,-1 1 1,-1 2-1,0 0 1,-1 2-1,-1 1 1,0 2-1,0 1 1,-1 1-1,0 2 1,-1 1-1,0 1 1,-49 1-1,28 4-2406,28 0-4842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8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86 467 4482,'0'0'456,"-5"16"601,-14 45 501,19-60-1473,0-1 0,0 1 0,0 0 0,0-1 0,-1 1 1,1 0-1,0-1 0,0 1 0,0-1 0,-1 1 0,1 0 0,0-1 0,0 1 1,-1-1-1,1 1 0,0 0 0,-1-1 0,1 1 0,-1-1 0,1 0 0,-1 1 1,1-1-1,-1 1 0,1-1 0,-2 1 0,0-10 143,2 8-1,-3-27 136,1 0 0,3-45 0,0 22-329,-2 38-36,1 0 1,1-1-1,0 1 0,1 0 1,0 0-1,1 0 0,0 0 1,1 0-1,1 1 1,0-1-1,0 1 0,2 0 1,-1 1-1,1 0 0,1 0 1,0 0-1,19-18 1,-13 16-19,2 1 1,-1 1 0,1 0 0,1 1 0,0 0 0,0 2 0,1 0 0,37-11 0,-23 11-87,0 2 0,1 1 0,-1 1 0,46 1 0,-68 3 56,-1 0 0,1 0 0,-1 1 0,1 1 0,-1-1 0,0 2 0,0-1 0,0 1 0,15 7 0,-19-7 33,0 1 0,-1-1-1,1 1 1,-1 0 0,1 0 0,-1 0 0,0 1-1,-1-1 1,1 1 0,-1 0 0,0 0 0,0 0-1,-1 1 1,0-1 0,1 1 0,0 6-1,2 3 19,-2 0 0,0 1-1,-1-1 1,0 1-1,-1-1 1,-1 1-1,0 0 1,-1-1-1,-1 1 1,-1-1-1,0 1 1,-1-1-1,0 0 1,-1 0 0,-1-1-1,0 1 1,-1-1-1,-1-1 1,-18 26-1,-18 7 37,-1-2 0,-2-2 1,-56 38-1,-76 69 121,166-136-114,0 1-1,1 0 1,-17 26-1,24-32-22,1 0 0,-1 1-1,2-1 1,-1 1 0,1 0 0,1 0-1,0 0 1,0 1 0,-1 9-1,2-7-15,0 1 0,1 0-1,1 0 1,2 19 0,-2-28-4,0 0 1,1 1 0,-1-1 0,1 0-1,0 0 1,0 0 0,0 0-1,1 0 1,-1-1 0,1 1 0,0-1-1,0 1 1,0-1 0,0 0-1,7 5 1,1-2 4,0 0-1,0-1 1,1 0 0,-1 0-1,1-1 1,0-1 0,0 0-1,0-1 1,0 0 0,15 0-1,12 0 3,73-8 0,-104 5-4,0 1 0,0-2 0,0 1 0,-1-1 0,1 0 0,-1-1 0,1 1 1,-1-1-1,0-1 0,0 0 0,0 0 0,0 0 0,-1-1 0,0 0 1,0 0-1,0 0 0,0-1 0,-1 0 0,0 0 0,0 0 0,-1-1 0,0 0 1,0 0-1,0 0 0,-1 0 0,0 0 0,-1-1 0,1 1 0,-1-1 0,1-14 1,-2 6-3,0 1 0,-2-1 0,0 0 0,-1 1 0,0-1 0,-1 1 1,-1-1-1,-1 1 0,0 0 0,-1 1 0,0 0 0,-1-1 0,-1 2 1,0-1-1,-1 1 0,0 1 0,-1 0 0,-16-16 0,0 3-12,-1 1-1,-1 2 1,-1 1 0,-1 1-1,-1 1 1,-64-28 0,66 35 0,0 1 1,-42-9-1,57 17-69,0 0-1,0 2 1,-1-1-1,1 2 1,0-1-1,0 2 1,-16 2-1,30-3 33,0 0 0,0 0 0,-1 0-1,1 0 1,0 0 0,0 0 0,-1 0 0,1 0-1,0 0 1,0 1 0,0-1 0,0 0 0,-1 0-1,1 0 1,0 0 0,0 0 0,0 0-1,0 1 1,-1-1 0,1 0 0,0 0 0,0 0-1,0 0 1,0 1 0,0-1 0,0 0 0,0 0-1,-1 0 1,1 1 0,0-1 0,0 0 0,0 0-1,0 0 1,0 1 0,0-1 0,0 0-1,0 0 1,0 0 0,0 1 0,0-1 0,0 0-1,0 0 1,0 0 0,1 1 0,-1-1 0,2 16-3683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8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77 5795,'0'0'5282,"-27"-77"-5282,19 172 0,-1 36 16,9 3 48,0 8-48,12-8-16,20-15-1521,1-36-3393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0 3986,'0'0'3986,"-9"0"-3570,21 0-416,21 0-1089,14 0-1520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7764,'0'0'0,"169"18"-593,-89-18-2016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49.5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4050,'0'0'3169,"199"0"-2961,-125 0-128,15 0-80,6 0-112,-9 0-2881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0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237 13 3794,'0'0'379,"27"-1"-259,91-1 48,-111 2-136,-1 1 0,1-1 0,-1 1 0,0 0 0,0 1 1,1-1-1,-1 1 0,0 1 0,0-1 0,-1 1 0,1 0 1,-1 0-1,1 1 0,-1-1 0,0 1 0,0 0 0,0 1 1,-1-1-1,0 1 0,0 0 0,0 0 0,0 0 0,-1 1 0,0-1 1,0 1-1,0 0 0,-1 0 0,4 12 0,-1 7 125,0 0 0,-2 0 0,0 1 0,-2-1 0,-3 36 0,2-55-105,-1 8-9,0 0 0,-1 0 0,-1-1 0,0 1 0,-1-1 0,0 1 1,-1-1-1,0-1 0,-1 1 0,-1-1 0,-10 16 0,3-10 4,0-1 1,-1-1-1,0 0 0,-1-1 1,-1-1-1,-28 19 0,36-26 13,-1-1-1,0 0 1,0 0-1,0-1 0,0 0 1,-1-1-1,1 0 1,-1-1-1,0 0 0,-1-1 1,1 0-1,0-1 1,-1 0-1,-13-1 0,19-1-21,0 0 0,0-1 0,0 1 0,1-1 0,-1-1 0,1 1-1,-1-1 1,1 0 0,0 0 0,0 0 0,0-1 0,0 0 0,1 0-1,-1 0 1,1 0 0,0-1 0,0 0 0,1 0 0,-5-8 0,-2-5 16,0 1 0,2-1 0,0-1 0,-9-32 0,12 31 18,0-1 1,2 1 0,0-1 0,1 0 0,1 0-1,4-37 1,-2 46-63,1 1 1,0 0-1,1 0 0,0 0 1,1 0-1,0 0 0,0 1 0,1 0 1,1 0-1,0 0 0,0 0 1,1 1-1,13-14 0,-4 9-14,1 1 0,0 0 0,1 1 1,0 1-1,0 1 0,1 1 0,1 0 0,-1 2 0,1 0 0,41-8 0,-23 8-9,-1 2 0,1 2-1,0 1 1,1 2 0,46 6-1,-69-4 5,1 1 0,-1 0 0,0 1 0,0 1 0,0 1 0,-1 0 0,0 1 0,0 0 0,0 1 0,-1 1 0,-1 0 0,25 22 0,-27-20 7,-1 1-1,0-1 1,-1 2 0,0-1-1,-1 2 1,0-1 0,-1 1-1,-1 0 1,0 0 0,-1 1 0,0-1-1,-1 1 1,-1 0 0,2 18-1,-3-10 19,0 0-1,-2 0 0,0 1 0,-2-1 0,-6 37 0,4-45 19,0 0 0,-1 0 0,0-1 0,-1 0 0,-1 0-1,0 0 1,-1-1 0,-1 0 0,-13 16 0,-3-2 71,0-2 1,-2 0-1,0-2 1,-56 36-1,-131 56-187,212-113 38,-13 5-640,1 0 0,-1-1-1,0-1 1,-17 4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0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413 32 5346,'0'0'916,"-36"-8"-428,1 0-281,-1 2 0,-49-3 0,79 9-142,0 0 1,0 1-1,0 0 0,0 0 0,0 0 0,1 1 0,-1-1 0,0 2 0,1-1 0,-1 1 1,1-1-1,0 1 0,0 1 0,-9 7 0,5-2 92,0 1 0,0 0-1,1 1 1,-10 17 0,14-22-111,-7 13 64,1 2 1,1 0 0,0 0-1,2 0 1,0 1 0,2 0 0,0 1-1,2-1 1,0 1 0,2-1-1,1 39 1,0-49-97,1 0 0,0 0 0,1 0 0,1 0 0,-1 0 0,2 0-1,0-1 1,0 1 0,1-1 0,10 17 0,-7-17-1,0 0 0,1-1 0,0 0 0,1-1 0,0 0 0,0 0 0,1-1 0,0-1 0,20 11 0,-11-8 6,0-1 1,0-1-1,1 0 0,1-2 0,36 6 1,-13-6 31,80 0 1,-112-6-46,0 0 0,0-1 0,0 0 0,-1-1 1,1-1-1,-1 0 0,19-7 0,-26 8-2,1-1 0,-1 0 0,0-1 0,0 1 0,0-1 0,0 0 0,-1 0-1,1 0 1,-1-1 0,0 1 0,-1-1 0,1 0 0,-1 0 0,0-1 0,0 1 0,0-1 0,2-9 0,-1 4 4,-1 1 1,-1 0-1,0-1 1,0 1-1,-1-1 1,0 0-1,-1 0 1,-1 1-1,1-1 1,-2 0-1,1 1 1,-1-1-1,-5-11 1,2 8-4,-1-1 0,-1 2 0,0-1 0,-1 1 1,-1 0-1,0 0 0,0 1 0,-15-14 0,-4 0-11,-1 2 0,0 1 0,-2 1 0,-1 2 0,0 1 0,-59-24-1,74 35-230,1 2 0,-2 0 0,1 1 0,-1 0 0,1 2 1,-1 0-1,0 1 0,0 1 0,0 0 0,0 2 0,-31 4 0,-3 12-4216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1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204 142 5507,'26'-5'109,"-19"3"-103,34-8 12,1 2 1,79-5-1,-112 13-19,7-1 41,-1 1-1,1 1 1,-1 0-1,19 4 1,-29-3-26,-1-1 1,1 1 0,-1 0-1,1 0 1,-1 0 0,0 1-1,1-1 1,-1 1 0,-1 0-1,1 0 1,0 1 0,-1-1-1,0 1 1,1-1-1,-1 1 1,4 9 0,-1-2 14,0 1 0,-1 0 0,-1 0 0,0 0 0,-1 1 0,0 0-1,-1-1 1,1 19 0,-1 4 293,-7 63 0,3-82-227,-1 0 0,-1 0 0,0-1 0,-1 0 1,-1 1-1,0-2 0,-1 1 0,-1-1 0,0 0 0,0-1 0,-2 1 0,0-2 0,0 0 0,-1 0 0,-1 0 0,0-2 0,0 1 0,-21 12 0,14-11-7,0-1-1,0-1 1,-1 0-1,0-2 1,-1 0-1,0-2 1,0 0-1,-1-1 1,1-1-1,-1-1 1,0-1-1,0-1 0,-26-2 1,41 0-50,1 0-1,0 0 1,0 0-1,-1-1 1,1 0 0,0 0-1,0-1 1,1 0 0,-1 0-1,1 0 1,-1-1 0,1 0-1,0 0 1,0 0 0,1 0-1,-1-1 1,1 0-1,0 0 1,0 0 0,0 0-1,1-1 1,0 1 0,-4-10-1,0-5 34,0 0 0,1 0-1,1 0 1,1-1 0,1 0-1,0-23 1,1 20-59,2 1 0,1-1 0,0 0 0,2 1 0,1 0 0,0 0 0,2 0 0,13-34 0,-12 41-12,0 1 1,2-1-1,0 2 1,0-1-1,1 1 1,1 1-1,1 0 1,0 0-1,0 1 1,1 1 0,0 0-1,23-14 1,-9 11-12,0 1 1,1 1 0,0 1 0,1 1-1,0 2 1,1 1 0,0 1 0,0 2 0,0 1-1,0 1 1,59 4 0,-75-1 3,0 1-1,0 0 1,0 1 0,-1 1-1,0 0 1,0 0 0,0 1-1,0 1 1,0 1-1,-1-1 1,-1 2 0,13 9-1,-10-5 0,-1 0 0,-1 1-1,0 1 1,-1 0 0,-1 1-1,0 0 1,0 0 0,13 33-1,-11-15 13,0 1-1,-2 1 0,-2 0 1,-1 0-1,-2 1 1,-1 0-1,-2 0 0,-1 0 1,-2 0-1,-9 59 1,5-73 4,-1 0 1,-1-1 0,-1 0 0,-1 0 0,0-1 0,-1 0 0,-2-1 0,0 0 0,-27 31 0,20-28 5,-1 0 1,-2-2-1,0-1 0,-1 0 0,0-2 1,-52 29-1,59-39-161,0 1 1,0-2 0,-1 0-1,0-1 1,0-1-1,0-1 1,-1 0-1,-28 0 1,43-2-60,0-1 0,-1 0 0,1 0 0,0 0 0,-1 0 0,1 0 0,-1-1 0,1 1 0,0-1 0,0 0 0,-1 0 0,1-1 1,0 1-1,-3-2 0,3-1-179,1 1 0,-1-1 1,1 0-1,0 1 0,0-1 1,1 0-1,-1 0 0,1-1 1,0 1-1,-1-7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1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21 152 7347,'0'0'4018,"0"-152"-1985,-2 182-2033,-13 50 0,12 45 0,3 24 64,0 2-48,3-8-16,23-25-112,1-37-2961,-21-49-5619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2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4370,'0'0'7059,"89"0"-7075,57-9-1536,14-9-3715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3346,'0'0'4129,"219"0"-4177,-103 0 64,15 0-16,9-6-784,-7 3-144,-14 0 768,-24 0 160,-32 3 0,-19 0 80,-23 0 176,3 0-128,-7 6-128,4 3-320,-3-9-3778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4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 7203,'0'0'3490,"169"12"-3490,-32-18-2401,6-18-2017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 5106,'0'0'2818,"167"-17"-2898,-69 17-3314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3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5202,'0'0'2273,"151"-21"-1312,-82 15-545,2 6-320,3 0-96,-14 0-2881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4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5555,'0'0'5554,"199"-15"-5666,-48-3-2657,15-3-2546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4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 4962,'0'0'2433,"158"-18"-1792,-72 15 31,18 3-560,8-3-112,-8-6-912,-23 0-5651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8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663 232 8644,'31'-2'301,"-6"-1"-269,157-4 51,-161 7-76,0 2 1,-1 0-1,1 1 0,-1 1 1,1 1-1,-1 1 0,34 15 1,-34-9-1,-1 0 0,-1 1 1,0 1-1,0 1 0,-2 1 1,0 0-1,-1 1 0,0 1 1,-2 0-1,0 0 0,-1 2 0,-1 0 1,0 0-1,10 31 0,-6-9 15,-2 0-1,-2 0 0,-2 1 1,-2 1-1,-1-1 0,-1 67 1,-5-90-10,-1-1 0,-1 1 0,-1 0 0,-1-1 0,0 1 0,-1-1 0,-2 0 0,0-1 0,0 0 0,-2 0 0,0 0 0,-1-1 0,-1 0 0,-1-1 0,0-1 0,-1 0 0,0 0 0,-2-1 0,-16 13 0,9-10-1,-1-1 0,-1-1 1,0-1-1,-1 0 1,0-2-1,-1-2 0,-1 0 1,1-1-1,-1-2 0,-55 8 1,58-12 1,-1-1 1,1-1-1,-1-1 0,1-1 1,-1-1-1,1-1 0,0-2 1,0 0-1,0-1 0,1-2 1,0 0-1,-37-20 1,41 17 41,1-1 1,0-1-1,1-1 1,0 0 0,1-2-1,1 0 1,0 0-1,1-1 1,1-1 0,1 0-1,0-1 1,1 0-1,2-1 1,0 0 0,1-1-1,0 0 1,2 0-1,-4-26 1,3 5-31,2-1 0,3 1 0,0-1-1,3 0 1,2 1 0,1-1 0,3 1 0,1 0 0,2 0 0,2 1-1,2 1 1,21-46 0,-22 59-26,1 1 0,2 0-1,0 1 1,2 0 0,0 2 0,2 0-1,1 1 1,0 1 0,1 1-1,2 1 1,0 1 0,1 1 0,0 1-1,1 2 1,1 0 0,1 2-1,0 0 1,34-7 0,-27 10 3,1 2 1,0 1 0,0 2-1,1 2 1,-1 1 0,1 2-1,37 6 1,-46-3-2,-1 1 0,0 2 0,-1 1 0,1 0 0,-2 2 0,1 2 1,-1 0-1,-1 1 0,42 31 0,-34-17 7,-2 1 0,0 1 1,-3 1-1,0 2 0,-2 1 0,-1 0 1,-2 2-1,-2 1 0,-1 1 0,-1 0 1,-2 1-1,11 43 0,-9-16 74,-3 0 0,-3 1 0,-3 1 0,-3 0-1,-3 0 1,-8 110 0,-1-119-12,-2 0-1,-3-1 1,-2 0-1,-3 0 1,-2-2 0,-34 71-1,21-64 2,-4-1 0,-2-1-1,-2-2 1,-92 102 0,55-84-20,-3-3 0,-3-3 1,-2-4-1,-4-4 0,-2-4 1,-3-4-1,-124 53 0,153-80-244,0-2-1,-1-4 0,-1-2 0,-1-3 0,-79 7 0,-3-19-2626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28:59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1017 49 5298,'28'-7'795,"-8"1"-675,5-1 56,1 0 0,0 2-1,0 1 1,1 0 0,51 2-1,-69 3-94,0 0 1,0 1-1,-1 1 0,1-1 0,-1 1 0,1 1 0,-1-1 0,0 1 0,0 1 1,-1 0-1,1 0 0,-1 0 0,0 1 0,-1 0 0,1 0 0,-1 1 0,0 0 0,-1 0 1,0 0-1,8 15 0,0 3 0,-1 0 0,-1 2 0,-1-1 0,-1 1 1,7 43-1,-7-25 25,-3 0 0,-2 1 0,-1-1 0,-6 78 0,0-94-73,-1-1 0,-1 1-1,-2-1 1,-1 0-1,-1-1 1,-1 0 0,-1 0-1,-24 39 1,17-38-17,-1-1 1,-1 0-1,-1-2 1,-2 0-1,-1-2 1,0 0-1,-2-2 1,-54 35-1,57-43-5,1-1 0,-2-1 1,0-2-1,0 0 0,0-1 0,-1-2 0,0 0 1,-1-2-1,1 0 0,-1-2 0,0-1 0,-27-2 1,39 0-1,1-1 1,0 0 0,-1-1 0,1 0 0,0-1-1,1-1 1,-1 0 0,1 0 0,0-1 0,-22-16-1,21 12 8,1 0-1,0-1 0,1-1 0,0 0 1,1 0-1,1-1 0,0-1 0,0 1 0,-6-17 1,2 1 22,1-1 0,2-1 1,0 0-1,3 0 0,0-1 1,2 0-1,2 0 1,0 0-1,3 0 0,4-49 1,-1 48-27,2 0 1,1 0-1,1 0 1,3 1 0,0 0-1,2 1 1,1 0-1,2 1 1,35-56 0,-33 63-15,1 2 0,1 0 0,0 0 0,2 2 0,0 1 0,1 0 0,1 2 1,44-24-1,-36 25 1,1 1 1,0 1 0,1 3 0,0 0-1,1 2 1,65-7 0,-46 11 37,-1 2 0,87 8 0,-103-1 16,0 1 1,-1 1 0,0 2-1,66 26 1,-65-18 40,-1 2 1,-1 0-1,0 3 1,-2 1-1,55 50 1,-50-37-18,-2 2 1,-2 2-1,-1 1 1,29 50-1,-28-34 32,-3 2-1,-2 1 0,-3 0 1,-2 2-1,-3 1 0,-3 1 1,14 105-1,-24-100 60,-2 2-1,-10 126 1,0-148-89,-2-1 1,-2 0-1,-2 0 0,-34 88 0,24-89-58,-3-1 0,-1-1-1,-3-1 1,-1-2 0,-48 54-1,15-28 2,-4-4 0,-93 73-1,47-54-352,-4-4 0,-4-6 1,-2-5-1,-3-5 0,-3-6 0,-2-5 0,-2-6 0,-163 33 0,-149-14-7634,437-64 7817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19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 0 4178,'0'0'1841,"-154"134"-1233,112-69-16,7-2-368,5-7-208,12-2-16,3-10-784,0-11-2465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4.8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233 66 976,'0'0'5958,"-15"-11"-4902,-46-33-405,50 33-93,24 13-451,22 10-113,123 40 177,-46-17-104,-110-34-66,0-1 1,0 1 0,0 0 0,1 0-1,-1 1 1,0-1 0,-1 0-1,1 1 1,0-1 0,0 1-1,-1-1 1,1 1 0,-1 0 0,1 0-1,1 3 1,-2-4-2,-1 1 0,1-1 1,-1 1-1,0 0 0,1-1 1,-1 1-1,0-1 0,0 1 0,0-1 1,0 1-1,0 0 0,-1-1 1,1 1-1,0-1 0,-1 1 0,1-1 1,-1 1-1,1-1 0,-1 1 0,0-1 1,0 0-1,0 1 0,0-1 1,0 0-1,0 0 0,-1 2 0,-7 6 0,-1-1 0,0 0-1,0 0 1,0-1 0,-16 8 0,-70 30-385,-50 2-2291,-22-10-3834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33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933 254 3602,'0'0'4919,"1"-1"-4878,-1 1 0,1-1 0,0 1-1,-1-1 1,0 1 0,1-1 0,-1 1 0,1-1 0,-1 0-1,0 1 1,1-1 0,-1 0 0,0 1 0,0-1-1,1 0 1,-1 1 0,0-1 0,0 0 0,0 0-1,0 1 1,0-1 0,0 0 0,0 1 0,0-1-1,0 0 1,-1-1 0,0-6-42,0 0-1,0 0 0,-1 0 1,-1-1-1,1 2 1,-1-1-1,-1 0 1,1 1-1,-1-1 0,-1 1 1,1 0-1,-1 0 1,-1 1-1,1-1 1,-1 1-1,0 0 1,-13-9-1,5 4-11,-1 0 0,-1 1 0,1 1-1,-2 0 1,1 1 0,-1 1 0,-24-7 0,16 9-1,1 1 0,-1 0 0,-1 2 0,1 1 0,0 2 0,0 0 0,-35 6 0,41-2 9,0 0 1,1 1 0,-1 1 0,1 0 0,0 2 0,1 0 0,0 1 0,0 0-1,1 2 1,-19 16 0,9-3-20,0 0-1,2 2 1,0 1-1,-32 52 1,40-54 6,2 0 0,1 1 1,1 1-1,2 0 1,1 1-1,1 0 1,1 0-1,1 0 0,2 1 1,1 0-1,2 43 1,0-67 8,1 0 1,1-1-1,-1 1 1,1 0-1,0 0 1,0-1-1,1 1 1,0 0 0,0-1-1,0 0 1,4 8-1,-3-10 0,0 1-1,0 0 1,1-1-1,-1 0 1,1 0 0,-1 0-1,1 0 1,0 0-1,0-1 1,0 0 0,1 0-1,-1 0 1,0 0-1,8 1 1,22 4 18,0-1 1,0-3-1,1 0 1,-1-2-1,37-4 0,7 1 15,202-13-3,-251 15-24,-8-1 2,1 2 0,25 3 0,-39-3-1,-1 1 1,1 0-1,-1 0 0,0 1 0,0 0 0,0 0 0,0 0 0,0 1 0,-1 0 1,7 5-1,-1 2-8,-1 1 1,0 0 0,-1 0 0,0 1-1,-1 0 1,0 1 0,-1 0-1,-1 0 1,0 0 0,-1 1-1,-1 1 1,6 23 0,-5-13 12,-1 0 0,-2 0 0,0 0 0,-2 0 0,-1 0 0,-1 0 1,-4 29-1,1-42 10,1 0 0,-2 0 0,1-1 0,-2 1 0,0-1 0,0 0 0,-1-1 0,0 1 0,-1-2 0,-1 1 0,0-1 0,0 0 0,-1-1 0,-18 15 0,1-4 83,0-2 0,-1 0 0,-1-2 0,-59 24 0,63-32 23,-1 0 1,1-1 0,-1-2 0,0-1-1,-1-1 1,1-1 0,-36-2-1,56 0-80,1 0 0,0-1 0,0 0-1,0 0 1,0-1 0,0 1 0,1-1-1,-1 0 1,0 0 0,1-1 0,-1 1-1,1-1 1,0 0 0,0 0 0,-6-6-1,4 2-40,0 0 0,1 0 0,0 0 0,0-1-1,1 0 1,0 0 0,0 0 0,-3-12-1,1-1-358,1 0-1,1-1 0,1 0 1,1 0-1,1 0 1,2-30-1,8-33-2487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34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44 1217,'0'0'6512,"-34"-9"-5853,-11-4-275,-54-7 0,95 19-336,-1 1 0,0-1 0,0 1-1,0 1 1,0-1 0,1 1 0,-1-1-1,0 1 1,0 1 0,1-1 0,-1 1 0,1-1-1,-1 1 1,1 1 0,0-1 0,0 1 0,0-1-1,0 1 1,0 0 0,1 0 0,-1 1-1,1-1 1,0 1 0,0 0 0,0 0 0,-3 6-1,0-2 2,-4 5-15,2 1 0,0-1 0,0 2 0,2-1 0,0 1 0,0 0 0,1 0 0,-4 22-1,4-2-26,1 1 0,0 57 0,4-81-7,0 0 0,1 1 0,1-1 0,0 0 0,0 0 0,1 0 0,1 0 0,0 0 0,0-1 0,1 0 0,1 0 0,0 0 0,0 0 0,1-1 0,0 0 0,1-1 0,0 1 0,1-2 0,0 1 0,17 12 0,-8-8 3,1-2-1,0 0 1,1-1 0,0-1-1,1-1 1,-1 0 0,1-2-1,1 0 1,-1-2 0,1 0-1,0-1 1,0-2 0,0 0-1,0-1 1,38-6 0,-53 5-3,0 0 1,-1 0-1,1-1 1,0 0-1,-1 0 0,1-1 1,-1 0-1,0 0 1,0 0-1,0-1 1,0 0-1,-1 0 1,1-1-1,-1 1 1,0-1-1,0 0 1,-1 0-1,0-1 1,0 0-1,0 1 1,0-1-1,-1-1 1,0 1-1,-1 0 0,4-12 1,1-7 27,-1 0-1,-2 0 1,0-1 0,-2 0 0,-1-37-1,-2 47-5,0-1-1,-1 1 0,-1 0 0,-1 0 1,0 1-1,-1-1 0,-1 1 0,0 0 1,-1 0-1,0 1 0,-11-15 0,6 11-54,-1 1 0,-1 0 0,0 1 0,-1 0-1,-1 2 1,0 0 0,-31-21 0,44 33-245,-1 0-1,0 0 1,1 0 0,-1 0 0,0 1 0,0-1 0,0 1 0,0 0 0,0 0-1,0 1 1,-7-1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34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0 6051,'0'0'1777,"18"235"-1041,-36-119-528,-44 2-32,-15-5-176,-15-35-608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46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17 447 4930,'0'0'2119,"-3"-31"-1581,-7-98-196,7-79-83,4 130 370,0 208-645,24 169 0,18 64 54,-39-340-27,-4-22-9,0 0 0,0-1-1,0 1 1,0 0 0,0-1 0,1 1-1,-1 0 1,0-1 0,0 1 0,1-1-1,-1 1 1,0-1 0,1 1 0,-1 0-1,1-1 1,-1 0 0,1 1 0,-1-1-1,1 1 1,-1-1 0,1 1 0,-1-1-1,2 1 1,-1-8 65,-1-23 25,1-23-38,-12-98 0,-11 35 22,6 33 168,3-2 0,-3-111 0,16 196-237,0-1 0,0 1 0,1-1-1,-1 1 1,0-1 0,0 1 0,1-1 0,-1 1-1,0 0 1,1-1 0,-1 1 0,1-1 0,-1 1 0,1 0-1,-1-1 1,1 1 0,-1 0 0,1 0 0,-1-1-1,1 1 1,-1 0 0,1 0 0,-1 0 0,1 0-1,-1-1 1,1 1 0,-1 0 0,1 0 0,0 0-1,-1 0 1,1 0 0,-1 0 0,1 1 0,-1-1 0,1 0-1,-1 0 1,2 0 0,23 7-74,-12 2 64,-1 1-1,0 0 1,0 0-1,-1 1 1,-1 0 0,14 19-1,-21-26 4,199 288 22,-21-26 15,-178-262 35,4 6-201,-4-11 370,-2-8 525,-4-175 821,2-135-1584,2 301-108,0 1 1,2 0-1,5-20 1,-7 31-354,1 1 0,0-1 1,0 0-1,1 1 0,-1 0 0,1-1 1,1 1-1,-1 0 0,1 1 1,-1-1-1,1 0 0,7-4 1,8 1-5253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46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1 293 4930,'0'0'1035,"26"6"-989,85 15 23,-92-18-59,0-1-1,0-1 0,0 0 1,0-2-1,0 0 1,0-1-1,0-1 1,-1-1-1,1-1 0,-1 0 1,0-1-1,-1-1 1,1-1-1,26-17 1,-37 22-10,-1 0 1,1-1 0,-1 0 0,-1-1 0,1 1 0,-1-1 0,1 0-1,-1 0 1,5-7 0,-7 6 1,-1 1 0,1 0 1,-1-1-1,0 1 0,0-1 0,0 0 0,-1 1 0,0-1 1,0 0-1,-1 0 0,0-11 0,0 14-2,0-1 0,-1 0 1,1 1-1,-1-1 0,0 0 0,0 1 0,0-1 0,0 1 0,-1 0 0,1-1 0,-1 1 1,0 0-1,0 0 0,0 0 0,-1 0 0,-4-5 0,1 3-1,0 0 0,-1 0 0,0 1-1,0 0 1,0 0 0,0 0 0,-11-3-1,-4 0 21,-1 1 0,1 1-1,-1 1 1,-41-2 0,60 6-19,-18-2 184,-1 2 0,0 1 1,-42 6-1,58-6-99,0 1 1,0 0 0,1 1-1,-1-1 1,1 1 0,-1 1-1,1-1 1,0 1 0,1 0-1,-1 0 1,0 1-1,1 0 1,0 0 0,0 0-1,1 0 1,-7 11 0,5-7-27,2 1 1,-1-1-1,2 1 0,-1 0 1,1 0-1,1 0 1,-1 1-1,0 15 1,2-5 25,0-1 0,2 0 0,3 31 0,-2-41-62,0 1 0,1-1 0,0 0 0,1 0 0,0 0 0,1 0 0,-1 0 0,2-1 0,0 0 0,0 0 0,0-1 0,1 1 0,0-1 0,1-1 0,0 1 0,0-2 0,0 1 0,1-1 0,14 8 0,-4-5-373,-1 0 1,1-1 0,1-2-1,-1 0 1,1 0 0,0-2-1,0-1 1,1 0 0,25-1-1,42-1-4489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47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3 506 4562,'0'0'606,"-1"7"-230,-1 11-209,3-11-35,3-12 217,13-47 53,-12 33-319,1 1 0,16-33 0,-16 39-69,1 0 0,1 1-1,0 0 1,0 1 0,1 0-1,0 0 1,0 1 0,20-14 0,-23 18-17,1 1 1,0 0-1,1 0 0,-1 1 1,1 0-1,0 0 1,-1 1-1,1 0 1,0 0-1,0 1 1,0 0-1,1 1 0,-1 0 1,0 0-1,14 2 1,-18-1-5,0 0 0,0 0 0,1 1 0,-1-1-1,0 1 1,-1 0 0,1 0 0,0 0 0,0 1 0,-1-1 0,0 1 0,1 0 0,-1 0 0,0 0 0,0 0-1,-1 1 1,1-1 0,-1 1 0,1 0 0,-1-1 0,0 1 0,-1 0 0,1 0 0,-1 0 0,2 8 0,1 8-6,0 0 1,-2 0 0,0 0 0,-2 25-1,1-34 21,-1 0-1,-1 0 1,0 0-1,-1 0 1,0 0 0,0 0-1,-1 0 1,-1-1-1,0 1 1,0-1-1,-1 0 1,0 0-1,-1-1 1,0 1-1,-1-1 1,0 0-1,0-1 1,0 0-1,-1 0 1,-1-1-1,-16 12 1,22-16 3,-3 1 26,0 0 0,0 0 0,0 0 0,0 0 0,0-1 0,-1 0 0,1-1 0,-1 1 0,-13 2 0,19-6-20,1 0 0,0 0 0,0-1-1,-1 1 1,1 0 0,0 0 0,0 0-1,0 0 1,0 0 0,0 0 0,0-1 0,0 1-1,1 0 1,-1 0 0,0 0 0,1 0-1,-1 0 1,1 0 0,-1 0 0,2-2-1,8-14 0,2 1-1,0 0 0,1 0 0,0 1 0,29-24 0,1-2-4,-8 6-16,-2 0-1,-1-2 1,-2-2 0,48-80-1,-77 126 76,-3 28-59,-9 48 1,-2 28 45,11-75-21,0-15-12,1 0-1,1 0 1,0 0 0,2 0 0,5 23-1,-6-39-18,1-1 0,0 1 0,0-1 0,0 0 0,1 1 0,0-1 0,-1 0 0,1-1 0,1 1 0,-1 0 0,1-1 0,-1 0 0,1 0 0,0 0 0,0 0 0,0-1 0,0 1 0,1-1 0,-1 0 0,1 0 0,-1-1 0,9 2 0,1 0 7,1 0 0,0-1-1,1-1 1,-1 0 0,0-1 0,15-2 0,-22 0-15,-1 1 1,0-2-1,0 1 0,0-1 1,0 0-1,-1 0 1,1 0-1,-1-1 1,0 0-1,0-1 1,0 1-1,-1-1 0,1 0 1,-1-1-1,0 1 1,-1-1-1,1 0 1,5-11-1,-1 2-3,0-1-1,-1-1 1,-1 1 0,-1-1-1,0 0 1,6-29-1,-4-19 18,-3 1 0,-3-1-1,-7-75 1,2 112-2,-1 0 0,-1 1 0,-2-1 0,-16-46 0,20 67 4,3 6-8,0 0-1,0 0 1,0 0-1,0 0 1,-1 0-1,1 0 1,0 0-1,-1 0 1,1 0-1,-1 0 1,1 0-1,-1 1 1,0-1-1,1 0 1,-1 0-1,0 0 1,1 1-1,-1-1 1,0 0-1,0 1 1,-1-2-1,1 10 28,1 44-37,-1 44 237,23 188 0,-17-251-368,14 91-75,-14-38-3139,-5-44-1090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47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1 217 4914,'0'0'1985,"264"-134"-1985,-127 108-112,3-7-976,-13 9-2914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48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90 240 4354,'0'0'2084,"-14"27"-1764,-44 83-147,56-107-162,0 0-1,0 0 1,0 0-1,0 1 1,1-1-1,-1 0 0,1 1 1,0-1-1,0 1 1,0 6-1,1-7 33,0-2 47,0-18 735,0 2-743,-1-29 54,3-1 0,9-56 1,-9 88-133,1-1 0,1 1 0,0 0 0,0 0 1,2 0-1,-1 0 0,2 1 0,0 0 1,0 1-1,1-1 0,18-19 0,-22 27-6,0 1 0,0 0 0,0 1-1,0-1 1,0 1 0,0-1 0,0 1 0,1 0-1,0 1 1,-1-1 0,1 1 0,0 0-1,6-1 1,-7 2-4,-1 0 0,0 0 0,0 0 0,1 0 0,-1 0 0,0 1-1,0 0 1,0-1 0,1 1 0,-1 0 0,0 1 0,0-1 0,0 0 0,0 1 0,-1 0 0,1 0-1,0-1 1,-1 2 0,1-1 0,-1 0 0,4 4 0,1 6-9,0 0 1,0 0-1,-1 0 1,-1 1-1,0-1 1,0 1-1,3 24 1,13 100 34,-21-130-18,7 173 32,-7-157-14,-14-126 185,13 93-199,-1-28 7,1 0 0,2 1 0,7-47 1,-6 74-19,0 0 1,0 0 0,1 0-1,0 0 1,1 1 0,0 0 0,0 0-1,1 0 1,1 0 0,-1 1 0,1-1-1,1 2 1,-1-1 0,1 1-1,1 0 1,-1 0 0,10-6 0,-11 10-8,-1 0 0,1 0 0,-1 1 0,1 0 0,0 0 0,0 0 1,0 1-1,11-2 0,-13 3 6,-1 0 1,1 0-1,-1 0 0,1 0 1,-1 0-1,0 1 0,1-1 1,-1 1-1,0 0 1,1 0-1,-1 0 0,0 1 1,0-1-1,0 1 0,0-1 1,0 1-1,4 4 0,-2 0-4,0 1-1,0 0 0,0 0 0,-1 1 0,-1-1 0,1 1 0,-1 0 0,-1 0 1,1 0-1,1 14 0,2 13-13,2 43-1,-6-2-10,1 25 118,-2-89-225,1-1 0,0 0 1,1 1-1,0-1 0,0 0 1,7 13-1,10 3-2710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48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23 4178,'0'0'1729,"-4"4"-1233,0 0-450,0 0 0,1 1 0,-1-1 0,1 1 0,1 0 0,-1 0 0,0 0 0,1 0 0,0 1 0,0-1 0,1 1 0,0-1 0,0 1 0,0-1 0,0 7 0,-2 23 141,2 43 1,2-50-64,-1-24-111,-1 13 42,1 1 1,1-1-1,1 1 1,7 28 0,-8-41-49,1 0 0,0 0 1,0 0-1,1 0 0,-1 0 1,1-1-1,0 1 0,1-1 1,-1 0-1,1 0 1,-1 0-1,1-1 0,0 1 1,1-1-1,-1 0 0,1 0 1,-1 0-1,1-1 0,8 4 1,-3-2 0,-1-1 1,1 0-1,0-1 1,0 0-1,0 0 1,0-1-1,0 0 1,0-1-1,0 0 1,0-1-1,19-3 1,-22 2-4,-1 1-1,1-2 1,-1 1 0,0-1 0,0 0 0,0 0 0,0-1 0,0 1 0,-1-1-1,0-1 1,0 1 0,0-1 0,0 0 0,-1 0 0,0 0 0,0-1 0,0 1 0,4-10-1,-1 1 3,-2-1-1,1 0 0,-2 0 0,0 0 0,-1 0 1,2-24-1,-3-95 23,-3 80-30,1 44 4,-1-26 15,1 35-16,0-1 0,0 1 0,0 0 0,0 0 0,-1 0 0,1-1 0,0 1 0,-1 0 0,1 0 0,-1 0 0,1 0 0,-1 0 0,0 0 0,1 0 0,-1 0 0,0 0 0,0 0 0,0 0 0,0 0 0,0 0 0,-1 0 0,1 1-2,1 0 1,0-1 0,-1 1 0,1 0 0,-1 0 0,1 0-1,-1 0 1,1 1 0,0-1 0,-1 0 0,1 0 0,-1 0 0,1 0-1,0 0 1,-1 0 0,1 1 0,0-1 0,-1 0 0,1 0-1,0 1 1,-1-1 0,1 0 0,0 0 0,-1 1 0,1-1 0,0 0-1,0 1 1,-1-1 0,1 0 0,0 1 0,0-1 0,0 1 0,0-1-1,-1 1 1,-4 17-1,-1 27 90,3 0 1,3 90-1,2-81-6,-2-43-207,0 0 1,1-1-1,1 1 1,0-1-1,0 1 1,1-1-1,0 0 1,1 0-1,0 0 1,0 0 0,1 0-1,1-1 1,-1 0-1,2 0 1,-1-1-1,1 0 1,0 0-1,1 0 1,0-1-1,16 12 1,7-5-2655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49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1 206 3666,'0'0'1304,"2"-29"-845,11-92 0,-13 118-443,1 1-1,-1-1 1,0 1 0,1-1-1,0 1 1,0 0-1,0-1 1,0 1 0,0 0-1,0 0 1,0 0 0,1-1-1,-1 1 1,1 1 0,-1-1-1,1 0 1,0 0-1,0 1 1,0-1 0,0 1-1,0-1 1,0 1 0,0 0-1,1 0 1,-1 0 0,0 0-1,1 0 1,-1 0-1,0 1 1,1-1 0,-1 1-1,1 0 1,-1-1 0,1 1-1,-1 1 1,4-1-1,4 0 5,0-1-17,0 1 0,0 0 0,0 0 0,0 1 1,0 0-1,10 4 0,-16-4-5,0 1 1,0-1-1,0 1 1,0 0-1,0 1 1,0-1-1,-1 1 0,1-1 1,-1 1-1,1 0 1,-1 1-1,0-1 1,0 0-1,-1 1 1,5 7-1,1 3 0,-2 0 1,0 0-1,-1 1 0,0 0 1,-1 0-1,-1 0 0,3 20 1,-1 109 25,-5-121-19,1-7 3,-1-1 1,-1 0-1,0 0 0,-1 1 0,-1-1 1,0 0-1,-1 0 0,-1-1 0,-9 21 1,10-31 37,2-13 81,0-37-30,2 1 0,1-1 1,12-62-1,-10 88-92,1 0 0,1 1 0,1-1 0,1 2 1,1-1-1,0 1 0,1 0 0,1 0 0,1 1 0,19-24 1,-25 36-9,-1 0 0,1 1 0,0 0 0,1 0 0,-1 0 0,0 1 0,1-1 0,0 1 0,0 1 1,0-1-1,0 1 0,13-3 0,-15 4-2,-1 1 0,0 0 0,1 0 0,-1 0 0,1 0 0,-1 0 0,0 0 0,1 1 0,-1 0 1,0 0-1,0 0 0,1 0 0,-1 0 0,0 1 0,0-1 0,0 1 0,0 0 0,-1 0 0,1 0 0,0 0 0,-1 0 0,1 1 1,-1-1-1,0 1 0,0 0 0,3 4 0,3 8-4,-1 0 0,-1 0 1,0 0-1,-1 1 0,0 0 0,-2 0 1,0 0-1,1 17 0,1 138 24,-5-129 1,0 34 179,0-63 196,0-49 90,0 5-368,6-129 78,-4 141-197,2 0 0,0 0 0,1 1 0,0-1 0,2 1 0,12-24-1,-14 31 2,2 0-1,0 0 0,0 1 0,0 0 1,2 1-1,8-9 0,-14 15-1,-1 1 1,1-1-1,0 1 1,0 0-1,0 0 1,0 0 0,0 0-1,1 1 1,-1-1-1,1 1 1,-1 0-1,1 0 1,-1 0-1,1 0 1,-1 1-1,1-1 1,0 1-1,-1 0 1,1 0-1,0 1 1,-1-1-1,1 1 1,0-1-1,5 3 1,-6-2 0,-1 1 0,0-1 0,0 0 1,1 1-1,-1 0 0,0-1 0,0 1 1,0 0-1,-1 0 0,1 0 0,0 0 1,-1 1-1,1-1 0,-1 0 0,2 6 1,11 41-40,-12-40 40,19 146 16,-17-110 18,2-1 1,18 70-1,-24-111-83,1-2-16,-1 1 0,0 0 1,0 0-1,1-1 0,-1 1 1,1 0-1,0-1 0,-1 1 0,1 0 1,0-1-1,0 1 0,0-1 1,0 1-1,0-1 0,0 0 0,0 1 1,1-1-1,-1 0 0,0 0 1,1 0-1,-1 0 0,1 0 0,-1 0 1,1 0-1,-1-1 0,1 1 0,2 0 1,12 0-4982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49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4 896,'0'0'5955,"0"-3"-5515,14 321 742,-4 159-968,-10-354-9,-6-227-20,2 57-119,4-88 0,0 123-65,2 0 0,0 0 1,0 0-1,1 0 0,0 1 1,1-1-1,1 1 0,-1 0 0,2 0 1,0 0-1,0 1 0,9-12 1,-9 16-1,-1 1 0,1-1 1,0 1-1,1 0 1,-1 0-1,1 1 1,0 0-1,0 0 1,0 1-1,0 0 1,9-3-1,-12 5-5,0 0 1,1 0-1,-1 0 1,0 0-1,1 1 1,-1 0-1,0 0 1,1 0-1,-1 0 1,0 1-1,1 0 0,-1 0 1,0 0-1,0 0 1,0 1-1,0-1 1,0 1-1,0 0 1,0 0-1,-1 1 1,1-1-1,3 4 1,0 2-1,0-1 1,-1 1 0,0 1 0,0-1 0,-1 1 0,0 0 0,-1 0 0,0 0 0,0 1 0,-1 0-1,0-1 1,2 15 0,0 10 66,-2-1 1,0 49-1,-3-71-20,0-1 1,0 1 0,-1-1-1,-1 0 1,0 0-1,0 1 1,-1-1-1,0-1 1,0 1-1,-1 0 1,-1-1-1,0 0 1,0 0-1,-1 0 1,0 0 0,0-1-1,-1 0 1,0-1-1,0 1 1,-1-1-1,0-1 1,0 1-1,-1-1 1,-9 5-1,8-6-89,-1-1 0,0 1 0,1-2 0,-2 0 0,1 0 0,0-1 0,0 0 0,-1-1 0,1 0 0,-17-1 0,26 0-137,0 0-1,0 0 1,1 0 0,-1 0 0,0 0 0,0 0 0,0-1 0,1 1 0,-1-1 0,0 1 0,0-1 0,1 1 0,-1-1 0,-2-2 0,2 1-460,-1-1 0,1 0-1,0-1 1,1 1 0,-1 0-1,0-1 1,-1-6 0,3 10 627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0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1 343 4498,'0'0'69,"26"0"-37,9 1-5,141-3 251,-164 1-229,-1 0 0,0-1-1,1 0 1,-1-1 0,0 0 0,0-1 0,-1 0 0,1-1 0,-1 0 0,0 0 0,0-1 0,-1 0 0,17-15 0,-20 15 10,-1 0 0,0 0 0,0-1 1,0 1-1,-1-1 0,0 0 0,0 0 0,-1-1 0,0 1 0,0-1 0,-1 0 0,0 1 0,0-1 0,-1 0 0,0 0 0,0 0 0,-1 0 1,0 0-1,0 0 0,-3-11 0,3 15-27,-1 0 1,0 0 0,-1 0-1,1-1 1,-1 1 0,1 1-1,-1-1 1,0 0 0,-1 0-1,1 1 1,-1-1 0,1 1-1,-1 0 1,-6-6 0,3 5 29,-1-1 0,1 1 0,-1 0 1,0 0-1,0 1 0,0 0 1,-13-4-1,4 3 77,0 1 0,0 0 0,0 2 0,0 0 0,0 0 0,0 1-1,-22 4 1,32-3-108,-1 1 0,1 1 0,0-1 0,0 1 0,1 0 0,-1 0 0,0 0 0,1 1 0,0 0 0,0 0-1,0 0 1,0 1 0,1-1 0,0 1 0,0 0 0,0 1 0,1-1 0,-1 1 0,1-1 0,0 1 0,-3 11-1,0 0 5,0 1 0,1 0 0,1 0-1,0 0 1,2 0 0,-1 24 0,3-36-31,-1 13 22,1 0 0,5 39 0,-4-51-22,1-1 0,0 0 0,0 0 0,1 0 0,-1 0 1,1 0-1,1 0 0,-1 0 0,1-1 0,0 0 0,0 0 0,7 7 1,-1-4 3,0 0 0,1 0 1,0-1-1,0 0 1,1-1-1,0 0 0,0-1 1,0 0-1,1-1 1,0 0-1,0-1 0,16 2 1,9-1-7,1-2-1,74-4 1,-104 1 4,1 0 0,0-1 0,-1 0 0,1-1 0,-1 0 0,0 0 1,0-1-1,0 0 0,-1 0 0,1-1 0,-1-1 0,0 1 0,0-1 0,-1 0 0,0-1 0,0 0 0,0 0 0,-1 0 0,0-1 0,0 0 0,-1 0 0,0-1 0,4-11 0,1-3 11,-1-1 1,-1 0-1,-1-1 1,-1 1-1,-2-1 1,0-1-1,-2 1 0,0-31 1,-2 469 32,0-410-28,0-11 191,0-308 94,0 310-312,0 1 0,1 0-1,0-1 1,0 1 0,0 0-1,0 0 1,1 0 0,-1 0 0,1 0-1,1 0 1,-1 0 0,1 1 0,0-1-1,0 1 1,0 0 0,0 0 0,6-5-1,-3 4-8,0 1 1,1 0-1,-1 0 0,1 0 0,0 1 0,0 0 0,0 1 0,0-1 0,1 1 0,-1 1 0,11-2 1,61-6-526,126 3 0,-222 27 507,-8 4 261,-35 45 1,53-60-175,0 1-1,0 0 1,1 0-1,0 0 1,1 1-1,0 0 1,1 0-1,-3 17 1,5-19-2,0 0 0,1 0 0,0 1 1,1-1-1,0 0 0,0 0 0,2 1 1,-1-1-1,5 17 0,-3-20-34,0-1-1,0 1 1,0-1-1,1 0 1,0 0 0,0 0-1,1 0 1,-1-1-1,1 0 1,0 0-1,1 0 1,-1-1-1,1 1 1,8 4 0,8 3 19,0-1 0,1-1 0,0-1 0,0-1 0,1-1 0,32 5 0,-8-4-892,0-3 1,59-1-1,-59-4-3132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0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705 102 5346,'0'0'1329,"-34"-17"-310,-114-50-61,137 63-845,-1 0 1,0 1-1,0 1 1,0 0-1,-1 0 0,1 1 1,0 1-1,-1 0 0,1 1 1,0 0-1,0 1 1,0 0-1,0 1 0,0 0 1,-21 9-1,15-3 37,-1 0 0,1 1 0,1 0 1,0 2-1,0 0 0,1 0 0,1 2 0,0 0 0,1 1 0,-17 22 0,18-19-26,0 1-1,1 1 0,1 0 0,0 0 1,2 1-1,0 0 0,2 1 1,0-1-1,-4 28 0,8-27-43,0 0-1,1 0 1,2 0-1,0 0 0,1 0 1,7 38-1,-5-48-64,0 0 0,1 0 0,0-1 0,1 0 0,1 0 0,-1 0 0,2-1 0,-1 1 0,1-2 0,1 1 0,0-1 0,0 0 0,15 12 0,0-3-11,1-2 1,0-1-1,1 0 1,0-2 0,1-1-1,1-1 1,0-1-1,40 9 1,-19-10 0,1-1 0,0-3 0,0-1 0,53-4 0,-76-1-14,-1-1 0,0-2 0,0 0 0,-1-1 0,1-2 0,-1 0 0,24-11 0,-37 13-7,0-1-1,-1 1 1,1-2 0,-1 1-1,-1-1 1,1-1-1,-1 0 1,-1 0-1,1-1 1,-2 0-1,1 0 1,-1-1-1,0 0 1,-1 0-1,0-1 1,7-19-1,-8 14 3,0 0 0,-2 0-1,0 0 1,-1 0-1,0 0 1,-1 0-1,-1-1 1,-1 1 0,0 0-1,-1 0 1,-5-19-1,1 14 7,0 0-1,-2 0 1,0 1-1,-2 0 1,0 1-1,-1 0 0,-25-32 1,19 30-3,-1 1 1,0 1-1,-2 0 1,0 2-1,-1 0 0,-1 1 1,-1 1-1,0 1 1,-1 1-1,0 2 0,-1 0 1,0 1-1,0 2 1,-28-6-1,30 9 9,0 2-1,-1 1 1,1 0-1,-36 4 0,52-2-3,0 1 0,1 1-1,-1-1 1,0 1-1,0 1 1,1-1-1,0 1 1,-9 5 0,11-6-13,1 0 0,0 1 1,0-1-1,0 1 1,1 0-1,-1 0 0,0 0 1,1 0-1,0 1 1,0-1-1,0 0 0,0 1 1,1 0-1,-1-1 1,-1 8-1,2-8-71,1 0 0,-1 0 0,1 0 0,0 1 0,-1-1 0,2 0 0,-1 0 0,0 0 0,0 0 0,1 0 1,0 0-1,0 0 0,0 0 0,0 0 0,0 0 0,3 4 0,-1-2-225,1 0 1,-1-1-1,1 0 1,0 1 0,1-1-1,-1-1 1,1 1-1,9 5 1,71 33-4467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1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610 272 4978,'0'0'870,"3"-32"-673,-1 9-143,-1 0 0,-1 0 1,-5-42-1,4 61-2,-1 0 1,1 0 0,-1 0 0,0 0 0,0 0 0,0 0 0,-1 0-1,1 0 1,-1 1 0,0 0 0,0-1 0,0 1 0,-1 0-1,1 0 1,-1 1 0,1-1 0,-1 1 0,0 0 0,-5-3 0,-5 0 330,0 0 0,0 0 0,-28-4 0,35 8-241,-15-3 202,0 0-1,1 2 0,-2 1 0,1 0 0,0 2 1,0 0-1,-31 7 0,41-5-270,0 0-1,0 1 1,0 1-1,0 0 1,1 0-1,0 1 1,0 0-1,0 1 1,1 1 0,0-1-1,1 2 1,-1-1-1,2 1 1,-12 14-1,10-7-32,-1 0-1,2 0 1,1 1-1,0 0 1,1 1-1,0 0 1,2 0-1,0 0 0,1 1 1,1-1-1,1 1 1,0 0-1,1 0 1,1 0-1,5 34 1,-1-30-10,0-1 0,1 1 0,1-1 0,2 0 0,0-1 0,1 1 0,1-2 0,1 1 0,1-2 0,0 1 0,2-2 0,23 26 0,-11-19-33,2-1 0,1-1 0,1-1-1,1-2 1,0-1 0,2-2 0,0-1 0,1-1 0,54 15 0,-32-15-15,-1-2 1,1-3-1,1-3 1,0-2-1,80-3 1,-120-2-2,0-1-1,0-1 1,-1-1 0,1 0-1,-1-1 1,0-1 0,20-8 0,-28 10 23,-1-1 0,0 0 0,0-1 0,-1 0 0,1 0 0,-1 0 0,0-1 0,-1 1 0,1-2 0,-1 1 0,0 0 0,-1-1 0,1 0 0,-2 0 0,1-1 1,4-12-1,-3 7-1,-2 0 0,0 0 1,0-1-1,-2 1 0,1-1 0,-2 1 1,0-1-1,0 1 0,-1-1 1,-1 1-1,0-1 0,-1 1 1,0 0-1,-1 0 0,-1 0 1,0 0-1,-9-15 0,-7-7 4,-1 1-1,-2 0 0,-1 2 0,-45-45 0,25 30 23,-2 2 1,-2 3-1,-82-56 0,105 82-47,0 1 0,-1 2 0,-1 0 0,-30-8 0,40 16-76,0 0-1,-1 1 1,1 1 0,-1 1-1,1 1 1,-1 0-1,-27 4 1,-1 7-2939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4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452 276 1489,'0'0'3521,"0"10"-3398,1 29 45,-1-38-162,0 1-1,0-1 1,0 1 0,0-1 0,0 1-1,1-1 1,-1 1 0,1-1-1,-1 0 1,1 1 0,0-1 0,-1 0-1,1 1 1,0-1 0,0 0-1,0 0 1,0 0 0,0 0-1,0 1 1,0-2 0,0 1 0,0 0-1,0 0 1,1 0 0,1 1-1,0-1-11,1 0-1,-1 0 1,1-1-1,-1 1 1,1-1-1,0 1 1,4-1-1,-7-1 5,0 1 0,0 0 0,0-1 0,0 1 1,0-1-1,0 1 0,0-1 0,-1 1 0,1-1 0,0 0 0,0 0 0,-1 1 0,1-1 0,0 0 0,-1 0 0,1 0 1,-1 1-1,1-1 0,-1 0 0,1 0 0,-1 0 0,0 0 0,1 0 0,-1 0 0,0 0 0,1-2 0,3-31 148,-2 20-106,-2 0 1,0 0 0,-1-1 0,0 1 0,-4-17-1,3 23-36,-1 0-1,1 0 0,-2 1 0,1-1 0,-1 0 1,0 1-1,0 0 0,-1 0 0,0 0 0,-7-6 1,2 2 36,-1 0 1,-1 1-1,0 0 1,0 1 0,-1 0-1,0 1 1,0 1-1,-1 0 1,0 1-1,0 0 1,0 1 0,-1 0-1,0 2 1,0-1-1,0 2 1,0 0 0,-1 1-1,-16 1 1,25 0-28,0 0 1,0 1-1,0 0 1,0 1-1,0 0 1,0 0-1,1 0 0,-1 1 1,1 0-1,-1 0 1,1 0-1,0 1 1,0 0-1,-8 8 1,6-5-9,1 1 1,0 0-1,0 1 0,1 0 1,0 0-1,1 0 0,0 1 1,-7 19-1,5-8-2,1 0 1,0 1-1,2 0 0,1 0 1,1 0-1,1 1 0,0-1 1,6 42-1,-2-48 4,1-1 0,0 0 0,1-1 0,0 1 0,1-1 0,1 0 0,0 0 0,1-1-1,0 0 1,1-1 0,1 1 0,0-2 0,15 14 0,-12-12-83,1-2 0,1 0-1,0 0 1,0-2-1,1 0 1,0 0 0,0-2-1,1 0 1,0-1 0,1 0-1,19 3 1,-15-5-371,1-1 0,0-1 0,-1-1 0,1-1 0,40-6 1,-45 2-382,-1-1 1,22-9 0,-34 13 659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4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5138,'0'0'2159,"-12"40"-2154,-38 139 16,46-162-18,0 0-1,1 0 1,1 0-1,1 1 0,0-1 1,1 1-1,1-1 1,1 0-1,6 30 0,-6-39 1,1-1 0,0 0 0,0-1 0,0 1 0,1 0-1,0-1 1,0 0 0,1 0 0,0 0 0,0 0 0,0-1-1,1 0 1,-1 0 0,1-1 0,10 7 0,-11-9 1,-1 1 0,0-1 0,1 0 1,0 0-1,0-1 0,-1 1 0,1-1 0,0 0 1,0 0-1,0-1 0,0 0 0,0 0 0,0 0 1,0 0-1,0-1 0,0 1 0,0-1 0,0-1 1,0 1-1,-1-1 0,1 0 0,0 0 0,-1 0 1,0 0-1,6-5 0,-3 2 24,0-1-1,-1-1 1,1 1-1,-1-1 1,-1 0-1,1-1 1,-1 1-1,-1-1 1,1 0-1,-1 0 1,-1 0-1,1-1 1,2-11-1,-1-2 49,-1 0-1,0 1 1,-2-2 0,1-31-1,-4 42-98,1 0-1,-2 0 1,1 0-1,-2 1 1,1-1-1,-2 0 1,0 1-1,-9-21 1,3 14-514,-1 1 0,-1 0 1,0 0-1,-19-18 0,3 6-2864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3634,'0'0'2113,"0"31"-2177,0-5 62,0 33 55,13 104 0,-6-113-26,1 0 0,3-1 0,2 0 0,22 50 1,-34-94-27,1-1 0,0 0 0,0 0 0,0 0 0,0 0 1,1-1-1,0 1 0,-1 0 0,1-1 0,1 0 0,-1 0 1,0 0-1,1 0 0,-1 0 0,1-1 0,0 0 0,0 1 1,0-2-1,0 1 0,0 0 0,1-1 0,-1 0 0,0 0 0,1 0 1,-1 0-1,1-1 0,-1 1 0,1-1 0,8-1 0,-8 0 3,0 0-1,0 0 0,0-1 0,-1 0 0,1 1 0,0-2 0,-1 1 0,0 0 1,1-1-1,-1 0 0,0 0 0,0 0 0,-1 0 0,1-1 0,0 0 1,-1 1-1,0-1 0,0 0 0,0-1 0,2-5 0,5-7-38,-2 0 0,0 0 0,-1-1 0,6-23 0,-4 0-93,-2 0 0,3-72 0,-8-62 670,-2 149 4,0 65-555,1 0-1,2 0 0,2 0 0,2-1 0,20 66 1,-19-79-95,2-1 0,0 0-1,2-1 1,0 0 0,2-1 0,18 23 0,-7-15-1531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5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1 770 2673,'0'0'2930,"3"-26"-2162,16-81-731,-19 104-43,1 0 0,0 0 0,0 0 0,0 0 0,1 0-1,-1 0 1,1 0 0,-1 1 0,1-1 0,0 0 0,0 1-1,0 0 1,0-1 0,1 1 0,-1 0 0,1 0 0,-1 0 0,1 0-1,0 1 1,0-1 0,-1 1 0,1 0 0,0-1 0,0 1 0,1 1-1,-1-1 1,0 0 0,0 1 0,0 0 0,0-1 0,1 1 0,-1 0-1,0 1 1,0-1 0,0 1 0,0-1 0,0 1 0,1 0 0,-1 0-1,0 0 1,-1 0 0,1 1 0,0-1 0,0 1 0,3 3-1,0 0-3,0 1-1,-1 0 0,0 0 1,0 1-1,0 0 0,-1 0 0,4 7 1,24 58-9,-17-31 35,-1 0 0,-3 1 0,-1 0 0,-2 0 0,-1 1 0,0 77 0,-7-118 118,1-8 359,48-233 1588,-40 205-2200,2 1-1,1 0 1,1 1-1,2 0 0,19-30 1,-12 37-54,-21 24 162,-1 0 0,1 1 0,-1-1 0,1 1 0,-1-1 0,1 1 0,-1 0 0,1-1 0,0 1 0,-1 0 0,1-1 0,-1 1 0,1 0 0,0-1 0,0 1 0,-1 0 0,1 0 0,0 0 0,-1 0 0,1 0 0,0 0 0,-1 0 0,1 0 0,0 0 0,0 0 0,-1 0 0,1 0 1,0 1-1,-1-1 0,1 0 0,0 0 0,-1 1 0,1-1 0,-1 0 0,1 1 0,0-1 0,-1 1 0,1-1 0,-1 1 0,1-1 0,-1 1 0,1-1 0,-1 1 0,1 0 0,5 13-44,-1 0 1,0 1-1,-1-1 1,-1 1-1,0 0 1,-1 0 0,0 25-1,4 15 45,-2-25 18,1 0 0,1 0 0,1-1 0,24 56 0,-28-77-10,1 0 1,-1-1-1,2 0 1,-1 0-1,1 0 1,0-1-1,1 1 1,0-1-1,0-1 1,0 1-1,0-1 1,1 0-1,0 0 1,0-1-1,0 0 1,1 0-1,-1-1 1,1 0-1,0 0 1,0 0 0,0-1-1,16 1 1,-3 0-59,1-2 1,-1-1 0,43-5-1,-56 4 22,1-1-1,-1 0 0,1-1 1,-1 1-1,0-2 1,0 1-1,0-1 0,-1 0 1,1-1-1,-1 0 1,0 0-1,11-11 1,-7 2 22,0 0 1,-1 0 0,-1 0 0,0-1-1,-1-1 1,-1 0 0,0 0 0,-1 0-1,-1 0 1,-1-1 0,0 0 0,3-29-1,-2-16 66,-3 0-1,-7-75 0,2 101 27,-3-1-1,-1 1 1,-1 0 0,-2 1-1,-18-43 1,-88-169 637,83 183-303,30 62-238,1 11-228,1 18-170,6 20 184,1-1-1,3 0 1,23 71 0,-2-8 54,-5 7-6,-10-41 0,44 126 0,-54-187-86,1 0 0,14 23 0,-18-33-6,0-1 0,1 0 0,-1 0 0,1 0 0,-1 0 0,1 0 0,0 0 0,0-1 0,1 1 0,-1-1 0,0 0 0,1 0 0,-1-1 0,1 1 0,6 2 0,15-2-2892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5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5715,'0'0'2465,"199"-29"-3602,-95 23 449,-15 0-1697,-18 3-1585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6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54 339 2097,'0'0'2673,"34"-3"-3014,114-7 133,-119 7 123,88-10-283,-106 11 349,-1-1 1,0 0 0,1-1-1,-1 0 1,-1 0-1,1-1 1,10-7-1,-17 9 50,0 1-1,0 0 1,0-1 0,-1 1-1,1-1 1,-1 0-1,1 0 1,-1 0-1,0 0 1,0 0-1,0 0 1,-1 0 0,1-1-1,-1 1 1,0-1-1,0 1 1,0-1-1,0 0 1,-1 1 0,0-1-1,1 0 1,-1 1-1,0-1 1,-1 0-1,1 1 1,-1-1-1,1 0 1,-1 1 0,0-1-1,-1 1 1,1-1-1,-1 1 1,1 0-1,-1-1 1,0 1-1,0 0 1,0 0 0,-1 0-1,1 1 1,-1-1-1,1 0 1,-1 1-1,-4-3 1,-6-4 100,0 0-1,-1 0 1,0 2 0,-1 0 0,0 0-1,0 1 1,0 1 0,-1 1 0,1 0-1,-28-3 1,33 7-110,-1-1 1,1 1-1,0 1 0,0 0 1,-1 1-1,1-1 0,0 2 1,0 0-1,0 0 0,1 0 1,-1 2-1,1-1 0,0 1 1,0 0-1,0 1 0,1 0 1,-13 11-1,12-8-18,0 1-1,1 0 1,0 0 0,0 0-1,1 1 1,0 1 0,1-1-1,0 1 1,1 0 0,-4 16-1,3-7-6,2 1-1,1-1 0,0 1 0,2-1 0,1 33 0,0-46-1,1 0 0,0 1 0,0-1 0,1 0 0,0 0 0,0 0 0,1 0 0,0 0 0,0-1 0,1 1 0,0-1 0,0 0 0,1 0 0,0 0 0,0-1 0,0 0 0,1 0 0,0 0 0,0 0 0,1-1 0,-1 0 0,1 0-1,0-1 1,1 0 0,-1 0 0,11 3 0,0-1-31,0 0 0,0-1 0,1-1 0,-1-1-1,1 0 1,22-1 0,116-7-148,-132 2 143,0-1 0,0 0 0,0-3 1,-1 0-1,0-1 0,0-1 0,-1-1 0,0-2 0,26-16 1,-36 20 53,0-1 1,0-1 0,-1 0 0,-1-1 0,0 0 0,0 0-1,-1-1 1,0-1 0,-1 0 0,-1 0 0,0-1 0,0 0-1,-2 0 1,0 0 0,0-1 0,3-16 0,-5 9 215,0 0 1,-2 0-1,0 0 0,-2 0 1,0-1-1,-1 1 1,-7-34-1,1 42 541,0 12-384,7 3-383,-1 0 0,0 0 1,0 0-1,0 1 0,1-1 1,-1 0-1,0 1 0,1-1 1,0 0-1,-1 1 0,1-1 1,0 1-1,-1-1 0,1 1 0,0-1 1,0 1-1,0 1 0,-5 467 792,5-463-726,-16-200 939,-1-10-2246,17 198 1152,0 0 0,0 0 0,1 0 0,0 0 0,0 0 0,0 0 0,0 1-1,1-1 1,-1 0 0,1 1 0,0-1 0,1 1 0,-1 0 0,1-1 0,4-3 0,-2 2-65,1 1 0,1 0 1,-1 0-1,1 0 0,-1 1 1,1 0-1,1 1 0,13-6 0,11-2-138,0 2-1,64-10 0,69 1 197,-135 15 81,8 2 133,-50 16 651,-4 4-637,2 1 0,0 0 0,1 1-1,1 1 1,1 0 0,1 0 0,1 1-1,1 0 1,1 1 0,1 0 0,2 0-1,0 0 1,1 1 0,1 26 0,2-41-15,0-1 1,0 1 0,1 0-1,1-1 1,0 1-1,5 15 1,-5-20-86,1 0 0,-1 0 0,1 0 0,1 0 1,-1 0-1,0-1 0,1 0 0,0 0 0,0 0 0,1 0 0,-1 0 0,10 5 0,-4-3-12,2-1 0,-1 1 0,0-2 0,1 1 0,0-2 0,0 1 0,0-2 0,14 2 0,13-1 14,55-1 0,-56-3-243,-1-1 1,65-13 0,-52 1-1382,82-36 1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6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520 322 3842,'0'0'2289,"3"-1"-2129,-2 0-128,0 1-1,0-1 1,0 0 0,0 1-1,0-1 1,-1 0 0,1 0-1,0 0 1,0 0 0,0 0-1,-1 1 1,1-2 0,0 1-1,-1 0 1,1 0 0,-1 0-1,0 0 1,1 0 0,-1 0-1,0 0 1,1 0 0,-1-1-1,0-1 1,0-37 282,0 21-276,0 10-24,-1 0-1,1-1 1,-1 1-1,-1 0 1,1 0-1,-2 0 1,1 0-1,-1 0 0,-1 0 1,1 1-1,-2-1 1,1 1-1,-1 0 1,0 0-1,-1 1 1,1 0-1,-2 0 1,1 0-1,-1 1 0,0-1 1,0 2-1,-1-1 1,-15-8-1,8 7 74,-1 1-1,0 0 1,0 1-1,-1 1 0,1 0 1,-1 1-1,0 1 1,0 1-1,-33 1 1,43 0-79,1 0 1,-1 1-1,0-1 1,1 1-1,-1 1 1,0-1 0,1 1-1,0 1 1,-1-1-1,1 1 1,0 0-1,-10 7 1,8-3-19,-1 0 0,2 1 0,-1 0 0,1 0 0,1 0 0,-1 1 1,-7 15-1,4-5 3,1 1 1,1 0-1,0 0 1,1 1 0,2-1-1,-6 39 1,6-18-7,3 1 1,3 66-1,0-88 15,1 0 0,2 0 0,0-1 0,0 0 0,2 0 0,1 0 0,9 21 1,-12-33-22,-1 0 0,1 0 0,0-1 0,1 1 0,-1-1 1,1 0-1,0 0 0,1-1 0,0 0 0,0 0 0,0 0 1,0 0-1,1-1 0,-1 0 0,1-1 0,0 1 1,0-1-1,1-1 0,-1 1 0,1-1 0,11 1 0,-7-1 10,0-1 0,1-1-1,-1 0 1,1-1 0,20-4 0,-26 3 16,1 0 1,-1 0 0,0-1 0,0 0-1,0-1 1,-1 1 0,1-1 0,-1-1-1,0 1 1,8-8 0,-1-1-6,-1-1 0,0 0 0,-1-1 1,-1 0-1,0 0 0,-1-1 0,-1 0 1,-1-1-1,0 0 0,-1 0 0,6-26 1,-6 12-41,-1 0 0,-2-1 0,-1 1 0,-1-1 0,-7-55 1,6 84 68,0-1 0,0 1 1,-1-1-1,1 1 1,-1 0-1,0 0 1,0-1-1,0 1 0,-1 0 1,1 0-1,-1 0 1,1 0-1,-1 0 1,0 0-1,0 1 0,-1-1 1,-2-2-1,1 5 140,2 11-187,2-5-13,5 129-158,-3-117 218,1 1 1,1-1-1,1 0 1,0 0 0,11 25-1,-8-26-28,1-1-1,0 0 1,1-1 0,0 0-1,15 16 1,-19-24-124,1 0 0,0-1 0,0 0 0,1 0 0,0-1 0,0 0 0,0 0 1,1-1-1,0 0 0,-1 0 0,16 3 0,-5-3-838,0-2 1,32 1-1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7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907 194 4402,'-14'-26'467,"-6"-11"-446,-27-36 1,44 69-15,-1-1 1,0 1 0,0 0-1,0 0 1,-1 0 0,1 0 0,-1 1-1,0 0 1,0 0 0,0 0-1,-1 0 1,1 1 0,0 0 0,-1 0-1,0 1 1,1-1 0,-1 1-1,0 1 1,0-1 0,0 1 0,-6 0-1,2-1 40,-5 0 79,0 1 1,1 0 0,-1 1-1,-29 5 1,37-4-79,-1 0 0,0 1 1,1 0-1,0 0 0,0 1 0,0 0 0,0 0 0,0 1 1,1 0-1,-12 10 0,5-1-19,1 1-1,1 0 1,0 0 0,1 1 0,0 1-1,1-1 1,1 2 0,1-1-1,-8 28 1,7-12-5,1 0 1,1 0-1,2 0 0,1 51 0,3-77-21,0 0 0,0 0 0,1 1 0,0-1 0,0 0 1,1 0-1,0 0 0,0 0 0,1-1 0,0 1 0,5 9 0,-4-11-2,0-1-1,0 1 1,0-1-1,0 0 1,0 0-1,1 0 1,0-1-1,0 1 1,0-1 0,0-1-1,0 1 1,1-1-1,-1 1 1,9 1-1,4-1 8,1 0 0,0 0 0,-1-2 0,35-2 0,-43 1-8,-1 0 5,-1-1-1,1 0 0,0 0 0,0-1 0,-1 0 0,1-1 0,-1 0 0,0 0 1,1 0-1,-2-1 0,1-1 0,0 1 0,-1-1 0,0-1 0,0 1 1,8-10-1,-8 7 23,0 0 0,-1 0 0,0-1 0,-1 1 1,0-1-1,0-1 0,-1 1 0,0-1 0,-1 0 1,0 1-1,-1-2 0,0 1 0,2-18 0,-3 8 211,0 1 0,-1 0 0,-1-1 0,-7-36 0,5 47-178,1 0 0,-1 0-1,-1 0 1,1 1 0,-1-1-1,-1 1 1,0 0 0,0 0 0,-1 1-1,1-1 1,-2 1 0,-7-7 0,14 14-59,0 0 0,0-1 0,0 1 0,0 0 0,0 0 0,-1-1 0,1 1 0,0 0 1,0 0-1,0-1 0,-1 1 0,1 0 0,0 0 0,0 0 0,-1 0 0,1-1 1,0 1-1,0 0 0,-1 0 0,1 0 0,0 0 0,0 0 0,-1 0 0,1 0 0,0 0 1,-1 0-1,1 0 0,0 0 0,-1 0 0,1 0 0,0 0 0,0 0 0,-1 0 0,1 0 1,0 0-1,-1 0 0,1 0 0,0 0 0,0 1 0,-1-1 0,1 0 0,0 0 0,0 0 1,-1 0-1,1 1 0,0-1 0,0 0 0,0 0 0,-1 1 0,1-1 0,0 0 1,0 0-1,0 1 0,0-1 0,-2 6-56,1 0-1,0 0 1,1-1 0,-1 1-1,1 0 1,1 0 0,-1 0-1,2 7 1,12 59-302,-12-65 340,72 272-87,31 151 157,-88-328-65,-6 1 1,-3-1 0,-9 147-1,0-227 15,-2 0-1,0-1 0,-2 1 0,0-1 0,-2 0 1,-17 39-1,17-45 11,-1-1 0,-1 0-1,0-1 1,-1 0 0,-1-1 0,1 0 0,-2 0 0,0-1 0,-25 17 0,20-17 14,-1-1 0,0-1 0,0-1 0,-1-1 0,0 0 0,0-2 0,-1 0 0,-25 3 0,17-5 10,0-1 1,0-1-1,0-1 0,0-2 0,-37-6 0,46 4-14,0-1-1,0-1 1,1 0-1,0-1 1,0-2-1,1 1 1,0-2-1,0 0 1,1-2-1,1 1 0,0-2 1,0 0-1,-16-19 1,16 14 13,1-1 0,1 0 0,0 0 0,2-2-1,0 1 1,1-1 0,1-1 0,1 0 0,1 0 0,-7-41 0,9 33-15,1-1-1,1 1 0,2-1 1,1 0-1,2 0 1,7-41-1,-6 57-25,0 1-1,2 0 0,0 0 0,0 0 0,1 1 1,1 0-1,0 0 0,1 0 0,1 1 0,-1 1 1,2-1-1,0 1 0,0 1 0,1 0 1,14-11-1,-10 11-7,0 1 1,0 0-1,1 1 1,0 0-1,1 2 1,0 0-1,0 0 1,0 2-1,1 0 1,-1 1-1,1 1 1,0 0-1,0 2 1,-1 0-1,33 4 1,-46-3 0,-1-1 1,0 1-1,0 0 0,0 0 1,0 1-1,0-1 1,0 0-1,0 1 1,0 0-1,0 0 0,-1 0 1,1 0-1,-1 0 1,1 0-1,-1 1 1,0-1-1,0 1 1,0-1-1,0 1 0,-1 0 1,1 0-1,-1 0 1,0 0-1,1 0 1,-1 0-1,1 6 1,11 21-574,-6-24-1392,4-5-1926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8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482 200 1697,'0'0'5101,"0"-12"-5013,1 0-57,0 7-16,0-1 0,-1 1 1,0-1-1,0 1 0,0-1 0,0 1 1,-1 0-1,0-1 0,0 1 0,-1 0 1,0-1-1,-4-9 0,1 8-8,0 1 0,0-1-1,-1 1 1,0 0 0,0 1 0,-1-1-1,1 1 1,-1 1 0,0-1-1,-1 1 1,1 0 0,-1 1-1,1 0 1,-1 0 0,0 0 0,-14-2-1,-9 0 12,0 1-1,0 1 1,-34 2-1,59 1-21,0 0-1,1 0 1,-1 0-1,0 1 0,1 0 1,-1 0-1,1 0 1,-1 1-1,1 0 1,-1 0-1,1 0 0,0 1 1,0-1-1,0 1 1,1 1-1,-1-1 1,1 0-1,0 1 0,-1 0 1,2 0-1,-1 1 1,0-1-1,1 1 1,0-1-1,0 1 0,0 0 1,-3 9-1,-3 8-21,0 0-1,2 1 0,1-1 1,1 1-1,-5 43 1,4 119-86,6-167 111,0-13 1,-1 21-26,2 1-1,0 0 1,2-1 0,10 42-1,-12-62 14,1 0-1,0 0 1,0-1-1,1 1 1,-1-1-1,1 1 1,0-1-1,0 0 1,1 0-1,0-1 1,0 1-1,0-1 1,0 1-1,1-1 1,-1-1-1,1 1 1,0-1-1,0 1 1,1-2-1,-1 1 1,0 0-1,1-1 1,0 0-1,0 0 1,-1-1-1,12 2 1,-8-2-33,-1-1 0,1 1 1,-1-2-1,1 1 0,0-1 0,-1 0 1,1-1-1,-1 0 0,0 0 0,0-1 1,0 0-1,0 0 0,9-6 0,-6 2 52,-1-1 0,1 0 0,-1-1 0,0 0 0,-1 0 1,0-1-1,14-21 0,-14 17 1,-1 0 1,0 0-1,-1-1 1,-1 0-1,0-1 1,-1 1 0,-1-1-1,4-26 1,-2-7 258,-2-75 0,-4 116-178,-4-46 400,4 52-465,-1-1 0,1 1 0,-1 0 0,1-1 0,-1 1 1,0 0-1,0 0 0,0 0 0,0 0 0,-1 0 0,1 0 0,-1 0 0,1 0 0,-1 0 0,1 1 0,-1-1 0,0 0 1,0 1-1,-2-2 0,3 3-6,-2-1 12,1 12-105,2 29 39,-1 13-23,9 71 1,-6-107 54,1 0 0,1 0 0,1 0 0,0-1 1,1 1-1,1-1 0,0 0 0,13 18 0,-17-29-14,0 0-1,1 0 0,0-1 0,0 1 0,0-1 1,0 0-1,1 0 0,0-1 0,0 1 1,0-1-1,0 0 0,0 0 0,8 2 1,-3-2-31,1 0 1,1-1-1,-1 0 1,0-1-1,22 0 1,-26-2 45,0 1-1,0-1 1,-1 0 0,1 0 0,0-1 0,-1 0 0,1 0-1,-1 0 1,0-1 0,1 0 0,-1 0 0,8-7-1,-6 4 2,1-1-1,-2-1 0,1 0 0,-1 0 0,0 0 1,0-1-1,7-12 0,-4 2 38,-1 1-1,-1-1 1,-1-1 0,0 1 0,-1-1-1,-2-1 1,0 1 0,2-23-1,-1-122 798,-5 146-770,-1 0 0,-1 0-1,-1 0 1,-1 1 0,0-1 0,-12-27 0,16 45-63,0 0-1,0 0 1,-1 0-1,1 0 1,0 0 0,-1 0-1,1 0 1,-1 0-1,1 0 1,-1 0 0,0 0-1,1 0 1,-1 0-1,0 0 1,0 1-1,1-1 1,-1 0 0,0 1-1,0-1 1,0 0-1,0 1 1,0-1 0,0 1-1,0 0 1,0-1-1,0 1 1,0 0 0,0-1-1,0 1 1,-2 0-1,1 8-231,0 220-24,3-122 262,-1-92-19,-1 5-26,1 0-1,1 0 1,1 1 0,0-1 0,1-1-1,8 26 1,-10-42-116,0 0 1,-1 1-1,1-1 1,0 0-1,0 0 1,0 0-1,1 0 1,-1 0-1,0-1 1,1 1-1,-1 0 1,1-1-1,0 1 1,-1-1-1,1 1 1,0-1-1,0 0 1,0 0-1,0 1 1,4 0-1,7 0-3090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8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0 4930,'0'0'625,"-65"158"-17,65-120-208,0-23-272,6-15 160,9 0 192,0-6 81,-3-24-561,-1-8-336,4 5-3266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8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0 495 80,'0'0'2353,"5"13"208,-2-4-2129,12 22 1317,-15-31-1736,0 0 1,0 0 0,1 0-1,-1 0 1,0 0-1,0 0 1,0 0-1,0 0 1,1 0-1,-1 0 1,0 0-1,0 0 1,0 0-1,1 0 1,-1 0-1,0 0 1,0-1-1,0 1 1,0 0-1,0 0 1,1 0-1,-1 0 1,0 0-1,0 0 1,0 0-1,0-1 1,0 1-1,0 0 1,1 0-1,-1 0 1,0 0-1,0-1 1,0 1-1,0 0 1,0 0-1,0 0 1,0 0-1,0-1 1,0 1-1,0 0 1,0 0-1,0 0 1,0-1-1,0 1 1,0 0-1,0 0 1,0 0-1,0 0 1,0-1-1,0 1 1,2-32 470,-3-6-391,1-3-59,8-81-1,-7 111-44,1 1 0,0 1 0,1-1 0,0 0 0,0 0 0,1 1 0,1 0 0,-1 0 0,1 0-1,1 0 1,0 1 0,0 0 0,10-10 0,-14 15-1,1 1-1,-1 0 1,1 0 0,-1 0-1,1 0 1,0 1-1,-1-1 1,1 1-1,0-1 1,0 1 0,0 0-1,0 0 1,1 0-1,-1 1 1,0-1 0,0 1-1,0 0 1,0 0-1,1 0 1,-1 0 0,0 0-1,0 1 1,6 1-1,-5 0-12,0 0-1,0 0 1,0 0-1,0 1 0,0-1 1,-1 1-1,1 0 1,-1 1-1,0-1 1,0 0-1,0 1 0,0 0 1,0-1-1,-1 1 1,3 5-1,12 28-27,-1 1 0,-2 1-1,-2 0 1,11 58 0,-13-42 255,-3 1-1,1 71 1,-9-179 276,7-130-452,-4 162-144,1 0 0,2 0 1,0 1-1,0-1 0,2 1 1,1 0-1,10-19 0,-4 14-177,1 0 0,2 0 0,0 2 0,2 0-1,0 1 1,1 1 0,34-26 0,-42 37 231,1 0 0,-1 1 0,1 0 0,1 1 1,-1 1-1,1 0 0,1 1 0,-1 0 0,1 1 1,-1 1-1,1 0 0,0 1 0,0 1 0,0 0 0,25 2 1,-35 0 64,0 0 1,0 0 0,-1 0 0,1 1 0,0-1 0,-1 1 0,1 1 0,-1-1 0,0 0 0,0 1-1,0 0 1,0 0 0,0 0 0,-1 0 0,1 1 0,-1 0 0,0-1 0,0 1 0,0 0 0,-1 0-1,1 1 1,-1-1 0,0 0 0,0 1 0,-1 0 0,1-1 0,0 6 0,3 13 126,-2 0 1,0 1 0,-2 0 0,-1 31 0,0-29 118,0 158 1295,0-176-1399,0 1 0,0-1 0,1 1 0,0-1 0,1 1 0,4 14 0,-4-19-81,0 1 0,1-1 1,-1 0-1,1 0 0,0-1 0,0 1 0,0 0 0,0-1 0,1 0 0,-1 0 0,1 0 0,0 0 0,0-1 0,5 3 0,4 2 29,-1-2 0,1 0 1,0-1-1,1 0 0,-1-1 1,1 0-1,26 1 0,7-2 23,51-6-1,-51 1-623,-1-3-1,67-16 1,105-56-7387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9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488 450 3522,'0'0'2241,"5"-35"-2111,13-117 76,-17 143-157,0 0 0,-1-1 0,0 1-1,0 0 1,-1 0 0,0 0 0,-1 0 0,0 0 0,0 0 0,-1 1 0,0-1 0,-1 1 0,-5-10 0,2 8 86,0 1 0,-1 0 0,0 1 0,-1 0 0,0 0 1,0 1-1,-17-11 0,14 10-18,0 1 1,-1 0-1,0 1 1,0 0-1,-15-3 1,22 7-88,0 0 1,0 1 0,0 0 0,-1 0-1,1 0 1,0 1 0,0 0 0,-1 0-1,1 1 1,0 0 0,0 0 0,0 0-1,0 1 1,-9 3 0,9-2-29,0 1 0,0 0 0,0 0 0,1 1 1,-1 0-1,1 0 0,0 0 0,1 0 0,-1 1 0,-6 12 0,1-1-8,1 1-1,0 0 1,-6 22-1,1 7 2,2 1-1,2 0 1,2 1 0,-2 50-1,6 203 55,4-229-34,24 265 128,-1-34 11,-22-262-120,-1-42-33,0 1 0,0 0 0,0 0 0,0 0 0,0-1-1,0 1 1,0 0 0,0 0 0,0-1 0,0 1 0,-1 0-1,1 0 1,0-1 0,0 1 0,-1 0 0,1 0 0,-1-1 0,1 1-1,0 0 1,-1-1 0,1 1 0,-1-1 0,1 1 0,-1 0-1,0-1 1,1 0 0,-1 1 0,0-1 0,1 1 0,-1-1 0,-1 1-1,-26-5-507,-25-15-2054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00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0 432 9460,'420'-78'-3294,"-66"13"-516,-125 16 4023,-214 45-156,163-31 1007,-178 35-1008,1 0 0,-1-1 1,1 1-1,-1 0 0,0 0 0,1 0 1,-1 0-1,1 0 0,-1 0 0,0 0 1,1 0-1,-1 0 0,1 0 1,-1 0-1,0 0 0,1 0 0,-1 0 1,1 0-1,-1 1 0,0-1 1,1 0-1,-1 0 0,0 0 0,1 1 1,-1-1-1,0 0 0,1 0 1,-1 1-1,0-1 0,1 0 0,-1 1 1,0-1-1,0 0 0,1 1 0,-1-1 1,0 0-1,0 1 0,0-1 1,1 1-1,-5 17 188,1-12 38,-7 33-195,1 0-1,1 1 1,3 0-1,1 0 1,2 1-1,1-1 1,3 0-1,10 67 1,-11-105-86,0 8 4,1 0 0,0 0 0,1-1 0,0 1 0,1-1 0,0 0 0,1 0 0,-1 0 0,13 16 0,-14-25 175,-3-7 212,0 3-287,0-7 36,-2 0 0,1 0 0,-1 1 0,-1-1 0,-6-18 0,-29-58-300,13 32 121,18 37 33,-43-111-212,45 110 112,-1 0 0,2-1 0,1 0 0,-2-38 0,5 54 71,0 0 1,1 0 0,0-1 0,0 1 0,0 0 0,0 0 0,0 0 0,1 0 0,0 0-1,0 1 1,0-1 0,0 0 0,1 1 0,-1 0 0,1-1 0,0 1 0,0 0-1,0 0 1,0 1 0,1-1 0,-1 1 0,6-4 0,9-3-121,0 0 0,0 2 1,33-10-1,-23 8-3,105-30-540,194-29 1,-276 61 749,-49 7 89,-2 2-5,-1 1 1,1-1-1,0 1 0,-1-1 1,0 0-1,0 1 1,0-1-1,0 0 0,0 0 1,0 1-1,0-1 1,-3 3-1,-6 11 123,-6 16-10,1 1 0,1 0 0,2 1 0,1 0 1,2 1-1,1 0 0,-4 59 0,10-67-194,0-3-11,1-1-1,4 33 0,-2-50-48,-1 0 0,2 0 1,-1 0-1,1 0 0,-1-1 1,2 1-1,-1 0 0,1-1 0,-1 0 1,2 0-1,-1 0 0,0 0 1,1 0-1,6 5 0,-3-4-157,0-2-1,0 1 0,0-1 0,1 0 1,0 0-1,0-1 0,0 0 0,0-1 1,0 0-1,1 0 0,-1 0 0,0-1 1,1-1-1,0 1 0,8-2 0,68 1-2076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00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84 1457,'0'0'5167,"-33"8"-5049,12-2-109,6-3-4,0 0 0,0 2 0,1 0 1,-24 11-1,32-13-2,0 1 0,0 0-1,1 0 1,-1 1 0,1 0 0,0-1 0,0 2-1,0-1 1,1 1 0,0-1 0,0 1 0,0 0-1,1 0 1,0 1 0,0-1 0,-2 8-1,-3 12 37,2 1 0,1-1-1,-3 41 1,7-49 12,0 0 0,2 0 0,0 0 0,1 0 0,1 0 1,6 22-1,-6-32-36,0 0 1,1 0 0,0-1-1,0 1 1,0-1 0,1 0-1,0 0 1,1 0 0,-1-1-1,1 0 1,1 0 0,-1 0 0,1-1-1,0 0 1,0 0 0,1-1-1,12 7 1,-6-6 13,0 0-1,0-1 1,0 0-1,0-1 1,1-1 0,-1 0-1,1-1 1,-1 0-1,24-3 1,-29 2-12,-1-1 1,0-1-1,0 0 0,0 0 1,0 0-1,0-1 1,0 0-1,-1 0 0,1-1 1,-1 0-1,0-1 1,0 0-1,0 0 0,-1 0 1,0 0-1,0-1 1,7-9-1,-6 6 24,-1-1 1,0 0-1,-1-1 1,0 1-1,-1-1 1,0 0-1,0 0 1,-1 0-1,-1-1 1,0 1-1,1-23 1,-3 18 13,-1 0-1,0 1 1,-1-1-1,0 1 1,-2 0 0,0 0-1,0 0 1,-2 0 0,0 1-1,0 0 1,-1 0-1,-1 0 1,-11-14 0,-12-13-562,-2 2 1,-60-57-1,45 51-2060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00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31 568 3378,'0'0'1280,"1"25"-354,4 76 338,-7-79-433,2-22-816,0 0-1,-1 0 0,1 0 1,0 0-1,0 0 0,0 0 1,0 0-1,0 0 1,0 0-1,0 0 0,-1 0 1,1 0-1,0 0 0,0 0 1,0 0-1,0 0 0,0 0 1,0 0-1,-1 0 1,1 0-1,0 0 0,0 0 1,0 0-1,0 0 0,0 0 1,0 0-1,-1 0 1,1 0-1,0 0 0,0 0 1,0 0-1,0 0 0,0 0 1,0 0-1,0 0 0,0 0 1,-1-1-1,1 1 1,0 0-1,0 0 0,0 0 1,0 0-1,0 0 0,0 0 1,0 0-1,0-1 1,0 1-1,0 0 0,0 0 1,0 0-1,0 0 0,0 0 1,0 0-1,0-1 1,0 1-1,-5-9 156,1 0 0,0 0-1,1 0 1,0-1 0,1 0 0,0 1 0,0-1 0,0-11 0,0-91-71,2 77-12,0 12-55,1 0 0,1 0 0,7-27 0,-7 39-42,1 0 1,1 0-1,0 1 1,0 0 0,1-1-1,1 2 1,-1-1-1,12-14 1,-15 22-2,-1 0 1,0 1-1,0-1 1,1 1-1,-1-1 1,1 1-1,-1 0 0,1-1 1,0 1-1,-1 0 1,1 0-1,0 0 1,0 0-1,0 1 0,0-1 1,0 0-1,0 1 1,0 0-1,3-1 1,-3 1 0,0 1 0,0-1 0,0 1 0,0-1 0,-1 1 0,1 0 0,0 0 0,0 0 0,-1 0 0,1 0 1,-1 0-1,1 0 0,-1 1 0,1-1 0,-1 0 0,0 1 0,2 1 0,5 9-36,-1 0 0,0 1 0,-1 0 0,7 22 0,-7-21 23,18 46 46,-3 1-1,-2 0 1,-3 2 0,-2 0-1,6 82 1,-19-123 102,-4-46 177,-18-71 192,13 63-432,1-1 0,-3-34 0,6 28-83,2-1 0,2 1 1,1 0-1,2 0 0,9-43 0,-10 75-11,-1 1 1,1 0-1,1 0 0,-1 0 0,1 0 1,0 0-1,1 0 0,-1 1 1,1-1-1,0 1 0,8-8 1,-8 10-14,1 0 1,-1 0 0,1 0-1,-1 0 1,1 1-1,0 0 1,0 0 0,0 0-1,0 1 1,1-1 0,-1 1-1,0 0 1,1 1-1,6-1 1,-5 2 20,-1 0-1,1 0 1,-1 0-1,1 1 1,-1 0-1,0 0 1,0 0-1,0 1 1,0 0-1,0 0 1,0 1-1,-1 0 1,0 0-1,1 0 0,-2 0 1,1 1-1,0 0 1,-1 0-1,0 0 1,5 8-1,4 7-1,0 1 0,-2 0 0,0 1 0,10 31-1,-11-21 66,-1 0-1,-1 0 0,-2 1 0,-1 0 1,1 66-1,3-129 808,14-113-158,11-52-1067,-32 188 333,33-117-981,-29 108 868,0 1 0,1 0 0,1 0 0,0 0 0,15-20 0,-20 32 100,0-1 1,0 1 0,0-1 0,1 1-1,0 0 1,-1 0 0,1 1 0,0-1 0,0 1-1,1 0 1,-1 0 0,9-3 0,-10 5 43,0-1 1,0 1-1,0-1 0,0 1 1,1 0-1,-1 1 1,0-1-1,0 0 0,0 1 1,0 0-1,0-1 1,0 1-1,0 0 0,0 1 1,0-1-1,-1 0 1,1 1-1,0 0 0,-1 0 1,1-1-1,3 5 1,1 2 6,0 1 0,0-1 0,0 1 0,-1 1 0,7 14 0,25 59 47,-35-76-28,64 181 617,19 41 828,-82-219-1418,1-1 1,0 0-1,0 0 0,1-1 1,0 0-1,0 0 0,1 0 1,0-1-1,11 9 0,-11-11-57,0-1-1,0 0 1,0 0-1,1-1 1,0 0-1,0 0 1,-1-1-1,1 0 1,1 0-1,-1-1 1,15 1-1,58 0-1180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01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713 173 5090,'0'0'1649,"-26"-26"-243,-10-9-1099,-47-36 0,75 66-290,0 0 0,-1 0 0,1 1 1,-1 0-1,0 0 0,0 1 1,0 1-1,0-1 0,-1 1 0,1 1 1,-1 0-1,1 0 0,-1 1 0,1 0 1,-1 0-1,1 1 0,-1 1 1,-12 3-1,7-2 17,0 1-1,1 0 1,0 1 0,0 1 0,1 1 0,-1 0-1,1 0 1,1 1 0,-24 19 0,14-7 44,1 1 0,1 0 0,1 2 0,-19 28 0,25-32-6,1 1 0,1 1-1,0 0 1,2 1 0,1 0 0,0 0-1,-4 24 1,5-8 50,2 0 0,2 0 0,1 57 0,2-71-106,2 1 0,1-1 1,0 0-1,2 0 0,1-1 0,11 31 1,-10-39-17,0 0-1,1 0 1,0-1 0,1 0 0,1 0 0,0-1 0,1-1-1,0 1 1,1-2 0,14 11 0,-11-11-3,1 0 0,-1-2 0,2 0 1,-1 0-1,1-2 0,0 0 0,1-1 0,-1-1 0,24 4 1,8-2 42,1-2 1,62-2-1,-84-3-32,0-1 0,0 0-1,0-3 1,0 0-1,0-1 1,-1-2 0,0-1-1,0-1 1,-1-1-1,0-2 1,0 0 0,43-30-1,-55 31 5,0 0 1,-1 0-1,-1-1 0,0-1 0,0 0 0,-1-1 1,-1 0-1,0-1 0,-1 0 0,-1 0 1,0-1-1,-1 0 0,-1 0 0,5-18 1,-7 14 2,0 1 0,-1-1 0,-1 0 0,-2 0 0,1 0 0,-2 0 0,-1 0 0,0 0 0,-2 0 0,0 1 0,-1-1 0,-8-20 0,-3 6-25,-1 0 0,-1 2 0,-2 0 0,-1 1 1,-1 1-1,-2 1 0,-1 0 0,-1 3 0,-39-33 0,51 47-3,0 1-1,-1 0 0,0 1 0,0 1 1,-1 0-1,0 1 0,-1 1 1,0 0-1,0 1 0,0 1 1,-1 1-1,0 0 0,0 2 1,-32-2-1,45 4-38,-1 0-1,1 0 1,-1 1 0,1-1 0,-1 1 0,1 0-1,0 1 1,0-1 0,-1 1 0,1 0-1,0 1 1,0-1 0,1 1 0,-1 0 0,0 0-1,1 0 1,0 1 0,-7 6 0,7-4-305,0-1 1,1 1-1,-1 0 1,1 0-1,1 0 1,-1 0-1,1 0 1,0 0 0,-2 12-1,1 36-4645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01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542 96 3346,'0'0'3924,"-32"-8"-2329,-107-23-706,129 29-828,-1 0-1,1 1 1,0 0 0,-1 0 0,1 2 0,0-1-1,-1 1 1,1 1 0,0 0 0,0 0 0,0 1 0,0 0-1,0 1 1,0 0 0,1 0 0,0 1 0,0 0-1,0 1 1,1 0 0,-1 0 0,1 1 0,1 0-1,-9 10 1,2 2-16,1 0 0,0 1 0,2 1 0,0-1 0,1 2 1,2 0-1,0 0 0,-7 33 0,5-13 22,2 0 1,3 0-1,-2 44 1,7-57-55,0 1 0,2 0-1,1-1 1,2 0 0,10 37-1,-9-50-11,1 0-1,0 0 1,1 0-1,1-1 1,1 0-1,0-1 1,0 0-1,2 0 1,0-1-1,0-1 1,1 0-1,1-1 1,0 0-1,0-1 0,1-1 1,0 0-1,1-1 1,0-1-1,0 0 1,1-1-1,-1-1 1,20 4-1,-10-4 4,0-1 1,1-2-1,-1 0 0,1-2 0,-1 0 1,37-7-1,-43 3 6,0 0 0,0-1 1,0-2-1,-1 0 0,0 0 1,0-2-1,-1-1 1,31-21-1,-26 14 16,-1-1-1,0-1 1,-2-1 0,0-1 0,-1 0-1,-2-2 1,0 0 0,-1-1-1,-2 0 1,0-1 0,-1-1 0,-2 0-1,12-42 1,-17 44 6,-1-1-1,-2 0 1,0 0-1,-1 0 1,-2 0-1,-3-33 1,1 42-21,-1 0 0,-1 1 0,0-1 0,-1 1 0,0 0 0,-2 0 0,1 0 0,-2 1 0,0 0 0,-17-22 0,9 17-9,-1 1 0,0 0 1,-2 1-1,0 1 0,0 1 1,-1 0-1,-1 2 0,-1 0 1,0 2-1,0 0 0,-1 2 1,-1 0-1,1 1 0,-1 2 1,-47-7-1,19 8-201,0 3 0,0 2 1,-62 8-1,-7 15-2288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19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 0 4178,'0'0'1841,"-154"134"-1233,112-69-16,7-2-368,5-7-208,12-2-16,3-10-784,0-11-2465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0:44.8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233 66 976,'0'0'5958,"-15"-11"-4902,-46-33-405,50 33-93,24 13-451,22 10-113,123 40 177,-46-17-104,-110-34-66,0-1 1,0 1 0,0 0 0,1 0-1,-1 1 1,0-1 0,-1 0-1,1 1 1,0-1 0,0 1-1,-1-1 1,1 1 0,-1 0 0,1 0-1,1 3 1,-2-4-2,-1 1 0,1-1 1,-1 1-1,0 0 0,1-1 1,-1 1-1,0-1 0,0 1 0,0-1 1,0 1-1,0 0 0,-1-1 1,1 1-1,0-1 0,-1 1 0,1-1 1,-1 1-1,1-1 0,-1 1 0,0-1 1,0 0-1,0 1 0,0-1 1,0 0-1,0 0 0,-1 2 0,-7 6 0,-1-1 0,0 0-1,0 0 1,0-1 0,-16 8 0,-70 30-385,-50 2-2291,-22-10-3834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33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933 254 3602,'0'0'4919,"1"-1"-4878,-1 1 0,1-1 0,0 1-1,-1-1 1,0 1 0,1-1 0,-1 1 0,1-1 0,-1 0-1,0 1 1,1-1 0,-1 0 0,0 1 0,0-1-1,1 0 1,-1 1 0,0-1 0,0 0 0,0 0-1,0 1 1,0-1 0,0 0 0,0 1 0,0-1-1,0 0 1,-1-1 0,0-6-42,0 0-1,0 0 0,-1 0 1,-1-1-1,1 2 1,-1-1-1,-1 0 1,1 1-1,-1-1 0,-1 1 1,1 0-1,-1 0 1,-1 1-1,1-1 1,-1 1-1,0 0 1,-13-9-1,5 4-11,-1 0 0,-1 1 0,1 1-1,-2 0 1,1 1 0,-1 1 0,-24-7 0,16 9-1,1 1 0,-1 0 0,-1 2 0,1 1 0,0 2 0,0 0 0,-35 6 0,41-2 9,0 0 1,1 1 0,-1 1 0,1 0 0,0 2 0,1 0 0,0 1 0,0 0-1,1 2 1,-19 16 0,9-3-20,0 0-1,2 2 1,0 1-1,-32 52 1,40-54 6,2 0 0,1 1 1,1 1-1,2 0 1,1 1-1,1 0 1,1 0-1,1 0 0,2 1 1,1 0-1,2 43 1,0-67 8,1 0 1,1-1-1,-1 1 1,1 0-1,0 0 1,0-1-1,1 1 1,0 0 0,0-1-1,0 0 1,4 8-1,-3-10 0,0 1-1,0 0 1,1-1-1,-1 0 1,1 0 0,-1 0-1,1 0 1,0 0-1,0-1 1,0 0 0,1 0-1,-1 0 1,0 0-1,8 1 1,22 4 18,0-1 1,0-3-1,1 0 1,-1-2-1,37-4 0,7 1 15,202-13-3,-251 15-24,-8-1 2,1 2 0,25 3 0,-39-3-1,-1 1 1,1 0-1,-1 0 0,0 1 0,0 0 0,0 0 0,0 0 0,0 1 0,-1 0 1,7 5-1,-1 2-8,-1 1 1,0 0 0,-1 0 0,0 1-1,-1 0 1,0 1 0,-1 0-1,-1 0 1,0 0 0,-1 1-1,-1 1 1,6 23 0,-5-13 12,-1 0 0,-2 0 0,0 0 0,-2 0 0,-1 0 0,-1 0 1,-4 29-1,1-42 10,1 0 0,-2 0 0,1-1 0,-2 1 0,0-1 0,0 0 0,-1-1 0,0 1 0,-1-2 0,-1 1 0,0-1 0,0 0 0,-1-1 0,-18 15 0,1-4 83,0-2 0,-1 0 0,-1-2 0,-59 24 0,63-32 23,-1 0 1,1-1 0,-1-2 0,0-1-1,-1-1 1,1-1 0,-36-2-1,56 0-80,1 0 0,0-1 0,0 0-1,0 0 1,0-1 0,0 1 0,1-1-1,-1 0 1,0 0 0,1-1 0,-1 1-1,1-1 1,0 0 0,0 0 0,-6-6-1,4 2-40,0 0 0,1 0 0,0 0 0,0-1-1,1 0 1,0 0 0,0 0 0,-3-12-1,1-1-358,1 0-1,1-1 0,1 0 1,1 0-1,1 0 1,2-30-1,8-33-2487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34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44 1217,'0'0'6512,"-34"-9"-5853,-11-4-275,-54-7 0,95 19-336,-1 1 0,0-1 0,0 1-1,0 1 1,0-1 0,1 1 0,-1-1-1,0 1 1,0 1 0,1-1 0,-1 1 0,1-1-1,-1 1 1,1 1 0,0-1 0,0 1 0,0-1-1,0 1 1,0 0 0,1 0 0,-1 1-1,1-1 1,0 1 0,0 0 0,0 0 0,-3 6-1,0-2 2,-4 5-15,2 1 0,0-1 0,0 2 0,2-1 0,0 1 0,0 0 0,1 0 0,-4 22-1,4-2-26,1 1 0,0 57 0,4-81-7,0 0 0,1 1 0,1-1 0,0 0 0,0 0 0,1 0 0,1 0 0,0 0 0,0-1 0,1 0 0,1 0 0,0 0 0,0 0 0,1-1 0,0 0 0,1-1 0,0 1 0,1-2 0,0 1 0,17 12 0,-8-8 3,1-2-1,0 0 1,1-1 0,0-1-1,1-1 1,-1 0 0,1-2-1,1 0 1,-1-2 0,1 0-1,0-1 1,0-2 0,0 0-1,0-1 1,38-6 0,-53 5-3,0 0 1,-1 0-1,1-1 1,0 0-1,-1 0 0,1-1 1,-1 0-1,0 0 1,0 0-1,0-1 1,0 0-1,-1 0 1,1-1-1,-1 1 1,0-1-1,0 0 1,-1 0-1,0-1 1,0 0-1,0 1 1,0-1-1,-1-1 1,0 1-1,-1 0 0,4-12 1,1-7 27,-1 0-1,-2 0 1,0-1 0,-2 0 0,-1-37-1,-2 47-5,0-1-1,-1 1 0,-1 0 0,-1 0 1,0 1-1,-1-1 0,-1 1 0,0 0 1,-1 0-1,0 1 0,-11-15 0,6 11-54,-1 1 0,-1 0 0,0 1 0,-1 0-1,-1 2 1,0 0 0,-31-21 0,44 33-245,-1 0-1,0 0 1,1 0 0,-1 0 0,0 1 0,0-1 0,0 1 0,0 0 0,0 0-1,0 1 1,-7-1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34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0 6051,'0'0'1777,"18"235"-1041,-36-119-528,-44 2-32,-15-5-176,-15-35-608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4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452 276 1489,'0'0'3521,"0"10"-3398,1 29 45,-1-38-162,0 1-1,0-1 1,0 1 0,0-1 0,0 1-1,1-1 1,-1 1 0,1-1-1,-1 0 1,1 1 0,0-1 0,-1 0-1,1 1 1,0-1 0,0 0-1,0 0 1,0 0 0,0 0-1,0 1 1,0-2 0,0 1 0,0 0-1,0 0 1,1 0 0,1 1-1,0-1-11,1 0-1,-1 0 1,1-1-1,-1 1 1,1-1-1,0 1 1,4-1-1,-7-1 5,0 1 0,0 0 0,0-1 0,0 1 1,0-1-1,0 1 0,0-1 0,-1 1 0,1-1 0,0 0 0,0 0 0,-1 1 0,1-1 0,0 0 0,-1 0 0,1 0 1,-1 1-1,1-1 0,-1 0 0,1 0 0,-1 0 0,0 0 0,1 0 0,-1 0 0,0 0 0,1-2 0,3-31 148,-2 20-106,-2 0 1,0 0 0,-1-1 0,0 1 0,-4-17-1,3 23-36,-1 0-1,1 0 0,-2 1 0,1-1 0,-1 0 1,0 1-1,0 0 0,-1 0 0,0 0 0,-7-6 1,2 2 36,-1 0 1,-1 1-1,0 0 1,0 1 0,-1 0-1,0 1 1,0 1-1,-1 0 1,0 1-1,0 0 1,0 1 0,-1 0-1,0 2 1,0-1-1,0 2 1,0 0 0,-1 1-1,-16 1 1,25 0-28,0 0 1,0 1-1,0 0 1,0 1-1,0 0 1,0 0-1,1 0 0,-1 1 1,1 0-1,-1 0 1,1 0-1,0 1 1,0 0-1,-8 8 1,6-5-9,1 1 1,0 0-1,0 1 0,1 0 1,0 0-1,1 0 0,0 1 1,-7 19-1,5-8-2,1 0 1,0 1-1,2 0 0,1 0 1,1 0-1,1 1 0,0-1 1,6 42-1,-2-48 4,1-1 0,0 0 0,1-1 0,0 1 0,1-1 0,1 0 0,0 0 0,1-1-1,0 0 1,1-1 0,1 1 0,0-2 0,15 14 0,-12-12-83,1-2 0,1 0-1,0 0 1,0-2-1,1 0 1,0 0 0,0-2-1,1 0 1,0-1 0,1 0-1,19 3 1,-15-5-371,1-1 0,0-1 0,-1-1 0,1-1 0,40-6 1,-45 2-382,-1-1 1,22-9 0,-34 13 659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4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5138,'0'0'2159,"-12"40"-2154,-38 139 16,46-162-18,0 0-1,1 0 1,1 0-1,1 1 0,0-1 1,1 1-1,1-1 1,1 0-1,6 30 0,-6-39 1,1-1 0,0 0 0,0-1 0,0 1 0,1 0-1,0-1 1,0 0 0,1 0 0,0 0 0,0 0 0,0-1-1,1 0 1,-1 0 0,1-1 0,10 7 0,-11-9 1,-1 1 0,0-1 0,1 0 1,0 0-1,0-1 0,-1 1 0,1-1 0,0 0 1,0 0-1,0-1 0,0 0 0,0 0 0,0 0 1,0 0-1,0-1 0,0 1 0,0-1 0,0-1 1,0 1-1,-1-1 0,1 0 0,0 0 0,-1 0 1,0 0-1,6-5 0,-3 2 24,0-1-1,-1-1 1,1 1-1,-1-1 1,-1 0-1,1-1 1,-1 1-1,-1-1 1,1 0-1,-1 0 1,-1 0-1,1-1 1,2-11-1,-1-2 49,-1 0-1,0 1 1,-2-2 0,1-31-1,-4 42-98,1 0-1,-2 0 1,1 0-1,-2 1 1,1-1-1,-2 0 1,0 1-1,-9-21 1,3 14-514,-1 1 0,-1 0 1,0 0-1,-19-18 0,3 6-2864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4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3634,'0'0'2113,"0"31"-2177,0-5 62,0 33 55,13 104 0,-6-113-26,1 0 0,3-1 0,2 0 0,22 50 1,-34-94-27,1-1 0,0 0 0,0 0 0,0 0 0,0 0 1,1-1-1,0 1 0,-1 0 0,1-1 0,1 0 0,-1 0 1,0 0-1,1 0 0,-1 0 0,1-1 0,0 0 0,0 1 1,0-2-1,0 1 0,0 0 0,1-1 0,-1 0 0,0 0 0,1 0 1,-1 0-1,1-1 0,-1 1 0,1-1 0,8-1 0,-8 0 3,0 0-1,0 0 0,0-1 0,-1 0 0,1 1 0,0-2 0,-1 1 0,0 0 1,1-1-1,-1 0 0,0 0 0,0 0 0,-1 0 0,1-1 0,0 0 1,-1 1-1,0-1 0,0 0 0,0-1 0,2-5 0,5-7-38,-2 0 0,0 0 0,-1-1 0,6-23 0,-4 0-93,-2 0 0,3-72 0,-8-62 670,-2 149 4,0 65-555,1 0-1,2 0 0,2 0 0,2-1 0,20 66 1,-19-79-95,2-1 0,0 0-1,2-1 1,0 0 0,2-1 0,18 23 0,-7-15-1531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5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1 770 2673,'0'0'2930,"3"-26"-2162,16-81-731,-19 104-43,1 0 0,0 0 0,0 0 0,0 0 0,1 0-1,-1 0 1,1 0 0,-1 1 0,1-1 0,0 0 0,0 1-1,0 0 1,0-1 0,1 1 0,-1 0 0,1 0 0,-1 0 0,1 0-1,0 1 1,0-1 0,-1 1 0,1 0 0,0-1 0,0 1 0,1 1-1,-1-1 1,0 0 0,0 1 0,0 0 0,0-1 0,1 1 0,-1 0-1,0 1 1,0-1 0,0 1 0,0-1 0,0 1 0,1 0 0,-1 0-1,0 0 1,-1 0 0,1 1 0,0-1 0,0 1 0,3 3-1,0 0-3,0 1-1,-1 0 0,0 0 1,0 1-1,0 0 0,-1 0 0,4 7 1,24 58-9,-17-31 35,-1 0 0,-3 1 0,-1 0 0,-2 0 0,-1 1 0,0 77 0,-7-118 118,1-8 359,48-233 1588,-40 205-2200,2 1-1,1 0 1,1 1-1,2 0 0,19-30 1,-12 37-54,-21 24 162,-1 0 0,1 1 0,-1-1 0,1 1 0,-1-1 0,1 1 0,-1 0 0,1-1 0,0 1 0,-1 0 0,1-1 0,-1 1 0,1 0 0,0-1 0,0 1 0,-1 0 0,1 0 0,0 0 0,-1 0 0,1 0 0,0 0 0,-1 0 0,1 0 0,0 0 0,0 0 0,-1 0 0,1 0 1,0 1-1,-1-1 0,1 0 0,0 0 0,-1 1 0,1-1 0,-1 0 0,1 1 0,0-1 0,-1 1 0,1-1 0,-1 1 0,1-1 0,-1 1 0,1-1 0,-1 1 0,1 0 0,5 13-44,-1 0 1,0 1-1,-1-1 1,-1 1-1,0 0 1,-1 0 0,0 25-1,4 15 45,-2-25 18,1 0 0,1 0 0,1-1 0,24 56 0,-28-77-10,1 0 1,-1-1-1,2 0 1,-1 0-1,1 0 1,0-1-1,1 1 1,0-1-1,0-1 1,0 1-1,0-1 1,1 0-1,0 0 1,0-1-1,0 0 1,1 0-1,-1-1 1,1 0-1,0 0 1,0 0 0,0-1-1,16 1 1,-3 0-59,1-2 1,-1-1 0,43-5-1,-56 4 22,1-1-1,-1 0 0,1-1 1,-1 1-1,0-2 1,0 1-1,0-1 0,-1 0 1,1-1-1,-1 0 1,0 0-1,11-11 1,-7 2 22,0 0 1,-1 0 0,-1 0 0,0-1-1,-1-1 1,-1 0 0,0 0 0,-1 0-1,-1 0 1,-1-1 0,0 0 0,3-29-1,-2-16 66,-3 0-1,-7-75 0,2 101 27,-3-1-1,-1 1 1,-1 0 0,-2 1-1,-18-43 1,-88-169 637,83 183-303,30 62-238,1 11-228,1 18-170,6 20 184,1-1-1,3 0 1,23 71 0,-2-8 54,-5 7-6,-10-41 0,44 126 0,-54-187-86,1 0 0,14 23 0,-18-33-6,0-1 0,1 0 0,-1 0 0,1 0 0,-1 0 0,1 0 0,0 0 0,0-1 0,1 1 0,-1-1 0,0 0 0,1 0 0,-1-1 0,1 1 0,6 2 0,15-2-2892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5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5715,'0'0'2465,"199"-29"-3602,-95 23 449,-15 0-1697,-18 3-1585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6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54 339 2097,'0'0'2673,"34"-3"-3014,114-7 133,-119 7 123,88-10-283,-106 11 349,-1-1 1,0 0 0,1-1-1,-1 0 1,-1 0-1,1-1 1,10-7-1,-17 9 50,0 1-1,0 0 1,0-1 0,-1 1-1,1-1 1,-1 0-1,1 0 1,-1 0-1,0 0 1,0 0-1,0 0 1,-1 0 0,1-1-1,-1 1 1,0-1-1,0 1 1,0-1-1,0 0 1,-1 1 0,0-1-1,1 0 1,-1 1-1,0-1 1,-1 0-1,1 1 1,-1-1-1,1 0 1,-1 1 0,0-1-1,-1 1 1,1-1-1,-1 1 1,1 0-1,-1-1 1,0 1-1,0 0 1,0 0 0,-1 0-1,1 1 1,-1-1-1,1 0 1,-1 1-1,-4-3 1,-6-4 100,0 0-1,-1 0 1,0 2 0,-1 0 0,0 0-1,0 1 1,0 1 0,-1 1 0,1 0-1,-28-3 1,33 7-110,-1-1 1,1 1-1,0 1 0,0 0 1,-1 1-1,1-1 0,0 2 1,0 0-1,0 0 0,1 0 1,-1 2-1,1-1 0,0 1 1,0 0-1,0 1 0,1 0 1,-13 11-1,12-8-18,0 1-1,1 0 1,0 0 0,0 0-1,1 1 1,0 1 0,1-1-1,0 1 1,1 0 0,-4 16-1,3-7-6,2 1-1,1-1 0,0 1 0,2-1 0,1 33 0,0-46-1,1 0 0,0 1 0,0-1 0,1 0 0,0 0 0,0 0 0,1 0 0,0 0 0,0-1 0,1 1 0,0-1 0,0 0 0,1 0 0,0 0 0,0-1 0,0 0 0,1 0 0,0 0 0,0 0 0,1-1 0,-1 0 0,1 0-1,0-1 1,1 0 0,-1 0 0,11 3 0,0-1-31,0 0 0,0-1 0,1-1 0,-1-1-1,1 0 1,22-1 0,116-7-148,-132 2 143,0-1 0,0 0 0,0-3 1,-1 0-1,0-1 0,0-1 0,-1-1 0,0-2 0,26-16 1,-36 20 53,0-1 1,0-1 0,-1 0 0,-1-1 0,0 0 0,0 0-1,-1-1 1,0-1 0,-1 0 0,-1 0 0,0-1 0,0 0-1,-2 0 1,0 0 0,0-1 0,3-16 0,-5 9 215,0 0 1,-2 0-1,0 0 0,-2 0 1,0-1-1,-1 1 1,-7-34-1,1 42 541,0 12-384,7 3-383,-1 0 0,0 0 1,0 0-1,0 1 0,1-1 1,-1 0-1,0 1 0,1-1 1,0 0-1,-1 1 0,1-1 1,0 1-1,-1-1 0,1 1 0,0-1 1,0 1-1,0 1 0,-5 467 792,5-463-726,-16-200 939,-1-10-2246,17 198 1152,0 0 0,0 0 0,1 0 0,0 0 0,0 0 0,0 0 0,0 1-1,1-1 1,-1 0 0,1 1 0,0-1 0,1 1 0,-1 0 0,1-1 0,4-3 0,-2 2-65,1 1 0,1 0 1,-1 0-1,1 0 0,-1 1 1,1 0-1,1 1 0,13-6 0,11-2-138,0 2-1,64-10 0,69 1 197,-135 15 81,8 2 133,-50 16 651,-4 4-637,2 1 0,0 0 0,1 1-1,1 1 1,1 0 0,1 0 0,1 1-1,1 0 1,1 1 0,1 0 0,2 0-1,0 0 1,1 1 0,1 26 0,2-41-15,0-1 1,0 1 0,1 0-1,1-1 1,0 1-1,5 15 1,-5-20-86,1 0 0,-1 0 0,1 0 0,1 0 1,-1 0-1,0-1 0,1 0 0,0 0 0,0 0 0,1 0 0,-1 0 0,10 5 0,-4-3-12,2-1 0,-1 1 0,0-2 0,1 1 0,0-2 0,0 1 0,0-2 0,14 2 0,13-1 14,55-1 0,-56-3-243,-1-1 1,65-13 0,-52 1-1382,82-36 1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6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520 322 3842,'0'0'2289,"3"-1"-2129,-2 0-128,0 1-1,0-1 1,0 0 0,0 1-1,0-1 1,-1 0 0,1 0-1,0 0 1,0 0 0,0 0-1,-1 1 1,1-2 0,0 1-1,-1 0 1,1 0 0,-1 0-1,0 0 1,1 0 0,-1 0-1,0 0 1,1 0 0,-1-1-1,0-1 1,0-37 282,0 21-276,0 10-24,-1 0-1,1-1 1,-1 1-1,-1 0 1,1 0-1,-2 0 1,1 0-1,-1 0 0,-1 0 1,1 1-1,-2-1 1,1 1-1,-1 0 1,0 0-1,-1 1 1,1 0-1,-2 0 1,1 0-1,-1 1 0,0-1 1,0 2-1,-1-1 1,-15-8-1,8 7 74,-1 1-1,0 0 1,0 1-1,-1 1 0,1 0 1,-1 1-1,0 1 1,0 1-1,-33 1 1,43 0-79,1 0 1,-1 1-1,0-1 1,1 1-1,-1 1 1,0-1 0,1 1-1,0 1 1,-1-1-1,1 1 1,0 0-1,-10 7 1,8-3-19,-1 0 0,2 1 0,-1 0 0,1 0 0,1 0 0,-1 1 1,-7 15-1,4-5 3,1 1 1,1 0-1,0 0 1,1 1 0,2-1-1,-6 39 1,6-18-7,3 1 1,3 66-1,0-88 15,1 0 0,2 0 0,0-1 0,0 0 0,2 0 0,1 0 0,9 21 1,-12-33-22,-1 0 0,1 0 0,0-1 0,1 1 0,-1-1 1,1 0-1,0 0 0,1-1 0,0 0 0,0 0 0,0 0 1,0 0-1,1-1 0,-1 0 0,1-1 0,0 1 1,0-1-1,1-1 0,-1 1 0,1-1 0,11 1 0,-7-1 10,0-1 0,1-1-1,-1 0 1,1-1 0,20-4 0,-26 3 16,1 0 1,-1 0 0,0-1 0,0 0-1,0-1 1,-1 1 0,1-1 0,-1-1-1,0 1 1,8-8 0,-1-1-6,-1-1 0,0 0 0,-1-1 1,-1 0-1,0 0 0,-1-1 0,-1 0 1,-1-1-1,0 0 0,-1 0 0,6-26 1,-6 12-41,-1 0 0,-2-1 0,-1 1 0,-1-1 0,-7-55 1,6 84 68,0-1 0,0 1 1,-1-1-1,1 1 1,-1 0-1,0 0 1,0-1-1,0 1 0,-1 0 1,1 0-1,-1 0 1,1 0-1,-1 0 1,0 0-1,0 1 0,-1-1 1,-2-2-1,1 5 140,2 11-187,2-5-13,5 129-158,-3-117 218,1 1 1,1-1-1,1 0 1,0 0 0,11 25-1,-8-26-28,1-1-1,0 0 1,1-1 0,0 0-1,15 16 1,-19-24-124,1 0 0,0-1 0,0 0 0,1 0 0,0-1 0,0 0 0,0 0 1,1-1-1,0 0 0,-1 0 0,16 3 0,-5-3-838,0-2 1,32 1-1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7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907 194 4402,'-14'-26'467,"-6"-11"-446,-27-36 1,44 69-15,-1-1 1,0 1 0,0 0-1,0 0 1,-1 0 0,1 0 0,-1 1-1,0 0 1,0 0 0,0 0-1,-1 0 1,1 1 0,0 0 0,-1 0-1,0 1 1,1-1 0,-1 1-1,0 1 1,0-1 0,0 1 0,-6 0-1,2-1 40,-5 0 79,0 1 1,1 0 0,-1 1-1,-29 5 1,37-4-79,-1 0 0,0 1 1,1 0-1,0 0 0,0 1 0,0 0 0,0 0 0,0 1 1,1 0-1,-12 10 0,5-1-19,1 1-1,1 0 1,0 0 0,1 1 0,0 1-1,1-1 1,1 2 0,1-1-1,-8 28 1,7-12-5,1 0 1,1 0-1,2 0 0,1 51 0,3-77-21,0 0 0,0 0 0,1 1 0,0-1 0,0 0 1,1 0-1,0 0 0,0 0 0,1-1 0,0 1 0,5 9 0,-4-11-2,0-1-1,0 1 1,0-1-1,0 0 1,0 0-1,1 0 1,0-1-1,0 1 1,0-1 0,0-1-1,0 1 1,1-1-1,-1 1 1,9 1-1,4-1 8,1 0 0,0 0 0,-1-2 0,35-2 0,-43 1-8,-1 0 5,-1-1-1,1 0 0,0 0 0,0-1 0,-1 0 0,1-1 0,-1 0 0,0 0 1,1 0-1,-2-1 0,1-1 0,0 1 0,-1-1 0,0-1 0,0 1 1,8-10-1,-8 7 23,0 0 0,-1 0 0,0-1 0,-1 1 1,0-1-1,0-1 0,-1 1 0,0-1 0,-1 0 1,0 1-1,-1-2 0,0 1 0,2-18 0,-3 8 211,0 1 0,-1 0 0,-1-1 0,-7-36 0,5 47-178,1 0 0,-1 0-1,-1 0 1,1 1 0,-1-1-1,-1 1 1,0 0 0,0 0 0,-1 1-1,1-1 1,-2 1 0,-7-7 0,14 14-59,0 0 0,0-1 0,0 1 0,0 0 0,0 0 0,-1-1 0,1 1 0,0 0 1,0 0-1,0-1 0,-1 1 0,1 0 0,0 0 0,0 0 0,-1 0 0,1-1 1,0 1-1,0 0 0,-1 0 0,1 0 0,0 0 0,0 0 0,-1 0 0,1 0 0,0 0 1,-1 0-1,1 0 0,0 0 0,-1 0 0,1 0 0,0 0 0,0 0 0,-1 0 0,1 0 1,0 0-1,-1 0 0,1 0 0,0 0 0,0 1 0,-1-1 0,1 0 0,0 0 0,0 0 1,-1 0-1,1 1 0,0-1 0,0 0 0,0 0 0,-1 1 0,1-1 0,0 0 1,0 0-1,0 1 0,0-1 0,-2 6-56,1 0-1,0 0 1,1-1 0,-1 1-1,1 0 1,1 0 0,-1 0-1,2 7 1,12 59-302,-12-65 340,72 272-87,31 151 157,-88-328-65,-6 1 1,-3-1 0,-9 147-1,0-227 15,-2 0-1,0-1 0,-2 1 0,0-1 0,-2 0 1,-17 39-1,17-45 11,-1-1 0,-1 0-1,0-1 1,-1 0 0,-1-1 0,1 0 0,-2 0 0,0-1 0,-25 17 0,20-17 14,-1-1 0,0-1 0,0-1 0,-1-1 0,0 0 0,0-2 0,-1 0 0,-25 3 0,17-5 10,0-1 1,0-1-1,0-1 0,0-2 0,-37-6 0,46 4-14,0-1-1,0-1 1,1 0-1,0-1 1,0-2-1,1 1 1,0-2-1,0 0 1,1-2-1,1 1 0,0-2 1,0 0-1,-16-19 1,16 14 13,1-1 0,1 0 0,0 0 0,2-2-1,0 1 1,1-1 0,1-1 0,1 0 0,1 0 0,-7-41 0,9 33-15,1-1-1,1 1 0,2-1 1,1 0-1,2 0 1,7-41-1,-6 57-25,0 1-1,2 0 0,0 0 0,0 0 0,1 1 1,1 0-1,0 0 0,1 0 0,1 1 0,-1 1 1,2-1-1,0 1 0,0 1 0,1 0 1,14-11-1,-10 11-7,0 1 1,0 0-1,1 1 1,0 0-1,1 2 1,0 0-1,0 0 1,0 2-1,1 0 1,-1 1-1,1 1 1,0 0-1,0 2 1,-1 0-1,33 4 1,-46-3 0,-1-1 1,0 1-1,0 0 0,0 0 1,0 1-1,0-1 1,0 0-1,0 1 1,0 0-1,0 0 0,-1 0 1,1 0-1,-1 0 1,1 0-1,-1 1 1,0-1-1,0 1 1,0-1-1,0 1 0,-1 0 1,1 0-1,-1 0 1,0 0-1,1 0 1,-1 0-1,1 6 1,11 21-574,-6-24-1392,4-5-1926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8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482 200 1697,'0'0'5101,"0"-12"-5013,1 0-57,0 7-16,0-1 0,-1 1 1,0-1-1,0 1 0,0-1 0,0 1 1,-1 0-1,0-1 0,0 1 0,-1 0 1,0-1-1,-4-9 0,1 8-8,0 1 0,0-1-1,-1 1 1,0 0 0,0 1 0,-1-1-1,1 1 1,-1 1 0,0-1-1,-1 1 1,1 0 0,-1 1-1,1 0 1,-1 0 0,0 0 0,-14-2-1,-9 0 12,0 1-1,0 1 1,-34 2-1,59 1-21,0 0-1,1 0 1,-1 0-1,0 1 0,1 0 1,-1 0-1,1 0 1,-1 1-1,1 0 1,-1 0-1,1 0 0,0 1 1,0-1-1,0 1 1,1 1-1,-1-1 1,1 0-1,0 1 0,-1 0 1,2 0-1,-1 1 1,0-1-1,1 1 1,0-1-1,0 1 0,0 0 1,-3 9-1,-3 8-21,0 0-1,2 1 0,1-1 1,1 1-1,-5 43 1,4 119-86,6-167 111,0-13 1,-1 21-26,2 1-1,0 0 1,2-1 0,10 42-1,-12-62 14,1 0-1,0 0 1,0-1-1,1 1 1,-1-1-1,1 1 1,0-1-1,0 0 1,1 0-1,0-1 1,0 1-1,0-1 1,0 1-1,1-1 1,-1-1-1,1 1 1,0-1-1,0 1 1,1-2-1,-1 1 1,0 0-1,1-1 1,0 0-1,0 0 1,-1-1-1,12 2 1,-8-2-33,-1-1 0,1 1 1,-1-2-1,1 1 0,0-1 0,-1 0 1,1-1-1,-1 0 0,0 0 0,0-1 1,0 0-1,0 0 0,9-6 0,-6 2 52,-1-1 0,1 0 0,-1-1 0,0 0 0,-1 0 1,0-1-1,14-21 0,-14 17 1,-1 0 1,0 0-1,-1-1 1,-1 0-1,0-1 1,-1 1 0,-1-1-1,4-26 1,-2-7 258,-2-75 0,-4 116-178,-4-46 400,4 52-465,-1-1 0,1 1 0,-1 0 0,1-1 0,-1 1 1,0 0-1,0 0 0,0 0 0,0 0 0,-1 0 0,1 0 0,-1 0 0,1 0 0,-1 0 0,1 1 0,-1-1 0,0 0 1,0 1-1,-2-2 0,3 3-6,-2-1 12,1 12-105,2 29 39,-1 13-23,9 71 1,-6-107 54,1 0 0,1 0 0,1 0 0,0-1 1,1 1-1,1-1 0,0 0 0,13 18 0,-17-29-14,0 0-1,1 0 0,0-1 0,0 1 0,0-1 1,0 0-1,1 0 0,0-1 0,0 1 1,0-1-1,0 0 0,0 0 0,8 2 1,-3-2-31,1 0 1,1-1-1,-1 0 1,0-1-1,22 0 1,-26-2 45,0 1-1,0-1 1,-1 0 0,1 0 0,0-1 0,-1 0 0,1 0-1,-1 0 1,0-1 0,1 0 0,-1 0 0,8-7-1,-6 4 2,1-1-1,-2-1 0,1 0 0,-1 0 0,0 0 1,0-1-1,7-12 0,-4 2 38,-1 1-1,-1-1 1,-1-1 0,0 1 0,-1-1-1,-2-1 1,0 1 0,2-23-1,-1-122 798,-5 146-770,-1 0 0,-1 0-1,-1 0 1,-1 1 0,0-1 0,-12-27 0,16 45-63,0 0-1,0 0 1,-1 0-1,1 0 1,0 0 0,-1 0-1,1 0 1,-1 0-1,1 0 1,-1 0 0,0 0-1,1 0 1,-1 0-1,0 0 1,0 1-1,1-1 1,-1 0 0,0 1-1,0-1 1,0 0-1,0 1 1,0-1 0,0 1-1,0 0 1,0-1-1,0 1 1,0 0 0,0-1-1,0 1 1,-2 0-1,1 8-231,0 220-24,3-122 262,-1-92-19,-1 5-26,1 0-1,1 0 1,1 1 0,0-1 0,1-1-1,8 26 1,-10-42-116,0 0 1,-1 1-1,1-1 1,0 0-1,0 0 1,0 0-1,1 0 1,-1 0-1,0-1 1,1 1-1,-1 0 1,1-1-1,0 1 1,-1-1-1,1 1 1,0-1-1,0 0 1,0 0-1,0 1 1,4 0-1,7 0-3090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8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0 4930,'0'0'625,"-65"158"-17,65-120-208,0-23-272,6-15 160,9 0 192,0-6 81,-3-24-561,-1-8-336,4 5-3266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8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0 495 80,'0'0'2353,"5"13"208,-2-4-2129,12 22 1317,-15-31-1736,0 0 1,0 0 0,1 0-1,-1 0 1,0 0-1,0 0 1,0 0-1,0 0 1,1 0-1,-1 0 1,0 0-1,0 0 1,0 0-1,1 0 1,-1 0-1,0 0 1,0-1-1,0 1 1,0 0-1,0 0 1,1 0-1,-1 0 1,0 0-1,0 0 1,0 0-1,0-1 1,0 1-1,0 0 1,1 0-1,-1 0 1,0 0-1,0-1 1,0 1-1,0 0 1,0 0-1,0 0 1,0 0-1,0-1 1,0 1-1,0 0 1,0 0-1,0 0 1,0-1-1,0 1 1,0 0-1,0 0 1,0 0-1,0 0 1,0-1-1,0 1 1,2-32 470,-3-6-391,1-3-59,8-81-1,-7 111-44,1 1 0,0 1 0,1-1 0,0 0 0,0 0 0,1 1 0,1 0 0,-1 0 0,1 0-1,1 0 1,0 1 0,0 0 0,10-10 0,-14 15-1,1 1-1,-1 0 1,1 0 0,-1 0-1,1 0 1,0 1-1,-1-1 1,1 1-1,0-1 1,0 1 0,0 0-1,0 0 1,1 0-1,-1 1 1,0-1 0,0 1-1,0 0 1,0 0-1,1 0 1,-1 0 0,0 0-1,0 1 1,6 1-1,-5 0-12,0 0-1,0 0 1,0 0-1,0 1 0,0-1 1,-1 1-1,1 0 1,-1 1-1,0-1 1,0 0-1,0 1 0,0 0 1,0-1-1,-1 1 1,3 5-1,12 28-27,-1 1 0,-2 1-1,-2 0 1,11 58 0,-13-42 255,-3 1-1,1 71 1,-9-179 276,7-130-452,-4 162-144,1 0 0,2 0 1,0 1-1,0-1 0,2 1 1,1 0-1,10-19 0,-4 14-177,1 0 0,2 0 0,0 2 0,2 0-1,0 1 1,1 1 0,34-26 0,-42 37 231,1 0 0,-1 1 0,1 0 0,1 1 1,-1 1-1,1 0 0,1 1 0,-1 0 0,1 1 1,-1 1-1,1 0 0,0 1 0,0 1 0,0 0 0,25 2 1,-35 0 64,0 0 1,0 0 0,-1 0 0,1 1 0,0-1 0,-1 1 0,1 1 0,-1-1 0,0 0 0,0 1-1,0 0 1,0 0 0,0 0 0,-1 0 0,1 1 0,-1 0 0,0-1 0,0 1 0,0 0 0,-1 0-1,1 1 1,-1-1 0,0 0 0,0 1 0,-1 0 0,1-1 0,0 6 0,3 13 126,-2 0 1,0 1 0,-2 0 0,-1 31 0,0-29 118,0 158 1295,0-176-1399,0 1 0,0-1 0,1 1 0,0-1 0,1 1 0,4 14 0,-4-19-81,0 1 0,1-1 1,-1 0-1,1 0 0,0-1 0,0 1 0,0 0 0,0-1 0,1 0 0,-1 0 0,1 0 0,0 0 0,0-1 0,5 3 0,4 2 29,-1-2 0,1 0 1,0-1-1,1 0 0,-1-1 1,1 0-1,26 1 0,7-2 23,51-6-1,-51 1-623,-1-3-1,67-16 1,105-56-7387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2:59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488 450 3522,'0'0'2241,"5"-35"-2111,13-117 76,-17 143-157,0 0 0,-1-1 0,0 1-1,0 0 1,-1 0 0,0 0 0,-1 0 0,0 0 0,0 0 0,-1 1 0,0-1 0,-1 1 0,-5-10 0,2 8 86,0 1 0,-1 0 0,0 1 0,-1 0 0,0 0 1,0 1-1,-17-11 0,14 10-18,0 1 1,-1 0-1,0 1 1,0 0-1,-15-3 1,22 7-88,0 0 1,0 1 0,0 0 0,-1 0-1,1 0 1,0 1 0,0 0 0,-1 0-1,1 1 1,0 0 0,0 0 0,0 0-1,0 1 1,-9 3 0,9-2-29,0 1 0,0 0 0,0 0 0,1 1 1,-1 0-1,1 0 0,0 0 0,1 0 0,-1 1 0,-6 12 0,1-1-8,1 1-1,0 0 1,-6 22-1,1 7 2,2 1-1,2 0 1,2 1 0,-2 50-1,6 203 55,4-229-34,24 265 128,-1-34 11,-22-262-120,-1-42-33,0 1 0,0 0 0,0 0 0,0 0 0,0-1-1,0 1 1,0 0 0,0 0 0,0-1 0,0 1 0,-1 0-1,1 0 1,0-1 0,0 1 0,-1 0 0,1 0 0,-1-1 0,1 1-1,0 0 1,-1-1 0,1 1 0,-1-1 0,1 1 0,-1 0-1,0-1 1,1 0 0,-1 1 0,0-1 0,1 1 0,-1-1 0,-1 1-1,-26-5-507,-25-15-2054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00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0 432 9460,'420'-78'-3294,"-66"13"-516,-125 16 4023,-214 45-156,163-31 1007,-178 35-1008,1 0 0,-1-1 1,1 1-1,-1 0 0,0 0 0,1 0 1,-1 0-1,1 0 0,-1 0 0,0 0 1,1 0-1,-1 0 0,1 0 1,-1 0-1,0 0 0,1 0 0,-1 0 1,1 0-1,-1 1 0,0-1 1,1 0-1,-1 0 0,0 0 0,1 1 1,-1-1-1,0 0 0,1 0 1,-1 1-1,0-1 0,1 0 0,-1 1 1,0-1-1,0 0 0,1 1 0,-1-1 1,0 0-1,0 1 0,0-1 1,1 1-1,-5 17 188,1-12 38,-7 33-195,1 0-1,1 1 1,3 0-1,1 0 1,2 1-1,1-1 1,3 0-1,10 67 1,-11-105-86,0 8 4,1 0 0,0 0 0,1-1 0,0 1 0,1-1 0,0 0 0,1 0 0,-1 0 0,13 16 0,-14-25 175,-3-7 212,0 3-287,0-7 36,-2 0 0,1 0 0,-1 1 0,-1-1 0,-6-18 0,-29-58-300,13 32 121,18 37 33,-43-111-212,45 110 112,-1 0 0,2-1 0,1 0 0,-2-38 0,5 54 71,0 0 1,1 0 0,0-1 0,0 1 0,0 0 0,0 0 0,0 0 0,1 0 0,0 0-1,0 1 1,0-1 0,0 0 0,1 1 0,-1 0 0,1-1 0,0 1 0,0 0-1,0 0 1,0 1 0,1-1 0,-1 1 0,6-4 0,9-3-121,0 0 0,0 2 1,33-10-1,-23 8-3,105-30-540,194-29 1,-276 61 749,-49 7 89,-2 2-5,-1 1 1,1-1-1,0 1 0,-1-1 1,0 0-1,0 1 1,0-1-1,0 0 0,0 0 1,0 1-1,0-1 1,-3 3-1,-6 11 123,-6 16-10,1 1 0,1 0 0,2 1 0,1 0 1,2 1-1,1 0 0,-4 59 0,10-67-194,0-3-11,1-1-1,4 33 0,-2-50-48,-1 0 0,2 0 1,-1 0-1,1 0 0,-1-1 1,2 1-1,-1 0 0,1-1 0,-1 0 1,2 0-1,-1 0 0,0 0 1,1 0-1,6 5 0,-3-4-157,0-2-1,0 1 0,0-1 0,1 0 1,0 0-1,0-1 0,0 0 0,0-1 1,0 0-1,1 0 0,-1 0 0,0-1 1,1-1-1,0 1 0,8-2 0,68 1-2076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00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84 1457,'0'0'5167,"-33"8"-5049,12-2-109,6-3-4,0 0 0,0 2 0,1 0 1,-24 11-1,32-13-2,0 1 0,0 0-1,1 0 1,-1 1 0,1 0 0,0-1 0,0 2-1,0-1 1,1 1 0,0-1 0,0 1 0,0 0-1,1 0 1,0 1 0,0-1 0,-2 8-1,-3 12 37,2 1 0,1-1-1,-3 41 1,7-49 12,0 0 0,2 0 0,0 0 0,1 0 0,1 0 1,6 22-1,-6-32-36,0 0 1,1 0 0,0-1-1,0 1 1,0-1 0,1 0-1,0 0 1,1 0 0,-1-1-1,1 0 1,1 0 0,-1 0 0,1-1-1,0 0 1,0 0 0,1-1-1,12 7 1,-6-6 13,0 0-1,0-1 1,0 0-1,0-1 1,1-1 0,-1 0-1,1-1 1,-1 0-1,24-3 1,-29 2-12,-1-1 1,0-1-1,0 0 0,0 0 1,0 0-1,0-1 1,0 0-1,-1 0 0,1-1 1,-1 0-1,0-1 1,0 0-1,0 0 0,-1 0 1,0 0-1,0-1 1,7-9-1,-6 6 24,-1-1 1,0 0-1,-1-1 1,0 1-1,-1-1 1,0 0-1,0 0 1,-1 0-1,-1-1 1,0 1-1,1-23 1,-3 18 13,-1 0-1,0 1 1,-1-1-1,0 1 1,-2 0 0,0 0-1,0 0 1,-2 0 0,0 1-1,0 0 1,-1 0-1,-1 0 1,-11-14 0,-12-13-562,-2 2 1,-60-57-1,45 51-2060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00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31 568 3378,'0'0'1280,"1"25"-354,4 76 338,-7-79-433,2-22-816,0 0-1,-1 0 0,1 0 1,0 0-1,0 0 0,0 0 1,0 0-1,0 0 1,0 0-1,0 0 0,-1 0 1,1 0-1,0 0 0,0 0 1,0 0-1,0 0 0,0 0 1,0 0-1,-1 0 1,1 0-1,0 0 0,0 0 1,0 0-1,0 0 0,0 0 1,0 0-1,-1 0 1,1 0-1,0 0 0,0 0 1,0 0-1,0 0 0,0 0 1,0 0-1,0 0 0,0 0 1,-1-1-1,1 1 1,0 0-1,0 0 0,0 0 1,0 0-1,0 0 0,0 0 1,0 0-1,0-1 1,0 1-1,0 0 0,0 0 1,0 0-1,0 0 0,0 0 1,0 0-1,0-1 1,0 1-1,-5-9 156,1 0 0,0 0-1,1 0 1,0-1 0,1 0 0,0 1 0,0-1 0,0-11 0,0-91-71,2 77-12,0 12-55,1 0 0,1 0 0,7-27 0,-7 39-42,1 0 1,1 0-1,0 1 1,0 0 0,1-1-1,1 2 1,-1-1-1,12-14 1,-15 22-2,-1 0 1,0 1-1,0-1 1,1 1-1,-1-1 1,1 1-1,-1 0 0,1-1 1,0 1-1,-1 0 1,1 0-1,0 0 1,0 0-1,0 1 0,0-1 1,0 0-1,0 1 1,0 0-1,3-1 1,-3 1 0,0 1 0,0-1 0,0 1 0,0-1 0,-1 1 0,1 0 0,0 0 0,0 0 0,-1 0 0,1 0 1,-1 0-1,1 0 0,-1 1 0,1-1 0,-1 0 0,0 1 0,2 1 0,5 9-36,-1 0 0,0 1 0,-1 0 0,7 22 0,-7-21 23,18 46 46,-3 1-1,-2 0 1,-3 2 0,-2 0-1,6 82 1,-19-123 102,-4-46 177,-18-71 192,13 63-432,1-1 0,-3-34 0,6 28-83,2-1 0,2 1 1,1 0-1,2 0 0,9-43 0,-10 75-11,-1 1 1,1 0-1,1 0 0,-1 0 0,1 0 1,0 0-1,1 0 0,-1 1 1,1-1-1,0 1 0,8-8 1,-8 10-14,1 0 1,-1 0 0,1 0-1,-1 0 1,1 1-1,0 0 1,0 0 0,0 0-1,0 1 1,1-1 0,-1 1-1,0 0 1,1 1-1,6-1 1,-5 2 20,-1 0-1,1 0 1,-1 0-1,1 1 1,-1 0-1,0 0 1,0 0-1,0 1 1,0 0-1,0 0 1,0 1-1,-1 0 1,0 0-1,1 0 0,-2 0 1,1 1-1,0 0 1,-1 0-1,0 0 1,5 8-1,4 7-1,0 1 0,-2 0 0,0 1 0,10 31-1,-11-21 66,-1 0-1,-1 0 0,-2 1 0,-1 0 1,1 66-1,3-129 808,14-113-158,11-52-1067,-32 188 333,33-117-981,-29 108 868,0 1 0,1 0 0,1 0 0,0 0 0,15-20 0,-20 32 100,0-1 1,0 1 0,0-1 0,1 1-1,0 0 1,-1 0 0,1 1 0,0-1 0,0 1-1,1 0 1,-1 0 0,9-3 0,-10 5 43,0-1 1,0 1-1,0-1 0,0 1 1,1 0-1,-1 1 1,0-1-1,0 0 0,0 1 1,0 0-1,0-1 1,0 1-1,0 0 0,0 1 1,0-1-1,-1 0 1,1 1-1,0 0 0,-1 0 1,1-1-1,3 5 1,1 2 6,0 1 0,0-1 0,0 1 0,-1 1 0,7 14 0,25 59 47,-35-76-28,64 181 617,19 41 828,-82-219-1418,1-1 1,0 0-1,0 0 0,1-1 1,0 0-1,0 0 0,1 0 1,0-1-1,11 9 0,-11-11-57,0-1-1,0 0 1,0 0-1,1-1 1,0 0-1,0 0 1,-1-1-1,1 0 1,1 0-1,-1-1 1,15 1-1,58 0-1180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01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713 173 5090,'0'0'1649,"-26"-26"-243,-10-9-1099,-47-36 0,75 66-290,0 0 0,-1 0 0,1 1 1,-1 0-1,0 0 0,0 1 1,0 1-1,0-1 0,-1 1 0,1 1 1,-1 0-1,1 0 0,-1 1 0,1 0 1,-1 0-1,1 1 0,-1 1 1,-12 3-1,7-2 17,0 1-1,1 0 1,0 1 0,0 1 0,1 1 0,-1 0-1,1 0 1,1 1 0,-24 19 0,14-7 44,1 1 0,1 0 0,1 2 0,-19 28 0,25-32-6,1 1 0,1 1-1,0 0 1,2 1 0,1 0 0,0 0-1,-4 24 1,5-8 50,2 0 0,2 0 0,1 57 0,2-71-106,2 1 0,1-1 1,0 0-1,2 0 0,1-1 0,11 31 1,-10-39-17,0 0-1,1 0 1,0-1 0,1 0 0,1 0 0,0-1 0,1-1-1,0 1 1,1-2 0,14 11 0,-11-11-3,1 0 0,-1-2 0,2 0 1,-1 0-1,1-2 0,0 0 0,1-1 0,-1-1 0,24 4 1,8-2 42,1-2 1,62-2-1,-84-3-32,0-1 0,0 0-1,0-3 1,0 0-1,0-1 1,-1-2 0,0-1-1,0-1 1,-1-1-1,0-2 1,0 0 0,43-30-1,-55 31 5,0 0 1,-1 0-1,-1-1 0,0-1 0,0 0 0,-1-1 1,-1 0-1,0-1 0,-1 0 0,-1 0 1,0-1-1,-1 0 0,-1 0 0,5-18 1,-7 14 2,0 1 0,-1-1 0,-1 0 0,-2 0 0,1 0 0,-2 0 0,-1 0 0,0 0 0,-2 0 0,0 1 0,-1-1 0,-8-20 0,-3 6-25,-1 0 0,-1 2 0,-2 0 0,-1 1 1,-1 1-1,-2 1 0,-1 0 0,-1 3 0,-39-33 0,51 47-3,0 1-1,-1 0 0,0 1 0,0 1 1,-1 0-1,0 1 0,-1 1 1,0 0-1,0 1 0,0 1 1,-1 1-1,0 0 0,0 2 1,-32-2-1,45 4-38,-1 0-1,1 0 1,-1 1 0,1-1 0,-1 1 0,1 0-1,0 1 1,0-1 0,-1 1 0,1 0-1,0 1 1,0-1 0,1 1 0,-1 0 0,0 0-1,1 0 1,0 1 0,-7 6 0,7-4-305,0-1 1,1 1-1,-1 0 1,1 0-1,1 0 1,-1 0-1,1 0 1,0 0 0,-2 12-1,1 36-4645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01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542 96 3346,'0'0'3924,"-32"-8"-2329,-107-23-706,129 29-828,-1 0-1,1 1 1,0 0 0,-1 0 0,1 2 0,0-1-1,-1 1 1,1 1 0,0 0 0,0 0 0,0 1 0,0 0-1,0 1 1,0 0 0,1 0 0,0 1 0,0 0-1,0 1 1,1 0 0,-1 0 0,1 1 0,1 0-1,-9 10 1,2 2-16,1 0 0,0 1 0,2 1 0,0-1 0,1 2 1,2 0-1,0 0 0,-7 33 0,5-13 22,2 0 1,3 0-1,-2 44 1,7-57-55,0 1 0,2 0-1,1-1 1,2 0 0,10 37-1,-9-50-11,1 0-1,0 0 1,1 0-1,1-1 1,1 0-1,0-1 1,0 0-1,2 0 1,0-1-1,0-1 1,1 0-1,1-1 1,0 0-1,0-1 0,1-1 1,0 0-1,1-1 1,0-1-1,0 0 1,1-1-1,-1-1 1,20 4-1,-10-4 4,0-1 1,1-2-1,-1 0 0,1-2 0,-1 0 1,37-7-1,-43 3 6,0 0 0,0-1 1,0-2-1,-1 0 0,0 0 1,0-2-1,-1-1 1,31-21-1,-26 14 16,-1-1-1,0-1 1,-2-1 0,0-1 0,-1 0-1,-2-2 1,0 0 0,-1-1-1,-2 0 1,0-1 0,-1-1 0,-2 0-1,12-42 1,-17 44 6,-1-1-1,-2 0 1,0 0-1,-1 0 1,-2 0-1,-3-33 1,1 42-21,-1 0 0,-1 1 0,0-1 0,-1 1 0,0 0 0,-2 0 0,1 0 0,-2 1 0,0 0 0,-17-22 0,9 17-9,-1 1 0,0 0 1,-2 1-1,0 1 0,0 1 1,-1 0-1,-1 2 0,-1 0 1,0 2-1,0 0 0,-1 2 1,-1 0-1,1 1 0,-1 2 1,-47-7-1,19 8-201,0 3 0,0 2 1,-62 8-1,-7 15-2288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0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802 374 3746,'0'0'1030,"4"-27"77,14-92 227,-16 107-1072,0 0 0,-1 0 0,-1-1 0,0 1 0,0-1 1,-2 1-1,1 0 0,-5-17 0,4 24-184,-1 0-1,1 1 1,-1-1-1,1 1 1,-1 0 0,-1 0-1,1 0 1,-1 0-1,1 1 1,-1-1 0,0 1-1,0 0 1,0 0-1,-1 0 1,1 1 0,-1-1-1,0 1 1,-9-3-1,-5-1-49,-1 1 0,0 1-1,0 1 1,0 0-1,-1 2 1,1 0 0,0 1-1,-1 1 1,1 1 0,0 1-1,0 1 1,0 0-1,0 2 1,1 0 0,-1 1-1,-23 13 1,16-5-16,1 2 0,0 0 1,1 2-1,1 1 0,1 1 0,0 1 0,2 0 1,1 2-1,0 1 0,2 0 0,1 1 0,1 1 0,1 1 1,2 0-1,1 1 0,1 0 0,1 1 0,2 0 1,0 0-1,-4 58 0,9-50 23,2 0-1,2 0 1,1-1-1,12 61 1,-8-73-16,1 0 1,1 0-1,1-1 1,1 0-1,1-1 0,1 0 1,25 35-1,-9-22-4,1-1 0,2-2-1,2-1 1,0-1 0,2-2-1,2-1 1,0-2 0,2-2 0,69 33-1,-69-40-16,1-1 0,0-3 0,1-1 0,1-1 0,-1-3 0,2-1 1,-1-3-1,0-1 0,1-2 0,65-6 0,-85 1 0,-1 0 0,0-2 0,0 0 0,-1-2 0,0 0 0,0-1 0,-1-1 0,0-1 0,-1-1 1,0-1-1,-1 0 0,0-2 0,23-24 0,-23 20-8,-1-1 0,-1 0 0,-1-1 0,-1-1 0,0-1 0,-2 0 0,-1 0 0,-1-1 0,0-1 0,-2 0 0,7-38 0,-9 31-4,-1 1 0,-2-1 1,-2 0-1,0 0 0,-2 0 1,-2 0-1,-1 0 0,-1 1 0,-2-1 1,-1 1-1,-1 1 0,-2-1 0,-16-32 1,2 14-4,-3 2 0,-2 0 1,-2 2-1,-2 1 0,-1 1 0,-3 3 1,-1 1-1,-2 1 0,-1 3 0,-77-49 1,101 73 25,0 1 1,-1 0-1,-1 2 1,0 0-1,0 1 1,0 1 0,-1 1-1,1 1 1,-1 1-1,0 0 1,-38 2-1,54 1-27,0 0-1,0 1 0,1 0 1,-1 0-1,0 0 0,0 0 0,1 1 1,-1 0-1,1 0 0,-1 0 1,1 0-1,0 1 0,0-1 0,0 1 1,0 0-1,1 1 0,-1-1 0,1 1 1,0-1-1,0 1 0,0 0 1,0 0-1,-4 9 0,3-4-430,1 0-1,0 0 1,1 0-1,0 0 1,0 1-1,1-1 1,0 0 0,1 1-1,0-1 1,0 1-1,3 13 1,12 32-4762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10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719 79 6979,'-27'-10'2017,"-14"-3"-1605,-64-12 0,85 22-386,0 0 0,1 1 0,-1 1 0,0 1 0,0 1 1,0 1-1,-33 6 0,37-2 22,0 0 1,0 1 0,0 0 0,1 1-1,0 1 1,1 1 0,0 0 0,0 1-1,1 0 1,1 1 0,-1 0 0,2 1-1,-11 16 1,4-4 69,1 1 1,2 0-1,1 1 0,1 1 0,1 0 0,-14 49 1,17-41-46,1 0 0,2 1 0,1 0 0,2 0-1,2 0 1,1 0 0,2-1 0,2 1 0,11 53 0,-8-65-62,0 0 1,2-1-1,0 0 0,2 0 0,1-1 0,1 0 0,0-1 0,2-1 0,1 0 0,0-1 1,1 0-1,1-2 0,1 0 0,28 20 0,-20-20-7,1 0 0,1-2 0,1-1 0,0-2-1,0 0 1,38 8 0,-18-8-5,0-3 1,1-2-1,66 2 0,-82-9-18,-1-1 0,1-2 0,-1-1 0,1-2 0,-1-1 0,56-18 0,-69 16-30,0-1 1,-1 0-1,0-2 1,0 0-1,-1-1 1,-1-1-1,0-1 1,-1 0-1,0-1 1,-1-1 0,19-25-1,-24 25 46,0-1 0,0 0 0,-2-1 1,0 0-1,-1 0 0,-1-1 0,-1 0 0,0 0 0,-2-1 0,0 1 0,-1-1 1,0-24-1,-2 18 10,-2 1 1,-1-1-1,-1 1 1,-1 0-1,-2 0 1,0 0-1,-1 0 0,-2 1 1,-13-27-1,-2 5-3,-3 1-1,-2 2 0,-1 0 1,-2 2-1,-2 2 0,-2 1 0,-2 2 1,0 1-1,-3 2 0,-1 2 1,-1 1-1,-63-31 0,83 49-88,-2 2 0,1 0 0,-2 2-1,1 1 1,-1 1 0,0 1 0,0 1 0,0 1 0,-1 1 0,1 2-1,-53 6 1,60-3-1104,1 2 0,-29 11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10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1027 260 4946,'0'0'622,"-17"-34"-38,-6-9-73,-37-55 0,56 92-415,-1 0 1,0 0-1,-1 0 1,0 1-1,0-1 1,0 1-1,0 1 1,-1-1-1,0 1 1,0 1-1,-9-5 1,3 4 26,0 0 1,-1 2 0,1-1 0,-19 0 0,25 3-92,-25-3 302,1 1 0,-1 2 0,-46 6 0,60-3-254,-1 1-1,0 1 0,1 0 1,0 1-1,0 1 1,1 1-1,-19 11 0,7 0-29,0 1 1,1 2-1,1 0 0,1 2 0,1 1 0,2 1 0,0 1 0,2 1 1,-35 60-1,35-49 52,3 0 0,1 1 0,1 1 0,3 1 0,1 0 0,3 0 0,-8 75 0,12-62 7,2 1-1,11 105 1,-6-141-106,1 1 1,2-1 0,0 0 0,1-1 0,0 1-1,2-1 1,0-1 0,2 1 0,0-1 0,1-1-1,13 17 1,-7-16-10,1 0 0,1-1 0,0 0 0,2-2-1,-1-1 1,2 0 0,0-2 0,1 0 0,0-1 0,0-2 0,1 0-1,46 9 1,-22-8-74,1-3 0,0-2 0,0-2 0,0-2 0,84-9 0,-90 2 38,0-2 1,-1-1-1,0-3 0,-1-1 1,0-3-1,55-28 1,-66 28 29,-2 0 0,0-2 0,-1-1 0,-1-2 0,-1 0 0,-1-2 0,-1 0 0,-1-2 0,22-31 0,-32 37 12,-1-1 0,-1 0-1,-1 0 1,-1-1 0,0-1 0,-2 1-1,0-1 1,-2 0 0,0 0 0,-2-1-1,1-35 1,-4 32-3,-1-1 1,-1 1-1,-1 0 0,-1 0 1,-1 0-1,-1 0 1,-2 1-1,0 1 0,-19-34 1,9 25 0,-2 1 1,-1 0 0,-1 1-1,-2 2 1,-56-52 0,60 63 14,-1 1 1,0 1 0,-1 1-1,-1 1 1,0 1-1,-1 2 1,0 0 0,-1 1-1,-32-7 1,21 11 0,0 0 1,0 3-1,0 1 0,-40 3 1,65 0-9,-1 0 1,1 0 0,0 1-1,0 0 1,1 1-1,-17 6 1,25-7-73,0-1-1,0 1 1,0-1 0,0 1-1,0 0 1,0 0 0,1 1-1,-1-1 1,1 0 0,-1 1-1,1-1 1,0 1 0,0 0-1,0 0 1,1 0 0,-1 0-1,0 0 1,1 0 0,0 0 0,0 1-1,0-1 1,0 0 0,1 1-1,-1-1 1,1 5 0,-1-6-108,1-1 0,0 1-1,0 0 1,0-1 0,1 1 0,-1-1 0,0 1 0,0 0 0,1-1 0,-1 1 0,1-1 0,0 1 0,-1-1 0,1 1 0,0-1 0,0 0 0,0 1 0,0-1 0,0 0 0,0 0 0,0 1-1,0-1 1,1 0 0,0 1 0,11 5-1270,0-1 0,1 0 0,19 5 0,-33-11 1407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10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45 10645,'0'0'1809,"-57"-45"-1809,54 182 0,3 53 48,0 39 48,0 8-96,9 1-432,9-45-2274,-3-56-4081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13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867 70 5955,'0'0'1126,"-38"-11"-852,-128-35-122,151 42-119,0 1 0,-1 1 0,1 0 0,-1 1 0,1 0-1,-1 2 1,0 0 0,1 0 0,0 1 0,-1 1 0,1 1-1,-25 9 1,17-4 71,0 2 0,1 0 0,1 2 0,0 0 0,0 1-1,2 1 1,-1 1 0,2 1 0,0 1 0,-21 27 0,17-16 13,1 1 1,1 0 0,2 2-1,1 0 1,1 1 0,-16 53 0,18-33-18,3 0 1,2 1 0,2 0 0,2 100 0,4-118-91,2 1 0,2-2 0,2 1 0,0 0 0,3-1 0,1 0 0,1 0 1,2-1-1,2-1 0,1 0 0,1-1 0,2 0 0,30 41 0,-30-50-19,1-1 0,1-1 0,0 0-1,2-2 1,0 0 0,1-2 0,1 0 0,1-1 0,41 18-1,-31-19-9,2-2 1,-1-1-1,2-2 0,-1-2 0,1-1 0,67 3 0,-55-7-57,1-3 0,-1-2 0,0-2 0,0-2 0,-1-3 0,66-19 0,-88 19-2,-2 0 1,0-2-1,0-1 0,-1-1 1,0-1-1,-1-1 0,-1-1 1,-1-1-1,0-1 0,-1-1 1,-1 0-1,-1-2 0,21-29 1,-22 24 38,-1-1 0,-2 0 1,0-1-1,-2-1 1,-2 0-1,0 0 0,10-59 1,-15 50 16,-1 1 0,-2-1 0,-2 0 0,-1 0 0,-2 0-1,-8-38 1,1 31 15,-1 0 0,-3 0-1,-1 1 1,-3 1-1,-1 1 1,-2 0-1,-2 2 1,-1 0 0,-3 2-1,-1 0 1,-35-36-1,44 55 29,-1 1-1,0 1 0,-1 1 0,-1 0 1,0 2-1,-1 0 0,-43-17 0,47 23-13,-1 2 0,0 0-1,0 1 1,-1 1-1,1 1 1,-1 1 0,0 1-1,1 0 1,-1 2 0,-27 4-1,35-3-6,1 1 1,0 0-1,-1 1 0,1 0 1,0 1-1,1 1 0,-1-1 1,-14 12-1,19-12-146,-1 1 0,2-1-1,-1 2 1,0-1 0,1 1 0,1 0 0,-1 0 0,1 0 0,0 1 0,0 0 0,1 0-1,-3 10 1,5-14-442,1 1-1,0 0 1,0 0-1,0 0 1,1 0 0,0 8-1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14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1 543 5042,'0'0'1329,"3"-17"-1025,3-11-136,1 0 0,2 1 0,20-46 0,-9 32-97,1 1 0,3 2 0,0 0 0,57-64 0,-69 90-77,0 0-1,1 1 0,0 1 1,1 0-1,0 1 1,29-14-1,-31 18-3,0 1 0,0 0 0,0 1 0,0 0 0,0 1-1,1 1 1,-1 0 0,1 0 0,0 1 0,16 3 0,-22-2-4,0 0 1,0 0-1,-1 1 1,1 0-1,0 1 1,-1 0-1,1 0 0,-1 0 1,0 1-1,0-1 1,0 1-1,-1 1 1,0-1-1,1 1 1,-1 0-1,-1 0 1,1 1-1,6 10 0,-1 2-1,0 0-1,-2 1 0,0 0 0,-1 0 0,6 28 1,-3-1 25,-2 0 0,-1 0 0,-3 0 0,-1 1 1,-3 0-1,-2 0 0,-9 59 0,1-54 5,-1 1 0,-3-2-1,-2 0 1,-3-1-1,-1 0 1,-32 53 0,27-60-18,-2-2 1,-1 0-1,-3-2 0,-1-1 1,-43 40-1,52-57 138,0-1 0,-2-1-1,0-1 1,-1-2 0,-1 0-1,-1-2 1,0 0 0,0-3-1,-44 13 1,105-26 679,152-34-475,147-22-230,835-5-1355,-1010 63 552,-203 0-813,-50 0-934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14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933 197 5491,'-18'-28'1478,"-5"-8"-876,-37-44 1,56 75-553,-1 1 0,0-1 0,1 1 0,-2 0 0,1 0 0,0 0 0,-1 1 0,0 0 0,0 0 0,0 0 0,0 1 0,0 0 0,-9-2-1,3 2-5,0 1-1,-1 1 0,1 0 0,-24 4 0,28-3-32,-14 3 8,0 0 0,0 2 0,1 1 0,0 0 0,1 2 0,-1 0 0,1 2 1,1 0-1,0 1 0,1 0 0,0 2 0,-31 30 0,15-8 110,1 1 0,2 1 0,2 2 1,-47 83-1,49-68 50,2 1 0,3 2 0,2 0 0,3 1 0,2 1 0,4 0 0,1 1 0,4 0 0,1 101 0,6-117-140,1-1 0,3 0 0,14 65-1,-10-77-28,1 0-1,2-1 0,0-1 0,2 0 1,23 35-1,-15-31-9,2-1 1,1-1-1,1-2 1,2 0-1,1-2 1,2-1-1,0-1 1,1-2-1,2-2 1,1 0-1,0-3 0,1 0 1,1-3-1,1-1 1,0-2-1,40 9 1,-25-10-27,1-2 0,-1-3 0,1-2 0,1-3 0,-1-2 0,0-2 0,0-2 0,0-3 0,-1-2 0,0-3 0,89-31 0,-94 23-27,0-3 1,-1-2 0,-1-1-1,-2-3 1,-1-1 0,72-67 0,-86 69 40,-2-1 0,-1-1 0,-2-1 0,-1-2 0,-1 0 0,-2-2 0,-1 0 0,-2-1 0,20-62 0,-25 58 17,-2-1 0,-2-1 0,-2 1 0,-1-1-1,-2 0 1,-4-56 0,-2 65-3,-1 0 0,-2 0 0,-1 1 0,-1 0-1,-2 1 1,-1-1 0,-1 2 0,-25-43 0,15 36-8,-3 2 0,-1 0 0,-1 2 0,-2 0 0,-1 3 0,-1 0 0,-2 2 0,-1 1 0,-1 2 0,-1 1 0,-1 2 0,-1 2 0,-1 1 0,-1 2 0,0 2 0,-1 1 0,-1 2 0,0 3 0,-48-6 0,29 7 18,1 4 0,-1 2 1,0 2-1,-62 9 0,104-5-5,1 0 0,-1 1 0,-33 14 1,43-15-52,1 0 1,0 0 0,0 1 0,0 0 0,0 1 0,1 0-1,0 0 1,-12 13 0,18-18-63,0 0 1,0 1-1,0-1 1,0 1-1,0-1 1,0 1-1,1-1 1,-1 1-1,0-1 1,1 1-1,-1 0 1,1-1-1,0 1 1,-1 0-1,1 0 1,0-1-1,0 1 1,0 0-1,0-1 1,1 1-1,0 3 1,0-3-404,0 1 0,0-1 0,1 0 0,-1 0 0,1 0 0,0 0 0,-1 0 0,1 0 0,4 3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15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90 585 6579,'0'0'592,"-12"27"-434,-53 127 474,63-150-662,-4 7 1445,2-29 225,3-8-1533,2 0 0,0 0 0,2 0 0,1 0 0,1 0 0,1 1 0,1 0 0,1 0 0,1 1 0,2 0 0,22-40 0,-5 19-107,2 0 1,2 2 0,2 2 0,45-44 0,-62 68-10,1 1-1,1 0 1,0 2 0,1 0 0,1 1-1,0 1 1,0 1 0,1 1 0,1 1-1,-1 1 1,39-8 0,-51 14 1,0 1 1,0 0-1,0 0 0,0 1 1,0 1-1,0-1 0,0 2 0,0-1 1,0 1-1,12 5 0,-16-4-4,0 0-1,1 0 0,-1 1 0,0 0 0,-1 0 0,1 0 0,-1 1 0,0 0 0,0 0 0,0 0 1,-1 1-1,1-1 0,-1 1 0,-1 0 0,4 7 0,3 10-16,0 0-1,-2 1 1,-1 0-1,-1 0 1,-1 1 0,-1-1-1,1 29 1,-5 174 48,0-223-19,-1 18 9,-1 0-1,-1-1 1,-1 1-1,-8 25 1,8-36-2,0-1 0,0 0 0,-1 1 1,0-2-1,-1 1 0,0-1 0,0 0 0,-1 0 1,-14 14-1,21-23 1,-1 1-1,0 0 1,1-1 0,-1 1 0,0 0 0,1-1-1,-1 1 1,0-1 0,0 1 0,0-1 0,0 1 0,0-1-1,0 1 1,1-1 0,-1 0 0,0 0 0,0 0-1,0 1 1,-2-1 0,2-1 12,1 0 1,-1 1-1,1-1 1,-1 0-1,1 1 0,-1-1 1,1 0-1,-1 0 1,1 1-1,-1-1 0,1 0 1,0 0-1,0 0 0,-1 0 1,1 1-1,0-1 1,0 0-1,0 0 0,0 0 1,0 0-1,0 0 1,0 0-1,1-1 0,-1 0-7,-1-10 7,0-1 1,1 1 0,1-1 0,0 0-1,1 1 1,1-1 0,0 1 0,0 0 0,1 0-1,0 0 1,13-22 0,-9 23-26,1-1 1,1 1 0,-1 1-1,2-1 1,0 2 0,0 0-1,0 0 1,1 1 0,1 0-1,-1 1 1,1 0 0,20-6-1,-24 9-14,-1 1 0,1 1 1,0-1-1,0 2 0,1-1 0,-1 1 0,0 1 0,0 0 0,1 0 0,-1 0 0,0 1 1,0 1-1,0 0 0,0 0 0,0 0 0,0 1 0,0 1 0,-1 0 0,1 0 0,-1 0 0,8 6 1,-4 1-33,1 1 1,-1 0 0,-1 1-1,0 0 1,-1 1 0,0 0 0,-1 0-1,-1 1 1,0 0 0,-1 0-1,5 19 1,3 13 0,-2 0 1,11 81-1,-12-20 62,-5 0-1,-7 110 1,-2-172-5,-2 1 0,-2 0 0,-2-1-1,-16 52 1,15-70-5,-2 1-1,-1-2 0,0 0 1,-3 0-1,0-1 1,-1-1-1,-30 34 0,29-39 3,-2-2-1,0 0 0,-1-1 1,-1-1-1,-1-1 0,0-1 1,0-1-1,-2 0 0,1-2 1,-2-1-1,1-1 0,-1-1 1,-1-1-1,1-2 0,-51 6 1,60-10-2,0 0 1,0-1-1,0 0 1,0-2 0,1 0-1,-1 0 1,0-2-1,1 0 1,0 0 0,-25-12-1,29 10 3,0 0-1,0-1 1,1-1 0,0 1-1,0-2 1,1 1 0,0-1-1,1-1 1,0 1-1,0-1 1,1-1 0,1 0-1,-11-20 1,10 13 2,0 1-1,1-1 1,1-1 0,1 1-1,0-1 1,2 0 0,0 1 0,1-1-1,1 0 1,0 0 0,2 0-1,0 0 1,6-20 0,-6 29-11,0 1 1,1-1-1,1 1 1,-1 0-1,2 0 1,-1 0-1,1 0 1,0 1-1,1-1 1,0 2-1,0-1 1,1 1-1,0-1 1,1 2-1,-1-1 1,1 1-1,0 0 1,1 1-1,-1 0 1,1 0-1,0 1 1,0 0-1,0 1 1,1 0-1,18-3 1,-16 4 0,0 0-1,-1 1 1,1 1 0,0 0 0,0 1 0,-1 0-1,1 1 1,-1 0 0,1 1 0,-1 0 0,0 1 0,0 0-1,15 8 1,-14-5-4,-1 0 1,0 1-1,-1 1 0,0-1 0,0 2 1,-1-1-1,0 1 0,0 1 1,-1 0-1,-1 0 0,8 15 0,-6-9-296,0 0-1,-1 1 0,-1 0 1,5 25-1,-9-15-3764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15.8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8324,'0'0'1376,"288"15"-1376,-119-15-1072,6-12-1713,-14-6-977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15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1008,'0'0'2546,"158"0"-1810,-87 0-528,18 0-112,3 0-96,6-6-1553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16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2369,'0'0'880,"202"0"-591,-148 0 239,-1 12 240,16-6-176,11-6-447,6 0-145,0-18-1505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16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4690,'0'0'4882,"-24"53"-5058,155-53-160,26-9-3217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16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6579,'0'0'2486,"26"0"-1960,170 0-491,196 4-6178,-222 0 5920,99 1 1631,112 5-732,-35 4-1451,-249-16 1003,150-21 1,-207 17-63,100-19-217,-68 5-1376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0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260 844 6627,'-30'10'400,"-100"33"-13,103-34 51,-43 19-1,67-26-341,11-2-18,10-2-50,1-1 0,-1 0 0,0-1 0,0-1 0,-1-1 1,23-11-1,7-1 1,1032-339 360,-550 190-287,-286 87-77,496-151 38,-739 231-63,43-13-27,0 2-1,62-7 1,-105 18-22,1 0 0,0 0-1,0 0 1,0 0 0,-1 0 0,1 0 0,0 0 0,0 0 0,0 0 0,0 1 0,-1-1 0,1 0 0,0 0 0,0 1 0,-1-1 0,1 0 0,1 2 0,-2 8-730,-21 17-881,0-12 569,-35 21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0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11 5715,'0'0'3911,"-11"-4"-3178,9 3-720,0 0-1,-1 0 0,1 0 1,-1 1-1,1-1 0,0 0 1,-1 1-1,1 0 0,-4 0 1,5 0-13,0 0 0,0 0 1,0 0-1,1 1 0,-1-1 1,0 0-1,0 0 0,1 1 1,-1-1-1,0 1 0,1-1 1,-1 1-1,0-1 0,1 1 0,-1-1 1,0 1-1,1-1 0,-1 1 1,1 0-1,-1-1 0,1 1 1,-1 1-1,-1 4-6,1 1 1,0 0-1,0-1 1,1 1-1,-1 0 0,2 0 1,-1-1-1,1 1 1,2 10-1,79 471 102,-73-438-72,172 743 155,-161-732-265,11 43-1019,-19-32-2389,-10-33-297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57 5090,'0'0'3757,"-2"-15"-3349,0-26-368,6 42-45,2 12-11,35 103-63,-21-54 96,66 204 29,-12 4-1,45 327 0,-112-517 238,-18-280 95,-1 8-126,12 176-253,8-251-132,-4 238 97,0 0-1,2 0 1,1 0-1,2 1 0,1 0 1,26-52-1,-31 70-8,0 1-1,1 0 0,1 0 1,0 1-1,0 0 0,0 0 1,14-11-1,-18 17 27,0 0-1,1-1 1,-1 1-1,1 0 1,-1 1-1,1-1 1,0 1-1,-1-1 1,1 1-1,0 0 1,0 1-1,0-1 1,0 1-1,0-1 1,0 1-1,0 0 1,0 1-1,0-1 1,0 1-1,0 0 0,0 0 1,7 3-1,-5-1-6,0 0 0,0 1-1,-1-1 1,1 1-1,-1 1 1,0-1-1,0 1 1,0 0 0,-1 0-1,8 11 1,0 4-32,20 42 1,-13-16 49,-2 1 0,20 84 0,6 104 18,-15-66-4,-24-148-168,0 0-1,2 0 1,0-1 0,1 1-1,13 24 1,-18-42-92,-1 0-1,1-1 0,0 1 1,0-1-1,0 1 1,0-1-1,0 0 1,0 0-1,1 1 1,-1-2-1,4 3 0,-3-3-185,0 0-1,-1 0 0,1 0 0,0-1 1,0 1-1,0-1 0,0 0 1,5 0-1,-7 0 432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2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41 347 3233,'0'0'3834,"-6"-11"-3124,-10-12-628,16 23-83,0 0 1,0-1 0,0 1-1,-1 0 1,1 0 0,0-1-1,0 1 1,0 0 0,-1 0-1,1 0 1,0-1 0,0 1 0,-1 0-1,1 0 1,0 0 0,0 0-1,-1-1 1,1 1 0,0 0-1,0 0 1,-1 0 0,1 0-1,0 0 1,-1 0 0,1 0 0,0 0-1,0 0 1,-1 0 0,1 0-1,0 0 1,-1 0 0,1 0-1,0 0 1,0 0 0,-1 0-1,1 0 1,-1 1 0,-1 5-5,1-1 0,-1 1 0,1 0-1,0 0 1,1 0 0,-1 0 0,1 0 0,1 10 0,-2 115 15,3 155 65,1-239-64,2 0 1,2 0-1,26 89 1,-30-127-7,0 1 1,1-1 0,0 1-1,1-1 1,0 0 0,0-1-1,1 1 1,0-1 0,11 11-1,-13-15-2,1-1-1,-1 0 1,1 0-1,-1 0 1,1-1-1,0 1 1,0-1-1,0 0 1,0 0-1,0-1 1,1 0-1,-1 0 1,0 0-1,1-1 1,-1 1-1,0-1 1,1 0-1,9-2 1,-8 1 2,0-1 0,-1 0 1,1 0-1,0 0 1,-1 0-1,0-1 0,0 0 1,0-1-1,0 0 1,8-6-1,-4 1 0,0 0 0,-1 0 0,0-1 1,14-22-1,-3-1-33,-1-1 1,24-65-1,-25 49 33,-2-2 1,-2 0-1,-3 0 0,5-56 0,-1-213 71,-15 314-49,1 1 12,-1 0 0,0 0 0,0 0 0,0 1 1,-1-1-1,0 0 0,0 0 0,0 1 0,-1-1 0,1 1 0,-2-1 0,1 1 0,0 0 0,-5-7 0,7 12-31,0 0 1,0-1-1,0 1 0,0 0 0,0 0 0,-1-1 0,1 1 0,0 0 0,0 0 0,0 0 0,0-1 0,0 1 1,-1 0-1,1 0 0,0 0 0,0-1 0,0 1 0,-1 0 0,1 0 0,0 0 0,0 0 0,-1 0 0,1-1 1,0 1-1,0 0 0,0 0 0,-1 0 0,1 0 0,0 0 0,-1 0 0,1 0 0,0 0 0,0 0 0,-1 0 1,1 0-1,0 0 0,0 0 0,-1 0 0,1 0 0,0 0 0,0 0 0,-1 1 0,1-1 0,0 0 0,0 0 1,0 0-1,-1 0 0,1 0 0,0 1 0,0-1 0,0 0 0,-1 0 0,1 0 0,0 1 0,0-1 0,0 0 1,0 0-1,0 1 0,-1-1 0,1 0 0,-4 23-142,4-21 143,-10 162-80,13 179 0,-1-306 75,2 0 0,11 49 0,-11-68-3,1 0-1,1 0 1,1 0-1,1-1 1,0 0 0,15 22-1,-20-35-3,0 0-1,0 0 0,0-1 1,1 1-1,-1-1 1,1 1-1,0-1 0,0 0 1,0-1-1,0 1 1,1-1-1,-1 0 1,1 0-1,0 0 0,-1-1 1,1 1-1,0-1 1,0 0-1,0-1 0,0 1 1,0-1-1,0 0 1,0 0-1,0 0 1,-1-1-1,1 0 0,0 0 1,0 0-1,0-1 1,-1 1-1,1-1 0,0 0 1,-1-1-1,8-4 1,-3-1 8,0-1 1,0 0 0,-1-1-1,0 0 1,-1 0 0,0 0 0,6-14-1,37-84 40,-24 36-28,-3-1-1,-3-1 1,-3-1-1,-4 0 0,-3-1 1,1-145-1,-11 25 294,0 200-333,1-1 0,-1 0-1,1 0 1,0 1 0,0-1 0,0 0 0,0 0 0,1 0 0,-1 0 0,1 0 0,0 0 0,2 3 0,3 5-54,41 60 37,69 77-1,18 24 61,-109-134-17,-2 1-1,-2 1 1,-1 0-1,28 85 1,-39-94-5,-2 1 0,-2 0 0,-1 1 0,-1-1 0,-1 1 0,-2 0 0,-6 51 0,4-73 1,-1 0 0,-1 0-1,0-1 1,0 1 0,-1-1 0,0 0-1,-1 0 1,0 0 0,-1-1-1,0 0 1,0 0 0,-14 15-1,16-19 22,-1-1 0,0 1 0,0-1 0,0 0 0,-1-1 0,1 1 0,-1-1 0,0 0 0,0 0 0,0-1 0,-1 0 0,1 0 0,0 0 0,-1-1 0,1 0 0,-1 0 0,1 0 0,-1-1 0,0 0 0,1-1 0,-1 1 0,-8-3 0,12 2 27,0 0 0,1 0 0,-1 0 0,1-1-1,-1 1 1,1-1 0,0 1 0,-1-1 0,1 0-1,0 0 1,0 0 0,0 0 0,0 0 0,1 0-1,-1-1 1,1 1 0,-1-1 0,1 1 0,0-1 0,0 1-1,0-1 1,0 0 0,0 1 0,1-1 0,-1-4-1,-1-7 23,1-1 0,0 1 0,2-23 0,0 27-81,-2 4 6,1 0 1,1-1 0,0 1-1,0 0 1,0 0-1,0-1 1,1 1-1,0 0 1,0 0-1,1 0 1,0 1-1,0-1 1,0 1-1,1-1 1,-1 1-1,1 0 1,0 0-1,1 1 1,-1-1-1,1 1 1,0 0-1,0 0 1,0 1-1,1 0 1,-1 0-1,1 0 1,0 0-1,0 1 1,0 0-1,0 0 1,0 0-1,0 1 1,1 0-1,11 0 1,-15 1-9,0-1 0,0 1-1,0 0 1,0 0 0,0 1 0,0-1 0,0 0-1,0 1 1,0 0 0,0 0 0,-1 0 0,1 0-1,0 0 1,0 1 0,-1-1 0,1 1 0,-1 0 0,1-1-1,3 5 1,-3-2-15,0 0-1,-1 0 1,1 0-1,-1 1 1,0-1-1,0 1 1,-1-1-1,1 1 1,-1-1-1,0 1 1,0 6-1,2 44-1298,-3-9-2293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2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330 506 4194,'0'0'1793,"-214"47"-1057,140-26 225,32-9 591,105-12-1360,85-51-192,81-17 433,53-18-241,18 0-176,6 8 16,-30 7 0,-38 15-32,-45 8 0,-44 24-2113,-66 7-1329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2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6723,'0'0'1393,"32"145"-1617,19-14 1088,-7 29-368,1 19-128,-7-4-256,-5-12-80,6-29-32,5-36-496,4-36-2273,-4-38-897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3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5362,'0'0'2087,"3"45"-2127,-3-44 40,6 89 12,5 1 1,26 106-1,25 56 32,38 143 72,-94-374-110,6 24 0,1-1 1,2-1 0,36 72-1,-49-134 242,-3-64-32,10-235 68,-5 272-501,2 1 1,2 0-1,2 1 0,2 0 1,19-45-1,-25 72-28,1 1 1,1-1-1,1 2 1,0-1-1,17-20 1,-21 30 167,-1 0 0,1 0 1,0 1-1,1-1 1,-1 1-1,1 1 1,0-1-1,0 1 1,0 0-1,1 0 1,-1 1-1,1 0 1,-1 0-1,1 0 1,13-1-1,-17 3 68,1 0-1,0 0 0,0 0 1,-1 1-1,1-1 1,-1 1-1,1 0 1,0 0-1,-1 0 1,1 0-1,-1 0 1,0 1-1,1 0 1,-1 0-1,0 0 1,0 0-1,0 0 1,-1 1-1,1-1 1,0 1-1,-1-1 1,1 1-1,-1 0 1,3 6-1,3 5 6,-1 1 1,-1 0-1,0 0 0,5 23 1,-9-31 3,13 58 87,11 106-1,-18-102 96,23 91-1,-27-147-168,0 1 0,1-1 1,0 0-1,1 0 0,1-1 0,0 0 0,0 0 0,18 20 1,-19-25-10,1-1 0,-1 0 0,1-1 0,0 1 1,1-1-1,-1-1 0,1 1 0,0-1 0,0-1 1,0 0-1,1 0 0,-1 0 0,1-1 0,17 2 1,-14-2 5,-1-1 0,1 0 0,0-1 0,0 0 0,0-1 0,0 0 0,-1-1 0,1 0 0,0-1 0,-1 0 0,0-1 1,0 0-1,0-1 0,0 0 0,-1-1 0,1 0 0,9-9 0,-7 4-10,-2 0 0,1-1-1,-1 0 1,-1-1 0,0 0 0,-1-1 0,-1 0-1,0-1 1,0 1 0,-2-1 0,0-1 0,-1 1-1,7-32 1,-4-7 99,-2 0-1,-2-102 1,-4 128-5,0 2 46,-2 0 0,0 0 0,-8-35 1,6 47 66,0 0 0,-1 0 0,0 1 0,-1 0 0,0 0 0,-1 1 0,-16-22 0,14 26 121,4 11-183,4 23-221,1-23 44,0 0 24,-1 38-22,2 0 0,2 0 0,13 69 0,55 154 94,-68-251-174,2 4 189,1 1 1,9 20 0,-14-35-180,0-1 0,1 1 1,-1-1-1,0 0 0,0 1 0,1-1 1,0 0-1,-1 0 0,1 0 1,0 0-1,0 0 0,0 0 0,0-1 1,0 1-1,1-1 0,-1 1 0,0-1 1,1 0-1,-1 0 0,1 0 0,-1 0 1,1-1-1,2 2 0,11-2-1687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3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0 5571,'0'0'1264,"-95"175"-1296,118-163 96,28-6 576,11-6 129,-2 0-769,2-21-48,-17 1-3986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4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0 723 1377,'0'0'45,"5"25"-10,15 78 53,-10-76 751,-9-27-811,-1 1-1,0-1 0,0 0 0,0 1 1,1-1-1,-1 0 0,0 0 0,1 1 1,-1-1-1,0 0 0,1 0 0,-1 1 1,0-1-1,1 0 0,-1 0 1,0 0-1,1 0 0,-1 0 0,1 1 1,-1-1-1,0 0 0,1 0 0,-1 0 1,1 0-1,-1 0 0,0 0 1,1 0-1,-1-1 0,1 1 0,-1 0 1,1 0-1,1-2 114,0 1-1,0-1 1,0 0 0,0 0-1,0 0 1,0 0 0,-1 0-1,1-1 1,2-3-1,-1 0 74,37-60 610,53-116 0,-73 139-751,-1 4 56,-1-1 1,-3-1-1,-1-1 1,-3 0-1,-1 0 1,-1-1-1,-3-1 1,1-54 0,-7 73-56,1 16 49,-1-1-1,0 1 0,0 0 0,-1-1 1,-4-14-1,5 22-80,-1 0-1,0 0 1,0 0 0,0 0-1,0 1 1,0-1 0,0 0 0,0 1-1,-1-1 1,1 1 0,-1-1-1,1 1 1,-1 0 0,1-1 0,-1 1-1,0 0 1,0 0 0,1 0-1,-1 0 1,0 1 0,0-1 0,0 0-1,0 1 1,0-1 0,0 1-1,0 0 1,0 0 0,0 0-1,-4 0 1,1 3-93,9 9-74,-4-12 122,4 8-41,0 1-1,1-1 0,0-1 1,0 1-1,1 0 1,0-1-1,0 0 0,12 9 1,66 48 27,-48-38-2,2 1 23,17 13-29,65 60 1,-104-86 5,-2 2 1,0-1 0,-1 2-1,0 0 1,-2 0-1,0 1 1,-1 1 0,13 31-1,-17-33 12,-1 0 0,-1 1 0,0-1-1,-1 1 1,-1 0 0,-1 0 0,0 1 0,-1-1-1,-2 0 1,-4 30 0,4-40 3,0 0-1,0 0 1,-1 0-1,0 0 1,-1-1-1,1 1 1,-1-1 0,-1 0-1,1 0 1,-1 0-1,0-1 1,-1 0 0,0 0-1,0 0 1,0-1-1,-1 1 1,1-2 0,-1 1-1,0-1 1,-1 0-1,1 0 1,-1-1 0,1 0-1,-15 3 1,10-3 63,1-1 0,-1 0 1,0-1-1,1 0 0,-19-1 0,26-1-7,0 1 0,1-1 0,-1 1 0,0-1-1,1 0 1,-1 0 0,1-1 0,-1 1 0,1-1-1,0 1 1,0-1 0,-1 0 0,1 0-1,0-1 1,1 1 0,-1-1 0,0 1 0,1-1-1,0 0 1,-4-5 0,2 0-5,1 0 1,0 0-1,0 0 0,1-1 1,0 1-1,1-1 0,-1 1 1,2-1-1,-1 0 0,1 0 0,1-11 1,0 15-48,-1 1 0,0 0 0,1 0 1,0 0-1,0 0 0,0 0 0,1 0 1,-1 0-1,1 0 0,0 0 0,0 1 1,0-1-1,0 0 0,1 1 0,-1 0 1,1 0-1,0 0 0,0 0 0,0 0 0,1 0 1,-1 1-1,1 0 0,-1-1 0,7-1 1,-5 2-9,0 0 0,0 1 0,0 0 1,0 0-1,1 0 0,-1 0 0,0 1 1,0 0-1,1 0 0,-1 1 1,0-1-1,1 1 0,-1 0 0,0 0 1,0 1-1,0 0 0,0 0 0,0 0 1,0 0-1,-1 1 0,1 0 0,-1 0 1,0 0-1,0 0 0,0 1 0,0 0 1,0-1-1,-1 1 0,6 9 1,-3-3-178,0 0 1,-1 0 0,0 0 0,-1 1 0,0 0 0,0 0 0,-2 0 0,1 1 0,0 13 0,-1 26-3989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4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652 631 6419,'0'0'3847,"-5"19"-3818,3-9-29,-3 10 4,1-1 0,0 1 0,2 0 0,-1 33 0,4-47-2,-1 0-1,1 0 0,0 0 1,0 0-1,1 0 1,0-1-1,0 1 0,0 0 1,5 8-1,-4-11 0,-1 1-1,1-1 0,-1 0 1,1-1-1,0 1 0,0 0 1,0-1-1,0 0 0,1 0 1,-1 0-1,0 0 1,1 0-1,0 0 0,-1-1 1,1 0-1,6 2 0,-2-2-1,1 0-1,-1 0 0,0-1 1,0 0-1,0-1 0,0 1 1,0-1-1,0-1 0,0 0 1,0 0-1,0 0 0,0-1 1,-1 0-1,1-1 0,-1 0 1,0 0-1,0 0 0,-1-1 1,1 0-1,9-10 0,-1 1-52,-2-2 0,1 0-1,-2 0 1,0-1 0,-1-1-1,-1 0 1,9-21 0,-9 11-94,0 0 0,-2 0 0,-1-1 0,-1 0 0,-2 0-1,-1-1 1,-1 1 0,-1-1 0,-5-42 0,2 56 60,0 1 1,-1 0-1,-1 0 0,-1 0 1,0 0-1,0 0 0,-2 1 1,1 0-1,-2 0 0,0 1 1,-1 0-1,0 1 0,-16-18 1,11 16 11,-1 1 1,0 1 0,-1 0-1,0 1 1,0 1-1,-1 0 1,-1 1-1,1 1 1,-2 1 0,-24-7-1,19 7 53,0 2-1,0 1 1,0 1 0,-1 1-1,1 1 1,-30 2-1,38 1 43,0 0 0,0 1-1,0 1 1,0 0-1,1 1 1,0 1-1,0 0 1,0 1-1,1 1 1,-19 13-1,7 0 60,2 0 0,1 2 0,0 1-1,2 0 1,1 2 0,0 0 0,3 1-1,0 1 1,-25 57 0,22-35 97,1 2 1,3 0-1,2 0 1,3 1-1,-6 64 0,12-63 142,2 0 1,2 0-1,11 89 0,-6-119-242,0 0 1,2-1-1,0 0 1,2 0 0,0 0-1,2-1 1,0-1-1,1 1 1,2-2-1,22 30 1,-19-31-64,1-1 0,1-1 0,0-1 0,1 0 0,1-2 0,1 0 0,0-1 0,1-1 0,0-1 0,26 9 0,-7-6-109,1-3-1,0-1 1,1-2 0,85 5-1,-83-11-385,0-1-1,0-3 1,44-7-1,-32-4-927,102-36-1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5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36 6067,'0'0'1072,"-28"1"-229,12-1-781,5-1-47,0 2 0,0-1-1,-1 1 1,1 1 0,0 0 0,-14 4 0,20-3-16,-1-1 0,1 1 1,-1 0-1,1 0 0,0 0 0,1 1 1,-1 0-1,0 0 0,1 0 1,0 0-1,0 1 0,0 0 1,1 0-1,-1 0 0,1 0 0,0 0 1,1 1-1,-3 5 0,-6 21 7,1 0-1,2 0 1,1 1-1,-4 44 0,6-6 195,4 74 0,1-123-127,2 1 0,0 0 1,2-1-1,0 0 0,2 1 0,13 34 0,-13-45-52,-1 0 0,2-1-1,0 1 1,0-1 0,1-1 0,1 1-1,0-1 1,0-1 0,1 0 0,0 0-1,0-1 1,16 10 0,-11-10-6,-1-1 1,1-1-1,1 0 0,-1-1 1,1-1-1,0 0 0,0-1 1,0-1-1,1 0 0,-1-1 1,24-2-1,-30 1-7,0 0 0,0 0 0,0-1 0,0-1-1,0 0 1,0 0 0,0-1 0,0 0 0,-1-1 0,1 0 0,-1 0-1,0-1 1,0 0 0,-1 0 0,0-1 0,0-1 0,0 1 0,0-1 0,7-9-1,-2 0 14,-1 1-1,-1-2 0,0 0 1,-1 0-1,-1-1 0,0 0 1,-1 0-1,-2-1 1,1 0-1,-2 0 0,-1-1 1,0 0-1,-2 1 0,0-1 1,-1-25-1,-1 29-6,-1 1 1,0-1-1,-1 1 1,0 0-1,-2 0 1,0 0-1,0 0 1,-1 0-1,-1 1 1,-10-18-1,2 10-7,-1 0-1,-1 1 0,-1 1 1,0 0-1,-25-20 0,9 10-50,-1 3 0,-72-47 0,85 62-425,-1 1 0,0 0 0,-1 2 0,1 0 0,-2 2 0,-40-8 0,23 13-2993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5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49 7043,'0'0'2556,"-8"29"-2428,-3 12-118,2 0-1,1 1 1,3 0 0,-1 47-1,6-62 9,1 0 1,2 0-1,1 0 0,1-1 1,16 52-1,-14-59-13,1-1 1,1 1-1,1-2 0,0 1 0,1-1 1,1-1-1,1 0 0,25 25 1,-28-32-9,1 0 0,0-1 0,1 0 1,-1-1-1,1 0 0,1-1 1,0 0-1,0-1 0,0 0 1,25 5-1,-30-8-1,1-1 0,0 0 0,0 0 0,-1-1 0,1 0 0,0-1 0,0 1-1,-1-2 1,1 1 0,0-1 0,-1-1 0,0 1 0,1-2 0,-1 1 0,0-1 0,-1 0 0,1-1 0,8-5 0,-7 1-1,1 0-1,-1-1 1,0 0 0,-1 0 0,0-1-1,-1 0 1,0-1 0,-1 1-1,0-1 1,-1 0 0,0-1 0,-1 1-1,0-1 1,1-14 0,2-20-16,-2 1 0,-2-78 1,-3 116 19,1-21 8,-2-1 0,0 0 0,-2 1 0,-1 0 0,-2 0 0,0 0 0,-12-30 0,6 31 166,-23-42-1,34 86 62,2 19-279,2 0 0,2 0 1,1 0-1,19 60 0,-2-28 54,45 92 1,-44-112-1700,45 70 0,-29-66-2387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6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1579 5523,'-3'-33'1360,"-2"-7"-1140,-1-15-99,3-99 0,3 149-123,0-1 0,0 0 0,1 0 0,0 0 0,0 0 0,1 0 0,-1 1 0,1-1 0,0 0 0,1 1 0,3-7 0,-4 10-1,1-1-1,-1 1 1,1 0-1,-1-1 1,1 1-1,0 0 1,0 0-1,0 1 1,0-1-1,0 1 1,1-1-1,-1 1 1,0 0-1,1 0 1,-1 1-1,0-1 1,1 1-1,-1-1 1,7 2-1,-2-1-7,0 1 0,0 0 0,0 1 0,-1 0 0,1 0 0,-1 0 0,1 1-1,-1 0 1,0 1 0,0 0 0,0 0 0,-1 0 0,1 1 0,-1 0 0,0 0-1,0 1 1,-1-1 0,9 12 0,8 12 3,-2 1 0,30 55 1,-49-84 7,15 28 65,0 2 1,-2 0-1,-2 0 1,-1 1 0,-1 1-1,-1-1 1,-2 2 0,-2-1-1,2 44 1,-16-201 1802,-1 16-1789,7 33-178,12-138-1,-6 192-20,0 1-1,0-1 1,2 1 0,1 1-1,1-1 1,0 1 0,1 0-1,1 0 1,1 1 0,1 0-1,20-26 1,-29 41 78,1 0 0,-1 1-1,1-1 1,0 0 0,0 1 0,0 0 0,0-1-1,0 1 1,0 0 0,0 0 0,1 1-1,-1-1 1,1 1 0,-1 0 0,1 0 0,0 0-1,-1 0 1,1 1 0,0-1 0,0 1 0,0 0-1,-1 0 1,1 0 0,0 1 0,0-1-1,-1 1 1,1 0 0,0 0 0,-1 1 0,1-1-1,-1 1 1,1-1 0,-1 1 0,0 0 0,0 0-1,0 0 1,0 1 0,0-1 0,0 1 0,-1 0-1,1 0 1,-1 0 0,0 0 0,4 5-1,6 12 9,-1 0 0,-1 0 0,-1 1 0,-1 0-1,8 28 1,22 123 44,-35-161-12,11 68 17,-4-20 11,2-1 0,35 102 0,-42-148-9,0-2-1,0 1 0,1-1 1,0 1-1,1-2 0,0 1 1,17 16-1,-18-20-4,1-1-1,-1 0 1,1-1-1,0 0 1,0 0-1,0 0 1,1-1-1,-1 0 1,1 0-1,0-1 1,-1 0-1,15 2 1,-10-3 3,-1-1 0,1 1 0,0-2 0,0 1 0,-1-2 0,1 0 0,-1 0 0,1-1 0,-1 0 0,0-1 0,0 0 0,20-11 0,-19 6-2,1 1 0,-1-1 1,0-1-1,-1 0 0,0-1 0,-1 0 1,0-1-1,-1 0 0,14-22 1,-10 9 17,-1-1 0,-1 0 1,-2 0-1,0-1 0,-2 0 1,-1-1-1,-1 0 0,2-35 0,-3-17 211,-11-131 0,-1 137-141,-3 0-1,-4 1 1,-46-137 0,-109-198 334,151 366-378,-99-197 1393,118 239-1447,0 1-1,0-1 1,0 0-1,0 0 1,1 0-1,-1 0 1,0 0-1,0 0 1,0 0-1,0 0 1,0 0-1,0 0 0,0 0 1,0 1-1,0-1 1,0 0-1,0 0 1,-1 0-1,1 0 1,0 0-1,0 0 1,0 0-1,0 0 1,0 0-1,0 0 1,0 0-1,0 0 0,0 1 1,0-1-1,0 0 1,0 0-1,0 0 1,0 0-1,0 0 1,0 0-1,0 0 1,-1 0-1,1 0 1,0 0-1,0 0 1,0 0-1,0 0 0,0 0 1,0 0-1,0 0 1,0 0-1,0 0 1,0 0-1,0 0 1,-1 0-1,1 0 1,0 0-1,0 0 1,0 0-1,0 0 1,0 0-1,0 0 0,0 0 1,0 0-1,0 0 1,0 0-1,-2 15-39,2 28-89,4 20 116,3 0-1,2 0 1,34 115 0,80 179 21,-116-339-11,28 79 5,-11-26 0,3 0 1,4-3-1,42 72 1,-70-133-100,1-1 1,0-1-1,0 1 0,0 0 1,1-1-1,0 0 0,0 0 1,0-1-1,1 1 0,-1-1 1,1 0-1,0-1 0,1 1 1,-1-1-1,0 0 0,1-1 1,0 0-1,-1 0 1,1 0-1,0-1 0,0 0 1,0 0-1,0-1 0,0 1 1,0-2-1,0 1 0,14-3 1,-17 2-120,-1 0 0,1 0 1,-1 0-1,1-1 0,-1 1 1,1-1-1,-1 0 1,0 0-1,6-5 0,-3 1-591,0-1 0,0 1-1,8-15 1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6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1 256 3089,'0'0'5907,"151"-77"-5907,-8 17 0,9 7-640,-19 8-1969,-17 24-1185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7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35 876 6579,'0'0'1291,"38"-4"-1582,-4 2 206,-7 1-24,-1-1-1,0-2 0,0 0 0,0-1 1,0-2-1,-1-1 0,35-15 0,-31 9-134,0-1 0,-1-2 0,-1 0 0,35-30 0,-54 41 216,0-1 0,-1-1 1,0 1-1,0-1 0,-1 0 1,0 0-1,0-1 1,-1 0-1,0 0 0,0 0 1,-1-1-1,-1 1 0,1-1 1,-2 0-1,1 0 0,-1 0 1,1-18-1,-3 23 67,-1 1 0,1-1 0,-1 0-1,0 0 1,0 1 0,0-1 0,0 1-1,-1-1 1,0 1 0,0 0 0,0-1 0,0 1-1,-1 0 1,-4-5 0,2 4 27,0 0 1,-1 0-1,1 0 1,-1 0-1,-1 1 0,1 0 1,0 0-1,-11-3 1,-2-1 103,-1 2 1,0 0 0,0 2 0,0 0-1,-39-2 1,30 4 28,1 2 1,-39 3-1,58-2-161,-1 1 0,1 0 0,0 0-1,0 1 1,0 0 0,0 1-1,1 0 1,-1 0 0,1 1 0,0 0-1,-7 7 1,4-3-29,0 1 0,1 1-1,0 0 1,1 0 0,0 1 0,1 0-1,0 1 1,1 0 0,1 0-1,0 0 1,1 1 0,-6 20 0,4-3 10,2 1 1,0 0-1,2 0 0,3 54 1,0-68-14,2 1 0,0 0 0,1-1 0,0 1 0,2-1 0,0 0 0,16 34 0,-14-38-4,1 0 0,1-1 0,0 0 0,0 0 0,2-1-1,-1 0 1,2-1 0,-1-1 0,2 1 0,13 7 0,-9-6-33,2-2-1,-1-1 0,1 0 1,1-1-1,-1-1 1,1-1-1,1-1 1,-1-1-1,1 0 1,-1-2-1,1 0 0,0-1 1,30-4-1,-25 1-63,-1-2 0,0 0 0,-1-2 1,1-1-1,-1-1 0,0-1 0,-1-1 0,0-1 0,0-1 0,34-24 0,-30 15 0,0-2 0,-1 0 1,-1-2-1,-1-1 0,28-40 0,-38 45 86,0-1 0,-2 0 1,0-1-1,-2-1 0,0 1 0,-2-2 0,0 1 1,4-29-1,-6 14 292,-2 0 0,-1-1 0,-5-70 0,1 91-143,-2 1 0,0-1 1,-1 1-1,0 0 1,-1 1-1,-2-1 0,0 1 1,0 0-1,-2 0 0,-10-16 1,16 30-63,2 1-15,0 0 0,0 0 0,0 0-1,-1 0 1,1 1 0,-1-1 0,1 0-1,-1 1 1,0-1 0,1 1 0,-1 0 0,0-1-1,0 1 1,0 0 0,0 0 0,0 0 0,-4 0-1,6 1-60,0 0-1,-1 0 0,1 0 1,0 0-1,0 0 1,-1 0-1,1 0 0,0 0 1,-1 0-1,1 0 0,0 0 1,0 0-1,-1 0 0,1 1 1,0-1-1,0 0 1,-1 0-1,1 0 0,0 0 1,0 1-1,0-1 0,-1 0 1,1 0-1,0 1 0,0-1 1,0 0-1,0 0 1,-1 1-1,1-1 0,0 0 1,0 0-1,0 1 0,0-1 1,0 0-1,0 1 0,0-1 1,0 0-1,0 0 0,0 1 1,0-1-1,0 0 1,0 1-1,0-1 0,0 1 1,-4 33-49,1 1 0,1-1 0,4 43 0,-1-4 48,1-26 7,2-1 0,1 1 0,3-1 0,2-1 0,1 1 0,3-2 0,1 0 0,29 55 0,-42-94-7,-1-2-1,1 1 0,0 0 0,0 0 0,0-1 0,0 1 1,0-1-1,1 0 0,0 1 0,-1-1 0,1 0 0,5 3 1,-7-5-1,-1-1 1,0 0 0,0 0 0,0 0-1,0 0 1,1 0 0,-1 0-1,0 0 1,0 0 0,0 0 0,0 0-1,1 0 1,-1 0 0,0 0-1,0 0 1,0 0 0,1 0 0,-1 0-1,0 0 1,0 0 0,0 0-1,0 0 1,1 0 0,-1 0 0,0 0-1,0 0 1,0 0 0,0 0-1,1 0 1,-1 0 0,0-1 0,0 1-1,0 0 1,0 0 0,0 0-1,0 0 1,1 0 0,-1-1 0,0 1-1,0 0 1,0 0 0,0 0-1,0 0 1,0-1 0,0 1 0,0 0-1,0 0 1,0 0 0,0 0-1,0-1 1,0 1 0,0 0 0,1-16 63,-1 10-30,0-23 68,1-30-33,-3 0 0,-18-117 0,19 170-69,-35-178-8,32 153-23,1-1 0,1 0-1,5-58 1,-1 84-1,-1 1 0,1-1 0,0 1 0,0 0 0,0 0 1,1-1-1,-1 2 0,1-1 0,1 0 0,-1 1 0,1-1 0,-1 1 0,1 0 1,0 0-1,1 0 0,-1 1 0,1 0 0,5-4 0,13-6-277,1 0 0,39-14-1,-37 16 96,62-24-348,94-45 169,-227 187 2616,28-61-2024,2 0 0,3 2 0,1-1 0,2 1 1,-2 68-1,10-107-157,0 0 1,1-1-1,1 1 1,0 0-1,0-1 1,0 1-1,1-1 1,5 13-1,-5-17-34,0 0-1,0-1 1,0 1-1,1-1 1,0 0-1,0 0 1,0 0 0,0 0-1,0 0 1,0-1-1,1 0 1,-1 1-1,1-1 1,0 0 0,-1-1-1,1 1 1,0-1-1,0 0 1,7 2-1,5 0 5,0-1 1,1 0-1,-1-1 0,1-1 0,-1 0 0,0-2 0,20-3 0,-3-1-122,-1-2-1,57-22 1,109-70-1581,-198 100 1687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8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66 701 4418,'0'0'2644,"-9"-32"-2441,-26-106 306,30 114-348,0-1 0,2 0-1,-1-45 1,3 19-62,-3 188 93,4-82-190,3 0 0,2 0-1,2 0 1,3-1 0,2 0 0,2-1-1,3 0 1,27 58 0,-37-97 1,0-1-1,1 0 1,0 0-1,13 15 1,-17-23-2,0-1 1,0 0-1,1-1 1,-1 1-1,1-1 0,0 1 1,0-1-1,0-1 1,0 1-1,1-1 1,-1 0-1,1 0 1,-1-1-1,7 2 1,-3-1 0,0-1 0,0 0 1,-1 0-1,1 0 0,0-2 0,0 1 1,0-1-1,0 0 0,0-1 1,-1 1-1,1-2 0,-1 0 0,1 0 1,-1 0-1,0-1 0,0 0 1,0 0-1,-1-1 0,0 0 0,10-9 1,-3-1 0,0-1 1,-1 0 0,0-1-1,-2 0 1,0-1 0,16-36-1,-14 21 13,-2 1 0,-1-1 1,8-50-1,-8 3-23,-3-2-1,-5-92 1,-2 132-45,1 82 7,1-1 0,3 0 0,1 0-1,20 72 1,-18-86 47,1-1 0,1 0-1,1 0 1,1-2-1,1 1 1,1-1 0,0-1-1,30 32 1,-37-46 4,-1-1-1,1 0 1,0 0 0,0-1 0,1 0-1,0 0 1,0 0 0,0-1 0,0 0 0,1-1-1,-1 0 1,1 0 0,0-1 0,0 0-1,0-1 1,0 0 0,0 0 0,12-1-1,-15 0 10,0-1-1,0 0 0,0-1 1,0 1-1,0-1 0,-1 0 1,1 0-1,-1-1 0,1 0 1,-1 0-1,0 0 0,0-1 1,0 1-1,-1-1 0,1 0 1,-1 0-1,0-1 0,0 0 1,-1 1-1,1-1 0,-1 0 1,0-1-1,0 1 0,3-9 1,1-5 90,0 0 0,-1-1 0,0 0 0,-2 0 0,-1 0 0,2-26 0,-4 21-50,-1-1-1,-1 1 0,-1-1 1,-2 1-1,0 0 0,-2 0 1,0 0-1,-2 1 1,-1 0-1,0 0 0,-2 1 1,-24-38-1,-133-172-60,137 194-60,26 33-35,3 3-72,-1 0 0,1 0 0,-1 0 0,1 0 0,0 0 0,0 0 0,0-1-1,1 1 1,-1-1 0,1 1 0,0-1 0,0 0 0,0 1 0,-1-8 0,2 0-3226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8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20 48,'0'0'4688,"-26"-4"-4115,-84-11 275,107 15-803,0 0-1,0-1 1,0 1-1,-1 1 1,1-1-1,0 0 1,0 1-1,0 0 1,-1 0-1,1 0 1,0 0-1,0 0 1,0 0-1,1 1 1,-1 0-1,0-1 1,0 1-1,-3 4 1,3-2-7,0 0 0,0 1 1,0-1-1,0 1 0,1 0 0,0 0 0,-3 10 1,1-3 5,-7 25 18,2 1 1,1-1-1,3 2 1,1-1-1,1 1 1,5 71-1,-1-89-33,2 0-1,0 0 0,1 0 1,0-1-1,2 1 1,1-1-1,0 0 0,15 27 1,-13-33-13,-1 0 0,2-1 1,-1 0-1,2 0 0,0-1 0,0-1 1,1 0-1,1 0 0,0-1 1,0-1-1,22 12 0,-22-15-3,0 0 1,1-1-1,0 0 0,0-1 0,0 0 0,0-2 1,28 3-1,-35-4-7,-1-1 0,1 0 1,0 0-1,-1-1 0,1 0 0,0 0 0,-1-1 1,1 1-1,-1-1 0,0-1 0,0 1 1,0-1-1,0 0 0,0-1 0,0 1 1,-1-1-1,1 0 0,8-10 0,-6 3 12,0 0-1,-2-1 1,1 0 0,-1-1-1,-1 1 1,0-1 0,-1 0-1,0 0 1,-1-1 0,0 1-1,-1-1 1,0-19-1,-1 13-3,-2 1 0,0-1-1,0 0 1,-2 1 0,-1 0-1,0 0 1,-1 0 0,-11-25-1,4 19-6,-2 1 0,0 0 0,-2 1-1,-36-41 1,20 30-22,-1 2 1,-45-35-1,57 51-22,-1 1 1,-27-14 0,39 24-272,1 0 1,-2 1-1,1 0 1,0 1-1,-1 0 1,0 1-1,-17-2 1,11 4-3258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8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4 169 5523,'0'0'2454,"-1"46"-2262,1-13-149,-2 6 33,2-1 0,1 1 0,2-1-1,2 0 1,2 0 0,14 48 0,145 318 161,-156-389-203,-10-15-32,0 0 1,0 0 0,0 0-1,0 0 1,0 0-1,0 0 1,1 0-1,-1 0 1,0 0-1,0 0 1,0 0-1,0 0 1,0 0-1,0 0 1,0 0-1,1 0 1,-1 0-1,0 0 1,0 0 0,0 0-1,0 0 1,0 0-1,0-1 1,0 1-1,1 0 1,-1 0-1,0 0 1,0 0-1,0 0 1,0 0-1,0 0 1,0 0-1,0 0 1,0-1 0,0 1-1,0 0 1,0 0-1,0 0 1,0 0-1,1 0 1,-1 0-1,0-1 1,0 1-1,0 0 1,0 0-1,0 0 1,0 0-1,0 0 1,0 0-1,-1 0 1,1-1 0,0 1-1,0 0 1,-1-33 210,-9-16-175,-1 1-1,-3 0 1,-37-88-1,-10-33-181,47 118-333,3-1 1,2-1-1,2 0 1,1-74-1,6 123 456,0 0-1,1 0 1,0 0 0,0 0-1,0 0 1,1 0 0,-1 0-1,1 0 1,0 0-1,0 1 1,0-1 0,0 1-1,1 0 1,-1-1 0,1 1-1,0 0 1,0 0 0,0 1-1,1-1 1,-1 1-1,0 0 1,1-1 0,0 2-1,6-4 1,10-3-29,1 0 1,0 2-1,31-7 1,-47 12 37,136-20-76,-12 2 48,-128 19 46,-1 0-1,0 0 1,1 0 0,-1 0 0,0 0 0,1 0 0,-1 0-1,0 1 1,0-1 0,1 0 0,-1 0 0,0 0 0,1 0-1,-1 0 1,0 1 0,0-1 0,1 0 0,-1 0-1,0 1 1,0-1 0,1 0 0,-1 0 0,0 1 0,0-1-1,0 0 1,0 0 0,1 1 0,-1-1 0,0 0 0,0 1-1,0-1 1,0 0 0,0 1 0,0-1 0,0 0 0,0 1-1,0-1 1,0 0 0,0 1 0,0-1 0,0 0-1,0 1 1,0-1 0,0 0 0,0 1 0,0-1 0,-1 1-1,-5 23 446,5-20-392,-9 35 122,2 0-1,1 1 0,2-1 0,2 1 0,1 0 0,3 1 0,5 48 0,-3-73-172,0 0 0,1-1 0,1 1 0,1-1 0,0 0 0,0 0-1,2 0 1,0-1 0,0 0 0,1-1 0,1 0 0,0 0 0,1-1 0,1 0 0,-1-1 0,2 0-1,0-1 1,0-1 0,0 0 0,1-1 0,1 0 0,-1-1 0,1 0 0,20 5 0,-17-9-456,1 1 0,-1-2 1,23 0-1,54-1-3535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9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2961,'0'0'2049,"5"13"-1331,34 99-283,43 203 0,-66-248-350,31 169 113,30 112-6,-72-331-183,-4-12-1,0 1 0,0-1 0,1 1 0,0-1 1,0 0-1,1 0 0,-1 0 0,7 8 0,-9-13 32,1 0 0,-1 0 0,1-1 0,-1 1 0,1 0 0,-1 0 0,1-1 0,-1 1 0,1 0 0,-1-1 0,1 1-1,-1-1 1,0 1 0,1-1 0,-1 1 0,0 0 0,1-1 0,-1 1 0,0-1 0,1 0 0,-1 1 0,0-1 0,0 1 0,0-1 0,0 1 0,1-1 0,-1 1-1,0-1 1,0 0 0,0 1 0,-1-2 0,35-126 1525,21-69-1252,13 20-266,8 4-1,101-167 0,-168 324-83,3-5-356,0 0 0,1 1 0,29-34 0,-29 44-2128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9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2337,'0'0'2225,"83"181"-1393,-11-130 17,2 8-545,-6 4-96,-8-4-112,-10-2-80,-8-10-16,-10-14-1248,-11-15-1057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29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0 976 2705,'0'0'3586,"17"-18"-2935,52-57-527,66-93 0,-115 137-37,-1-1 0,-2 0 1,0-2-1,-3 0 0,16-54 1,-22 60 121,-2-1 0,-1 1 0,-1-1 0,-2-1 0,-1 1 0,-1 0 0,-6-43 0,4 62-137,0-1 1,0 1-1,-1 1 1,-1-1-1,0 0 1,0 1-1,-1 0 1,0 0-1,0 0 1,-1 1-1,0 0 1,-8-8-1,9 10-21,-1 1 0,0-1 0,0 1-1,-1 0 1,0 1 0,1 0 0,-2 0 0,1 0-1,0 1 1,-1 0 0,1 1 0,-1-1 0,0 1-1,0 1 1,-10-1 0,14 1-39,-1 1-2,0-1 1,0 1 0,0 0-1,-1 0 1,1 0-1,0 1 1,0 0 0,-6 1-1,9-1-12,1 1 0,-1-1 0,1 0 0,0 0 0,-1 1 0,1-1 0,0 0 0,0 1 0,0-1 0,0 1 0,0 0 0,0-1 0,0 1 0,1 0 0,-1 0 0,1-1-1,-1 1 1,1 0 0,0 0 0,-1 0 0,1-1 0,0 1 0,0 0 0,1 4 0,-1 0-4,1 1 0,-1-1 0,1 1 0,1-1 0,0 1 0,0-1 0,0 1 0,0-1 0,1 0-1,0 0 1,0-1 0,1 1 0,0 0 0,0-1 0,0 0 0,9 8 0,8 6 8,1 0 1,40 25-1,-51-36-2,198 113 39,13 7-43,-195-109 0,0 0 0,-1 2 0,-1 1 0,-1 2 0,32 39 0,-44-46 2,-1 0 1,0 1-1,-1 0 1,-1 1 0,-1 0-1,-1 1 1,0-1-1,-2 1 1,0 1-1,-1-1 1,-1 1-1,1 24 1,-4-31 3,0 0 0,-1 0 0,-1 0 0,0 0 1,0 0-1,-2 0 0,0 0 0,0-1 0,-1 0 0,-1 0 0,0 0 0,-1-1 0,0 1 1,-1-2-1,0 1 0,-1-1 0,0 0 0,-14 12 0,6-10 15,0 0 0,-1 0-1,0-2 1,-1 0 0,-1-2 0,1 0-1,-1-1 1,-1 0 0,1-2 0,-1-1 0,0 0-1,-1-2 1,-24 2 0,36-4 3,1-1 0,0 0 0,0-1 0,-1 0-1,-11-2 1,18 2-14,0 0 0,0 0-1,0 0 1,0-1 0,1 1-1,-1-1 1,1 1-1,-1-1 1,1 0 0,-1 0-1,1 0 1,0 0 0,0 0-1,0-1 1,0 1-1,0-1 1,1 1 0,-1-1-1,-1-3 1,0-1-2,1 1 0,0-1 0,0 0 0,0 0 0,0 0 1,1 0-1,1 0 0,-1 0 0,1 0 0,0 0 0,1 0 0,-1 0 0,1 0 0,1 0 1,-1 0-1,1 0 0,1 1 0,-1-1 0,1 0 0,5-7 0,-4 7-10,1-1 1,1 1-1,0 0 0,0 1 1,0-1-1,1 1 0,-1 0 0,2 1 1,-1 0-1,0 0 0,1 0 1,0 1-1,0 0 0,1 1 0,12-4 1,-9 4-6,0 0 0,0 1 1,0 0-1,0 1 1,0 1-1,0 0 0,0 0 1,0 1-1,13 3 1,-21-3 7,1 0 0,0 0 0,0 1 1,-1-1-1,1 1 0,-1 0 1,1 1-1,-1-1 0,0 1 1,0 0-1,0 0 0,-1 0 1,1 0-1,-1 1 0,1 0 0,-1-1 1,0 1-1,0 0 0,-1 1 1,1-1-1,-1 0 0,0 1 1,2 7-1,-1-4 16,-1 1 0,-1-1 0,1 1 0,-1-1 0,-1 16 0,0-22-42,0 0 0,0 0-1,0 0 1,0-1 0,-1 1-1,1 0 1,-1 0-1,1 0 1,-1-1 0,1 1-1,-1 0 1,0-1-1,0 1 1,0-1 0,0 1-1,0-1 1,-1 1 0,1-1-1,0 0 1,0 1-1,-1-1 1,1 0 0,-1 0-1,1 0 1,-1 0 0,0 0-1,1-1 1,-1 1-1,0 0 1,0-1 0,1 1-1,-4-1 1,-52 0-4117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33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1537,'0'0'581,"9"7"-301,-9 14-189,0-20-371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33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1 1 2513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34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1717 487 2513,'5'40'376,"-1"-14"4565,-5-34-4848,0 0 0,-1 0 0,0 0 0,0 0 0,0 0 0,-1 1 0,-1-1 0,1 1 0,-1 0 0,0 0 0,-1 0 0,1 0 0,-11-10 0,-9-9-73,-48-39 0,69 63-6,-23-19-7,-1 1 1,-1 2 0,0 1 0,-2 1 0,0 1 0,0 2-1,-2 1 1,-48-12 0,19 11 14,0 3 0,0 2-1,-106 1 1,126 8 23,0 2-1,0 2 1,0 2-1,1 1 1,0 2-1,0 2 1,1 1-1,1 3 1,-41 21-1,37-15 91,2 1-1,1 2 0,1 2 0,1 1 0,-56 56 0,74-64-80,1 0 0,1 1 0,2 0-1,0 2 1,1 0 0,1 0 0,1 1 0,1 1 0,1 0 0,1 0 0,-6 35 0,9-31-19,2 1 0,0-1 0,2 0 0,2 1 0,0 0 1,2-1-1,2 1 0,0-1 0,2 0 0,1 0 0,1-1 0,2 0 0,1-1 1,0 1-1,3-2 0,0 0 0,20 27 0,-9-19-21,2-2 0,1-1 0,1-1 0,2-2 0,1-1 0,45 30 0,-31-28 2,2-2 0,1-2 0,1-2 0,69 22-1,-36-22 0,0-3 0,1-4 0,0-4-1,1-3 1,0-4 0,103-8-1,-155 1-4,0-2 0,-1-1 0,0-1 0,1-2 0,-2-2 0,0 0 0,0-2 0,-1-2-1,0 0 1,29-21 0,-38 21-1,-1 0 1,-1-2-1,0 0 0,-1-2 0,-1 0 0,0 0 0,-2-2 1,0 0-1,-1 0 0,-1-2 0,-1 0 0,-1 0 0,15-46 1,-16 24-8,-1 1 1,-3-1 0,-1-1-1,-3 1 1,-3-45 0,1 49-4,-2 0 0,-2 0 0,-2 0 1,-1 1-1,-2 0 0,-25-66 0,-8 8-22,-3 3-1,-4 2 1,-5 2-1,-82-107 1,121 178 6,0-1 17,0 1 1,-20-18-1,30 32-17,0 1-1,-1-1 0,1 1 1,-1 0-1,0 1 1,-1-1-1,1 1 1,-1 0-1,1 1 0,-1-1 1,-11-1-1,15 4-39,0-1 0,0 1 0,0 0-1,-1 0 1,1 0 0,0 0 0,0 1-1,0-1 1,0 1 0,0 0 0,0 0 0,0 0-1,0 0 1,-5 3 0,0 1-330,0 1 1,1 0 0,0 0-1,-6 8 1,-47 50-3710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34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3031 11 3602,'0'0'1907,"2"-7"749,-4 4-1748,-9 6-371,-139 79-125,22-9-336,-556 242 737,-22-36 946,-205 32-1151,551-191-3217,280-102-1529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35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57 223 4994,'0'0'579,"-7"-25"-96,4 14-265,-22-89-103,4 16 3236,20 82-2622,1 5-446,2 36-315,2 0 0,13 63 0,0-8 112,-3 49-809,-5 194 0,-10-279-1167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35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1 5827,'0'0'544,"-158"169"48,143-106-16,15-4-239,36-29-257,35-18 64,15-12 144,-8-15 64,-19-30-64,-26-2 240,-24 5 161,-9 6 47,-9 10-320,-18 14-416,0 12-784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36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976 389 3890,'-3'-31'1528,"1"11"-1284,2 4-107,-2-1-1,0 0 1,0 1-1,-2-1 1,0 1-1,-1 0 0,0 0 1,-2 0-1,0 1 1,-17-29-1,14 30 98,-1 1 0,0 0 1,-1 1-1,-1 0 0,-25-19 0,31 26-140,-1 1 1,1 0 0,-1 0-1,0 0 1,0 1 0,0 0-1,0 1 1,0-1-1,-1 2 1,1-1 0,-1 1-1,0 0 1,-11 1 0,18 0-85,-1 1 0,1-1 1,0 0-1,-1 1 0,1-1 1,0 1-1,-1 0 0,1 0 1,0 0-1,0 0 1,0 0-1,0 0 0,0 0 1,0 1-1,0-1 0,0 1 1,0-1-1,1 1 1,-1 0-1,-2 3 0,1 2-9,-1 0 0,1 0-1,1 1 1,-1-1-1,-1 11 1,-5 34 17,2 1 1,3-1-1,4 104 1,1-89 67,13 189 296,0-12-161,-12-163-167,1 9 12,-3-1 1,-14 96-1,10-163-36,0-1 0,-1 0 0,-1 0 0,-1 0 0,-1-1 0,-1 0 0,-1 0 0,0-1 0,-18 25 0,22-37-139,1-1 0,-1 1 0,0-1 0,0 0 1,-1-1-1,0 1 0,0-1 0,0 0 0,-1-1 1,1 0-1,-1 0 0,0-1 0,0 0 0,-1 0 1,1-1-1,-1 0 0,1 0 0,-1-1 0,1 0 1,-1-1-1,0 0 0,1 0 0,-1-1 0,0 0 0,1 0 1,-11-4-1,9 2-170,0-1-1,0 0 1,0-1 0,1 0 0,0 0-1,0-1 1,0 0 0,1-1 0,0 0-1,0 0 1,1-1 0,-11-13 0,-5-10 49,2-1 0,-21-40 1,26 44 404,2-1 0,0 0 1,2-1-1,1 0 1,1-1-1,2 0 0,-8-60 1,15 86-114,1 0 0,-1 0-1,1 0 1,0 0 0,0 0 0,0 0 0,1 0 0,0 0 0,0 0-1,0 0 1,0 0 0,1 0 0,0 1 0,0-1 0,0 0 0,1 1-1,-1 0 1,1 0 0,0 0 0,0 0 0,1 0 0,-1 0 0,1 1-1,0 0 1,0-1 0,8-4 0,11-6 68,1 1-1,1 1 1,0 1-1,1 1 1,31-8-1,145-26 214,-158 36-236,148-21-830,241-4 0,-386 32-3215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36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498 228 7091,'0'0'1985,"-4"28"-1899,-2 3-29,0 2 54,1 1 1,0 64 0,4-92-104,1 0 1,1-1-1,-1 1 1,1 0-1,0-1 1,0 1-1,1 0 1,0-1-1,3 9 1,-3-12-5,0 1 1,-1-1 0,1 0-1,0 1 1,0-1 0,1 0 0,-1 0-1,0 0 1,1-1 0,-1 1-1,1 0 1,-1-1 0,1 0-1,0 0 1,0 1 0,0-2-1,0 1 1,-1 0 0,7 0-1,-2 0 13,0 0-1,1 0 0,-1-1 1,0 0-1,0 0 0,1-1 1,-1 0-1,0-1 0,0 1 1,0-1-1,0 0 0,0-1 1,0 0-1,-1 0 0,12-7 1,-12 5-7,1-1 0,-1 1-1,0-1 1,0-1 0,-1 1 0,0-1 0,0 0 0,-1 0 0,1 0 0,-1 0 0,-1-1 0,0 0 0,3-10 0,-1 5-9,-2 0 1,0 1 0,-1-1-1,0 0 1,0-1 0,-2 1-1,0 0 1,0 0-1,-1 0 1,-1 0 0,0 0-1,-1 0 1,0 0 0,-1 1-1,0-1 1,-1 1 0,-1 0-1,0 0 1,0 1 0,-16-21-1,11 20-17,0 0 0,-1 1 0,0 0 0,-1 1 0,0 0 0,-1 1 0,0 1 0,-1 0 0,-24-10 0,20 12-6,0 1 0,-1 0 0,1 1 0,-1 2 0,1 0 0,-1 1 0,-31 2 0,39 0 17,0 0-1,0 1 1,0 1-1,1 0 1,-1 0-1,1 1 1,0 1-1,0 0 1,0 0-1,-16 12 0,14-7 2,0 1 0,0 0 0,1 0 0,1 2 0,0-1 0,1 1 0,-10 16 0,5-4 22,2 1 0,0 1 0,2 0 0,1 1 0,1 0 0,1 0 0,1 1 0,-3 44 1,8-52 28,0 0 0,2 1 1,1-1-1,0 0 0,2 0 1,0 0-1,12 36 0,-10-43-22,0-1 0,1 0-1,1 0 1,0-1-1,1 1 1,0-2 0,1 1-1,0-1 1,1-1 0,0 1-1,1-2 1,16 13 0,-5-8-17,1 0 1,1-1 0,0-1 0,0-1-1,1-2 1,0 0 0,40 7 0,-28-9-412,0-2 1,0-1-1,0-2 1,65-6-1,54-20-4876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38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1189 5042,'0'0'881,"25"16"-364,81 47-191,-100-60-299,0 0 0,0 0 0,0-1 0,0 0 0,12 3 0,10-8 74,-22 2-81,-2 0-9,0-1 0,-1 0 0,1 1 1,0-1-1,-1 0 0,0-1 0,1 1 1,-1-1-1,0 1 0,0-1 0,0 0 1,-1 0-1,1 0 0,-1-1 0,1 1 1,-1-1-1,0 1 0,-1-1 0,1 0 1,-1 1-1,2-8 0,3-6 25,-2-1-1,0-1 1,2-27-1,-1-188 237,-5 144-178,-3-30 7,-4 0 0,-6 0 1,-5 1-1,-42-145 0,49 230 446,8 33-118,0 10-350,2 16-122,1 34-11,-1 62 44,21 173-1,31-34 87,-41-220-70,3-1 0,1 0 1,1-1-1,30 50 0,-36-73-2,0-1 0,1-1 0,0 1 0,1-2 0,23 21 0,-26-26-4,0-2 0,0 1 0,0-1-1,1 0 1,0-1 0,0 0-1,0 0 1,1-1 0,-1 0 0,1-1-1,10 1 1,2 0-20,1-1-1,-1-1 1,1-2 0,24-2-1,-34 1-33,0-1-1,0 0 0,0 0 0,0-2 0,-1 1 0,0-2 1,0 0-1,15-9 0,-8 2-6,0-2-1,-1 0 1,-1-1 0,0 0-1,-1-2 1,-1 0-1,0-1 1,-2 0 0,0-1-1,-1-1 1,-1 0 0,-1 0-1,-1-1 1,-1 0 0,-1-1-1,0 0 1,-2 0 0,-1 0-1,-1-1 1,-1 1-1,-1-1 1,-3-42 0,1 58 76,0 0 0,0 0-1,-1 0 1,0 0 0,-1 0 0,1 1 0,-2-1 0,1 1 0,-1 0 0,0-1 0,0 2 0,-1-1 0,0 0 0,0 1 0,0 0-1,-1 0 1,0 1 0,0 0 0,-1 0 0,0 0 0,1 0 0,-2 1 0,1 1 0,0-1 0,-1 1 0,1 0 0,-1 1 0,0-1-1,0 2 1,0-1 0,-13 0 0,14 1-1,0 0 0,-1 1-1,1-1 1,0 1 0,0 1-1,-1 0 1,1 0 0,0 0-1,0 1 1,0 0 0,0 0-1,0 0 1,1 1-1,-1 0 1,1 1 0,0 0-1,0 0 1,0 0 0,0 0-1,0 1 1,1 0 0,0 0-1,0 1 1,-6 9 0,1 0 0,1 0 0,1 0 0,1 1 0,0 0 0,1 1 0,1 0 0,1-1 0,-5 32 0,5-17 21,2 1 1,1-1 0,2 1-1,4 32 1,-3-51-31,1 0 0,0 0 0,0-1 0,1 0 0,1 0-1,0 0 1,0 0 0,2-1 0,-1 1 0,1-2 0,1 1 0,0-1 0,0 0 0,1-1 0,1 1 0,-1-2 0,12 8 0,-5-5-1,0-1-1,1 0 1,0-2 0,1 0 0,0-1 0,0 0-1,1-2 1,-1 0 0,1-1 0,35 2 0,-18-4-105,-1-3 1,1-1 0,-1-1-1,0-2 1,0-2-1,0-1 1,-1-1 0,58-25-1,-48 13-222,0-1-1,-1-2 1,-2-2 0,-1-2-1,66-58 1,-85 66 236,0-1 0,-2-1 0,0 0 0,-1-2 0,-2 0 0,25-48 0,-32 52 95,-1-1 1,0 0-1,-2 0 0,0 0 1,-2-1-1,0 0 0,-1 1 0,-2-1 1,-1-33-1,0 48 1,0 0 0,-1 0 0,0 0 0,-1 1 0,1-1 0,-1 1 0,0-1 0,-1 1 0,0 0 0,0-1 0,0 1 0,-1 1-1,0-1 1,-8-9 0,6 9 30,-1 1-1,0-1 1,0 1-1,0 1 0,-1-1 1,0 1-1,0 1 0,0-1 1,0 2-1,0-1 1,-13-2-1,-3 0 35,0 1 0,0 2 0,-1 0 0,1 1 0,-1 2 0,-26 3 0,36-2-20,0 1-1,0 0 1,0 1 0,1 1 0,0 0-1,0 1 1,0 0 0,0 1 0,1 1-1,-24 18 1,21-11-20,1 1 0,0 1 1,1 0-1,1 0 0,1 2 0,1 0 0,0 0 0,1 0 1,1 2-1,1-1 0,1 1 0,1 0 0,1 0 0,0 1 1,2 0-1,0 0 0,2 0 0,0 0 0,2 0 0,5 36 0,-4-48-29,0 1-1,1-1 0,0 0 0,1-1 0,0 1 1,1-1-1,0 1 0,0-1 0,1-1 0,0 1 0,1-1 1,0 0-1,0 0 0,1-1 0,-1 0 0,2-1 0,-1 1 1,1-1-1,0-1 0,19 9 0,-5-5 9,0 0-1,0-2 1,1-1 0,0-1-1,0-1 1,1-1 0,44 0 0,-53-3-12,0 0 0,-1-1 0,1-1 0,-1-1 0,1 0 0,24-9 0,-30 8 1,-1-1 1,1 0-1,-1 0 0,0-1 0,-1 0 0,0-1 0,0 0 0,0 0 1,-1 0-1,12-16 0,-10 10 5,0 0 0,-1-1-1,0 0 1,-2 0 0,1-1 0,-2 0 0,0 0 0,5-25 0,-5 8 28,-2 0 1,-1 1 0,-2-41 0,-1 54 15,-1 0 0,-1 0 1,-1 1-1,0 0 0,-1-1 0,-1 1 1,-1 1-1,0 0 0,-1 0 0,0 0 1,-21-27-1,29 42-46,-1 1 0,1-1 0,0 0 0,-1 0 0,1 0 0,-1 1 0,0-1 0,1 0 0,-1 1 0,0-1-1,1 0 1,-1 1 0,0-1 0,1 1 0,-1-1 0,0 1 0,0-1 0,-2 0 0,1 24-12,2 25-34,1-1 1,3 1 0,12 54-1,-13-86 42,1-1 0,1 0-1,0 1 1,1-2-1,1 1 1,0-1 0,1 0-1,0 0 1,1-1-1,1 0 1,0-1 0,0 0-1,22 19 1,-22-24-1,0-1 0,0 0 0,0 0 1,1-1-1,-1 0 0,1-1 0,0-1 0,1 1 1,-1-2-1,1 1 0,-1-2 0,1 1 0,0-2 1,-1 1-1,1-2 0,12-1 0,-10 0 1,-1 0 0,1-1 0,-1-1-1,0 0 1,0-1 0,0-1 0,-1 0 0,1 0 0,-2-1 0,1 0-1,-1-2 1,0 1 0,13-13 0,-12 7 2,0 1 0,-2-1 0,1-1 0,-2 0 0,0-1 0,-1 1 0,0-1 0,-1-1 0,-1 0 0,-1 0 0,5-22 0,-2-10 22,-3-1 0,-1-88 0,-3 120-2,-2-1 0,0 0 0,-2 0 0,0 0 0,0 1 0,-2-1-1,0 1 1,-12-26 0,4 23 196,13 21-214,0 0 0,0 0 1,0-1-1,0 1 1,0 0-1,0 0 0,0 0 1,0 0-1,0 0 0,-1 0 1,1 0-1,0 0 1,0 0-1,0 0 0,0 0 1,0 0-1,0 0 0,0 0 1,-1 0-1,1 0 1,0 0-1,0 0 0,0 0 1,0 0-1,0 0 0,0 0 1,0 0-1,-1 0 1,1 0-1,0 0 0,0 0 1,0 0-1,0 0 0,0 0 1,0 0-1,0 1 1,0-1-1,-1 0 0,1 0 1,0 0-1,0 0 0,0 0 1,0 0-1,0 0 1,0 0-1,0 0 0,0 1 1,0-1-1,0 0 1,0 0-1,0 0 0,0 0 1,-2 18 111,2 15-100,4 188 55,0-169-26,1 0 0,17 66-1,-14-89-25,-1 2-5,1 0 0,1 0 0,2-1-1,18 35 1,-20-56 30,-5-14 98,-2-22 119,-2 23-254,-2-26 31,0 1-1,-2-1 1,-1 1 0,-1 0 0,-12-35-1,-63-137-42,46 121 16,31 70-12,-1-1 0,2 0 0,0 0 0,0 0 0,-2-21 0,5 29-8,0-1 1,0 0 0,0 0 0,0 0-1,1 1 1,-1-1 0,1 0-1,0 1 1,0-1 0,1 0-1,-1 1 1,1-1 0,0 1-1,-1 0 1,1-1 0,1 1-1,-1 0 1,0 0 0,1 1-1,0-1 1,3-3 0,12-5-113,0 1 0,1 0 0,0 2 0,1 0 0,22-6 0,-28 9 46,465-112-2086,-477 117 2167,7-1 120,-9 1-120,0 0-1,0 0 0,0 0 0,0 0 0,1 0 1,-1 0-1,0 0 0,0 0 0,0 0 1,0 0-1,0 1 0,0-1 0,0 0 0,1 0 1,-1 0-1,0 0 0,0 0 0,0 0 1,0 1-1,0-1 0,0 0 0,0 0 0,0 0 1,0 0-1,0 1 0,0-1 0,0 0 1,0 0-1,0 0 0,0 0 0,0 0 0,0 1 1,0-1-1,0 0 0,0 0 0,0 0 1,0 0-1,0 1 0,0-1 0,0 0 0,0 0 1,0 0-1,-1 0 0,1 0 0,0 0 1,0 1-1,0-1 0,0 0 0,0 0 0,0 0 1,-1 0-1,1 0 0,0 0 0,0 0 1,0 0-1,0 0 0,0 0 0,-1 1 0,-22 32 262,1 1-1,2 1 0,1 1 0,1 1 0,3 0 1,1 1-1,2 1 0,1 0 0,2 1 0,2 0 0,2 0 1,-1 81-1,6-111-227,0 0 0,1 1 1,0-1-1,0 0 0,1 0 1,1 0-1,5 14 0,-5-18-32,0-1 0,0 0-1,1 0 1,0 0 0,0 0-1,0 0 1,0-1 0,1 0-1,-1 0 1,1 0 0,0-1 0,1 1-1,8 3 1,-1 0-8,1-1 1,1-1-1,-1 0 0,1-1 1,0-1-1,24 3 0,-1-3-219,57-3-1,-65-1-678,0-2 0,57-11 0,-55 3-1330,-1 0-1,40-21 1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38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1 205 5731,'0'0'4194,"321"-44"-3986,-113-7-208,-3 9-160,-36-2-2562,-47 20-1616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38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0 194 4498,'0'0'2705,"205"-18"-2289,-15-36-416,-3-8-1328,-20 3-4483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39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51 4786,'0'0'3789,"-32"18"-3389,9-5-288,1 1 0,1 0 0,0 2 0,-24 23 0,38-31-41,1 0 0,0 1 0,1 0 0,0 0 0,0 0 0,1 1 0,0-1 0,1 1 0,0 0 0,0 0 0,1 0 0,-1 12 0,-7 44 481,-1 105 0,11-135-449,2 0 1,1-1 0,1 1 0,17 58-1,-16-76-91,2 0-1,0-1 0,1 0 1,1-1-1,0 0 1,1 0-1,1-1 0,0 0 1,1-1-1,1 0 1,0-1-1,1 0 0,0-1 1,1-1-1,0 0 1,1-1-1,0-1 0,1 0 1,-1-2-1,2 1 1,20 4-1,-12-5-35,1-1 1,-1-2-1,1 0 0,0-2 0,1-1 1,-1-1-1,51-7 0,-62 4-41,-1 0 1,0-1-1,0-1 0,0 0 0,-1-1 0,0 0 0,0-2 0,0 1 1,-1-2-1,0 0 0,-1 0 0,1-1 0,-2 0 0,0-1 1,11-14-1,-13 12 26,0 0 1,-1-1-1,0-1 1,-1 0-1,-1 0 1,0 0 0,-2 0-1,1-1 1,-2 0-1,0 0 1,0 0-1,-2 0 1,0 0-1,-2-26 1,-1 18 49,-1 1 0,-1-1 1,-1 1-1,-1 0 0,-1 0 0,-1 1 1,-1 0-1,-1 0 0,-15-24 1,-1 6 81,-1 1 1,-2 2 0,-1 1 0,-2 1-1,-1 2 1,-68-52 0,77 67-66,-1 2 0,0 0 0,-2 2 0,1 1 0,-2 1 0,0 1 0,0 2 0,-1 1 0,0 1 0,0 1 0,-53-3 0,69 9-57,-1 0-1,0 1 1,-16 2 0,25-2-149,-1 1 0,1-1 0,0 1 1,-1 0-1,1 0 0,0 1 0,1 0 0,-1 0 1,0 0-1,-4 4 0,-24 28-5315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39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 9268,'0'0'2834,"-21"217"-2834,-44-63 0,-21 4 0,-15-45-2930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0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126 265 4994,'0'0'1566,"-20"-26"-941,-62-77 183,73 92-656,-2-2 80,11 13-226,0 0 0,0 0 0,0 0 0,0 0-1,0 0 1,0 0 0,-1 0 0,1 0 0,0 0 0,0 0-1,0 0 1,0 0 0,0 0 0,0 0 0,0 0 0,-1 0-1,1 0 1,0 0 0,0 0 0,0 0 0,0 0-1,0 0 1,0 0 0,0 0 0,0 0 0,0 0 0,-1 0-1,1 0 1,0 0 0,0 1 0,0-1 0,0 0 0,0 0-1,0 0 1,0 0 0,0 0 0,0 0 0,0 0 0,0 0-1,0 0 1,0 1 0,0-1 0,0 0 0,0 0-1,0 0 1,0 0 0,0 0 0,0 0 0,0 0 0,0 1-1,0-1 1,0 0 0,0 0 0,0 0 0,0 0 0,0 0-1,0 0 1,0 0 0,0 0 0,0 1 0,0-1 0,0 0-1,0 0 1,1 0 0,0 28-4,1-1 0,1 1 0,2-1 0,0 0 0,2 0 0,1 0 0,2-1 0,0 0 0,1-1 0,26 41 0,-26-49 2,1-1 1,1-1-1,0 1 1,1-2-1,0 0 1,29 21 0,-30-26 1,0-1 0,0-1 0,0 0 0,1-1 0,0 0 0,0-2 0,0 1 1,1-2-1,26 4 0,-21-4 3,-1-2 0,1 0 1,0-1-1,-1-1 0,33-6 0,-45 5-8,0 0 0,0 0-1,0-1 1,0 0-1,-1 0 1,1 0-1,-1-1 1,0 0 0,0 0-1,0-1 1,-1 0-1,1 0 1,-1 0 0,0 0-1,-1-1 1,1 0-1,-1 0 1,5-10-1,-3 2 8,0-1-1,0 1 0,-2-1 1,0 0-1,0-1 0,1-27 1,-2-98 47,-3 91-34,-1 20 47,-2 0 0,-1 0-1,-1 1 1,-1-1-1,-16-43 1,20 71 84,1 6-120,1 17-69,5 25-13,1 0 0,3-1 0,26 81 1,-2-8 32,2 34 14,19 191 0,-44-226 4,-5 0 0,-12 151 0,4-238 5,-1-1-1,-1 1 1,-1-1 0,-1 0-1,-2-1 1,-1 0 0,-27 52-1,32-70 1,-1-1 0,0-1 0,-1 1-1,0-1 1,0 0 0,-1 0 0,0-1 0,0 0-1,-1-1 1,0 0 0,0 0 0,0-1-1,-1 0 1,-12 4 0,15-7 8,0 0 0,0 0 0,0-1-1,0 0 1,0 0 0,0 0 0,0-1 0,0-1 0,-1 1 0,1-1-1,0 0 1,0-1 0,0 1 0,0-1 0,0-1 0,1 1 0,-1-1 0,1-1-1,-1 1 1,1-1 0,0 0 0,-6-5 0,1-2 54,-1-1 1,2 1 0,0-2-1,0 1 1,1-1-1,1-1 1,0 0-1,1 0 1,-11-29-1,8 13 47,2-1 0,0 0 0,2 0-1,-2-36 1,4 26-69,2-1-1,2 1 1,2-1-1,10-58 1,-10 87-51,1-1 1,0 1 0,1 0-1,1 0 1,0 1 0,1-1-1,0 1 1,1 0 0,0 1-1,1-1 1,0 2 0,1-1-1,0 1 1,0 0 0,1 1-1,1 0 1,15-10-1,-17 15-197,1 0 0,1 1 0,-1-1 0,0 2 0,1 0 0,-1 0 0,1 1 0,0 0 0,-1 1 0,1 0 0,15 2 0,10-1-2461,9-1-2003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0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25 4034,'0'0'2102,"-32"-7"-1480,14 3-558,6 0-42,0 1 0,1 1 0,-1 0 0,0 1 1,0 0-1,-16 1 0,23 1-6,0-1 0,1 1 0,-1 1 0,0-1 0,1 1 0,-1-1 0,1 1 0,0 0 0,0 1 0,0-1 0,0 1 0,0 0 0,0 0 0,1 0 0,-1 0 0,1 1 0,0-1 0,0 1 0,0 0 0,1 0 0,-1 0 0,1 0 0,-3 7 0,-5 14 139,1 1 0,1 0 0,1 1 0,-5 42 1,6-9 148,2 60 0,4-102-260,1 1 0,0-1-1,1 0 1,1 1 0,1-1-1,7 20 1,-7-29-33,0 1 0,0-1 0,1 0 0,1 0 0,0-1 0,0 1 0,0-1 0,1 0 0,0-1 0,1 0 0,0 0 0,10 7 0,-7-8 9,0 0 1,0-1 0,0 0-1,1-1 1,0 0 0,0-1 0,0 0-1,0-1 1,0-1 0,1 0-1,-1 0 1,0-1 0,1-1 0,-1 0-1,0 0 1,16-5 0,-21 4-2,0 0 0,-1-1 0,1 0 0,0 0 0,-1 0 0,1-1 0,-1 0 0,0 0 0,-1-1 0,1 0 0,-1 0 0,0 0 0,0-1 0,0 1 0,-1-1 0,1 0 0,-2-1 0,1 1 0,-1-1 0,0 1 0,0-1 0,-1 0 0,1 0 0,0-10-1,0 4 0,-1 1-1,0 0 0,-1-1 0,-1 1 0,0-1 0,-1 1 1,0-1-1,0 1 0,-2 0 0,1 0 0,-2 0 0,0 0 1,-10-22-1,3 18-185,0-1 0,-2 2 0,0-1 0,-1 2 0,0 0 0,-2 0 0,1 2 1,-1 0-1,-1 0 0,0 2 0,-1 0 0,0 1 0,0 1 0,-25-8 0,12 11-2860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1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20 360 3810,'0'0'2721,"0"-25"-1270,-1-76-346,-2 78-721,3 23-382,0 0 1,0 0-1,0 0 1,0 0-1,0 0 1,0 0 0,0 0-1,0 0 1,0 0-1,0-1 1,0 1-1,0 0 1,0 0 0,0 0-1,0 0 1,0 0-1,0 0 1,0 0-1,0 0 1,0 0-1,0-1 1,-1 1 0,1 0-1,0 0 1,0 0-1,0 0 1,0 0-1,0 0 1,0 0 0,0 0-1,0 0 1,0 0-1,0 0 1,0 0-1,-1 0 1,1 0-1,0 0 1,0 0 0,0 0-1,0 0 1,0 0-1,0 0 1,0 0-1,0 0 1,-1 0 0,1 0-1,0 0 1,0 0-1,0 0 1,0 0-1,0 0 1,0 0-1,0 0 1,0 0 0,0 0-1,-1 0 1,1 0-1,0 0 1,0 0-1,0 0 1,0 0 0,0 0-1,0 1 1,0-1-1,-6 18 35,2 42-36,2 0 0,7 62-1,-3-95 15,1 0 0,1 0 0,1-1 0,2 0 0,0 0 0,2-1 0,1 0 0,1 0-1,1-1 1,1 0 0,31 40 0,-37-56-4,1 0 0,0-1 0,0 0 0,1-1 0,0 0 0,0 0 0,1-1 0,-1 0 0,1 0 0,0-1 0,1-1 0,-1 0 0,0 0-1,1-1 1,0 0 0,-1-1 0,1 0 0,0-1 0,0 0 0,0 0 0,-1-1 0,1-1 0,0 0 0,-1-1 0,1 0 0,-1 0 0,0-1 0,18-9 0,-12 2 4,0-1-1,0 0 1,-1-1 0,-1-1 0,0 0 0,-1-1 0,-1 0 0,0-1 0,-1-1 0,-1 0 0,0 0 0,-2-1-1,12-32 1,-7 11 11,-2-1 1,-2 0-1,-2 0 0,-1-1 0,0-68 0,-5 73 12,-2-101 74,-1 116-4,0 1 0,-1 0 1,-1 0-1,-10-29 0,7 36 69,3 16-65,3 29-47,1-21-83,-1 38-20,3 170 152,0-193-69,2 0 0,0 0 1,2-1-1,0 1 0,2-1 0,16 33 0,-15-38-18,2-1 0,0-1 0,1 0 0,1-1 0,1 0 0,0-1 0,1 0 0,20 15 0,-21-20-40,1 0-1,1-2 1,-1 0 0,1 0-1,1-2 1,-1 0 0,2-1-1,-1 0 1,0-2 0,21 4 0,-13-5-473,-1-1 1,1-1 0,-1-2 0,41-4 0,-13-5-3905,60-20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2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514 186 5458,'0'0'4250,"-30"7"-4191,11-2-48,6-3-4,0 2-1,0-1 1,0 2 0,-21 10-1,29-12 2,0 0 1,0 0-1,1 0 0,0 1 0,-1-1 1,1 1-1,1 0 0,-1 0 0,1 1 0,-1-1 1,1 1-1,0 0 0,1 0 0,-1 0 1,1 0-1,0 0 0,-2 10 0,-1 6 32,1 1-1,2-1 1,0 1-1,2 35 1,0-53-36,1 0 0,-1 0 0,1 0 1,-1 0-1,1 0 0,1 0 0,-1 0 1,0 0-1,1 0 0,0-1 1,0 1-1,0-1 0,0 1 0,0-1 1,1 0-1,0 0 0,0 0 0,-1 0 1,1-1-1,1 1 0,-1-1 0,0 0 1,1 1-1,-1-2 0,8 4 0,3-1 12,-1 0-1,1-2 0,-1 0 0,1 0 0,0-1 0,18-1 0,-22 0-9,0 0 0,0-1 0,1 0 1,-1-1-1,0 0 0,-1 0 0,1-1 1,0-1-1,-1 1 0,1-2 0,-1 1 0,0-1 1,-1-1-1,1 1 0,-1-1 0,0-1 1,-1 0-1,1 0 0,-1 0 0,-1-1 0,1 0 1,-1 0-1,-1-1 0,1 1 0,-2-1 1,5-11-1,-3 7 5,-1 0 1,-1 0-1,0-1 1,-1 0-1,0 1 1,-1-1-1,-1 0 0,0-1 1,-1 1-1,0 0 1,-4-22-1,2 26-9,-1-1 0,1 1 0,-2-1 0,1 1 0,-2 0 0,1 1 0,-1-1 0,-1 1-1,1 0 1,-2 0 0,1 0 0,-1 1 0,0 0 0,-1 0 0,-11-8 0,6 7-5,0 1 0,-1 1 0,-1 0 0,1 0 0,-1 1 0,0 1 0,0 1 0,-1 0 0,1 1 0,-1 1 0,0 0 0,0 1 0,0 1 0,-31 3 0,34-2-2,0 1 1,1 1-1,-1 0 1,1 0-1,0 1 1,0 1-1,0 0 1,1 0-1,-1 2 1,-12 8 0,9-4-2,0 2 1,0 0 0,1 0 0,0 2-1,2 0 1,-15 20 0,11-10 35,0 2 1,2-1-1,1 2 0,1 0 0,2 1 1,0 0-1,2 0 0,-6 47 0,10-49 21,2 0 0,3 47 0,0-62-45,0-1 0,1 0 0,0-1 0,1 1 0,0 0 0,1-1 0,0 1 0,0-1 1,9 14-1,-6-15-3,1 0 1,-1-1 0,1 1 0,1-2-1,0 1 1,0-1 0,0 0 0,1-1-1,0 0 1,20 8 0,-3-3-28,0-2 1,1-1-1,43 8 0,-8-6-834,0-3-1,1-3 1,0-3-1,91-9 1,-92-2-1822,63-20 0,-119 28 2491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2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474 310 4418,'0'0'-966,"11"-18"1366,32-57-79,-39 70-243,-1 0 1,0 0 0,0-1 0,-1 0 0,1 1 0,-1-1 0,0 0 0,-1 0 0,0 0 0,0 0 0,0 0 0,0 0-1,-1 0 1,0 0 0,-1 0 0,1-1 0,-1 1 0,-3-10 0,3 12-39,0 0 1,0 0-1,-1 1 1,1-1-1,-1 0 1,0 1-1,0 0 1,0-1-1,-1 1 1,1 0-1,-1 0 1,0 0-1,0 0 1,-5-3-1,2 2 2,-1 0-1,0 0 1,0 0-1,0 1 1,0 0-1,-15-3 1,-3 1 101,0 1 0,-1 1 0,-37 2 0,51 2-90,0 0-1,1 1 1,-1 0 0,1 1 0,0 0-1,0 1 1,0 0 0,0 0 0,1 2-1,-1-1 1,1 1 0,1 1 0,-1 0-1,1 0 1,0 1 0,1 0 0,0 0-1,0 1 1,-12 18 0,7-8-22,2 0 1,0 0-1,1 1 0,1 0 1,1 1-1,0 0 0,2 0 1,0 1-1,-4 40 1,7-30-9,1 1 1,4 38 0,-1-58-21,0-1 0,2 0-1,-1 1 1,1-1 0,1 0 0,0-1-1,1 1 1,12 20 0,-9-19 8,1-1 0,1 0 1,0 0-1,1-1 0,0 0 1,1-1-1,0 0 0,1-1 1,-1 0-1,2-1 0,-1-1 1,29 12-1,-22-13-7,0 1 0,1-2-1,0-1 1,0-1 0,0 0 0,0-2-1,0 0 1,42-5 0,-59 3-5,1 0 1,-1 0-1,1 0 1,-1-1-1,0 1 1,0-1-1,0 0 0,0 0 1,0-1-1,0 1 1,0-1-1,-1 0 0,1 0 1,-1 0-1,0 0 1,0-1-1,0 1 1,0-1-1,-1 0 0,1 0 1,2-6-1,1-4 4,-1 0-1,0 0 1,-1 0 0,0 0-1,1-18 1,4-62 155,-4-133 0,-6 180 417,1 84-551,4 93 13,-3-112-52,2 1 0,0-1 1,2 0-1,0 0 1,8 19-1,-5-18-595,0 0 1,2-1-1,0 0 1,1-1-1,21 27 0,-26-39-330,0 1 0,0-1 0,0-1 0,9 6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2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1 481 3874,'0'-27'2078,"0"9"-1820,-1 2-142,1-1 0,1 1-1,3-17 1,-2 25-103,-1 1 1,1 0-1,1 0 0,-1 0 1,1 0-1,0 1 0,1-1 0,0 1 1,0 0-1,0 0 0,10-10 0,-7 9-11,0 1-1,1 0 0,0 0 1,0 1-1,1 0 0,0 0 0,-1 1 1,1 0-1,1 1 0,-1 0 1,12-3-1,-13 5-1,0 0 0,0 0 0,0 0 1,0 1-1,0 0 0,0 1 0,0 0 1,0 0-1,0 0 0,0 1 0,-1 1 0,1-1 1,-1 1-1,14 7 0,-10-2 2,1 1 0,-1 1 0,-1-1 0,1 2-1,-2-1 1,1 1 0,-2 1 0,0 0 0,0 0 0,-1 0 0,0 1 0,-1 0-1,-1 0 1,6 19 0,-2 1 9,-1 0 1,-1 0-1,-2 0 1,-2 1-1,0 37 0,-3-66 3,0-1 0,0 1 0,0 0 1,-1-1-1,1 1 0,-1 0 0,-1-1 0,-1 5 0,3-7-1,-1-1 1,0 0-1,0 0 0,0 0 1,0 0-1,0 0 0,0 0 0,0 0 1,0-1-1,0 1 0,0 0 1,0-1-1,0 1 0,-1 0 0,1-1 1,0 1-1,0-1 0,-1 0 1,1 0-1,0 1 0,-1-1 0,1 0 1,-1 0-1,1 0 0,0 0 1,-1 0-1,1-1 0,0 1 1,-1 0-1,-1-1 0,0 0 31,0 0 1,0-1-1,0 1 1,0-1-1,0 1 0,0-1 1,0 0-1,1 0 0,-1 0 1,1 0-1,-1-1 1,1 1-1,0-1 0,0 1 1,0-1-1,0 0 0,1 1 1,-1-1-1,1 0 1,0 0-1,-1-1 0,0-4 1,-2-8 28,0 0 0,1-1 0,-1-21 0,2 19-62,1 0 1,1 0-1,0 0 0,2 0 1,0 0-1,1 1 1,1-1-1,1 1 1,0-1-1,1 1 0,2 1 1,-1 0-1,17-26 1,-2 9-110,1 0 1,2 2 0,37-38-1,-51 58 28,1 1 0,0 1 0,1 0 0,0 1 0,0 0 0,1 1 0,0 0 0,1 1 0,-1 1 0,1 1 0,22-6 0,-31 10 60,-1-1 1,0 2-1,0-1 1,1 1 0,-1 0-1,0 0 1,0 0-1,1 1 1,-1 0-1,0 0 1,0 0-1,0 0 1,0 1-1,0 0 1,0 0-1,0 0 1,-1 1-1,1 0 1,5 4 0,-4-1 4,-1 0 0,0-1 1,0 2-1,-1-1 1,0 1-1,0-1 1,0 1-1,-1 0 1,0 0-1,0 1 1,-1-1-1,2 12 1,4 30 144,-2 1 0,-3 0 1,-4 70-1,1-51 211,-1-38-211,0-8 23,1-1-1,1 1 1,1-1-1,10 43 1,-11-59-207,1-1 0,0 1 1,1-1-1,-1 0 0,1 0 0,0 0 0,0 0 0,1 0 1,-1-1-1,1 1 0,0-1 0,0 0 0,1 0 1,-1 0-1,1-1 0,0 0 0,0 0 0,0 0 1,0 0-1,1-1 0,-1 0 0,0 0 0,11 2 0,-2-2-873,0 0 0,0-1 0,17-1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3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639 322 4034,'-14'-30'864,"1"-2"-665,3 5-64,-2-1-1,-1 2 1,-2-1-1,0 2 1,-30-38-1,40 57-14,0 1 1,0-1-1,-1 1 1,0 0-1,0 1 0,0 0 1,-1 0-1,1 0 1,-1 0-1,0 1 0,0 0 1,0 1-1,0 0 0,0 0 1,-13-2-1,17 4-95,0 0 0,1 0 0,-1 0 0,0 0 0,0 0 0,0 0-1,1 1 1,-1-1 0,0 1 0,0 0 0,1 0 0,-1 0 0,1 0 0,-1 0-1,1 1 1,-1-1 0,1 1 0,0-1 0,-1 1 0,1 0 0,0 0 0,0 0 0,-1 3-1,-3 4-11,1 0 0,0 0 0,0 0 0,1 1 0,-3 11 0,-6 22 50,2 0 0,1 1 0,3 1-1,-2 52 1,5 187 548,5-173-397,1 101 184,-6 258 309,3-450-668,-1-1 0,0 1-1,-2-1 1,0 0 0,-2 0 0,0 0 0,-11 23 0,14-36-98,0 0 0,0-1-1,-1 1 1,0-1 0,0 0 0,-1 0 0,1 0 0,-1-1 0,0 1 0,-10 6 0,10-9-146,0 0 0,1 0 0,-1 0 0,0 0 0,0-1 0,0 0 0,0 0 0,0 0 1,0-1-1,0 1 0,0-1 0,-1-1 0,1 1 0,0-1 0,-8-1 0,-41-18-3500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3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2001,'33'-8'120,"57"-13"-91,133-13 1,441-15 2493,-662 49-1598,-5 3-660,-6 5 58,-29 29 345,1 1 0,-52 74 0,75-91-551,0 0 0,2 0 0,1 1 0,0 1 0,2 0 0,0 0 0,2 1 1,-6 34-1,9-35-67,2 0 1,0-1 0,2 1-1,2 26 1,-1-42-40,0 1-1,1-1 1,-1 0-1,1 1 1,1-1-1,0 0 1,-1 0-1,2 0 1,-1-1-1,1 1 1,0-1-1,1 0 1,-1 0-1,1 0 1,9 7-1,-3-5 3,0-1-1,1 0 1,0-1-1,1 0 1,-1-1-1,1-1 1,0 0-1,0 0 1,0-1-1,1-1 1,-1 0-1,1-1 1,-1-1-1,1 0 1,21-3-1,-29 2-2,1 0 1,0 0-1,-1 0 0,0-1 0,1 0 0,-1-1 0,0 1 0,0-1 1,0 0-1,0-1 0,-1 1 0,0-1 0,1 0 0,-1-1 1,0 1-1,-1-1 0,1 0 0,-1 0 0,0 0 0,-1-1 0,1 1 1,-1-1-1,0 0 0,0 0 0,3-12 0,0-3 4,-2 1 0,0-1 1,-1 0-1,-1 0 0,-1 0 0,-4-41 0,2 47-16,-1 0 1,-1-1-1,-1 2 0,0-1 1,-1 0-1,-1 1 0,0 0 1,-10-18-1,2 10-598,0 0 0,-2 2 0,0 0 0,-21-20 0,-1 5-2769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4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0 140 2801,'0'0'3362,"4"30"-2946,64 405 1299,-64-414-1660,1 9 7,2-1 0,12 32 0,-12-48 27,-6-14-82,-1 1 0,1-1 0,-1 1 0,1-1 0,-1 1 1,0-1-1,1 1 0,-1-1 0,0 0 0,0 1 0,1-1 0,-1 1 0,0-1 0,0 0 0,0 1 1,0-1-1,0 0 0,0 1 0,0-1 0,0 0 0,0 1 0,0-1 0,0 0 0,0 0 0,2-61-81,-3 0-1,-3 0 0,-16-91 1,10 111-209,3 0 1,1-1 0,2 0 0,3-73-1,1 112 239,1 0 0,0-1 0,0 1 0,0 0-1,0 0 1,1 0 0,0 0 0,-1 0 0,2 1-1,-1-1 1,0 0 0,1 1 0,-1 0 0,1 0 0,4-5-1,-1 4-33,0-1-1,1 1 0,-1 0 0,1 1 0,-1-1 0,1 1 0,0 0 0,8-1 0,12-2-191,0 1 0,0 2 0,48-1 0,79 3-10,-151 1 289,3 2 47,-5 13 146,-4 3 99,0 1 1,-2 0-1,0-1 0,-1 0 1,-1 0-1,-13 25 1,-10 26 373,17-34-433,2 1-1,1 0 1,2 0 0,1 1-1,2 0 1,-1 49-1,6-75-226,0 1 0,1-1 0,0 1 0,1-1-1,0 0 1,1 0 0,0 0 0,10 21-1,-10-25-100,1-1 0,1 0 0,-1 0-1,1 0 1,0 0 0,0-1 0,1 0 0,-1 0-1,1 0 1,1-1 0,-1 1 0,0-2-1,1 1 1,8 3 0,3-1-892,0 0-1,25 5 1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4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345 448 4994,'0'0'2545,"-4"-6"-2275,3 5-267,-10-15 39,18 17-19,-1 2-13,1-1 0,-1 0 0,0 0 0,0-1 0,12 1 0,-2 0-4,0-2 0,-1 0 0,1-1 0,-1-1 0,1 0 0,-1-1 0,21-7 0,-29 8-8,-1-1 0,0 0 0,-1 0 0,1 0 0,0 0 0,-1-1 0,0 0 0,0 0 1,0-1-1,0 1 0,-1-1 0,0 0 0,0 0 0,0-1 0,0 1 0,-1-1 1,0 0-1,0 0 0,-1 0 0,3-8 0,-2 5 3,-1 0 0,-1 0 0,1 0 0,-1 0 0,-1 0 0,1 0 1,-2 0-1,1 0 0,-1 0 0,0 1 0,-1-1 0,0 0 0,-1 0 0,0 1 0,0-1 0,-1 1 0,0 0 0,0 0 1,-1 0-1,0 1 0,0-1 0,-1 1 0,0 1 0,0-1 0,0 1 0,-1 0 0,-14-10 0,3 5 11,1 0-1,-1 2 1,-1 0-1,1 1 1,-2 0-1,1 2 1,-1 0-1,0 2 1,0 0-1,0 1 1,-30-1-1,42 4 22,-1 0 0,0 1 0,1 0 0,-1 0 0,1 1-1,-1 0 1,1 0 0,0 1 0,0 0 0,0 0 0,0 1 0,1 0 0,-10 7 0,7-3 37,1 0 1,-1 1 0,2 1 0,-1-1 0,1 2 0,1-1 0,0 1 0,-9 18 0,4-4 135,1 0 1,2 0-1,0 1 0,-9 52 0,11-31 79,2 0 0,2 50 0,2-78-237,2 0 0,1 0 0,0-1 0,6 23 0,-6-32-43,2 0-1,-1 0 0,1 0 0,1 0 1,-1 0-1,1-1 0,1 0 1,0 0-1,12 13 0,-6-10-159,0-1 0,1 1-1,0-2 1,1 0 0,0-1-1,0 0 1,1-1 0,0 0-1,0-2 1,1 0 0,-1 0-1,1-1 1,27 2 0,91 0-4136,-131-6 4177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4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0 361 6787,'0'0'945,"28"-3"-759,-14 1-183,201-14 88,91 16-153,-305 0 62,-1 0-1,1 0 1,0 0-1,-1 0 0,1 0 1,0 0-1,0 0 1,-1 0-1,1-1 1,0 1-1,-1 0 0,1 0 1,-1-1-1,1 1 1,0 0-1,-1-1 1,1 1-1,-1-1 0,1 1 1,-1 0-1,1-1 1,-1 0-1,1 1 1,-1-1-1,0 1 0,1-1 1,-1 1-1,0-1 1,1 0-1,-1 0 1,1-2 3,-1 1 0,0 0 0,0-1 0,0 1 1,0-1-1,0 1 0,-1 0 0,1-1 1,-2-3-1,0-2 5,-1 0 0,0 0 1,-1 0-1,0 0 0,-5-7 0,-10-11 9,-2 1-1,0 0 1,-1 2 0,-1 1-1,-30-22 1,40 34 9,0 1 0,0 1 0,-1 0 1,0 0-1,-1 2 0,1 0 0,-1 0 0,0 2 1,-1-1-1,1 2 0,-1 0 0,-23 0 1,35 2 3,-1 1 0,0 0 1,0 0-1,0 0 1,1 1-1,-1 0 1,0 0-1,1 0 0,-1 1 1,1-1-1,-1 1 1,1 0-1,0 0 1,-1 1-1,1-1 0,0 1 1,1 0-1,-1 0 1,0 0-1,1 0 1,0 1-1,0 0 1,0-1-1,0 1 0,0 0 1,-2 6-1,-4 9 116,0 1-1,2-1 1,0 1-1,1 1 1,1-1-1,1 1 1,1 0-1,1 0 1,1 0-1,1 0 1,0 0-1,5 30 1,-2-40-113,-1 1 1,1 0 0,1 0 0,0-1-1,1 0 1,0 0 0,1 0 0,0 0-1,0-1 1,14 17 0,-8-14 25,1-1 1,0 0 0,0-1 0,1 0-1,0-1 1,29 15 0,-13-11-557,0-2 0,1-1 1,0-1-1,0-2 0,1-1 0,0-1 0,51 2 0,44-6-6124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4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622 353 4114,'-9'-27'968,"3"7"-735,0-3 40,-1 1 0,-1 0 1,-1 0-1,-1 0 0,-1 1 0,-23-33 0,26 44-107,0 0-1,0 1 1,-1 0-1,0 0 0,-1 1 1,0 0-1,0 1 1,-1 0-1,0 0 0,0 1 1,0 1-1,-1 0 1,1 0-1,-1 1 0,-1 1 1,-16-3-1,24 5-144,1 1-1,-1 0 1,1-1-1,-1 2 0,1-1 1,-1 0-1,1 1 1,0 0-1,-1 0 0,1 1 1,0-1-1,0 1 1,-1 0-1,1 0 0,-6 4 1,5-2-15,0 0 1,1 1-1,0-1 1,0 1 0,1-1-1,-1 1 1,1 0-1,0 1 1,0-1-1,-3 10 1,-1 7-5,1 1 0,1 1 0,1-1 0,1 1 0,0 27 0,2 128 186,26 216 0,-12-161-105,-13-221-127,0 0 0,-1 0 0,0-1 0,-1 1 0,-6 21 0,7-31-80,0 1 1,-1-1-1,0 1 1,0-1-1,0 0 1,0 1-1,0-1 1,-1 0-1,1 0 0,-1-1 1,0 1-1,0-1 1,0 1-1,0-1 1,0 0-1,-1 0 1,1 0-1,-1-1 1,1 1-1,-1-1 1,1 0-1,-7 2 1,-4-1-961,1-1 1,-26 0 0,-32-1-2943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5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10 232 3089,'0'0'4691,"-9"-175"-4115,101 142-496,33 16-64,14 11-16,4 6-128,-9 0-2385,-21 0-1857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6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107 734 5122,'0'0'2628,"-18"25"-1875,9-12-654,0 0-25,0 0 1,1 0 0,0 0 0,1 1 0,0 0 0,1 1 0,1 0 0,0-1 0,1 2-1,1-1 1,0 0 0,0 27 0,2 4 68,0-16-65,1 1 1,7 50 0,-6-73-69,1 1 0,0-1 0,0 1-1,1-1 1,1 0 0,-1 0 0,1 0 0,0-1 0,1 1 0,0-1 0,0 0 0,1 0 0,12 12 0,-9-13-6,1 1 0,-1-1 0,1 0 0,1-1 0,-1 0 0,1-1 0,0 0 0,0-1 0,0 0 0,0-1 0,0 0 0,1-1 0,-1 0 0,14-1 0,-13 0-4,0 0 1,0-1-1,-1-1 1,1 0-1,0-1 1,-1 0-1,1-1 1,-1 0-1,0-1 0,0 0 1,-1 0-1,0-1 1,15-11-1,-13 6-2,-1 0-1,0 0 1,-1-1-1,0 0 1,-1-1 0,0 0-1,-1-1 1,-1 0-1,0 0 1,0 0-1,6-26 1,-5 7 5,-2 0-1,-1 0 1,-2 0 0,-1-49-1,-1 15 32,-3-70-12,-3 118-13,2 44-55,2 73-71,4 152 133,-2-239-13,0 1 0,1 0 0,0 0 0,1-1 1,0 1-1,1-1 0,0 0 0,1 0 0,6 12 1,-7-17-8,0-1 0,0 0 0,0 0 0,0 0 0,1 0 0,0-1 0,0 0 0,0 0 0,1 0 0,-1 0 0,1-1 0,0 0 1,0-1-1,0 1 0,0-1 0,0 0 0,0 0 0,10 1 0,-7-2-50,-1 0 1,1 0-1,0-1 1,0 0-1,0 0 1,0-1-1,0 0 1,14-5-1,-17 4 18,0 0 0,0-1-1,0 0 1,-1 0 0,0 0 0,1-1-1,-1 0 1,0 0 0,-1 0-1,1 0 1,-1-1 0,0 0-1,4-5 1,5-12 8,0 0 0,-2 0-1,-1-1 1,0 0 0,-2-1-1,-1 0 1,-1 0 0,0-1-1,1-25 1,1-40 68,-4-101 0,-4 165-37,0-1 12,-4-265 158,-1 205-123,-21-110 0,22 182 127,0 20-111,0 28-67,4-27 7,-27 631 229,27-593-220,2-1 1,1 0-1,13 54 0,-14-84-13,2 1-1,0-1 1,0 1-1,2-1 1,-1-1-1,2 1 1,-1-1-1,2 0 1,0-1 0,0 1-1,1-2 1,0 1-1,21 17 1,-23-24-2,-1 0-1,1 0 1,0-1 0,0 0 0,1 0 0,-1-1-1,1 0 1,-1 0 0,1-1 0,-1 0 0,1 0-1,0 0 1,15-2 0,-17 1-5,1-1 0,-1 0 0,0 0 0,0 0 0,1 0 0,-1-1 0,0 0 0,0-1 0,-1 1 0,1-1 0,10-7 0,-7 4-10,0-2 0,-1 1 0,0-1 0,0 0-1,-1-1 1,8-11 0,1-5-32,-1-2-1,-1 0 1,-2 0 0,12-38-1,-5 4 36,-4 0 0,-1-1-1,-4 0 1,-2-1 0,-3 0-1,-3 0 1,-8-89 0,5 140 24,-1-1 1,-7-23 0,9 34-1,0 0 1,-1 0-1,1 1 1,-1-1-1,0 0 1,0 0-1,0 0 1,0 1-1,0-1 1,0 0-1,0 1 1,0-1-1,0 1 1,-1-1-1,1 1 1,-1 0-1,1-1 1,-1 1 0,0 0-1,1 0 1,-1 0-1,0 0 1,0 1-1,1-1 1,-1 0-1,-3 0 1,4 1-11,0 0 0,0 0 1,1 0-1,-1 0 1,0 1-1,0-1 0,0 0 1,1 0-1,-1 1 0,0-1 1,0 0-1,1 1 0,-1-1 1,0 1-1,0-1 0,1 1 1,-1-1-1,1 1 1,-1-1-1,0 1 0,1 0 1,-1-1-1,1 1 0,0 0 1,-1 1-1,-7 16-1,1 1 1,0 0-1,2 0 0,0 1 1,-3 37-1,0 8 10,2 0 1,4 1-1,10 120 0,-4-162-7,0-1-1,2 0 0,0 0 0,2 0 1,1-1-1,13 26 0,-17-38-2,1 0 0,0 0 0,0-1 0,1 0 0,0-1 0,0 1 0,1-1-1,0-1 1,1 1 0,-1-1 0,1-1 0,1 0 0,-1 0 0,1-1 0,15 6 0,-13-7-3,0-1 0,0-1-1,0 0 1,0-1 0,0 0 0,1 0 0,-1-1 0,0-1 0,23-4-1,-27 3 1,0 0 0,1-1-1,-2 0 1,1 0 0,0 0-1,-1-1 1,1-1 0,-1 1-1,0-1 1,0 0 0,-1-1-1,0 1 1,0-1 0,0 0-1,5-9 1,-2 2 1,-2 0 0,0-1 1,0 1-1,-1-2 0,-1 1 0,0-1 0,-2 0 0,4-19 0,-4 13 4,-1 0 0,-1 0-1,-1 1 1,-1-1-1,-6-34 1,6 47-1,-2-1 0,1 1 0,-1 0 0,0 0 0,-8-13-1,9 18-1,0-1 0,0 1 0,-1-1 0,1 1 0,-1 0 0,0 0 0,0 0 0,0 1 0,0-1 0,-1 1 0,1-1 0,-1 1 0,-6-3 0,9 5-1,0-1-1,0 1 1,0 0 0,0-1 0,0 1-1,0 0 1,0 0 0,0 0 0,0 0 0,0 0-1,0 0 1,0 0 0,0 0 0,0 0 0,1 1-1,-1-1 1,0 0 0,0 1 0,0-1-1,0 0 1,-1 2 0,1-1-4,-1 0 0,1 1 0,0-1 0,0 1 0,0-1 0,0 1 0,1 0 0,-1-1 0,0 1 0,1 0 0,-1-1 0,1 1 0,-1 0 0,1 2 0,-3 29-56,1 53-1,3-53 57,-1-14 3,1 1 0,1-1 0,1 1 0,1-1 0,1 0 0,0 0 0,2 0 0,0-1 0,1 0 0,0 0 0,13 17 0,-15-25 3,1-1 1,0 1 0,1-1 0,0 0-1,0-1 1,1 0 0,0-1 0,0 0 0,1 0-1,0-1 1,0 0 0,1 0 0,0-1-1,0-1 1,0 0 0,0 0 0,0-1-1,1-1 1,21 2 0,-23-3 2,-1 0 0,1-1 1,0 0-1,0-1 0,0 0 0,-1-1 0,1 0 0,0 0 1,-1-1-1,0 0 0,0-1 0,0 0 0,0 0 0,0-1 1,-1 0-1,0-1 0,0 0 0,0 0 0,-1-1 1,0 1-1,0-2 0,8-10 0,-3-1 42,0 0-1,-2 0 1,0-1 0,-2 0 0,0-1-1,-1 0 1,-1 0 0,-1 0-1,4-43 1,-3-13 256,-7-113-1,0 154-270,-2 0-20,3 35-11,0 1-1,1 0 1,-1 0 0,0 0 0,0 0 0,0-1-1,0 1 1,0 0 0,0 0 0,0 0-1,0-1 1,0 1 0,0 0 0,0 0 0,0-1-1,0 1 1,0 0 0,0 0 0,0 0-1,0-1 1,0 1 0,-1 0 0,1 0-1,0 0 1,0 0 0,0-1 0,0 1 0,0 0-1,0 0 1,-1 0 0,1 0 0,0 0-1,0-1 1,0 1 0,0 0 0,-1 0 0,1 0-1,0 0 1,0 0 0,0 0 0,-1 0-1,1 0 1,0 0 0,0 0 0,0 0 0,-1 0-1,1 0 1,0 0 0,-1 0 0,-2 20-74,1 628-341,3-159 264,-4-379 103,-24 166 0,19-229 42,-2 0 0,-2 0 1,-3-1-1,-1 0 0,-43 83 0,52-117 35,0 0 0,-1 0-1,-1 0 1,0-1 0,0-1 0,-1 1-1,0-2 1,-1 1 0,0-1 0,-1-1-1,1 0 1,-2-1 0,1 0 0,-1-1-1,0 0 1,0-1 0,0 0 0,-1-2-1,0 1 1,0-1 0,-26 1-1,14-3 44,0-1-1,1 0 1,-1-3-1,0 0 1,1-1-1,-1-2 0,1 0 1,1-2-1,-1 0 1,2-2-1,-1-1 1,-42-26-1,48 25-59,1 0 0,0 0 0,1-2 0,0 0 0,2-1 0,-1 0-1,2-1 1,0-1 0,1 0 0,1-1 0,0 0 0,1-1 0,1 0 0,1 0 0,1-1 0,-7-29 0,10 26-46,1 0 1,2 1 0,0-1 0,1 0-1,2 0 1,0 1 0,1-1-1,1 1 1,1 0 0,2 0 0,0 0-1,1 1 1,1 0 0,1 0-1,0 1 1,2 1 0,0 0 0,2 0-1,0 1 1,23-23 0,-9 15-9,0 1 1,2 2-1,1 0 1,0 2-1,2 2 1,0 1-1,1 1 1,1 2-1,0 1 1,1 2-1,0 2 1,1 1-1,0 2 1,0 1-1,1 2 1,0 2-1,50 3 1,-84-1 42,0 0 0,-1 1 0,1-1 0,-1 1 0,1 0 0,-1 0 0,1 0 0,-1 0 0,4 3 0,-6-4-10,-1 1-1,1-1 0,0 1 0,-1-1 1,1 1-1,-1-1 0,1 1 0,-1 0 1,1-1-1,-1 1 0,1 0 0,-1-1 1,0 1-1,1 0 0,-1 0 0,0-1 1,1 1-1,-1 0 0,0 0 0,0 0 1,0-1-1,0 1 0,0 0 0,0 0 0,0 0 1,0-1-1,0 1 0,0 0 0,-1 0 1,1-1-1,0 1 0,0 0 0,-1 0 1,0 0-1,1 0-71,-1 0-1,1 0 1,-1-1 0,1 1 0,-1 0 0,0-1-1,1 1 1,-1 0 0,0-1 0,0 1-1,1-1 1,-1 1 0,0-1 0,0 0 0,0 1-1,0-1 1,-1 1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7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55 214 4146,'0'0'1286,"-8"-26"-1022,-35-117 1289,42 148-1424,0 14-192,-1 229 481,4 280 565,-1-524-981,-2-2 0,1 0 1,0 0-1,0 0 0,0 0 1,0 0-1,0 0 0,0 0 1,1 0-1,-1 0 0,1 0 1,-1 0-1,1 0 0,0 0 0,0 0 1,0 0-1,0 0 0,0-1 1,0 1-1,0 0 0,3 2 1,-3-4-2,-1 0 1,0 0-1,0 1 0,0-1 1,1 0-1,-1 0 1,0 0-1,1 0 0,-1 0 1,0 0-1,0 0 1,1 0-1,-1 1 0,0-1 1,1 0-1,-1 0 1,0 0-1,0 0 1,1 0-1,-1-1 0,0 1 1,1 0-1,-1 0 1,0 0-1,0 0 0,1 0 1,-1 0-1,0 0 1,0-1-1,1 1 0,-1 0 1,0 0-1,0 0 1,1 0-1,-1-1 1,0 1-1,0 0 0,0 0 1,0-1-1,1 1 1,3-18 81,1-55-104,-5-91 1,-2 95-51,-11-139-276,0-20-312,13 227 657,0 0 1,0 0-1,0 0 0,0 0 0,0 0 1,0 0-1,1 1 0,-1-1 0,0 0 0,0 0 1,1 0-1,-1 0 0,1 0 0,-1 1 0,1-1 1,-1 0-1,1 0 0,0 1 0,-1-1 0,1 0 1,0 1-1,-1-1 0,1 1 0,1-2 1,22-4-31,-14 4 18,178-21-108,-45 7-277,147-46-268,-293 64 735,-1-1 0,1 1 0,-1 0 0,1-1 0,0 2 0,0-1 0,0 0 0,0 1 0,0-1 0,1 1 0,-1 0-1,1 0 1,-5 6 0,-2 2 64,-8 11 100,2 1-1,0 0 0,1 2 0,1-1 0,1 1 0,2 1 0,-14 46 0,15-32-28,1 0-1,2 0 1,2 1 0,1 67 0,3-96-199,1 0 0,0 0 0,1 0 0,0 0 0,1 0 0,0-1-1,1 1 1,10 19 0,-11-24-145,1-1-1,1 0 1,-1 0 0,1 0-1,0-1 1,1 1-1,-1-1 1,1 0-1,0-1 1,0 1 0,1-1-1,-1-1 1,1 1-1,14 4 1,-5-3-1033,0-1 0,27 4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7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22 410 1569,'0'0'4802,"27"-9"-4805,-7 3-3,6-2 5,0 0 0,1 2-1,0 1 1,0 1 0,46-1 0,-11 6-384,-1-3-1,0-3 1,0-2 0,63-16 0,-118 21 366,-1 1 0,0-1 0,0 0 0,0 0 0,-1-1 0,1 1 0,0-1 0,-1 0 0,0-1 0,1 1 0,-1-1 0,-1 1 0,7-8 0,-8 8 21,-1 0 0,1 0 0,-1 0-1,0 0 1,0 0 0,0 0-1,0 0 1,0-1 0,-1 1 0,1 0-1,-1-1 1,0 1 0,0 0-1,0-1 1,-1 1 0,1 0 0,-1 0-1,1-1 1,-1 1 0,0 0-1,-1 0 1,1 0 0,-2-4 0,-2 0 16,0-1 0,0 1 0,-1 0 0,0 1 0,0-1 0,0 1 0,-1 0 0,0 1 0,0-1 1,-12-5-1,-14-8 157,-38-15 0,42 21 51,-2 2 1,1 0-1,-1 2 0,-1 2 0,0 0 0,0 3 0,0 0 1,-54 2-1,79 2-159,0 1 1,-1 0 0,1 1-1,0 0 1,0 0-1,0 0 1,0 1 0,0 0-1,1 0 1,-1 1 0,1 0-1,0 0 1,0 0-1,0 1 1,1 0 0,0 0-1,0 0 1,0 1-1,0-1 1,-5 10 0,2-2 37,1 2-1,0-1 1,0 1 0,2 0 0,0 0 0,0 1 0,1-1 0,-2 26 0,2-8 91,2 0 0,0 0 0,3 1 1,1-1-1,9 53 0,-8-71-162,1 1-1,1-1 1,1 0-1,0-1 1,0 1-1,2-1 0,0-1 1,0 1-1,1-1 1,1-1-1,0 1 1,1-2-1,24 21 1,-17-18-28,0-2 0,1 0 1,1-1-1,0-1 0,0-1 1,1-1-1,28 8 1,-13-8-630,0-1 0,0-1 0,60 1-1,29-6-4180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8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1 665 2753,'0'0'2207,"7"15"-1781,-3-5-370,-3-5-38,1 0 0,0 0 0,1 0 0,-1-1 0,1 1 0,0-1 0,4 6 0,-6-9-16,0 0 1,0-1 0,0 1-1,0 0 1,1 0 0,-1-1-1,0 1 1,0-1-1,1 1 1,-1-1 0,0 1-1,1-1 1,-1 0 0,0 0-1,1 0 1,-1 0-1,0 0 1,1 0 0,-1 0-1,0 0 1,1 0-1,-1-1 1,0 1 0,1-1-1,-1 1 1,0-1 0,0 1-1,1-1 1,-1 1-1,0-1 1,0 0 0,0 0-1,0 0 1,0 0-1,0 0 1,0 0 0,1-2-1,21-19 35,-2-1-1,0 0 1,-2-2-1,0-1 1,15-29-1,-6 3 80,39-98 0,-57 123-33,-1-1 0,-2 0 0,0 0 0,-2-1 1,-1 0-1,0-45 0,-3 69-51,-1 0 1,-1 0 0,1 0-1,-1 0 1,0 0-1,0 0 1,0 0 0,0 0-1,-1 0 1,0 0-1,0 1 1,-4-7 0,3 8 2,0 0 1,1 0 0,-1 0 0,0 1 0,0-1-1,0 1 1,-1 0 0,1 0 0,-1 0 0,1 1-1,-1-1 1,1 1 0,-1 0 0,0 0 0,0 0-1,-4 0 1,4 0-15,-1 0 29,-1 0-1,0 0 1,0 1 0,0-1-1,-8 2 1,13-1-43,0 0 0,0 1 1,0-1-1,-1 0 0,2 0 0,-1 1 0,0-1 0,0 1 1,0-1-1,0 1 0,0-1 0,0 1 0,0 0 0,1-1 1,-1 1-1,0 0 0,0 0 0,1 0 0,-1-1 1,1 1-1,-1 0 0,1 0 0,-1 0 0,1 0 0,-1 0 1,1 0-1,0 0 0,-1 0 0,1 0 0,0 0 0,0 0 1,0 0-1,0 0 0,0 0 0,0 0 0,0 1 0,1 2-3,-1 0-1,1 0 0,0 0 0,0 0 0,0 0 0,0-1 0,0 1 0,1 0 0,0-1 0,0 1 0,0-1 0,0 0 0,3 4 0,5 3-1,0 0 1,17 13-1,-18-15 2,25 20 8,30 25 1,-2 3 1,56 64 0,-102-102-10,-2-1 0,0 2-1,-1 0 1,-1 1 0,-1 0-1,-1 1 1,0 0 0,-2 1-1,0 0 1,-2 0 0,0 0 0,3 30-1,-8-47 11,-1-1 1,0 1-1,0-1 0,0 1 0,0-1 0,-1 1 0,0-1 1,0 1-1,0-1 0,0 0 0,0 0 0,-1 1 0,0-1 1,0 0-1,0 0 0,-1-1 0,1 1 0,-4 4 1,1-4 39,0 0 0,0 0 0,-1 0 0,1-1 0,-1 0 0,0 0 0,0-1 0,0 1 0,0-1 0,0 0 0,-11 1 0,-4 0 10,0 0 0,0-2 0,-1 0 0,-30-4 0,49 3-117,1 0 0,0 0-1,-1-1 1,1 1 0,0-1 0,-1 0-1,1 1 1,0-1 0,0 0-1,-1 0 1,1 0 0,0-1 0,0 1-1,0 0 1,0-1 0,1 0 0,-1 1-1,0-1 1,-1-2 0,1 0-236,0 0-1,1 0 1,-1 0 0,1 0 0,0 0-1,0 0 1,0-1 0,0-7 0,-1-50-4569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8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1 363 4642,'0'0'1849,"36"0"-1774,238-3 95,-109-8-323,-144 8 89,-1-1 0,0-1 0,0 0-1,-1-2 1,1 0 0,18-10-1,-33 14 50,1-1 0,-1 1 0,0-1 0,0 0 0,-1 0 0,1 0 0,-1-1 0,0 0 0,0 0 0,0 0 0,-1 0 0,0 0 0,5-11-1,-6 11 41,-1 1 0,0-1-1,0 1 1,0-1-1,0 1 1,-1-1-1,1 1 1,-1-1-1,0 0 1,-1 1 0,1-1-1,-1 1 1,0-1-1,0 1 1,-1-1-1,1 1 1,-1 0-1,0-1 1,-4-6 0,0 4 15,0 0 1,0 0-1,0 0 0,-1 1 1,0 0-1,0 0 1,-1 1-1,1 0 1,-10-4-1,-6-3 65,-1 1 1,-26-8-1,25 12 77,-1 1-1,1 2 1,-1 0 0,0 2 0,-1 1-1,1 1 1,-48 6 0,65-4-107,0 0 1,0 0-1,0 1 0,1 0 1,-1 0-1,1 1 0,0 0 1,0 1-1,0-1 0,1 2 1,-1-1-1,1 1 1,0 0-1,1 1 0,0-1 1,0 1-1,0 0 0,1 1 1,0 0-1,0-1 0,1 2 1,0-1-1,-4 14 0,1-3 58,1 1-1,1-1 0,1 1 0,1 0 0,1 0 0,1 1 0,0-1 0,2 0 0,4 33 0,-3-40-100,1 0 0,0 0 0,1 0 0,1 0 0,0-1 0,1 0 0,0 0 0,0 0 0,1-1 0,1 0 0,12 13 0,-8-11 10,1 0 0,1-1 0,0-1 0,0-1 1,1 0-1,1 0 0,26 11 0,-4-7-294,0-1 1,0-2-1,1-2 1,0-1-1,1-3 0,75 3 1,36-7-3607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8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1473,'0'0'6195,"4"27"-5526,2 39 13,-4 132-1,-14 485 912,13-668-1573,0 0-1,1 0 0,1-1 0,0 1 1,1-1-1,1 0 0,10 22 1,-13-31-18,1 0 0,0 0 0,0-1 0,1 1 0,-1-1 0,1 0 0,0 0 0,0 0 0,1 0 0,-1-1 0,1 0 0,0 0 0,-1 0-1,1 0 1,1-1 0,-1 0 0,0 0 0,1 0 0,-1-1 0,0 1 0,1-1 0,6 0 0,-4-1-22,0 0 0,-1 0-1,1 0 1,0-1 0,0 0 0,0-1-1,-1 0 1,1 0 0,-1-1 0,1 1-1,-1-2 1,10-5 0,-7 3-206,0-2 0,0 1 0,-1-1 0,0-1 1,-1 0-1,0 0 0,10-15 0,32-59-2810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9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5330,'0'0'1169,"163"18"-977,-9-18 16,16 0-208,-16-18-528,-38 0-2145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147 244 3810,'0'0'731,"-4"-33"-123,-14-101 174,17 118 57,-1 0 1,-10-28 434,12 44-1250,0 0 0,0 0 1,0 0-1,0 0 0,0 0 0,0 0 0,0 0 0,0 0 1,-1 0 313,1-1-314,-1 18 95,1 26-84,10 418 178,12 441 105,-22-889-310,0-4-7,0 0 1,0-1-1,-1 1 1,-3 10-1,4-17 4,0 0 0,-1-1 0,1 1-1,-1-1 1,0 1 0,1-1 0,-1 0 0,0 1-1,0-1 1,0 0 0,0 1 0,0-1 0,0 0-1,0 0 1,0 0 0,-1 0 0,1 0 0,0 0-1,-1 0 1,1-1 0,0 1 0,-1 0 0,1-1-1,-1 1 1,1-1 0,-1 1 0,0-1 0,-2 0-1,2 0 14,0 0 0,0 0 1,0 0-1,0 0 0,0-1 0,0 1 0,0-1 0,0 0 0,0 1 0,0-1 0,0 0 0,0 0 0,1 0 0,-1 0 0,0-1 0,1 1 0,-1 0 0,1-1 0,-1 1 0,1-1 1,0 0-1,-1 1 0,-1-4 0,-2-4 26,1 0 0,0-1 1,-5-16-1,5 13-38,-5-17 8,2-1 1,2-1 0,0 1-1,2-1 1,2-55 0,1 84-29,0 0 0,0 0 1,0-1-1,1 1 0,-1 0 0,1 0 1,-1 0-1,1 0 0,0 0 0,0 0 1,1 0-1,-1 0 0,1 0 1,-1 0-1,1 1 0,0-1 0,0 1 1,0-1-1,0 1 0,3-3 0,0 2-143,0 0-1,1 1 1,-1-1-1,0 1 0,1 0 1,0 0-1,-1 1 0,1 0 1,0 0-1,6 0 0,27-5-1832,-4 4-971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49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0 134 4738,'0'0'3154,"262"-53"-3010,-84 38 112,12 6-224,-3 0-32,-17 0-304,-40-3-2001,-46-15-2354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50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0 4306,'0'0'4378,"-3"16"-4253,-6 42 195,-2 79 0,8 78 311,3-124-533,-1-10-16,-11 493 191,12-550-266,0-16 0,0 0 0,-1-1 0,0 1 0,-3 12 1,-1-55 176,3 6-169,2 0 1,1 0 0,1 0-1,2 0 1,0 0 0,2 0-1,12-32 1,4 12-87,2 1-1,2 0 1,2 2 0,2 1 0,2 2-1,66-69 1,-97 111 68,18-20-191,32-25 1,-45 41 144,-1 1 0,2-1 0,-1 1 0,0 1 0,1-1 0,0 1 0,0 1 0,0-1 1,0 1-1,12-2 0,-18 4 45,-1-1 0,1 1 0,-1 0 0,1 0 1,-1 0-1,1 0 0,0 0 0,-1 0 0,1 0 0,-1 0 1,1 0-1,-1 0 0,1 0 0,0 0 0,-1 0 1,1 0-1,-1 1 0,1-1 0,-1 0 0,1 0 0,-1 1 1,1-1-1,-1 0 0,1 1 0,-1-1 0,1 0 0,-1 1 1,0-1-1,1 1 0,-1-1 0,0 1 0,1-1 1,-1 1-1,0-1 0,0 1 0,1 0 0,1 12-20,0 1 0,-1 0 0,0 0 1,-3 28-1,0-5 53,-2 25 211,-3 0 0,-15 63 1,9-56 120,-6 85 0,17-126-308,0-4-15,1 1 1,1-1 0,1 1-1,6 34 1,-7-54-35,2 0 1,-1 1-1,1-1 1,0 0 0,0 0-1,0 0 1,0-1-1,1 1 1,0 0 0,0-1-1,0 0 1,1 0 0,-1 0-1,1 0 1,0 0-1,0-1 1,1 1 0,-1-1-1,1-1 1,-1 1-1,1 0 1,0-1 0,0 0-1,0 0 1,8 1-1,1 0-18,0 0-1,0-1 0,0-1 0,0 0 0,1-1 1,-1-1-1,0 0 0,1-1 0,-1-1 0,17-5 1,-13 2-29,0-1 0,0-1 0,-1 0 0,0-2 0,0 0 1,28-23-1,-16 7-4,0-2 1,-2-1 0,-2-1-1,0-1 1,-2-2 0,35-66-1,-45 75 42,-1-1 0,-1 0 0,-2-1 0,0 0 0,-2-1 0,-1 1-1,-1-1 1,-1-1 0,-1 1 0,-2-1 0,-1 1 0,-4-34 0,3 54 3,0-1 1,-1 1-1,0 0 1,0 0-1,-1 0 1,0 0 0,0 0-1,-1 1 1,1-1-1,-1 1 1,-1 0-1,1 0 1,-1 1-1,0-1 1,-8-5-1,9 8 3,0 0 0,0 0 0,0 0-1,-1 1 1,0-1 0,1 1 0,-1 0-1,0 0 1,0 1 0,0 0 0,0 0-1,0 0 1,0 0 0,-1 1 0,1-1-1,0 2 1,0-1 0,0 0 0,0 1-1,-1 0 1,1 0 0,0 1 0,-7 2-1,6-1 15,-1 1 0,1 0 0,-1 0 0,1 0 0,1 1 0,-1-1 0,0 2 0,1-1 0,0 0 0,-4 8 0,-1 1 43,0 1 0,1 0 1,-9 23-1,6-9 119,2 1-1,1 0 1,1 1 0,2 0 0,1 1 0,1-1-1,2 1 1,1-1 0,2 1 0,5 39 0,-4-58-128,1 1 0,1-1 0,0 0 0,1 0 0,0-1 0,1 1-1,1-1 1,-1-1 0,17 21 0,-11-17-17,1-1-1,1-1 1,0 0-1,0-1 1,2-1-1,23 14 1,-7-8-114,1-1 0,0-2 0,2-2 0,-1-1 0,1-1 0,71 9 0,76-10-3098,-10-8-4213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50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497 293 6787,'0'0'3735,"-26"22"-3444,26-22-291,-103 93 99,100-90-96,0 0 1,0 1 0,0-1 0,1 1-1,0-1 1,-1 1 0,1 0 0,1 0-1,-1-1 1,0 2 0,-1 6 0,3-10-2,0 1 1,0-1-1,0 1 1,0-1-1,0 1 1,0-1-1,1 1 1,-1-1-1,0 1 1,1-1-1,-1 0 1,1 1-1,0-1 1,-1 0 0,1 1-1,0-1 1,0 0-1,0 0 1,0 0-1,0 0 1,2 2-1,1 0 5,1 0-1,0 0 0,0-1 0,0 0 1,0 0-1,1 0 0,-1-1 1,0 0-1,1 0 0,-1 0 0,7 0 1,3 0-24,0-1-1,0 0 1,-1-1 0,1 0 0,0-1 0,-1-1-1,27-8 1,-33 7-28,0 1 1,0-2-1,0 1 0,-1-1 0,1 0 0,-1-1 0,-1 1 0,1-1 0,-1-1 0,0 1 0,0-1 0,-1 0 1,0-1-1,6-10 0,-6 9 17,-1 1 1,0-1 0,-1 0-1,0-1 1,0 1 0,-1 0-1,0-1 1,-1 0 0,0 1-1,0-1 1,-1 0 0,0 1-1,-1-1 1,0 0 0,-1 1-1,-3-13 1,1 11 21,0-1 0,-1 0 0,0 1 0,-1 0 0,0 0 1,-1 1-1,0 0 0,-1 0 0,0 0 0,-1 1 0,1 1 0,-13-10 0,7 8 13,0 0-1,-1 1 1,0 0-1,-1 2 1,1 0-1,-2 0 1,1 1-1,-1 1 1,1 1-1,-1 1 1,-1 0 0,1 1-1,-33 0 1,36 3 22,1 0 1,0 0 0,-1 1 0,1 1-1,0 0 1,1 1 0,-1 0-1,1 1 1,-1 1 0,1 0 0,1 0-1,-1 1 1,1 1 0,1-1 0,-1 2-1,1 0 1,1 0 0,-14 17-1,12-11 35,0 1 0,2 1 0,0-1 0,1 2 0,0-1-1,1 1 1,-4 19 0,4-6 33,2 0 0,1 0 0,-1 49 1,4-66-92,1 0 1,1 0 0,0 0-1,1 0 1,0 0 0,1 0-1,0-1 1,1 1 0,1-1-1,0 0 1,1-1 0,0 1-1,1-1 1,1 0 0,10 13-1,-3-7-76,1 0 1,1 0-1,1-2 0,0 0 0,2-1 1,-1-1-1,1-1 0,1 0 0,42 17 0,-31-18-598,0-2 0,0-1 0,1-1-1,0-2 1,1-1 0,52 0-1,65-4-3191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51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428 213 4594,'-12'-28'827,"-3"-5"-601,-29-51-1,41 79-202,0 0 0,-1 1-1,0-1 1,0 1 0,0 0 0,0 0 0,-1 0-1,0 0 1,1 1 0,-1 0 0,-1 0 0,-8-4-1,4 4 109,-1 0 0,1 1-1,0 0 1,-21 0 0,24 1-47,0 1 0,1 0 0,-1 1 0,0-1 0,1 1 0,-1 1 0,1-1 0,-1 1 0,1 0 0,0 1 0,0-1 0,0 1 0,0 1 0,0-1 0,-9 8 0,7-4-12,1 0 0,0 1-1,0 0 1,1 1 0,0-1 0,0 1 0,1 0 0,0 0 0,-4 13-1,-1 9 85,1-1-1,2 1 0,1 0 0,1 1 0,0 55 0,4-69-96,2 0 1,0-1-1,0 1 0,2 0 0,0 0 0,1-1 0,7 19 1,-7-27-44,0 0 1,1 0 0,0 0 0,0-1 0,1 1 0,0-1-1,0-1 1,1 1 0,0-1 0,0 0 0,1-1-1,-1 0 1,2 0 0,9 5 0,-6-5-5,-1 0 1,1-1-1,0 0 1,0-1-1,1-1 1,0 0-1,-1-1 1,1 0-1,0-1 1,0 0-1,0-1 1,0 0-1,0-1 1,-1-1-1,1 0 1,0-1-1,-1 0 1,1-1-1,-1 0 1,0-1-1,0 0 1,-1-1-1,0 0 1,0-1-1,0 0 1,-1-1-1,0 0 1,0-1-1,-1 0 1,0-1-1,0 1 1,-1-2-1,-1 1 1,0-1-1,0 0 1,-1 0-1,7-20 1,-8 17-14,0 0 0,-1-1 1,-1 0-1,0 0 0,-1 0 1,-1 0-1,0 0 0,-1 0 0,-1 0 1,0 0-1,-1 0 0,0 0 1,-1 0-1,-1 0 0,-1 1 1,0 0-1,-1 0 0,0 0 0,-1 0 1,0 1-1,-2 1 0,-18-25 1,10 19-775,-1 0 0,-1 0 0,-33-22 0,18 21-3075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51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92 3826,'0'0'5410,"-13"-3"-5026,10 2-379,0 0-1,0 0 0,0 1 0,-1-1 1,1 1-1,0 0 0,0 0 0,0 0 0,0 0 1,0 0-1,0 1 0,0-1 0,0 1 1,0 0-1,-4 2 0,5-1-2,0 0-1,0 1 1,0-1 0,0 1-1,0-1 1,1 1 0,-1 0-1,1 0 1,0 0 0,0 0 0,0 0-1,0 0 1,0 0 0,0 0-1,1 0 1,0 0 0,0 0-1,0 1 1,0 4 0,-1 275 230,1-261-217,2 1 1,0-1-1,1 0 1,1 0-1,1 0 0,1-1 1,13 33-1,-15-46-19,-1 0 0,1 0 0,1-1 0,-1 1 0,1-1 0,1 0 0,-1 0 0,1-1 0,0 0 0,1 0 1,-1 0-1,1-1 0,0 0 0,1 0 0,-1-1 0,1 0 0,0 0 0,0-1 0,0 0 0,1 0 0,-1-1 0,11 2 0,-12-3-20,-1-1 0,0 0 0,1 0-1,-1 0 1,0-1 0,1 0 0,-1 0 0,0-1 0,0 0 0,0 0 0,0 0 0,0-1-1,0 1 1,-1-2 0,1 1 0,-1 0 0,0-1 0,0 0 0,0 0 0,0-1 0,-1 1-1,0-1 1,4-6 0,7-10-2,-2-1 0,-1 0 0,-1 0-1,13-36 1,0-6 86,-3-2-1,-3 0 1,-3-1-1,-3-1 1,-2 0-1,0-95 0,1 466 578,-7-262-693,2 0 1,1 0 0,3-1-1,1 0 1,20 48 0,-24-73-851,1 0 1,13 20 0,15 6-4775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52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1038 5170,'0'0'347,"11"-34"-224,43-109-83,-51 137-29,0 0 0,0 0 0,0 1 1,1-1-1,0 1 0,0 0 0,0 0 0,0 0 1,1 1-1,0-1 0,0 1 0,0 0 0,11-5 0,-10 6 7,-1 1-1,1 0 0,0 1 1,0-1-1,0 1 0,0 1 1,0-1-1,0 1 0,1 0 0,10 1 1,-13 0-17,-1 0 1,1 0 0,-1 0-1,0 0 1,1 0 0,-1 1-1,0-1 1,1 1 0,-1 0-1,0 0 1,-1 0 0,1 1-1,0-1 1,0 0 0,-1 1-1,0 0 1,1 0 0,-1 0-1,0 0 1,0 0 0,2 5-1,2 7 29,0 0 0,-1 0 0,5 26 0,-7-30 11,7 36 399,-2 2-1,1 53 1,-5 96 298,-4-184-735,0-58 145,6-46 0,-4 73-142,1 0 1,1 0-1,1 0 1,0 1-1,2 0 1,8-18-1,6-5 31,2 2-1,1 0 1,32-35 0,-40 53-56,0 2 0,2-1 1,0 2-1,1 0 1,1 2-1,0 0 0,22-12 1,-33 22-12,0 0 0,1 1 0,-1 0 0,0 0 0,1 1 0,0 0 0,-1 1 0,1 0-1,0 0 1,0 1 0,19 3 0,-27-3 23,1 0 0,-1 1 0,0 0 0,1-1 1,-1 1-1,0 0 0,0 0 0,0 0 0,0 0 0,0 1 0,0-1 0,0 1 0,0-1 0,0 1 0,-1 0 0,1-1 0,0 1 0,-1 0 0,0 0 0,1 0 0,-1 0 0,1 3 0,0 2-4,1 1 0,-1-1 1,-1 1-1,0 0 1,1 10-1,-2-15 9,2 25 9,-2 1 1,-1-1 0,-6 40-1,-24 85 435,-1 11 196,29-138-539,1 0-1,1-1 1,1 1 0,4 34-1,-3-54-93,0 0 0,0 0-1,1-1 1,-1 1 0,1-1 0,1 1 0,-1-1-1,1 0 1,0 1 0,0-2 0,0 1 0,1 0-1,0-1 1,0 1 0,0-1 0,5 4 0,-2-3 2,0-1 1,0 0-1,1 0 0,-1 0 1,1-1-1,0 0 1,-1-1-1,1 0 1,0 0-1,13 1 1,-3-2 4,1-1 1,-1 0 0,1-2 0,-1 0-1,1-1 1,-1 0 0,0-2-1,0 0 1,25-11 0,-24 6-21,0 0 1,0-2-1,-1 0 0,-1-1 1,0 0-1,0-2 0,-2 0 1,0 0-1,0-2 0,-2 0 1,0 0-1,-1-1 0,-1-1 1,16-33-1,-11 11 8,-1-1 1,-2 0-1,-2-1 1,-2-1-1,-2 0 0,3-56 1,-2-422 118,-6 155-113,-1 337-3,-1 26-19,1 6-6,-1 47-55,-5 56 204,-20 116-1,-6 87 160,31-290-275,1 208 133,0-213-128,1 0 1,0 0 0,0 0-1,1 0 1,1-1 0,0 1-1,1-1 1,12 22 0,-13-28-101,-1-1 0,1 0 0,0 0 0,0 0 0,1 0 0,0-1 0,-1 0 0,1 0 0,1 0 0,-1-1 1,0 0-1,1 0 0,0 0 0,0 0 0,0-1 0,0 0 0,0 0 0,0-1 0,9 1 0,34 0-3982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52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6067,'0'0'1697,"167"18"-1329,-40 0-368,7 0-48,-12-3-2754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3:52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25 408 4370,'0'0'1763,"40"2"-1626,6 1-124,199 4-8,-226-7-10,0-1 0,-1 0 0,1-2-1,0 0 1,31-10 0,-45 11 15,1 0 0,-1 0 1,0 0-1,0-1 0,0 1 1,0-1-1,-1 0 0,1-1 1,-1 1-1,1-1 0,-1 0 1,-1 0-1,1 0 0,0 0 1,-1-1-1,0 0 0,0 1 0,0-1 1,-1 0-1,1-1 0,-1 1 1,-1 0-1,3-10 0,-3 7 126,0 0 0,0-1 0,-1 1 0,0 0-1,-1 0 1,0-1 0,0 1 0,-1 0 0,0 0-1,0 0 1,-1 0 0,0 1 0,-1-1 0,1 1 0,-1-1-1,-6-6 1,0 2-33,0 0 0,-1 1 0,0 0 0,0 1 0,-1 0 0,-1 1 0,-24-14-1,21 14-55,-1 1 0,1 1 0,-2 0 0,1 1 0,-1 0 0,0 2-1,0 0 1,-24-2 0,33 6-26,1-1-1,-1 1 1,1 1-1,-1-1 1,1 2 0,-1-1-1,1 1 1,0 0-1,0 1 1,0 0-1,0 0 1,0 0 0,1 1-1,-1 1 1,1-1-1,0 1 1,0 0-1,1 1 1,0 0 0,-7 7-1,2 2 13,0 0 1,1 1-1,1 0 1,1 0-1,1 1 0,0 0 1,1 0-1,0 0 0,-3 24 1,4-12 13,2 1 1,0-1-1,2 1 1,6 57-1,-4-74-36,2 0 0,-1 0 0,1-1 0,1 1 0,1-1 0,-1 0 0,2 0 1,0 0-1,0-1 0,1 0 0,0 0 0,1-1 0,18 19 0,-14-18-23,0-1-1,1 0 1,0-1-1,1-1 1,0 0 0,0 0-1,1-2 1,-1 0-1,2 0 1,29 6 0,-20-7-216,-1-1-1,1-1 1,0-1 0,0-1 0,0-2-1,0 0 1,0-1 0,0-2 0,46-12 0,-58 11 126,0 1 0,0-2 0,-1 0 0,0 0 0,0-1 0,0-1 1,-1 0-1,0 0 0,-1-1 0,0 0 0,0-1 0,-1-1 0,0 1 1,-1-1-1,0-1 0,-1 1 0,0-1 0,-1 0 0,7-19 0,-4 0 331,-2-1-1,-1 0 0,-1-1 0,1-62 0,-5 64 64,1-41 280,-2 35-272,8-57-1,-5 111-221,-1 223 26,-3-122 117,-24 163 226,18-222-414,6-55 15,1-30 179,0-5-197,1 0 1,2-1-1,0 1 0,3 0 0,17-58 1,-8 46-121,1 0 0,37-66 1,-44 94 48,0 1 0,2-1 0,-1 2 1,2 0-1,0 0 0,0 1 0,1 1 0,1 0 1,0 0-1,18-9 0,2 3-226,1 3 0,1 0-1,0 3 1,63-13 0,-34 9 101,-63 14 170,1 0-11,-7 11 71,-56 86 551,-19 31 504,66-100-900,0-1-1,2 2 0,0 0 0,2 0 0,2 0 0,0 1 1,2 1-1,-3 48 0,8-71-192,0 0 1,0 0-1,0 0 0,1 0 1,0-1-1,0 1 0,5 12 1,-5-16-30,1 1 0,0-1 0,0 0 0,1 0 1,-1 0-1,1-1 0,-1 1 0,1-1 0,0 1 0,0-1 1,0 0-1,0 0 0,1 0 0,-1 0 0,0-1 1,5 2-1,5 2-181,0-1 0,0 0-1,1-1 1,19 2 0,68-2-2897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05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780 242 4306,'0'0'2374,"-9"-1"-2120,-27-3 47,35 4-284,0-1-1,0 0 0,0 1 0,0-1 1,0 0-1,0 1 0,0-1 0,0 0 1,0 0-1,0 0 0,0 0 0,0 0 1,1 0-1,-1 0 0,0 0 0,1 0 1,-1 0-1,1-1 0,-1 1 0,1 0 1,-1 0-1,1 0 0,0-3 0,-3-4 32,-3-5-47,-1 1 0,0 0 0,0 0 0,-1 1-1,-1 0 1,0 1 0,0-1 0,-1 2 0,-1-1 0,1 1 0,-2 1 0,-18-11 0,13 10-19,0 1 1,0 0-1,-1 2 0,0 0 1,0 1-1,-1 1 0,1 0 1,-38-1-1,47 5 15,-20-2-5,-48 5 0,68-2 6,-1 0 1,1 1 0,0 0 0,0 1-1,0 0 1,0 1 0,0 0 0,0 0-1,-8 6 1,4 0 0,1 0-1,0 1 1,0 1 0,1-1-1,1 2 1,0 0 0,1 0-1,0 0 1,1 1 0,0 1-1,2-1 1,-1 1 0,2 0-1,-6 25 1,3-7 6,2 0-1,2 1 1,1 0 0,1 0-1,6 63 1,-3-85-7,1-1-1,0 1 1,1-1 0,0 1-1,1-1 1,0 0 0,1-1-1,0 1 1,1-1 0,0 0-1,1 0 1,-1 0 0,2-1-1,0 0 1,0-1 0,0 1-1,1-2 1,0 1 0,1-1-1,0-1 1,0 0 0,0 0-1,1-1 1,0 0-1,0-1 1,0 0 0,0-1-1,1 0 1,-1-1 0,1 0-1,0-1 1,18 0 0,-22-1-3,3 1 6,0-2-1,0 1 0,20-5 1,-27 4 2,-1 0 0,1 0 0,0-1 1,-1 1-1,1-1 0,-1 0 0,0 0 1,0-1-1,0 1 0,0-1 0,0 1 0,0-1 1,0 0-1,3-5 0,0-2 0,0 0 0,-1 0 0,0 0 0,-1 0 0,0-1 1,0 0-1,-1 0 0,2-16 0,0-12 8,-1-43 0,-1 20-8,-2 17-4,-2 35 2,1 0 0,0 0 0,1-1 0,0 1 0,0 0 0,5-15 0,-5 25-1,-1-1 0,0 1 1,0-1-1,0 1 0,0-1 1,1 1-1,-1 0 1,0-1-1,1 1 0,-1-1 1,0 1-1,0 0 0,1 0 1,-1-1-1,1 1 0,-1 0 1,0-1-1,1 1 0,-1 0 1,1 0-1,-1 0 0,0-1 1,1 1-1,-1 0 0,1 0 1,-1 0-1,1 0 0,-1 0 1,1 0-1,-1 0 0,1 0 1,-1 0-1,1 0 0,-1 0 1,0 0-1,1 0 0,-1 1 1,1-1-1,-1 0 1,1 0-1,-1 0 0,0 1 1,1-1-1,-1 0 0,1 0 1,-1 1-1,0-1 0,1 0 1,-1 1-1,18 20-31,18 50 38,-14-26-77,55 81 0,-39-76-1200,-4-18-1785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05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1 421 3858,'0'0'629,"0"-31"-383,6-105-182,-6 130-62,1 1 0,0-1 0,0 1 0,1-1 1,0 1-1,0-1 0,0 1 0,1 0 0,-1 0 0,1 0 0,1 0 1,-1 1-1,0-1 0,1 1 0,0 0 0,0 0 0,1 0 0,-1 1 1,1-1-1,5-2 0,-4 3 1,1 0 0,0 0 0,1 1-1,-1 0 1,0 0 0,1 1 0,-1-1 0,1 2 0,0-1 0,-1 1 0,1 0 0,8 2 0,-10-1-1,0 1 0,0 0 0,0 0 0,-1 0 0,1 1 1,-1 0-1,1 0 0,-1 0 0,0 1 0,0 0 0,0 0 0,-1 0 1,1 0-1,-1 1 0,0 0 0,0-1 0,-1 2 0,5 8 1,6 11 40,-2 0 1,17 47-1,-26-63-30,4 14 104,0 0 1,-2 1 0,0-1 0,-2 1 0,1 49 0,-3-101-47,2 1 0,1-1 1,1 1-1,1 0 1,1 1-1,2 0 0,0 0 1,2 0-1,1 2 1,1-1-1,1 1 1,1 1-1,1 1 0,0 0 1,2 1-1,31-28 1,-38 39-94,-1 1 0,1 0 1,1 1-1,-1 1 1,25-12-1,-28 15 16,0 1 0,1 0-1,0 1 1,0 0 0,0 0 0,0 1 0,0 1 0,0-1-1,0 1 1,9 1 0,-13 0 5,-1 0-1,0 0 1,0 0-1,0 0 1,0 0-1,0 1 1,0 0 0,-1 0-1,1 0 1,0 0-1,-1 0 1,0 1-1,1-1 1,3 5-1,-2-1 1,0 0 1,-1 0-1,0 1 0,0-1 0,0 1 0,-1 0 0,4 10 0,0 6 21,-1 0 0,-2 0 1,0 1-1,1 27 0,-4 15 32,0-31-15,4 41-1,-4-67-42,1 0-1,0 0 0,0-1 0,1 1 0,0 0 0,1-1 0,-1 0 0,2 0 0,7 12 0,-10-17-60,0-1-1,0 1 1,0-1 0,1 0-1,-1 1 1,1-1 0,-1 0-1,1-1 1,0 1 0,0 0-1,4 1 1,-1-1-353,0-1-1,1 0 1,-1 0 0,0-1 0,10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05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0 2945,'0'0'2180,"0"26"-1897,0 57 241,-5 330 1513,-8 161-831,15-549-1169,-2-24-34,0-1 0,0 1 1,0-1-1,1 1 0,-1-1 0,0 0 0,0 1 0,0-1 0,0 1 0,0-1 0,1 1 0,-1-1 0,0 0 0,0 1 0,1-1 0,-1 0 1,0 1-1,0-1 0,1 0 0,-1 1 0,0-1 0,1 0 0,-1 1 0,1-1 0,-1 0 0,0 0 0,1 0 0,-1 1 0,1-1 0,-1 0 1,1 0-1,-1 0 0,0 0 0,1 0 0,-1 0 0,1 0 0,-1 0 0,1 0 0,-1 0 0,1 0 0,-1 0 0,1 0 0,-1 0 0,0 0 1,2-1-1,2-10 93,-1-10-82,-2 0 0,0 0 1,-2 0-1,0 0 0,-2 0 1,0 0-1,-1 0 0,-1 1 1,-10-28-1,11 38-26,-1 0 0,1 0-1,-1 1 1,-1 0 0,0 0 0,0 0 0,-1 1 0,0-1-1,0 2 1,-1-1 0,0 1 0,0 0 0,-1 1 0,0 0 0,0 0-1,0 1 1,-1 0 0,0 1 0,0 0 0,-18-4 0,20 5 6,-1 2 0,0-1 0,1 1 0,-1 0 0,0 1 0,0 0 0,0 0 0,0 1 0,0 0 0,1 1 0,-1 0 0,0 0 0,1 1 0,-1 0 0,1 1 0,0-1 0,0 2 0,1-1 0,-1 1 0,1 0 0,0 0 0,0 1 0,1 0 0,-7 8 0,2 0 17,1 0-1,0 1 1,2 0-1,0 1 1,0 0-1,2 0 1,0 1-1,0-1 1,2 1-1,0 1 1,1-1-1,1 0 1,0 1-1,2 22 1,0-30 14,0 0 1,0-1 0,1 1 0,1 0 0,0 0 0,0-1 0,0 1-1,2-1 1,-1 0 0,1 0 0,0 0 0,8 11 0,-5-10-19,1-1 1,0 0 0,0-1 0,1 0-1,0 0 1,0-1 0,1 0 0,0 0-1,21 9 1,-8-6-314,1-2-1,-1 0 1,1-1-1,0-2 1,1 0-1,-1-2 1,43 1-1,58-3-4647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06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3714,'0'0'6243,"143"38"-5987,-51-38-256,18-3-529,3-14-3440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06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3153,'0'0'4370,"190"15"-4626,-110-15-2545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06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5202,'0'0'881,"217"-6"-1666,-119-21-2896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06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6515,'0'0'2753,"152"-45"-2897,-90-17-6595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08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1234 387 3698,'0'0'3193,"1"-33"-3086,-2-110 8,1 135-95,-1 0 1,0 1-1,-1-1 1,0 0-1,0 1 1,-1 0-1,0-1 1,0 1 0,0 0-1,-1 1 1,0-1-1,-1 0 1,1 1-1,-1 0 1,-8-7-1,3 4 39,-1 1 0,0 1 0,-1-1 0,1 2 0,-1 0 0,-21-8 0,11 6-26,0 2-1,-1 0 1,0 1-1,-45-3 1,-99 8 36,142 2-40,0 1-1,0 1 0,1 1 0,-1 1 0,1 1 1,-26 12-1,13-2 28,1 1 0,1 2 0,-37 29 0,30-19 61,2 2-1,1 1 1,1 3-1,2 1 1,2 1 0,-44 65-1,68-89-82,2 0 0,0 1-1,1-1 1,0 1 0,1 1 0,1-1-1,0 1 1,1 0 0,1 0-1,-2 19 1,5-31-33,0 1 1,0 0-1,0-1 1,0 1-1,1 0 0,0-1 1,0 1-1,0-1 0,0 1 1,1-1-1,0 0 0,0 0 1,0 1-1,0-1 0,1 0 1,0-1-1,3 5 0,-1-3 1,0-1-1,0 0 1,1 1-1,0-2 1,0 1-1,0-1 1,0 0-1,0 0 0,1 0 1,9 2-1,14 1 18,1-1 0,0-2 0,0-1 0,37-2 0,-47 0 6,436-10 77,-432 9-103,11-1-5,0 2 0,44 4 0,-70-3 4,-1 1 0,1 0 0,-1 0 0,0 1 0,0 0 0,0 1 0,0 0 1,0 0-1,-1 1 0,0 0 0,0 0 0,0 1 0,8 7 0,-8-4 1,0 0 0,-1 1-1,0 0 1,-1 0 0,0 1-1,0 0 1,-1 0 0,0 0 0,-1 0-1,0 1 1,2 16 0,-1 1 11,-1 1 0,-2 0-1,-2 46 1,-1-58 1,0 1-1,-1-1 0,-1 1 1,-1-1-1,-1 0 1,0 0-1,-1-1 0,-1 0 1,-1 0-1,0 0 1,-1-1-1,-1 0 0,-1-1 1,0 0-1,0 0 1,-2-2-1,0 1 1,0-2-1,-18 13 0,13-12 10,0-1 0,-2-1 0,1 0 0,-1-2 0,-1 0 0,0-2 0,-23 6 0,6-4 37,0-2 0,-1-2-1,-41 1 1,57-5-12,1-1 1,0-1-1,0 0 1,0-2-1,0-1 0,-33-9 1,49 11-41,-1-1 0,1 1 0,0-1 0,0-1 0,0 1 0,0-1 0,1 0 0,0 0 0,0-1 0,0 1 0,0-1 0,0 0 0,1-1 0,0 1 0,0-1 0,1 1 0,-1-1 0,1-1 0,0 1 0,1 0 0,0-1 0,0 1 0,0-1 0,-1-12 0,2 7-148,0 1-1,1 0 1,1-1-1,0 1 1,0 0 0,1 0-1,0 0 1,1 0-1,1 0 1,-1 0 0,2 1-1,-1-1 1,2 1-1,-1 1 1,10-13 0,71-88-4214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08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0 3938,'0'0'4711,"-10"27"-4580,-1 4-53,2-1 0,1 1 0,2 1 0,1-1 0,1 1 0,2 0 0,2 42 0,78 461 629,-54-399-651,-14-75-31,-5-20-14,3 1-1,1-1 1,1-1-1,32 75 1,-41-111-11,1 0 0,0 0 1,0 0-1,0 0 1,1-1-1,-1 1 0,1-1 1,0 0-1,-1 0 1,2 0-1,-1 0 0,0 0 1,1 0-1,-1-1 1,1 0-1,0 0 0,-1 0 1,1 0-1,0 0 1,0-1-1,1 0 0,-1 0 1,0 0-1,0 0 1,0-1-1,1 1 0,-1-1 1,0 0-1,1-1 0,-1 1 1,0-1-1,0 1 1,7-3-1,0 0-69,-1-1 0,0 0 0,1-1 0,-2 0 0,1 0 0,0-1 0,-1 0 0,0-1 0,-1 0 0,1 0 0,8-10 0,9-13-1196,39-58-1,0-17-1839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09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0 3410,'0'0'1504,"-220"21"-95,178-15 160,108-6-1441,73 0 288,57 0 64,36 0-416,18 0-64,-7-12-2737,-17-3-465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09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845 111 2865,'0'0'1198,"-28"-17"-896,28 17-302,-125-70 328,115 65-280,0 2 0,-1-1 0,1 1 0,-1 0 0,0 1 0,1 1 0,-1 0 0,0 0 1,0 1-1,-20 2 0,-5-1 116,13 0-33,-1 2 0,1 0-1,0 1 1,0 1-1,0 2 1,0 0-1,1 1 1,0 2-1,1 0 1,0 1 0,1 1-1,-35 27 1,39-27-92,0 2 0,0 0 0,2 1 0,0 0 0,0 1 0,1 1 0,2 0 0,-1 1 1,2 0-1,0 0 0,2 1 0,0 1 0,1-1 0,-9 39 0,12-32-2,0-1 1,2 1-1,1-1 0,1 1 0,6 44 1,-4-59-24,1 0 0,0 0 1,0 0-1,1 0 0,0-1 1,1 1-1,1-1 1,-1 0-1,1-1 0,1 1 1,0-1-1,0 0 1,1-1-1,0 0 0,11 8 1,-7-7-2,0-1 1,0 0-1,1-1 1,0-1-1,0 0 1,1 0-1,0-2 1,23 6-1,-5-5 2,1-1-1,58 0 1,-68-4-55,0-2-1,-1 0 0,1-1 1,-1-1-1,0-1 1,0-1-1,26-10 1,-33 9 3,1-1 0,-1 0 0,0-1 1,-1-1-1,0 0 0,-1-1 1,0-1-1,-1 0 0,0 0 0,12-17 1,-12 12 35,-2-1-1,0 0 1,0 0 0,-2-1 0,0 0-1,-1-1 1,-1 0 0,-1 0 0,3-28-1,-2-3 71,-3 0-1,-4-78 0,1 120 32,-1-1 0,-1 1 1,1 0-1,-1 0 0,-6-15 0,7 22-52,1-1-1,-1 1 0,0 0 1,0 0-1,0 0 0,0 0 0,-1 0 1,1 1-1,-1-1 0,1 0 1,-1 1-1,1-1 0,-1 1 0,0-1 1,0 1-1,0 0 0,0-1 1,0 1-1,0 0 0,0 0 0,0 1 1,0-1-1,0 0 0,-1 1 1,1-1-1,-3 1 0,4 0-46,1 0-1,-1 0 1,1 0-1,-1 0 1,0 0 0,1 0-1,-1 0 1,1 0-1,-1 0 1,0 1 0,1-1-1,-1 0 1,1 0 0,-1 1-1,1-1 1,-1 0-1,1 1 1,-1-1 0,1 0-1,-1 1 1,1-1-1,-1 1 1,1-1 0,0 1-1,-1-1 1,1 1-1,0-1 1,-1 1 0,1-1-1,0 2 1,-4 8-16,0 0 1,1 0 0,0 1 0,1 0-1,0-1 1,-1 19 0,2 77 8,2-63 8,-1-11 4,2-1 0,1 0 0,2 0 0,1-1 0,1 1 0,1-1 1,16 36-1,-16-47-6,1-2 0,0 1 1,1-1-1,1-1 0,1 0 1,0 0-1,1-1 0,1-1 1,0 0-1,1-1 0,0-1 1,28 17-1,-29-21-57,2-2 0,-1 0 0,1 0 0,0-2 0,0 0 0,0-1-1,1 0 1,-1-1 0,1-1 0,-1-1 0,1 0 0,-1-2 0,1 1 0,27-8 0,-33 5 0,-1 0 0,1-1 0,-1-1 0,0 1 0,0-1 0,-1-1 0,0 0 0,0-1 0,-1 1 0,1-1 0,-2-1 0,1 0 0,-1 0 0,11-19 0,-5 4 36,0-1 1,-1-1-1,-2 1 0,-1-2 0,7-29 1,-4-13 171,-3-1 0,-3 0 1,-4-98-1,-2 152-97,-1-5 160,1 21-209,0 0 0,0 0 0,0 0 0,0 0 0,0 0 0,0 0-1,0-1 1,0 1 0,0 0 0,0 0 0,0 0 0,0 0 0,0 0 0,0 0 0,0 0 0,0 0 0,0-1 0,-1 1 0,1 0 0,0 0-1,0 0 1,0 0 0,0 0 0,0 0 0,0 0 0,0 0 0,0 0 0,0 0 0,0-1 0,0 1 0,0 0 0,-1 0 0,1 0 0,0 0-1,0 0 1,0 0 0,0 0 0,0 0 0,0 0 0,0 0 0,0 0 0,-1 0 0,1 0 0,0 0 0,0 0 0,0 0 0,0 0 0,0 0-1,0 0 1,0 0 0,-1 0 0,1 0 0,0 0 0,0 0 0,0 0 0,0 1 0,0-1 0,0 0 0,0 0 0,0 0 0,0 0 0,-1 0-1,0 3 47,-1 1-1,1-1 0,0 0 0,0 1 0,0-1 0,1 1 0,-1 5 0,-10 414 232,13-271-217,-2-133-47,1-22 60,1-36 48,-3-14-93,-2 0 1,-13-73 0,4 64-132,2 1 0,-2-86 0,12 144 70,0-1 0,0 0 0,1 0 0,-1 0 0,1 0 0,0 1 0,0-1 0,0 0 0,0 0 0,1 1 0,-1-1 0,1 1 0,0 0 0,0-1 0,4-4 0,-1 4-49,0-1 1,0 1-1,1 0 0,0 1 0,-1-1 1,1 1-1,0 0 0,10-3 0,35-9-720,1 1-1,0 3 1,107-9 0,0 0-170,-154 19 1084,26-4-456,-24 1 2260,-16 5-1825,1 0 1,-1 0-1,1 1 0,0 0 1,-1 1-1,1 0 0,0 0 1,0 1-1,1 0 0,-1 0 1,1 0-1,0 1 0,0 1 1,1-1-1,-1 1 0,1 0 1,0 0-1,-9 14 0,5-6 54,0 0 0,1 1 0,0 1 0,1-1 0,1 1 0,1 1 0,0-1 0,-5 29 0,7-21-15,0 0 0,2 1 0,1-1 0,0 1 0,2 0 0,1-1 0,8 36 0,-6-44-113,0-1 0,1 0 0,1 0 0,1 0-1,0-1 1,0 0 0,2-1 0,0 1-1,0-1 1,1-1 0,1 0 0,15 14 0,-11-14-105,-1-1 1,2 0-1,-1-1 1,2-1-1,-1-1 1,1 0-1,0-1 1,1-1-1,-1 0 1,1-1-1,24 3 1,77-1-2669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10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 4578,'0'0'3799,"-3"-2"-3300,3 2-498,0 0 1,0 0-1,0-1 0,0 1 1,-1 0-1,1 0 1,0 0-1,0 0 0,-1 0 1,1-1-1,0 1 0,0 0 1,0 0-1,-1 0 0,1 0 1,0 0-1,-1 0 0,1 0 1,0 0-1,0 0 1,-1 0-1,1 0 0,0 0 1,0 0-1,-1 0 0,1 0 1,0 0-1,0 0 0,-1 1 1,1-1-1,0 0 0,0 0 1,0 0-1,-1 0 0,1 0 1,0 0-1,0 1 1,0-1-1,-1 0 0,1 0 1,0 0-1,0 1 0,0-1 1,0 0-1,0 0 0,-1 1 1,1-1-1,0 0 0,0 0 1,0 1-1,0-1 0,0 0 1,0 0-1,0 1 1,0-1-1,0 0 0,0 0 1,0 1-1,0-1 0,0 0 1,0 0-1,0 1 0,0-1 1,1 1-1,-4 32 56,2 64-1,2-38 66,-2 152 399,1 192 147,27-2-531,-25-387-127,0 4 0,0 1 0,2-1 0,0 0 0,9 25 0,-11-39-6,-1 0 0,1 0-1,0 0 1,0-1 0,0 1 0,1-1-1,0 1 1,-1-1 0,1 0 0,0 0-1,0 0 1,1 0 0,-1-1-1,0 0 1,1 1 0,0-1 0,0 0-1,-1-1 1,1 1 0,0-1 0,0 1-1,0-1 1,1 0 0,-1-1-1,5 1 1,1-1-1,1 0-1,-1-1 1,1-1-1,-1 1 0,0-2 1,1 1-1,-1-2 1,0 1-1,-1-1 1,1-1-1,-1 0 1,0 0-1,14-10 1,8-9-226,-1-2 0,34-37 0,-64 63 214,30-30-1266,-1-2 0,46-66 0,-33 18-2122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10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51 2433,'0'0'2417,"-166"0"-1520,154 0-513,24 0-128,86 0 304,53 0 112,45 0-415,24-8-257,-18-10-257,-38-6-2944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11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122 709 336,'0'0'3874,"-20"26"-3695,-62 81 31,64-73 53,18-34-246,-1 1 0,1 0 0,0 0 0,0-1 0,-1 1 0,1 0 0,0 0 0,0-1 0,0 1 0,0 0-1,0 0 1,0 0 0,0-1 0,0 1 0,1 0 0,-1 0 0,0-1 0,0 1 0,1 1 0,0-1 10,1 0-1,-1-1 1,0 1-1,1 0 1,-1-1-1,0 1 1,1-1 0,-1 0-1,1 1 1,-1-1-1,1 0 1,-1 0-1,1 0 1,-1 0 0,1 0-1,-1 0 1,0 0-1,2-1 1,7 1-16,-2-1 21,1 0 0,-1 0 0,1 0 0,-1-1 0,1-1-1,-1 1 1,0-1 0,0 0 0,0-1 0,-1 0 0,13-8 0,5-7 23,45-43 0,-68 60-51,40-41 18,-3-1 0,-1-3 1,-3 0-1,-1-3 1,-3 0-1,46-103 1,-63 121 85,18-64 0,-29 81-17,0 1 0,-1-1-1,0 0 1,-1 0 0,-1 0-1,-3-28 1,2 39-66,0 0 0,0 0 1,0 0-1,-1 0 0,1 0 0,-1 1 1,0-1-1,0 1 0,0-1 0,-1 1 0,1 0 1,-1 0-1,0 0 0,0 0 0,0 0 0,0 1 1,-1-1-1,1 1 0,-1 0 0,1 0 1,-1 0-1,0 0 0,1 1 0,-1 0 0,0-1 1,0 2-1,-7-2 0,-6-1 8,0 2 0,0 0 0,0 0 0,0 2 0,-22 3 0,35-4-29,1 1 0,-1 0 0,1-1 0,-1 2 0,1-1 0,-1 0 0,1 1 0,0-1 0,0 1 0,0 0 0,0 0-1,0 0 1,0 0 0,0 1 0,1-1 0,-4 4 0,5-4-3,0 0 1,0 0-1,0 1 0,0-1 1,0 0-1,0 0 0,0 1 1,1-1-1,-1 0 0,1 1 1,-1-1-1,1 1 0,0-1 1,0 1-1,0-1 0,1 0 1,-1 1-1,1-1 0,-1 1 1,1-1-1,0 0 0,-1 0 1,1 1-1,0-1 0,3 3 1,0 1-2,0 0-1,0-1 1,0 0 0,1 0-1,0-1 1,0 1 0,0-1 0,0 0-1,10 5 1,62 30 7,-54-29-1,-6-2-4,90 42 23,134 82 0,-211-112-21,-1 0 0,-1 2 0,-1 1-1,0 1 1,-2 1 0,-1 2-1,-1 0 1,37 60 0,-51-71-7,-1 1 1,0-1-1,-2 1 0,0 0 1,-1 1-1,0 0 1,2 24-1,-6-34 2,0 1-1,-1 0 1,0 0 0,-1-1-1,1 1 1,-2 0 0,1-1-1,-1 1 1,-1-1-1,1 0 1,-2 1 0,1-1-1,-1 0 1,0-1 0,0 1-1,-1-1 1,-9 11-1,3-8 8,0 0-1,-1 0 0,-1-1 0,1-1 0,-1 0 1,-1-1-1,0 0 0,0-1 0,0-1 0,-24 6 1,0-1 17,0-3 1,-1-1 0,-41 0 0,79-6-24,-23 2 40,0-1 1,0-2 0,-40-5 0,59 5 4,0 0 0,0 0 0,0 0 1,1-1-1,-1 0 0,0 0 0,1 0 0,-1 0 0,1-1 0,0 1 0,0-1 0,0 0 0,0-1 0,0 1 1,1-1-1,0 1 0,-1-1 0,1 0 0,1 0 0,-1-1 0,0 1 0,1-1 0,-2-5 0,2 5-10,0 0-1,0 0 0,1 0 0,-1-1 1,1 1-1,1-1 0,-1 1 0,1 0 1,0-1-1,0 1 0,1-1 0,-1 1 1,1-1-1,0 1 0,1 0 1,-1 0-1,1-1 0,0 1 0,1 0 1,-1 0-1,1 1 0,0-1 0,0 1 1,0-1-1,1 1 0,-1 0 0,1 0 1,0 0-1,0 1 0,1 0 0,-1-1 1,1 1-1,0 1 0,7-4 0,7-2-35,1 0-1,0 2 1,0 0 0,0 1-1,1 2 1,0 0-1,36-1 1,-36 4-3,0 1 0,0 1 0,0 0 0,0 2 0,24 7 0,-1 4-96,54 25 0,-76-30-459,42 12 0,-45-18-396,0-1 1,22 1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11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657 421 4386,'0'0'787,"18"-31"-261,57-106 154,-69 127-525,-1 0 0,0 0 0,0-1 1,-1 0-1,-1 0 0,0 0 0,-1 0 0,0 0 1,0 0-1,-1-1 0,-1-19 0,1 28-129,-1-1 1,0 1-1,0 0 0,0-1 1,0 1-1,-1 0 0,1-1 1,-1 1-1,0 0 0,0 0 1,0 0-1,0-1 0,-1 1 0,1 0 1,-1 1-1,1-1 0,-1 0 1,0 0-1,-1 1 0,1-1 1,0 1-1,-1 0 0,1 0 1,-1-1-1,1 2 0,-1-1 0,0 0 1,0 0-1,0 1 0,0 0 1,0 0-1,0 0 0,-1 0 1,1 0-1,-4 0 0,-11-4-15,0 2 0,0 0 0,-1 1 0,1 1 0,-1 1 0,1 0 0,0 1 0,-1 1 0,1 1-1,0 1 1,0 0 0,1 1 0,-1 1 0,1 1 0,0 0 0,1 2 0,0 0 0,-21 14 0,18-8 58,0 0 1,1 1 0,1 1-1,1 0 1,0 1-1,2 1 1,0 1 0,1 0-1,0 0 1,2 1-1,1 1 1,0 0-1,-12 45 1,13-25 61,1 1 1,3 0-1,1 0 0,2 0 0,2 1 0,1-1 1,9 44-1,4-4-1,4-1 0,47 132 1,-47-166-110,-7-19-2,-1 1-1,10 48 1,-19-73-25,3 36 23,-4-39-25,0 0 1,0-1-1,-1 1 1,1 0 0,0 0-1,-1-1 1,1 1-1,-1 0 1,0-1 0,0 1-1,1-1 1,-1 1 0,0-1-1,0 1 1,0-1-1,-1 0 1,1 1 0,0-1-1,0 0 1,-1 0-1,-1 2 1,-4 0-135,0-1 0,1 1-1,-1-1 1,0 0 0,0-1 0,0 0 0,-13 1 0,-60-2-2154,70 0 1909,-108-5-3831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12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1 207 4482,'0'0'1246,"45"-17"-825,-43 16-418,65-26 7,1 4 1,1 3 0,140-23 0,641 14-975,-704 29 954,-146 0 48,1 0-1,0 0 1,-1 0-1,1 0 1,-1 0-1,1 0 1,-1 0 0,1 0-1,0 0 1,-1 1-1,1-1 1,-1 0-1,1 0 1,-1 0 0,1 1-1,-1-1 1,1 0-1,-1 1 1,1-1-1,-1 0 1,1 1 0,-1-1-1,0 1 1,1-1-1,-1 1 1,0-1-1,1 1 1,-1-1 0,0 1-1,1-1 1,-1 1-1,0-1 1,0 1-1,0-1 1,0 1-1,0 0 1,1-1 0,-1 2-1,-5 23 1141,5-25-1169,-24 68 805,14-43-619,1 0 1,-10 52 0,14-22 7,2 1 1,6 93 0,-2-140-192,7 64 63,-7-67-65,0-1 1,0 0-1,1 1 1,0-1-1,0 0 1,0 0-1,1 0 1,0-1-1,0 1 1,0-1-1,4 5 1,-6-7 48,-1-8 101,-2-26-93,-2 1 0,-1-1 0,-11-38 1,6 31-129,-7-66-1,15-107-660,2 203 708,1 1-31,-1-1 0,1 1 0,0 0 0,0 0 1,1 0-1,1 0 0,-1 0 0,1 0 0,5-8 0,-6 12-31,1 0 1,-1 0-1,1 0 0,0 1 1,1-1-1,-1 1 0,0 0 1,1 0-1,0 0 0,0 0 0,0 1 1,0-1-1,0 1 0,0 0 1,1 1-1,-1-1 0,8-1 1,15-1-156,1 1 0,0 1 0,0 1 1,31 4-1,7-1 48,194-2 506,-260 0-259,0 1-1,0-1 1,0 1 0,1 0 0,-1-1 0,0 1-1,0 0 1,0-1 0,0 1 0,0 0 0,0-1-1,-1 1 1,1 0 0,0-1 0,0 1 0,0-1-1,0 1 1,-1 0 0,1-1 0,0 1 0,-1-1-1,0 2 1,-50 101 989,33-71-720,2 1 0,1 0 0,-20 70 0,28-75-226,2 0-1,1 1 1,1-1-1,2 39 1,1-56-113,1 0 0,1 0 0,0 0-1,1 0 1,0 0 0,5 11 0,-6-16-36,1-1-1,0 1 1,1-1 0,-1 1-1,1-1 1,0 0-1,0-1 1,1 1 0,-1-1-1,1 1 1,8 5 0,-1-4-270,1 0 1,-1-1-1,1 0 1,-1-1-1,1-1 1,1 0-1,-1 0 1,0-1-1,1-1 1,-1 0-1,16-2 1,73 2-3021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12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78 3842,'0'0'1534,"-32"-15"-1067,11 6-349,1 0 1,-1 2-1,-1 0 0,-34-6 1,53 13-90,-1 0-1,1 0 1,0 0 0,0 1 0,-1-1 0,1 1-1,0 0 1,0 0 0,0 0 0,0 0-1,0 1 1,0-1 0,0 1 0,0 0 0,1 0-1,-1 0 1,1 0 0,-1 0 0,1 0-1,0 1 1,0-1 0,0 1 0,0 0 0,0-1-1,0 1 1,1 0 0,-2 5 0,-7 11 160,1 1 0,1 1 0,1 0 1,0-1-1,2 2 0,-4 29 0,3 7 296,2 69 0,4-108-423,1 0-1,0 0 1,1 0-1,1 0 1,1 0-1,1 0 1,7 18-1,-8-28-49,1 0 1,0 1-1,0-2 1,1 1-1,0 0 0,1-1 1,-1 0-1,2-1 0,-1 0 1,1 0-1,0 0 1,1-1-1,-1 0 0,16 7 1,-8-6-4,0-1 0,0 0 0,1-1 1,0-1-1,0-1 0,0 0 0,0-1 0,1-1 1,-1 0-1,19-3 0,-27 2-4,-1-1 1,0 0-1,1-1 1,-1 1-1,0-2 0,0 1 1,-1-1-1,1 0 1,0-1-1,-1 1 0,0-2 1,0 1-1,0-1 1,0 0-1,6-7 0,-6 5 2,-1-1-1,0 0 0,-1 0 1,0 0-1,0-1 0,0 0 0,-1 0 1,-1 0-1,1-1 0,-2 1 1,1-1-1,1-12 0,-1 4 12,-1 1-1,-1-1 1,0 0-1,-1 0 1,-1 0-1,0 0 1,-2 1-1,0-1 1,-1 1-1,0-1 1,-2 1-1,0 1 1,-1-1-1,0 1 0,-2 0 1,1 1-1,-15-18 1,-3-1 54,-2 2 1,-49-44-1,60 60-417,-1 1 0,-1 2 0,0-1 0,-1 2 0,0 1 0,-24-10 0,20 15-3260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13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85 627 3442,'0'0'4924,"-16"-2"-3811,12 2-1084,0 0 0,0 0 1,0-1-1,0 1 0,1-1 0,-1 0 0,0 0 1,1 0-1,-1-1 0,1 1 0,-1-1 0,1 0 1,0 0-1,-4-3 0,6 4-24,0-1-1,0 0 1,0 1 0,0-1-1,0 1 1,0-1-1,0 0 1,1 0 0,-1 0-1,1 1 1,-1-1-1,1 0 1,0 0 0,-1-2-1,1-2-1,1 0-1,-1 0 1,1-1 0,0 1-1,1 0 1,2-6 0,8-24 8,2 0 1,2 1 0,1 1 0,1 1 0,3 0 0,0 1 0,2 1-1,47-48 1,-61 69-16,2 1-1,-1 0 0,1 1 1,16-9-1,-23 15-6,1-1 1,0 1-1,-1 0 0,1 0 0,0 1 1,0 0-1,0 0 0,0 0 1,1 0-1,-1 1 0,0 0 0,0 0 1,10 1-1,-14-1 5,1 1-1,0-1 1,-1 1 0,1-1 0,-1 1 0,1 0-1,-1 0 1,1 0 0,-1-1 0,0 2 0,1-1-1,-1 0 1,0 0 0,0 0 0,1 0-1,-1 1 1,0-1 0,0 1 0,-1-1 0,1 1-1,0-1 1,0 3 0,8 37-11,-8-29 9,6 70 14,-5 143 1,-4-159 4,-2 81 458,15-208-334,2 0 0,4 1 0,26-64-1,-29 85-130,2 1 0,34-58 0,-40 79-34,1 1 1,1 0-1,0 1 0,1 0 0,0 1 0,1 1 0,27-20 1,-35 29-16,0 0 1,0 0 0,0 1-1,0 0 1,1 0 0,0 1-1,-1 0 1,1 0 0,0 0-1,14-1 1,-17 3 18,0 1 0,0-1 0,0 1-1,0-1 1,0 1 0,0 0 0,0 1 0,0-1 0,-1 1 0,1-1 0,0 1 0,-1 0 0,1 1-1,-1-1 1,0 1 0,0-1 0,0 1 0,0 0 0,0 0 0,-1 0 0,4 4 0,3 8-8,-1 0 0,0 0 1,-1 1-1,-1 0 1,0 0-1,-1 0 0,-1 1 1,3 24-1,7 142 9,-14-181 25,1 215-33,-3-179 75,-1 0-1,-3-1 1,-15 60-1,9-67 343,12-30-366,0 0 0,0 1-1,0-1 1,0 0 0,0 0 0,0 1 0,-1-1-1,1 0 1,0 0 0,0 0 0,0 1 0,0-1-1,-1 0 1,1 0 0,0 0 0,0 0 0,0 1-1,-1-1 1,1 0 0,0 0 0,0 0 0,0 0-1,-1 0 1,1 0 0,0 0 0,0 0 0,-1 0-1,1 0 1,0 0 0,-1 0 0,1 0-1,0 0 1,0 0 0,-1 0 0,1 0 0,0 0-1,0 0 1,-1 0 0,1 0 0,0 0 0,0 0-1,0 0 1,-1-1 0,1 1 0,0 0 0,0 0-1,0 0 1,-1 0 0,1-1 0,0 1 0,0 0-1,0 0 1,0 0 0,-1-1 0,-5-19 743,4-13-662,1 0-1,2 0 1,1 1 0,1-1 0,2 0 0,1 1 0,2 0 0,1 1 0,1 0 0,29-59 0,-7 30-109,3 2-1,50-63 0,-62 91-23,1 2 0,2 0 0,1 2-1,1 1 1,46-32 0,-65 51 8,1 0-1,0 0 1,0 1 0,0 1 0,0-1 0,1 2 0,-1-1 0,1 1 0,0 1 0,0 0-1,0 1 1,0 0 0,19 1 0,-26 0 24,1 1 0,-1-1 0,0 1 0,0 0 0,0 0 0,0 1-1,0-1 1,0 1 0,0 0 0,-1 0 0,1 0 0,0 1 0,-1-1 0,0 1 0,1-1-1,-1 1 1,3 4 0,-1 1-3,0 0 0,0 0-1,-1 0 1,0 1 0,0-1 0,4 16-1,1 10 2,-1 0 0,-1 1 0,3 60 0,-9 109 72,1 0 275,-1-182-273,1 1 0,1-1 0,2 0 0,0 0 0,10 27 0,-12-41-62,1 0 1,-1 0-1,2 0 1,-1-1 0,1 0-1,0 0 1,1 0-1,-1 0 1,1-1 0,1 0-1,-1 0 1,1-1-1,0 0 1,0 0 0,1 0-1,9 4 1,-3-4-93,0-1 0,0 0 0,0-1 0,1-1 0,25 2 0,102-1-2285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13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605 41 5987,'-29'-6'1555,"7"1"-1230,-2-1-41,-1 1 0,-26-2 1,40 6-188,0 0 1,0 2-1,0-1 1,0 1-1,0 1 1,0 0 0,1 0-1,-1 1 1,-14 6-1,8 1 123,0-1 0,0 2 1,1 0-1,1 1 0,0 1 0,0 0 0,1 1 1,-22 30-1,16-17 142,2 0 1,1 1-1,1 1 0,-21 54 1,22-36-95,3 1 1,1 0 0,2 0-1,3 1 1,-1 68-1,6-89-233,1 0 0,2 1 0,0-1 1,2 0-1,1-1 0,1 1 0,12 29 0,-12-41-35,2 1 0,0-1 0,1 0 1,0-1-1,2 0 0,0-1 0,0 0 0,1-1 0,1 0 1,0-1-1,1 0 0,20 13 0,-11-11 0,1 0-1,0-2 0,1-1 1,0-1-1,1-1 1,0-1-1,39 7 1,-25-9-53,0-2 0,1-1 0,-1-2 0,56-6 0,-75 3-23,0-1 0,0-2 1,0 0-1,0-1 1,-1-1-1,1 0 0,-2-2 1,1 0-1,-1-2 1,23-16-1,-30 18 52,-1-1 0,0 1-1,-1-2 1,0 1 0,0-2 0,-1 1 0,-1-1-1,0-1 1,-1 1 0,0-1 0,-1-1-1,0 1 1,-1-1 0,-1 0 0,0 0 0,2-17-1,-2 0 30,-1-1-1,-2 0 1,-2 0-1,0 1 1,-2-1-1,-2 0 1,-1 1-1,-1 0 1,-1 1-1,-2-1 1,-1 2 0,-25-49-1,0 14 2,-3 0 1,-2 3-1,-3 2 1,-90-94-1,123 141-6,0 1 0,-1 0 0,0 0 0,-1 2 0,0-1 0,-1 2 0,0 0 0,0 0 0,-16-5 0,28 13-36,1-1 0,0 0 0,-1 1 0,1-1 0,-1 1 0,0 0 0,1 0-1,-1 0 1,1-1 0,-1 1 0,1 1 0,-1-1 0,0 0 0,1 0 0,-1 0 0,1 1 0,-1-1 0,1 1 0,-1-1 0,1 1 0,-1 0-1,1 0 1,0-1 0,0 1 0,-1 0 0,1 0 0,0 0 0,0 1 0,0-1 0,0 0 0,0 0 0,0 0 0,0 1 0,0-1 0,0 1-1,1-1 1,-1 0 0,1 1 0,-2 2 0,1 2-371,1-1 0,-1 1-1,1-1 1,-1 1 0,2-1 0,-1 1-1,1-1 1,-1 1 0,1-1 0,4 10-1,1 0-1615,1-1 0,17 27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13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490 16 8180,'-29'-4'2259,"12"1"-2014,-4 0 4,0 0 0,-43 0 0,54 4-174,0-1-1,0 2 1,0-1 0,1 2 0,-1-1 0,0 1-1,1 1 1,-1-1 0,1 2 0,0-1 0,-11 9-1,4-1 85,0 2-1,2 0 0,-1 0 0,2 1 0,0 1 1,0 0-1,2 1 0,0 1 0,1-1 0,1 2 1,0-1-1,2 1 0,-8 26 0,4 1 27,1 0 0,2 2 0,3-1 0,0 80 0,4-96-156,2 0 0,1 1-1,2-1 1,0 0 0,3 0-1,0-1 1,2 0-1,1 0 1,1-1 0,21 38-1,-17-42-23,1-2 0,0 0-1,2-1 1,1 0 0,1-2-1,0 0 1,1-1 0,1-1-1,1-2 1,1 0 0,27 14-1,-17-14-18,0-1 0,1-2-1,1-1 1,0-2 0,0-1-1,1-2 1,69 4 0,-84-9-58,0-1 0,0-1 0,0-2 0,0 0 0,0-1 1,28-8-1,-42 9 45,0-1 1,0-1-1,-1 1 1,1-1-1,-1 0 1,0-1-1,0 0 1,0 0-1,-1 0 1,0-1-1,0 0 1,0 0 0,-1-1-1,0 1 1,0-1-1,0 0 1,-1-1-1,0 1 1,4-13-1,0-6 23,-2-1 0,0-1 0,-2 1-1,-1-1 1,-2 1 0,0-1 0,-2 0 0,-5-34 0,0 23 13,-2 0-1,-1 1 1,-2 0 0,-2 0 0,-1 2 0,-2-1 0,-1 2 0,-2 0 0,-1 1 0,-2 1 0,-46-52-1,54 68-7,0 1 0,-2 1 1,0 0-1,0 1 0,-1 1 0,-1 1 0,0 0 0,-1 1 0,0 1 0,-1 1 0,0 1 0,-23-7 0,1 8-824,-1 1 1,0 3 0,0 1 0,-53 5-1,96-3 802,-136 7-8364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19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1 271 5555,'0'0'3494,"30"7"-3590,-3-1 101,-1 1-1,0 2 1,-1 0-1,0 1 1,0 2-1,-1 1 1,-1 0-1,38 29 0,2 14 16,-3 3 0,-2 2 0,-2 3-1,87 133 1,-18 16 41,-92-153 28,-21-46 181,-12-14-240,1 0-1,-1 0 1,0 1-1,1-1 1,-1 0 0,0 0-1,0 0 1,1 0-1,-1 0 1,0 0-1,1 0 1,-1 0-1,0 0 1,1 0-1,-1 0 1,0 0-1,1 0 1,-1 0-1,0-1 1,1 1-1,-1 0 1,0 0 0,1 0-1,-1 0 1,0-1-1,0 1 1,1 0-1,-1 0 1,0-1-1,3-3 218,0 0 0,-1 0 0,0-1 0,0 1 0,3-10 0,-3 8-255,7-17 275,272-688 1112,-262 670-1622,67-147 176,-21 71-4585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19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4658,'0'0'1441,"0"247"-1457,0-114 704,9 22 80,6-1-175,6 4-417,-3-25-96,-4-20-48,1-30-16,0-23-16,3-33-1297,3-27-2160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19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0 4674,'0'0'2420,"-30"13"-2217,17-8-196,-3 2 0,0 0 0,0 1 0,0 1 1,-19 14-1,27-17-1,1 1 0,-1 0 0,1 1 0,0 0 0,1 0 0,0 0 1,0 1-1,1 0 0,0 0 0,0 0 0,1 1 0,-4 13 0,-5 32 126,1 1 0,4 0 0,1 0 0,4 1 0,1 0 0,8 62-1,-4-94-102,1-1-1,1 0 1,1 0-1,1 0 1,1 0-1,1-1 0,2 0 1,0 0-1,18 27 1,-19-36-23,0-1 1,1 0 0,1-1-1,0 0 1,1-1 0,0 0-1,1 0 1,0-2 0,0 1-1,1-2 1,1 0 0,-1 0-1,1-2 1,31 10 0,-25-10 4,0-1 0,1-1 0,0-1 0,0-1 0,0-1 0,0-1 0,0-1 0,32-5 0,-41 4-2,0-1 0,0-1-1,-1 0 1,1-1-1,-1 0 1,0-1 0,-1 0-1,1-1 1,-1 0-1,-1-1 1,1 0 0,-1-1-1,-1 0 1,0 0-1,11-14 1,-8 4 9,-1 1-1,-1-2 1,0 1-1,-1-1 0,-2-1 1,0 0-1,-1 0 1,-1 0-1,-1 0 1,-1-1-1,-1 0 1,0 0-1,-2 0 1,-2-21-1,-1 9-9,-1-1 1,-2 2-1,-2-1 0,0 1 0,-3 0 1,0 1-1,-2 0 0,-19-34 0,16 39-9,-1 0-1,-1 1 1,-2 1-1,0 0 1,-44-40 0,51 54-17,0 1 0,-1 0 0,0 1 0,-1 0 1,0 1-1,0 1 0,0 0 0,-1 1 0,0 1 1,-1 0-1,1 1 0,-24-2 0,-35 4-809,16 4-1579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20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52 568 4178,'0'0'547,"-5"-28"-272,-2-17-128,0-1 420,-18-65-1,21 100 192,2 13-190,2 22-93,0-11-614,-1 110-2,5 189 128,-1-256 23,4-1 0,2 1 0,23 80 0,-27-119-11,1-1 1,1 1 0,0-2 0,1 1 0,11 16 0,-15-26 1,1 0 1,-1-1-1,1 1 1,0-1-1,1 0 1,-1-1-1,1 1 1,0-1-1,0 0 1,0-1-1,1 0 1,-1 0-1,1 0 0,12 3 1,-8-3 10,0-1 1,0 0-1,-1-1 1,1 0-1,0-1 1,0 0-1,0-1 1,0 0-1,0-1 1,0 0-1,0-1 0,-1 0 1,1 0-1,12-7 1,-7 1 10,0-1 0,-1 0 1,-1-1-1,1-1 0,-2 0 1,1 0-1,21-30 0,-10 10-6,-2-2 0,-2 0 0,-1-1-1,-1-2 1,-2 0 0,-2 0 0,-1-2-1,16-78 1,-15 29-12,-4-1-1,-4 1 0,-4-93 1,-3 153 1,-1 0 1,-1 0-1,-1 0 1,-2 1-1,-1-1 1,-1 1-1,-1 0 1,-14-31-1,21 56 6,0 0 0,0 0-1,0 0 1,0 0 0,0 0 0,-1 0-1,1 1 1,0-1 0,-1 0-1,-2-2 1,3 4-8,1 0-1,0 0 1,-1 0-1,1 0 1,0 0-1,-1 0 1,1 0-1,0 0 1,-1 0-1,1 0 1,0 0-1,-1 0 1,1 0-1,0 0 1,0 0-1,-1 0 1,1 1-1,0-1 1,-1 0-1,1 0 1,0 0-1,0 1 1,0-1 0,-1 0-1,1 0 1,0 0-1,0 1 1,0-1-1,-1 0 1,1 1-1,0-1 1,0 0-1,0 0 1,0 1-1,0-1 1,0 0-1,0 1 1,-1-1-1,1 0 1,0 1-1,-2 9 6,1-1-1,0 1 1,0 16-1,-1 66-130,4 254 228,2-298-30,1-1 0,3-1 0,2 1 0,1-2 0,24 59 0,-25-79-59,2-1-1,1-1 0,0 0 1,2 0-1,1-1 1,1-1-1,20 20 0,-21-26-19,0-1-1,0-1 1,2 0-1,-1-1 1,2-1-1,-1-1 1,1 0-1,1-2 1,29 10-1,-16-10-254,-1-2 0,1-1 0,44 1 0,112-3-3840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21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598 279 7619,'0'0'1833,"-16"28"-1779,-48 94 4,57-109-44,1 0 0,1 0 0,0 1 0,1-1-1,0 1 1,1 1 0,1-1 0,0 0-1,1 1 1,1 26 0,0-41-14,0 3 2,-1-1 0,1 1 0,1-1 0,-1 0 0,0 1-1,0-1 1,1 1 0,0-1 0,-1 0 0,1 1-1,0-1 1,0 0 0,0 0 0,0 0 0,1 0 0,-1 0-1,0 0 1,1 0 0,0 0 0,-1-1 0,1 1-1,2 1 1,1 0 1,0-1 0,0 0 0,0 0-1,0-1 1,0 0 0,0 0 0,0 0-1,1 0 1,8-1 0,-4 1 1,0 0 0,0-1 0,0-1 0,0 1 0,0-2 0,0 1 0,0-2 0,0 1 0,-1-1 0,1-1 0,-1 0 0,1 0 0,-1 0 0,-1-1 0,1-1 0,-1 0 0,0 0 0,0 0 0,0-1 0,-1 0 0,0-1 0,-1 1 0,0-1 0,0-1 0,6-10 0,-3 3-10,-1 0 0,-1-1 0,-1 1 0,0-1 0,-1 0 0,-1-1 0,0 1 0,1-19 0,-4 22-8,0 0 0,-1 0-1,-1 0 1,0 0 0,0 1 0,-2-1 0,1 0-1,-2 1 1,0-1 0,-1 1 0,-6-13 0,3 12-14,-1 0 1,-1 1 0,-1 0-1,0 1 1,0 0-1,-1 0 1,-1 1-1,0 1 1,0 0 0,-1 1-1,-1 0 1,1 1-1,-1 1 1,-20-7 0,12 6 23,1 1 1,-1 0-1,0 2 1,-1 1-1,1 1 1,-1 1 0,0 1-1,0 1 1,-36 4-1,46-1 12,0 1 1,0 0-1,1 1 0,0 0 0,0 1 1,0 0-1,1 1 0,0 1 1,0 0-1,1 1 0,0 0 0,0 0 1,1 1-1,0 0 0,1 1 0,0 0 1,-12 21-1,5-4 43,0 1-1,2 0 1,1 1 0,2 0 0,1 1 0,-11 53-1,15-49 87,1 0 1,1 1-1,2 0 0,5 68 0,-1-86-100,1-1 0,0 1 1,1-1-1,1 0 1,1 0-1,1-1 0,0 0 1,1 0-1,0 0 1,1-1-1,20 24 0,-13-22-29,0 0 1,2-1-1,0-1 0,1 0 0,0-2 0,1 0 0,1-1 0,0-1 0,34 13 0,-15-11-325,0-1 0,0-2 0,1-2 0,66 5 0,89-8-3434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21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598 271 5042,'0'0'449,"1"-26"-324,1-139 1177,-2 162-1268,0 0 1,-1 1-1,1-1 0,-1 0 1,0 0-1,0 0 1,0 0-1,0 1 0,-1-1 1,1 0-1,-1 1 0,1-1 1,-1 1-1,0 0 1,0 0-1,0-1 0,0 1 1,-1 1-1,1-1 1,0 0-1,-1 0 0,1 1 1,-1-1-1,0 1 0,1 0 1,-1 0-1,-4-1 1,-5-2-14,-1 1 0,0 0 1,0 1-1,-24-2 1,19 3-19,0 1 0,1 0 0,-1 1 1,-25 5-1,33-3-3,0 0 0,1 0 1,-1 1-1,1 1 0,0 0 1,0 0-1,0 0 0,-14 13 0,1 0 13,2 2 0,0 1 0,2 0-1,0 2 1,1 0 0,2 0 0,0 2 0,1 0-1,2 0 1,0 1 0,2 1 0,-8 34-1,6-11-9,2 0-1,3 1 0,2 0 0,2 0 0,7 99 0,-3-133 2,1 0 0,1 0 0,1-1 0,0 1 0,1-1 0,1 1 0,1-2 0,0 1 0,1-1 0,0 0 0,14 17 0,-13-20-3,1-1 0,0-1 0,0 1 0,1-2 0,1 0 0,0 0 0,0-1 0,1 0 0,0-1 0,0-1 0,0 0 0,1-1 0,18 5-1,-8-4 4,1-1-1,0-1 0,0-2 0,49 0 0,-64-2-7,0-1 1,0 0-1,0 0 0,0-1 1,0 0-1,0-1 0,-1 0 0,1-1 1,-1 0-1,0 0 0,0-1 1,0 0-1,-1-1 0,15-12 0,-13 6 6,0 0 0,-1-1 0,-1 0 0,0 0 0,-1-1-1,0 0 1,-1-1 0,-1 1 0,0-1 0,-1 0 0,4-29 0,-2-15 56,-1-103 1,-5 137-44,0 0 42,-3-140-11,0 137 204,0-1 1,-2 1-1,-13-45 1,10 55 581,7 45-728,2 55-150,3 0 1,24 131-1,-21-180-229,1 0 1,1 0-1,2-1 0,1 0 1,2-1-1,1-1 0,1 0 0,2-1 1,25 33-1,-26-43-1707,26 22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22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5 745 4594,'-1'-45'1828,"-2"-153"-545,2 169-1227,2 0 0,1 0 0,2 1 0,7-32 0,-8 48-61,2 0-1,-1 0 1,2 0-1,-1 1 0,1 0 1,1 0-1,0 0 0,1 1 1,13-14-1,-17 20-4,-1 0 1,1 0-1,0 1 0,0-1 0,0 1 1,0 0-1,1 0 0,-1 1 1,1-1-1,0 1 0,-1 0 1,1 0-1,0 1 0,0 0 0,0 0 1,1 0-1,-1 0 0,0 1 1,0-1-1,0 1 0,1 1 1,-1-1-1,0 1 0,0 0 0,0 0 1,0 0-1,0 1 0,0 0 1,0 0-1,0 0 0,-1 0 1,1 1-1,-1 0 0,0 0 0,1 0 1,-2 1-1,1-1 0,0 1 1,-1 0-1,1 0 0,-1 0 1,0 0-1,3 6 0,9 18 9,0 2-1,-2 0 1,-1 0-1,-2 1 1,10 47-1,19 164 59,-35-212-52,5 60 18,-4-40-8,16 75 1,-20-121 131,-1-10 666,1-51-217,3 0 0,3 0-1,1 0 1,23-77-1,-14 82-773,1 0-1,3 1 0,2 1 0,2 0 0,2 2 0,2 2 0,66-81 1,-78 108-114,1 0 1,36-29-1,-43 40 195,-1 1-1,1 1 0,0-1 0,0 2 0,1-1 0,-1 2 1,16-5-1,-23 8 73,1-1 1,-1 1 0,1 1-1,-1-1 1,0 1-1,1-1 1,-1 1 0,1 1-1,-1-1 1,1 1-1,-1-1 1,1 1 0,-1 0-1,0 1 1,0-1-1,1 1 1,-1 0 0,0 0-1,0 0 1,-1 0-1,1 1 1,0 0 0,-1 0-1,0 0 1,1 0-1,3 6 1,1 2-13,-2 1-1,1-1 1,-2 2 0,1-1-1,-2 0 1,0 1-1,5 25 1,2 21-3,6 113 1,-15 63 181,-2-64 358,0-148-361,1 0-1,1 0 1,1 0-1,1-1 1,10 33-1,-11-48-113,0 1-1,0-1 1,1 1 0,0-1-1,0 0 1,1-1 0,0 1-1,0-1 1,1 0 0,0 0-1,0 0 1,0-1-1,1 0 1,-1 0 0,1-1-1,0 0 1,1 0 0,11 4-1,1-2-71,-1 0 0,1-2 0,0-1 0,33 3 1,113-3-1288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22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841 443 1649,'0'0'5394,"0"-8"-5026,1-30 651,0 8-526,-4-43 0,3 64-492,-2 0 0,1 1 0,-1-1 1,-1 0-1,1 1 0,-2 0 0,1-1 1,-1 1-1,-8-13 0,-1 5-51,-1 1-1,-1 0 0,0 0 0,-1 2 1,0 0-1,-1 1 0,-1 0 0,0 1 1,0 2-1,-34-14 0,30 14 42,-1 2 0,0 0-1,-1 1 1,1 2 0,-1 0 0,0 2-1,0 0 1,0 2 0,-29 3-1,41-1 1,1 0-1,0 1 1,0 0-1,0 1 0,0 0 1,0 0-1,1 2 1,0-1-1,0 1 1,-16 13-1,12-8-1,1 2 1,1 0-1,0 0 0,1 1 1,0 0-1,-12 23 0,8-8 3,1 0-1,1 1 1,2 1-1,1 0 1,2 0-1,0 1 1,-3 38-1,5-16 7,3-1 0,1 1 0,3-1 0,15 97 0,-12-128 2,2 0 0,0-1 1,2 0-1,0 0 0,22 39 0,-22-46-3,1-1 0,1-1 0,0 0 1,1 0-1,0-1 0,0 0 0,1-1 0,1 0 1,19 11-1,-20-14-1,0-1 0,0-1 0,1 0 0,0 0-1,0-2 1,0 1 0,0-2 0,0 1 0,0-2 0,1 0 0,-1-1 0,1 0 0,-1-1 0,14-2 0,-16 1 6,0-1 1,0 0 0,0 0-1,0-1 1,0-1 0,-1 0-1,0 0 1,0-1 0,0 0-1,-1-1 1,0 0 0,0 0-1,0-1 1,-1 0 0,-1-1-1,10-12 1,-5 1 11,-1-1 0,0 1 0,-2-2 0,-1 1 0,0-1 0,-2-1 0,0 1 0,4-44 0,-3-14 9,-5-96 0,-2 111-6,1 5 6,1 35-13,-2 0 0,0 1 0,-2-1-1,-6-30 1,2 37 167,4 45-143,2 24-30,2 1 0,2-1-1,3-1 1,21 83 0,-7-57 179,48 109 1,-59-162-169,2 0 0,0 0 0,1-1 1,2-1-1,0 0 0,1-1 0,1-1 1,34 29-1,-43-41-210,1-1 1,0 0-1,0-1 1,1 0-1,-1-1 1,1 0-1,0 0 0,0-1 1,1-1-1,-1 1 1,1-2-1,-1 1 0,1-2 1,15 0-1,48-6-4596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22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3105,'0'0'3058,"-24"255"-2210,24-103-272,0 11-191,9 10-257,3 2 128,0 0-176,3-12-48,0-11-16,6-30 32,5-36-48,4-39-128,-3-38-3426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23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450 307 3426,'0'0'2894,"7"-14"-2283,0-1-465,3-3 88,-2 0 1,0-1-1,11-37 0,-18 47-131,1 0-1,-1 0 1,0 0-1,-1 0 1,0-1-1,0 1 1,-1 0-1,-3-14 0,3 20-86,0-1 1,0 1-1,-1-1 0,1 1 0,-1 0 0,0 0 0,0 0 0,0 0 0,0 0 0,-1 0 0,1 0 0,-1 1 0,0-1 0,0 1 0,0 0 0,0 0 0,0 0 0,0 0 0,0 0 0,-1 1 0,1-1 1,0 1-1,-7-1 0,-6-1-5,-1 0 1,1 1 0,-1 1 0,0 1-1,0 0 1,1 1 0,-1 1 0,0 1-1,1 0 1,0 1 0,0 1 0,0 0-1,0 1 1,1 1 0,0 0 0,0 2-1,1-1 1,0 2 0,0 0 0,1 0 0,1 1-1,0 1 1,0 0 0,1 0 0,1 2-1,-15 23 1,20-29-15,0 1-1,1-1 1,1 1-1,-1 0 1,1 1 0,1-1-1,-2 13 1,3-17 1,1 0 1,-1 0 0,1 0-1,0 0 1,1 0-1,0 0 1,-1 0 0,1 0-1,1 0 1,-1 0 0,1 0-1,0 0 1,0-1 0,0 1-1,1-1 1,2 5-1,2-1 4,1-1 0,0 0 0,0 0 0,0 0 0,1-1 0,-1-1 0,2 1 0,-1-1 0,13 5-1,100 31 35,-90-31-27,-3-2-2,0 1 0,-1 2 0,0 1 0,30 18 0,-50-25-8,0 1-1,0-1 0,-1 1 1,0 1-1,0-1 0,-1 1 1,0 0-1,0 1 0,-1 0 1,0-1-1,0 2 1,0-1-1,-1 0 0,-1 1 1,1 0-1,-2 0 0,4 15 1,-3-10 0,-1-1 0,-1 1 0,-1 0 0,1 0 0,-4 21 0,2-27 5,-1-1 0,1 1 0,-2-1-1,1 0 1,-1 0 0,0 0 0,0 0 0,-1-1-1,0 1 1,0-1 0,-9 10 0,0-3 14,-1-2 0,0 0 0,0-1 0,-1 0 0,-1-2 0,0 1 0,0-2 0,0 0 0,-1-1 0,0 0 0,0-2 0,0 0 0,-1-1 0,1-1 0,-22 1 0,29-3-58,8 1 36,-1-1 0,1 0 0,-1 0 0,1 0 1,-1 0-1,1 0 0,0-1 0,-1 1 0,1-1 0,-3 0 0,4 0-48,0 0 0,0 0 0,0 0-1,0 0 1,0 0 0,0-1 0,0 1 0,0 0-1,1 0 1,-1 0 0,1-1 0,-1 1 0,1 0-1,-1-1 1,1 1 0,-1 0 0,1-1 0,0 1-1,0-1 1,0 1 0,0-1 0,0-1 0,0-59-2904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23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36 7507,'0'0'2255,"-26"44"-2250,26-44-5,-108 198 13,98-177 4,2 1-1,0 0 0,1 0 1,2 1-1,0 0 0,1 0 1,1 0-1,2 0 0,1 44 0,1-32 6,-1-8-3,1 1 0,1 0 0,2 0 0,0-1 0,12 35 1,-11-48-13,0 1 0,2-1 0,0 0 1,0-1-1,1 1 0,1-2 0,0 1 1,1-1-1,0 0 0,23 19 0,-21-22-5,0 0 0,0-1 0,1-1 0,0 0-1,0-1 1,1-1 0,-1 0 0,1 0 0,29 4-1,-21-6 13,0-1 0,1 0 0,-1-2 0,1-1 0,39-6 0,-50 5-12,-1 0 1,0-1 0,0-1-1,0 0 1,0 0 0,-1-1-1,0-1 1,0 0 0,0 0-1,-1-1 1,1 0-1,-2 0 1,14-15 0,-11 9 6,-2 0 0,0 0 0,0-1 1,-1 0-1,-1 0 0,0-1 0,-1 0 0,-1 0 1,4-18-1,-3 6 20,-2-1 0,0 1 1,-2-1-1,-1 1 0,-2-1 0,0 0 1,-2 0-1,-1 1 0,-1 0 0,-1 0 1,-15-38-1,6 31 0,-1 1 0,-2 0 0,-1 2 0,-2 0 0,-1 1 0,-1 1 0,-2 1 0,-51-45 0,67 64-145,0 1-1,-1 0 0,0 1 0,-1 0 0,0 1 1,0 0-1,0 1 0,0 0 0,-1 0 0,0 2 1,0-1-1,0 1 0,0 1 0,-1 0 0,1 1 1,-1 0-1,-13 2 0,-29 4-5133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24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55 432 5747,'0'0'661,"-8"23"-661,-27 68 40,24-69 2308,11-34-1861,1 9-147,-1-18 140,-2-20-256,3 0-1,1 1 1,3-1-1,16-74 1,-9 77-224,18-40 0,-24 65-2,1-1 0,1 1-1,0 1 1,0-1 0,1 2-1,13-14 1,-19 22-6,1-1 0,-1 1 0,1 0 0,0 0 0,0 0 0,0 1 0,1-1-1,-1 1 1,0 0 0,1 1 0,0-1 0,-1 1 0,1-1 0,0 1 0,0 1 0,0-1 0,-1 1 0,1 0-1,0 0 1,0 0 0,0 1 0,0-1 0,0 1 0,-1 0 0,1 1 0,0-1 0,-1 1 0,1 0 0,-1 0 0,0 0-1,5 4 1,-1 1-13,-1 1 0,0 0-1,0 0 1,-1 0-1,0 1 1,0 0 0,6 14-1,0 5-18,15 45 1,-7-1-18,-3 1 1,12 121 0,-14 155-418,-14-435 586,3 0 0,19-103 0,-18 157-131,3 0-1,0 0 1,2 1-1,1 0 1,2 1-1,0 0 1,3 1-1,0 0 1,22-28-1,-31 49-54,1-1 1,0 1-1,0 1 0,0-1 1,1 1-1,0 1 1,1 0-1,-1 0 0,1 1 1,0 0-1,12-4 0,-16 7 34,-1 1 0,1-1 0,0 1 0,-1 0 0,1 1 0,0-1 0,0 1 0,-1 0 0,1 1 0,0 0 0,0-1 0,-1 2 0,1-1 0,-1 1 0,1-1 0,-1 2 0,0-1 0,1 1 0,-1-1 0,0 1 0,-1 1 0,1-1 0,5 5 0,-3 0 20,0 0-1,0 0 0,-1 1 0,0 0 0,0 0 0,-1 0 0,7 20 1,-2-3-2,11 52 0,-12-30 19,-2 0-1,1 55 1,-9 103 17,0-83 16,-1-115 379,-1-15 18,-3-19 183,4-85-106,3 64-506,-1 18-67,2-1 0,1 1 1,1-1-1,2 1 0,1 0 0,1 1 1,1-1-1,2 2 0,1-1 0,1 2 0,1 0 1,1 0-1,1 1 0,2 1 0,0 1 1,2 0-1,28-25 0,-42 42 25,0 1-1,0 0 1,1 0-1,0 0 1,0 1-1,0 0 1,0 0-1,1 0 1,-1 1-1,1 1 1,0-1-1,0 1 1,0 0 0,8 0-1,-12 2 37,-1 0-1,0 0 1,0 1-1,0-1 1,1 1-1,-1 0 1,0 0-1,0 0 1,0 0-1,0 0 1,0 1-1,-1-1 1,1 1-1,0 0 1,-1 0-1,1 0 1,-1 0-1,0 0 1,1 1-1,-1-1 1,0 1-1,0-1 1,-1 1-1,1 0 1,-1 0-1,1-1 1,-1 1-1,0 0 1,0 0-1,1 4 1,3 12-7,-1-1 0,0 1-1,1 37 1,-4-52 16,3 372 378,-6-212-85,2-64-212,0-91-130,0 0 1,1-1-1,0 1 0,0 0 0,4 15 0,-4-21-44,1-1 1,-1 1-1,0 0 0,1-1 1,-1 0-1,1 1 0,0-1 1,0 0-1,0 0 0,0 0 1,0 0-1,0 0 0,1 0 0,-1-1 1,1 1-1,-1-1 0,1 0 1,-1 1-1,5 0 0,2 0-435,0 0-1,0-1 0,0 0 0,0 0 0,13-1 1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24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670 47 3474,'0'0'1536,"-36"-8"-1152,-116-24 246,137 29-513,0 2-1,1-1 1,-1 2-1,0 0 1,0 0 0,0 2-1,0 0 1,1 0-1,-1 1 1,1 1 0,-1 1-1,1 0 1,1 0-1,-1 2 1,1 0 0,0 0-1,0 1 1,1 1-1,0 0 1,1 0 0,-15 17-1,9-6-88,1 0 0,1 1 0,0 1 0,2 0 0,1 1 0,1 1 0,0 0 0,2 0 0,1 1 0,-7 36 0,7-21-20,2 1-1,2 0 0,1 0 0,3 0 1,1 0-1,7 42 0,-7-74-7,1-1 0,0 0 0,1 0-1,0-1 1,1 1 0,-1-1 0,1 1 0,1-1-1,-1 0 1,1-1 0,0 1 0,1-1 0,0 0 0,0 0-1,0-1 1,0 1 0,1-2 0,0 1 0,0-1-1,0 0 1,14 6 0,-6-5-1,-1 0 0,1-1 0,-1-1 0,1 0 0,0-1 0,0-1 0,1 0 0,-1-1 0,0-1 0,0 0 0,17-4 0,-21 2 7,-1 0 0,0-1 0,0 0 0,0 0-1,0-1 1,-1-1 0,0 0 0,0 0 0,-1-1 0,1 0 0,-2 0 0,1-1-1,-1 0 1,12-16 0,-4 2 14,-1 0 0,-2 0 0,0-1 0,-1-1 0,8-28 0,-7 12 10,-2 0-1,-2-1 1,5-67-1,-7-126 848,-6 200-546,0 119-566,5 175 338,-2-221-58,2 0 0,1-1 0,3 1 0,20 56 1,-25-83-60,1-1 0,0 0 1,1 0-1,0 0 1,1-1-1,0 0 0,0 0 1,1-1-1,17 16 1,-17-19-274,1 0 1,-1-1 0,1 1 0,0-2 0,1 1 0,-1-1 0,1-1-1,-1 0 1,1 0 0,0-1 0,19 2 0,55-1-4095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25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1 3137,'0'0'2730,"0"26"-2570,0 342 939,-3-167-905,-8 0 0,-57 306 0,63-490-152,5-14 651,5-18 594,17-31-773,2 0 0,49-71 0,-37 61-431,205-299 13,-160 249-371,112-114 0,-185 211 154,4-4-377,0 1 0,1 0 0,0 0 0,1 2 0,0-1 0,23-12 0,-36 23 353,0-1 0,0 1 0,0-1 0,0 1 0,0 0 0,0-1 0,0 1 0,0 0 0,0 0 0,0-1 0,0 1 0,0 0 0,0 0 0,0 0 0,0 0 0,0 1 0,0-1 0,0 0 0,2 1 0,1 11-3273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25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137 175 848,'0'0'2527,"-23"33"-1948,-68 107-366,88-135-201,0 0 0,0 1 0,0 0 0,1 0 0,0-1 0,0 1 0,1 0 0,-1 1 0,1-1 0,1 0 0,-1 11 0,2 2 73,0-1 0,2 0 0,0 0-1,0 0 1,2 0 0,10 26 0,-2-13-15,1-2-1,34 51 1,-42-70-65,1 0-1,0-1 0,0 0 0,1-1 0,1 0 0,-1 0 1,1-1-1,1 0 0,-1 0 0,1-1 0,0 0 1,0-1-1,1 0 0,0-1 0,0 0 0,0-1 1,0 0-1,0 0 0,1-1 0,21 0 0,-9-1 11,0-1 0,37-4-1,-49 2-5,-1-1-1,1 0 1,-1 0-1,1-1 1,-1-1-1,-1 0 1,13-7-1,25-19 74,0-3-1,-3-1 0,-1-2 0,-1-3 0,-3-1 1,63-81-1,-88 101 17,-1-1 0,-1-1 0,-1 0 0,-1-1 0,9-30 0,-14 37-13,-2 0 0,0-1-1,-1 0 1,0 1-1,-2-1 1,0 0-1,-1 0 1,-3-23 0,2 35-53,0 1 0,-1-1 1,0 1-1,0-1 0,0 1 0,0 0 1,-1 0-1,0 0 0,0 0 1,0 0-1,0 1 0,-1-1 0,0 1 1,0 0-1,0 0 0,0 0 1,-1 1-1,0-1 0,1 1 0,-1 0 1,0 1-1,-1-1 0,-6-2 1,3 2 12,0 1 1,0-1 0,0 2 0,-1-1 0,1 1 0,0 1-1,-1-1 1,1 2 0,-1-1 0,1 1 0,0 1 0,-1 0-1,-15 5 1,12-1-37,0 0 0,1 1 0,0 0 0,1 1 0,0 0 0,0 1 0,1 0 0,0 1 0,0 0 0,1 1 0,-13 19 0,5-4 34,1 1-1,1 0 1,1 1-1,-12 38 0,16-35 96,2-1-1,1 2 1,1-1-1,2 1 0,1 0 1,2 0-1,4 52 1,-2-70-93,0 0 0,2 0 0,-1-1 0,2 1 0,0-1 0,1 1 1,0-1-1,13 22 0,-12-25-31,2 0-1,-1-1 1,1 0 0,1 0 0,0-1-1,0 0 1,0 0 0,1-1 0,0-1-1,19 10 1,-5-5 2,1 0 1,1-2-1,-1-1 0,1-1 0,0-2 0,42 5 0,-23-7-138,1-2 0,-1-2-1,58-8 1,186-52-2312,-287 60 2414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29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179 254 2849,'0'0'931,"-19"28"-893,-63 88-22,70-97 20,0 1 0,1 0 0,-10 27 0,3-8 273,15-35 83,3-12 365,0 3-542,-1-12-96,1 1 1,1 0 0,1 0 0,0 0 0,1 0-1,1 0 1,1 1 0,0-1 0,0 1 0,11-19 0,-1 9-115,1-1 1,1 2 0,1 0-1,2 1 1,0 1 0,1 1 0,1 1-1,1 1 1,36-24 0,-39 30-13,1 1 1,0 1-1,1 1 1,0 0-1,0 2 1,1 1 0,0 0-1,0 2 1,1 1-1,-1 1 1,1 0-1,31 2 1,-49 2-1,0-1 1,0 1 0,0 0-1,0 0 1,0 0-1,0 1 1,0 0 0,0 0-1,-1 1 1,1 0-1,-1 0 1,0 0 0,0 0-1,0 1 1,0 0 0,-1 0-1,6 6 1,-3-1-5,-1 0 0,0 0 1,-1 1-1,0-1 1,-1 1-1,0 0 0,0 1 1,3 19-1,-2-7 10,-1 1 0,-1-1 0,-1 1 0,-1-1 0,-1 1 0,-1-1 1,-2 1-1,-9 45 0,7-52 8,0-1 1,0-1 0,-2 1-1,0-1 1,-1 0 0,0 0-1,-1-1 1,-1 0 0,0 0-1,-1-2 1,0 1-1,-1-1 1,-16 13 0,24-22-1,1-1 1,-1 1-1,0-1 1,0 0 0,0 0-1,0 0 1,0 0-1,0 0 1,0-1-1,-1 0 1,-5 1 0,10-2 10,-1 0 0,1 0 1,-1 0-1,1 0 0,0 0 1,-1 0-1,1 0 1,-1-1-1,1 1 0,0 0 1,-1 0-1,1 0 0,0 0 1,-1-1-1,1 1 1,0 0-1,-1 0 0,1-1 1,0 1-1,-1 0 0,1-1 1,0 1-1,0 0 1,-1-1-1,1 1 0,0 0 1,0-1-1,0 1 0,0-1 1,-1 1-1,1 0 1,0-1-1,-2-20 412,10-18-29,-3 29-384,2 1-1,-1-1 0,1 1 0,1 0 1,0 1-1,0 0 0,0 0 0,1 1 1,0 0-1,16-9 0,-8 7-20,0 0 0,1 1 1,0 0-1,1 2 0,-1 0 0,1 1 0,0 1 0,1 1 0,-1 1 0,0 0 0,1 2 0,20 1 1,-30 0-5,-1 0 0,1 0 0,-1 1 1,1 0-1,-1 1 0,0-1 0,0 2 1,0 0-1,0 0 0,-1 0 0,1 1 1,-1 0-1,9 8 0,-8-4-9,1 1-1,-2-1 1,1 1 0,-1 1-1,-1 0 1,0 0 0,0 0-1,8 22 1,-3 0-12,-2 1 1,-1 0-1,-2 1 1,-1 0-1,-2 0 1,0 44-1,-3-47 22,-2 1 0,-1-1 0,-2 0 0,-1 0 0,-13 46 0,10-54 7,-1-1 0,-1 0 0,-1 0 0,0-1 0,-2 0 0,-1-1 0,-26 30 0,22-31 6,-1-1 1,0-1-1,-2-1 0,0-1 1,-1-1-1,0-1 1,-1 0-1,-1-2 1,0-1-1,-1-1 1,0-1-1,0-1 1,-1-1-1,0-1 1,0-1-1,0-2 0,-1-1 1,-51-2-1,67 0 0,-1-1 0,1 0-1,0 0 1,0-1 0,0-1 0,1 0-1,-1 0 1,1-1 0,-1-1-1,1 0 1,-11-7 0,15 8 6,0-1 1,0-1-1,1 1 1,-1-1-1,1 0 0,0-1 1,1 1-1,0-1 1,0 0-1,0 0 1,1 0-1,0 0 1,0 0-1,1-1 1,0 0-1,-2-9 1,2 6-1,1 1 1,0-1 0,0 1 0,1-1 0,0 1 0,1-1 0,0 1 0,1-1 0,0 1 0,1 0 0,0 0 0,0 0 0,1 0 0,7-12-1,-4 10-10,1 1-1,0-1 0,1 2 0,0-1 0,1 1 0,0 1 0,1 0 0,0 0 0,23-14 0,-14 12-6,2 0 1,-1 2-1,1 0 0,1 1 1,0 2-1,0 0 0,0 1 1,1 1-1,-1 2 0,1 0 1,0 1-1,33 4 1,-45-1-6,0 0 1,0 1-1,-1 0 1,0 1-1,1 0 1,-1 1-1,0 0 1,-1 1-1,0 0 1,1 0-1,-2 1 1,1 1-1,-1 0 1,0 0-1,-1 0 1,0 1-1,0 1 1,-1-1-1,0 1 1,-1 0-1,0 1 1,-1 0-1,0-1 1,6 22-1,-4-2-47,-6-24-74,0 1 0,0 0 0,1-1 0,0 0 0,5 12 0,7-8-2337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0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727 406 2609,'0'0'430,"-3"-31"202,-1-7-436,-3-23 214,3-63 0,4-28 2144,12 731-2674,-12 310 216,1-842-80,7-32-13,-8-15-2,0 0 0,0 0 0,1 1 0,-1-1 0,0 0 0,1 0 0,-1 0 0,0 0 0,0 0 1,1 0-1,-1 0 0,0 0 0,1 0 0,-1 0 0,0 0 0,1 0 0,-1 0 0,0 0 0,1 0 0,-1 0 0,0 0 1,0 0-1,1 0 0,-1 0 0,0 0 0,1 0 0,-1-1 0,0 1 0,0 0 0,1 0 0,-1 0 0,0-1 0,0 1 1,1 0-1,-1 0 0,0 0 0,0-1 0,0 1 0,0 0 0,1-1 0,-1 1 0,0 0 0,0-1 0,3-7 23,0 0 0,-1 0-1,0 0 1,0 0-1,-1 0 1,0 0 0,0 0-1,-1-1 1,-1-9-1,1-7-3,3-40-43,-10-95-1,5 138 8,-2 1 1,0 0 0,-2 1 0,0-1 0,-1 1 0,-1 0 0,-1 1 0,-17-29-1,13 29 1,0 0 0,-2 1 0,0 0-1,-1 1 1,-1 1 0,-1 1-1,0 0 1,0 1 0,-28-15 0,30 21 5,-1 0 0,0 1 0,0 0 0,-1 2 1,0 0-1,1 1 0,-2 0 0,1 2 0,0 0 1,-1 1-1,1 1 0,-22 2 0,30 0 5,-1-1 0,1 2 0,0-1-1,0 1 1,1 1 0,-1 0 0,0 0 0,1 1 0,0 0-1,0 1 1,1 0 0,0 0 0,0 1 0,0 0-1,0 0 1,-9 13 0,8-8 4,1 1 1,0 0-1,1 0 0,1 1 0,0-1 1,0 1-1,2 1 0,-1-1 1,2 1-1,-4 29 0,4-14 11,2 0 0,0 0 1,8 56-1,-5-73 1,1 1 1,0-1 0,1 0 0,1 0 0,0 0 0,0-1 0,2 1-1,-1-1 1,2-1 0,14 19 0,-8-14-1,0-1 0,2-1 0,0 0 0,0-1 1,1-1-1,1-1 0,20 11 0,-9-9-7,0-1 1,1-1-1,0-1 1,35 6-1,11-4 14,0-4 1,1-2-1,82-6 0,-128-1-16,-1-1 0,1-1 0,-1-1 0,0-2 0,0-1 0,34-14 0,-49 15-2,0 0 1,0-2 0,-1 0 0,-1 0-1,1-1 1,-2-1 0,1 0 0,-1-1-1,-1 0 1,0-1 0,0 0 0,-1-1-1,14-23 1,-15 19 8,-1-1 0,-1 0-1,0-1 1,-1 0 0,-1 0 0,-1 0 0,3-33 0,-4-2 23,-5-83 1,2 125 21,-1-1 0,0 1 1,-1-1-1,0 1 0,-1 0 0,0 0 0,-1 0 0,0 0 1,-9-17-1,12 30-50,1-1 0,0 0 0,0 0 0,0 1 0,0-1 0,0 0 0,0 0 0,0 1 0,0-1 0,0 0 0,0 0 1,-1 0-1,1 1 0,0-1 0,0 0 0,0 0 0,0 0 0,-1 1 0,1-1 0,0 0 0,0 0 0,0 0 0,-1 0 0,1 0 0,0 0 0,0 1 1,0-1-1,-1 0 0,1 0 0,0 0 0,0 0 0,-1 0 0,1 0 0,0 0 0,0 0 0,-1 0 0,1 0 0,0 0 0,0 0 0,-1 0 1,1 0-1,0 0 0,0-1 0,-1 1 0,1 0 0,0 0 0,0 0 0,0 0 0,-1 0 0,1 0 0,0-1 0,0 1 0,0 0 0,-1 0 0,1 0 1,0 0-1,0-1 0,0 1 0,0 0 0,0 0 0,0-1 0,-1 1 0,1 0 0,-2 25-188,2-21 188,-2 55-90,-1 198 137,4-212-140,3 0 0,2 0 1,18 69-1,-13-79-1538,-4-22-1158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0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5266,'0'0'849,"143"101"-5059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1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1080 288 3554,'0'0'491,"19"-28"-9,54-92 679,-70 116-1102,-1-1 1,0 0-1,0 0 1,0 0-1,0 0 1,-1 0-1,0 0 1,0 0-1,0-1 0,-1-9 1,0 12-22,0 1 0,-1-1 0,1 1 0,-1-1 0,0 1 1,0 0-1,0-1 0,0 1 0,0 0 0,0 0 0,-1 0 0,1 0 0,-1 0 1,1 0-1,-1 0 0,-3-2 0,-1 0 25,0 0 0,-1 1 0,1-1 0,-1 2 0,0-1 0,0 1 0,0 0 0,0 0 0,0 1 0,-13-1 1,-10-1-64,0 1 0,1 1 0,-1 2 1,0 1-1,1 1 0,-33 8 1,47-7-2,0 1 0,0 0 0,0 1 1,1 0-1,0 2 0,0-1 1,1 2-1,0 0 0,0 0 0,1 1 1,0 1-1,1 0 0,-12 15 1,13-12-4,1 1 1,0 0-1,1 1 1,1 0 0,0 0-1,1 1 1,1-1-1,0 1 1,2 1 0,0-1-1,0 0 1,2 1-1,0-1 1,4 34 0,-2-31 0,2-1 1,0 1-1,1-1 1,1 0-1,1 0 1,0-1 0,2 1-1,0-1 1,1-1-1,0 0 1,2 0-1,23 28 1,-23-33 1,1-1 1,0 0 0,0-1-1,1-1 1,1 0-1,-1-1 1,1 0 0,1-1-1,21 8 1,-11-8 6,0 0 1,0-2-1,1-1 1,-1-1-1,30 0 0,-42-2-2,-1 0 0,1-1 0,0-1 0,0 0 0,-1-1 0,1 0 0,-1-1 0,1-1 0,-1 0 0,0 0 0,-1-1-1,1-1 1,-1 0 0,21-14 0,-18 9 16,-1-1-1,0 1 0,0-2 1,-2 0-1,1-1 0,-2 0 1,0 0-1,-1-1 0,0 0 1,-1-1-1,0 0 0,-2 0 1,0-1-1,-1 0 0,6-33 1,-8 22 195,0 0 0,-2 0 0,-2 0 0,-4-34 1,3 44-105,-2 1 1,0-1 0,-1 1 0,0 0 0,-1 1 0,-2-1 0,-14-24 0,19 35-95,-6-9 12,-1 0-1,0 1 1,-15-17-1,24 31-29,1-1 0,0 1-1,0 0 1,0 0 0,0-1 0,-1 1 0,1 0-1,0 0 1,0-1 0,0 1 0,-1 0 0,1 0 0,0 0-1,0-1 1,-1 1 0,1 0 0,0 0 0,0 0-1,-1 0 1,1 0 0,0 0 0,-1 0 0,1 0 0,0-1-1,-1 1 1,1 0 0,0 0 0,0 0 0,-1 0-1,1 0 1,0 1 0,-1-1 0,1 0 0,0 0-1,-1 0 1,1 0 0,0 0 0,0 0 0,-1 0 0,1 1-1,0-1 1,0 0 0,-1 0 0,1 0 0,0 1-1,0-1 1,-1 0 0,1 0 0,0 1 0,0-1 0,0 0-1,0 0 1,-1 1 0,1-1 0,0 0 0,0 0-1,0 1 1,0 0 0,-3 25-141,3-23 127,4 151-66,38 258-1,-1-58 58,-27 486 16,-30-629-52,10-173 10,-1 0 0,-3-1-1,-17 47 1,22-69 26,-1-1-1,-1 1 1,-1-1 0,0-1-1,-1 1 1,0-1 0,-1-1-1,0 0 1,-1 0 0,0-1-1,-17 12 1,14-14 16,0 0 1,-1-1-1,0-1 0,-1 0 1,1-1-1,-1-1 0,-1 0 1,1-1-1,0-1 0,-26 1 1,-3-1 15,0-3 0,1-1-1,-1-3 1,1-1 0,0-3 0,0-1 0,1-2 0,0-2 0,1-2 0,1-2 0,-71-39-1,82 38 1,0-2-1,1-1 0,2-1 0,0-1 0,1-1 0,-37-47 0,47 49 10,0 0 0,2-1 0,1 0-1,0-1 1,2 0 0,1-1 0,1-1-1,1 1 1,-6-39 0,10 37-2,1-1 0,1 0 0,1 0-1,2 0 1,1 0 0,1 1 0,1-1 0,11-36 0,-9 43-22,1 1-1,2-1 1,0 1 0,1 1-1,1 0 1,0 0 0,2 1-1,0 0 1,1 1 0,31-28-1,-22 25-5,2 2 0,0 1-1,0 2 1,2 0 0,0 1 0,1 2-1,0 1 1,0 1 0,60-12-1,-13 10 18,0 2-1,134 2 1,-178 8-4,-16-1-2,0 1-1,-1 0 1,1 1-1,0 0 1,-1 1 0,1 1-1,-1 1 1,15 5-1,-1 9-194,-24-11-1030,-17-6-2036,-30-1-1310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1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5 179 3233,'0'0'1086,"0"-26"-597,2-78-65,5 60 176,-3 39-54,-2 15 218,-11 176-779,0 9 105,9-161-104,-2-9-9,2-1 0,1 1-1,1 0 1,1-1 0,1 1-1,1-1 1,8 24 0,-1-25-1293,-2-19-975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2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0 2561,'0'0'1937,"-170"87"-1041,162-28-271,8-5-65,53-19-272,30-17 304,12-18-159,-9 0-225,-23-24-32,-28-14-16,-11-4-160,-21 9-48,3 4-1473,18 2-1168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2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4306,'0'0'3303,"4"8"-3098,0 3-169,-1 1-1,0 0 1,0 0-1,-1 0 1,0 0-1,-1 1 1,-1-1 0,-1 20-1,1-5 51,-19 417 781,10-366-752,4 0-1,8 134 1,-3-205-101,1-1 0,0 1 0,0-1 0,1 0 0,-1 1-1,1-1 1,0 0 0,1 0 0,0 0 0,0-1 0,0 1 0,1-1 0,-1 1 0,1-1 0,1 0-1,-1 0 1,1-1 0,-1 1 0,1-1 0,1 0 0,-1-1 0,0 1 0,1-1 0,0 0 0,0 0 0,0-1-1,0 0 1,0 0 0,0 0 0,1-1 0,-1 0 0,7 1 0,16 1-76,-1 0 0,1-2 0,-1-1 0,1-2 0,-1 0 0,1-2 0,-1-2 0,0 0 0,-1-1 0,1-2 0,41-20 0,8-17-2921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2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5394,'0'0'337,"294"-3"-145,-83-6 0,6 0-192,-21 6 0,-60-9-2273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3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756 365 2497,'0'0'6870,"-24"-15"-6579,12 7-271,3 2-16,0 0 0,0 0 0,-1 1 1,1 0-1,-15-5 0,22 10-3,1-1 0,-1 1-1,0 0 1,1 0 0,-1-1-1,0 1 1,0 0 0,1 0-1,-1 1 1,0-1 0,0 0-1,1 0 1,-1 1 0,0-1-1,1 1 1,-1 0 0,-1 0-1,1 1 2,1-1-1,-1 1 1,1-1 0,-1 1-1,1 0 1,0-1 0,0 1-1,0 0 1,0 0-1,0 0 1,0 0 0,1 0-1,-1 0 1,1 0-1,-1 0 1,1 0 0,0 0-1,-1 3 1,-3 128 32,4-129-34,0 0-1,1 0 1,-1 0-1,0-1 1,1 1-1,0 0 1,0 0-1,0 0 1,1-1-1,-1 1 1,1-1-1,0 1 1,0-1-1,0 0 1,0 1-1,1-1 1,-1 0-1,1 0 1,0-1-1,0 1 1,0-1-1,5 4 0,0-2 3,-1-1-1,1 0 0,0-1 0,-1 1 0,1-2 1,0 1-1,1-1 0,-1 0 0,16-1 0,-16 0 10,1 0 0,0-1 0,0 1 0,0-2 0,0 1 0,-1-2 0,16-4 0,-19 4-13,0 0-1,-1 1 1,1-1-1,-1-1 1,0 1-1,0-1 1,0 0-1,0 1 1,-1-2 0,1 1-1,-1 0 1,0-1-1,-1 1 1,4-8-1,-1 0-61,0 0-1,-1 0 1,0-1-1,-1 1 1,0-1 0,-1 0-1,-1 0 1,0 0-1,0 0 1,-2 0 0,0 0-1,0 0 1,-1 0-1,0 1 1,-1-1-1,-1 0 1,0 1 0,-1 0-1,0 0 1,-10-16-1,5 11 30,0 2-1,-1-1 0,-1 1 0,0 1 0,-1 0 0,0 1 1,-1 0-1,-1 1 0,0 1 0,-1 0 0,0 2 1,0-1-1,-29-11 0,28 15 29,0 0 0,-1 1 0,0 1-1,0 0 1,0 2 0,0 0 0,0 1 0,0 0 0,-1 2-1,1 0 1,0 1 0,0 1 0,0 1 0,1 0 0,-1 1-1,1 1 1,0 1 0,-22 11 0,19-5 7,1 1-1,0 1 1,1 1-1,0 0 1,1 1-1,1 1 1,1 1 0,0 0-1,2 1 1,-23 42-1,22-31 26,1 1-1,1 0 0,2 0 0,1 1 1,1 0-1,2 1 0,-2 42 0,7-58 15,0 1 0,2-1-1,0 1 1,1-1-1,8 34 1,-6-39-23,1 0 1,1 0-1,0 0 0,0-1 1,1 0-1,0-1 0,1 1 1,13 13-1,-2-6-1,0 0 1,1-2-1,0-1 0,1 0 0,1-1 0,1-2 1,0 0-1,1-1 0,0-2 0,0 0 1,28 6-1,-1-3-573,1-3 0,1-2 0,0-2 0,78-1 1,32-5-2493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4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353 278 3746,'-13'-35'411,"-45"-115"130,54 141-486,0 0 0,0 0 0,-1 1 0,-1 0 0,1-1 0,-9-8 0,11 15-17,1-1 0,-1 1 0,0 0 0,0 0 0,0 1 0,0-1 1,-1 0-1,1 1 0,0 0 0,-1 0 0,1 0 0,-1 0 0,-6 0 0,7 0-16,0 1 1,0 0-1,0 0 1,0 0-1,0 0 1,0 1-1,0-1 1,0 1-1,0 0 1,0 0-1,1 0 1,-1 0-1,0 0 1,0 0-1,1 1 1,-1 0-1,1-1 1,0 1-1,-1 0 1,-1 2-1,-3 5-3,0-1-1,1 1 1,0-1 0,-8 18-1,-1 8 108,0 0 0,3 1 0,0 0 0,3 1 0,1 0 0,1 0 0,2 1 0,0 53 0,4-71-30,1 1 0,1-1-1,1 0 1,1 0 0,0 1-1,2-2 1,8 24-1,-9-31-61,1-1 0,1 1 0,0-1-1,0 0 1,1-1 0,0 1-1,1-1 1,0-1 0,1 0-1,-1 0 1,1 0 0,20 12 0,-11-11-5,0 0 0,0-1 0,0-1 0,1-1 0,0 0 0,0-2 0,1 0-1,-1-1 1,1-1 0,0 0 0,0-2 0,0 0 0,-1-2 0,28-4 0,-38 3-16,0 0 0,0 0-1,-1 0 1,1-1-1,-1 0 1,0-1-1,0 0 1,0 0-1,-1-1 1,0 0-1,0 0 1,0-1-1,-1 1 1,0-1-1,0-1 1,-1 1 0,0-1-1,0 0 1,-1 0-1,0-1 1,4-10-1,-4 5 18,0 0-1,0 0 1,-1 0-1,-1 0 1,-1-1-1,0 1 0,0-1 1,-1 1-1,-1 0 1,-1-1-1,0 1 1,-1 0-1,-5-16 1,-4 3-65,-1 0 1,-1 1 0,-1 0-1,-2 1 1,-38-44-1,-10-17-3400,41 47-1332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4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36 3314,'0'0'1723,"-15"26"-1331,3-6-282,1-4-31,2 0 0,0 0-1,0 1 1,2 0 0,0 0 0,1 1 0,1 0 0,0 0 0,-1 22 0,3-11-5,1 1-1,2 0 1,1 0-1,1-1 1,2 1-1,8 32 1,-10-52-67,1 0 0,1-1 0,-1 1 1,1-1-1,1 0 0,0 0 1,0-1-1,1 1 0,0-1 1,0 0-1,1-1 0,0 1 0,1-1 1,-1-1-1,1 1 0,1-1 1,-1-1-1,1 0 0,0 0 1,0 0-1,13 4 0,-10-6 10,1 1 0,-1-1 0,0-1 0,1-1 0,-1 1 0,1-2 0,0 0 0,13-1 0,-20 0-9,0 0-1,0 0 0,0 0 1,0-1-1,0 0 0,0 0 1,-1-1-1,1 0 1,-1 1-1,0-2 0,1 1 1,-2-1-1,1 0 0,0 0 1,-1 0-1,1 0 0,6-11 1,-3 2 0,0-1 0,-2 0 1,1-1-1,-2 0 1,0 0-1,-1 0 0,0 0 1,2-24-1,-1-16-23,-3-59 0,-2 83-14,1-47-9,1 27 60,-3 1 1,-6-54-1,4 108 259,0 13-234,3 245 87,1-240-112,2 0 1,0 0-1,1 0 1,1 0-1,1-1 1,12 27 0,-13-35-109,1 0 0,1-1 0,0 0 0,1 0 0,0-1 0,0 0 1,2-1-1,-1 1 0,1-2 0,1 0 0,13 10 0,-18-15-292,0-1-1,0 0 1,0 0-1,0 0 1,0-1-1,9 3 1,26-2-3832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5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1136 3714,'0'-33'904,"3"-112"-138,-2 131-730,0 0 0,1-1 0,1 1 0,0 1 0,1-1 0,0 0 0,1 1 1,1 0-1,9-17 0,-12 24-27,1 1 0,0 0 1,0 0-1,1 0 0,-1 0 1,1 0-1,0 1 0,0 0 0,1 0 1,-1 1-1,1-1 0,0 1 1,0 0-1,0 1 0,0-1 1,0 1-1,0 1 0,1-1 0,8 0 1,-10 1-10,-1 1 0,1 0 0,0 1 0,0-1 0,0 1 0,0 0 0,-1 0 0,1 0 0,0 0 0,-1 1 0,1 0-1,-1 0 1,8 5 0,-4-1-1,0 0-1,-1 0 0,0 1 0,0 0 0,0 0 0,8 13 0,0 5 11,0 0-1,-2 1 1,18 48 0,-23-51 0,-1 1 0,-1 0 0,-1 0 0,1 31 1,-1 97 88,-5-138-74,0-10 254,0-10 650,-1-41 636,0 20-1391,1 0 1,1 1-1,7-47 0,0 47-148,0 0 1,2 1-1,0 0 0,21-34 0,65-88-47,-88 135 7,14-17 13,30-33 0,-45 55-36,-1 0 0,1 1 0,1 0 1,-1 0-1,1 1 0,0-1 0,1 2 0,-1-1 0,17-5 1,-23 9 17,0 1 1,0-1-1,-1 1 1,1 0 0,0 0-1,0-1 1,-1 1-1,1 0 1,0 0 0,0 0-1,-1 1 1,1-1-1,0 0 1,0 1 0,-1-1-1,1 1 1,0 0-1,-1-1 1,1 1 0,-1 0-1,4 2 1,-3 0 0,1 0-1,-1 0 1,0 0 0,1 0 0,-1 0-1,-1 0 1,1 1 0,0-1 0,1 8 0,7 28-11,-2 0-1,-1 1 1,-2 0 0,-1 51 0,-1-30 31,-1-19 10,1 15-1,2 1 0,13 57 0,-15-101-10,1 0 0,0 1 1,1-2-1,0 1 0,1 0 0,1-1 0,0 0 0,1-1 0,0 0 0,1 0 1,0 0-1,1-1 0,12 10 0,-14-15 1,-1-1-1,1 0 1,0 0 0,1-1-1,-1 0 1,1 0 0,0-1-1,0 0 1,18 3 0,-7-4-67,0 0 0,-1-1 1,33-4-1,-40 2-60,-1-1 0,1 0 0,-1-1 0,0-1 0,0 0 0,0 0 0,0-1 0,-1 0 0,0-1 0,0 0 0,0-1 1,-1 0-1,0 0 0,0-1 0,-1 0 0,0-1 0,0 0 0,-1 0 0,10-16 0,-5 5 109,-2-1 0,1 0 0,-2 0 0,-1-1 0,-1 0 0,-1-1 0,0 1 0,-2-1 0,2-28 0,-1-36 141,-3 0 0,-4 0 1,-4 1-1,-18-91 0,-91-367 981,110 526-877,5 31-163,1 8-148,15 246 9,-3-102 106,-7-49 0,19 215 40,-17-273-56,2-1-1,3 0 0,32 89 0,-40-134 0,0 0 0,12 21 0,-15-31-129,-1 0 0,1 1 0,0-1 1,0 0-1,-1 0 0,2 0 0,-1 0 0,0 0 1,0-1-1,0 1 0,1-1 0,-1 1 1,1-1-1,-1 0 0,1 0 0,0 0 0,4 1 1,11-1-2953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5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1 497 3874,'0'0'1827,"33"-3"-1272,424-7-360,-331 16-1237,128 3 690,-246-11 930,227 1-490,-219 1-115,-1-1 0,1 0 0,0-1 0,-1-1 0,0-1 0,1 0 0,-1-1 0,28-13 0,-37 14 25,0 1 0,0-1 0,0-1 0,-1 1 0,1-1 0,-1 0 0,0 0 0,-1 0 0,1-1-1,-1 0 1,0 0 0,0 0 0,-1 0 0,1 0 0,-2-1 0,1 0 0,-1 1 0,0-1 0,0 0 0,-1 0 0,2-13-1,-3 10 20,-1 0-1,0 0 0,0 0 0,-1 1 0,0-1 0,-1 1 0,0-1 1,-1 1-1,0 0 0,0 0 0,-1 0 0,0 1 0,0 0 0,-1 0 1,0 0-1,0 1 0,-1-1 0,-10-8 0,3 4 21,0 1-1,0 0 1,-1 1-1,0 1 1,-1 0 0,0 1-1,-1 0 1,1 1-1,-26-6 1,21 8 27,-2 1-1,1 1 1,0 1 0,0 1-1,-1 1 1,-30 4 0,41-2-44,0 0 1,0 0-1,1 1 1,-1 1 0,1 0-1,0 1 1,0 0-1,1 0 1,-1 1-1,1 0 1,0 1-1,1 1 1,-13 11-1,12-8-2,0 1-1,1 0 0,0 1 1,1 0-1,0 0 0,1 1 1,0 0-1,2 0 0,-6 17 0,5-4 18,0 0 0,2 0 0,1 1 0,0 34-1,2-46-18,1-1 0,0 1-1,2-1 1,-1 1 0,2-1-1,0 0 1,1 0 0,0 0-1,1-1 1,1 1-1,1-1 1,0 0 0,0-1-1,12 16 1,-5-12-6,1 0 0,1-1 0,0-1 0,1 0 0,1-1 0,0-1 0,1-1 0,0-1 0,1 0 0,0-1 0,1-2 0,0 0 0,23 6 0,-2-4-38,1-2 0,0-2-1,0-1 1,1-3 0,76-5 0,-100 1-48,0 0 1,-1-1-1,1-1 1,-1-1 0,0-1-1,-1-1 1,1 0-1,30-18 1,-38 18 73,0 0-1,-1-1 1,1 0 0,-1-1 0,-1 0-1,0-1 1,0 1 0,-1-2 0,0 1 0,-1-1-1,0-1 1,-1 1 0,0-1 0,5-16-1,-5 5 91,0-1 0,-2 0 0,0 0 0,0-45 0,-11-98 924,0 105-527,-2 1 1,-33-113-1,41 194-122,1 4-397,14 380-4,-11-376 47,36 262 44,-32-270 99,-5-44 77,-2-348-192,0 356-121,1-1-1,0 0 0,1 1 0,1-1 1,0 1-1,2 0 0,0 0 1,0 1-1,1-1 0,1 1 0,1 0 1,0 1-1,1 0 0,1 0 0,0 1 1,0 0-1,1 1 0,1 0 0,0 1 1,17-12-1,-11 12-95,-1 1 1,2 1-1,-1 1 1,1 0-1,1 1 1,-1 2-1,24-5 0,144-14-469,-163 22 633,47-1 42,-90 17 673,-17 18-383,1 3-1,2 1 1,2 1-1,-39 60 1,53-70-69,1 1 1,1 1 0,1 0-1,2 1 1,1 0 0,1 1 0,-10 60-1,19-83-182,0 0-1,0 1 0,1-1 1,0 1-1,0-1 0,1 1 1,0-1-1,1 0 1,-1 0-1,2 0 0,-1 0 1,7 12-1,-5-12-36,1-1 1,1 0-1,-1 0 0,1 0 1,1-1-1,-1 0 0,1 0 1,0-1-1,0 0 0,1 0 0,14 7 1,9 2-8,0-1 0,1-2 0,0-1 1,0-1-1,1-2 0,51 4 0,207 0-987,-251-12 613,187 1-3660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7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41 325 512,'0'0'609,"0"-31"122,0-101 101,0 71-242,1 45-14,-1 0-1,-1 0 1,-5-32-1,4 43-291,1 6-23,-4 15 5,-5 38-243,3 0 1,2 0-1,3 80 1,1-84-1,-1 173 260,27 222 0,-13-349-247,9 90 488,-22-263 71,-1 20-423,3 0-1,14-109 0,-12 151-177,0 1 1,1-1-1,0 1 1,1-1-1,1 1 0,0 1 1,1-1-1,0 1 1,1 0-1,1 1 0,0 0 1,1 0-1,0 1 1,0 0-1,1 1 1,13-10-1,-17 16 1,0-1 0,1 1 0,0 1 0,0-1 0,0 1-1,0 1 1,0-1 0,1 1 0,-1 1 0,1-1 0,-1 2 0,1-1 0,-1 1 0,1 0 0,-1 1 0,13 2 0,-9 0 0,0 0 0,0 1 0,0 0 1,-1 0-1,1 2 0,-1-1 0,0 1 1,0 1-1,-1 0 0,12 11 0,-7-4 4,-1 0 0,0 2 0,0 0 0,-2 0 0,0 1 0,-1 1-1,0 0 1,14 37 0,-20-45 2,-2 1 0,1 0 0,-2 0 0,1 0 0,-2 0 0,1 1 0,-1-1 0,-1 1 0,0-1 0,-1 0 0,0 1 0,-1-1 0,0 0-1,0 0 1,-1 0 0,-1 0 0,0 0 0,-6 10 0,3-9 2,-1-1 0,-1 1 0,0-1-1,-1 0 1,0-1 0,0 0 0,-1-1 0,0 0-1,-14 8 1,0-2 3,0-1 0,-1-2-1,-44 16 1,45-20-1,0 0 0,-1-2 0,0-2-1,0 0 1,-29 0 0,50-3-23,0-1-1,0 0 1,0 0 0,0 0-1,1-1 1,-1 0-1,0 0 1,0 0-1,1 0 1,-1-1 0,0 0-1,1 0 1,0 0-1,-6-3 1,8 2-109,0 1 0,0-1 0,0 0 0,0 0 0,1 0 1,-1 0-1,1 0 0,0 0 0,0 0 0,0 0 0,0 0 0,0 0 0,1-1 0,-1 1 0,1 0 1,0-1-1,0 1 0,0 0 0,1-1 0,-1 1 0,2-5 0,13-59-4053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8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56 3554,'0'0'893,"-3"28"-845,-32 201 446,29-200-383,1 1-1,1-1 1,2 0 0,0 1 0,6 58-1,-3-83-101,0 0 0,1 0-1,0 0 1,-1-1 0,1 1-1,1-1 1,-1 1 0,1-1-1,0 0 1,0 0 0,0 0 0,0 0-1,1-1 1,0 1 0,-1-1-1,1 0 1,0 0 0,1 0-1,-1 0 1,0-1 0,1 0-1,0 0 1,-1 0 0,1-1 0,6 2-1,6 1 62,1-1 0,0 0 0,-1-2 0,1 0 0,33-2 0,-36-1-55,-1 0 1,1-1-1,-1-1 0,1 0 1,-1-1-1,-1 0 0,1-1 1,-1-1-1,0 0 0,0-1 1,-1 0-1,0-1 0,0 0 1,-1-1-1,0 0 0,15-20 1,-13 14 52,-1 0 0,-2-1 0,1 0 0,-2 0 0,0-2 0,-1 1 0,-1-1 0,-1 0-1,0 0 1,-2 0 0,0-1 0,1-23 0,-4-181 1194,-6 190-1112,1 30-89,1 10-45,1 22-35,10 123-28,46 254 0,-7-95 51,-17 432 22,-31-665-24,-17 130 0,12-176-2,0-1 0,-2 0-1,-2 0 1,0-1 0,-2 0 0,-29 51 0,33-68 10,0 0 0,0 0 0,-2-1 0,1-1 0,-1 1 0,-1-1 0,1-1 0,-2 0 0,1-1-1,-24 13 1,19-14 17,1-1-1,-1 0 1,1-1-1,-2-1 0,1-1 1,0 0-1,-1-1 0,-29 0 1,32-3-11,0 1 0,0-2 0,0 0 0,0-1-1,1 0 1,-1-1 0,1 0 0,0-1 0,0-1 0,1 0 0,-1-1 0,1 0 0,1-1 0,-1 0 0,1 0-1,1-2 1,0 1 0,0-1 0,1-1 0,0 0 0,0 0 0,2-1 0,-1 0 0,2 0 0,-1 0 0,-5-17-1,4 8 0,1-1-1,0 0 0,2 0 1,1 0-1,0-1 0,2 1 0,0-1 1,2 1-1,4-43 0,0 36-23,2 0 0,1 0-1,2 1 1,0 0 0,2 0-1,27-49 1,-13 36-25,2 1 0,2 2 0,1 0 0,2 3 1,1 0-1,2 2 0,1 2 0,2 1 0,45-28 0,-52 39 30,1 2 0,39-17 1,-55 28 2,0 1 0,0 0 1,0 1-1,1 1 0,-1 0 1,29 0-1,-45 2-2,1 1 1,0 0-1,0 0 0,0 0 0,0 0 1,0 0-1,0 0 0,0 1 1,0-1-1,0 0 0,0 0 0,0 1 1,0-1-1,0 0 0,0 1 1,0-1-1,0 1 0,0-1 0,-1 1 1,1 0-1,0-1 0,0 1 1,-1 0-1,1-1 0,0 1 0,-1 0 1,1 0-1,-1 0 0,1 0 1,-1 0-1,1-1 0,-1 1 0,0 0 1,1 0-1,-1 0 0,0 0 1,0 0-1,0 0 0,0 0 0,0 0 1,0 0-1,0 0 0,0 0 1,0 0-1,0 0 0,0 0 0,-1 0 1,1 0-1,0 0 0,-2 1 1,0 4-82,0-1-1,0 1 1,-1-1 0,0 0 0,0 0 0,-1 0 0,-5 7 0,-3-1-703,0-1 0,-22 14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8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44 236 2545,'0'0'2113,"-3"-27"-1350,-11-83 94,8 77-242,4 39-185,1-5-411,-3 43 9,1 52 1,1-15-17,-7 372 271,9-440-279,1 0 0,0 0 1,1 0-1,0-1 0,1 1 0,0 0 0,1-1 0,8 17 0,-10-24-1,1 0-1,0 0 0,1 0 0,-1 0 1,1-1-1,0 0 0,0 1 1,1-1-1,-1-1 0,1 1 1,0-1-1,0 0 0,0 0 0,0 0 1,0 0-1,1-1 0,-1 0 1,1 0-1,0-1 0,8 2 1,-4-2 1,0 0 1,-1 0-1,1-1 1,0 0 0,-1-1-1,1 0 1,0-1-1,-1 0 1,0 0 0,1-1-1,17-7 1,-16 4-13,1-1 0,-1 0 0,-1-1 0,1 0 0,-1 0 0,-1-1 1,0 0-1,9-12 0,0-4-48,0-1 0,-2 0 1,-2-1-1,0-1 0,-2-1 1,16-52-1,-12 23 39,-3-1 0,11-117 0,-16-139 31,9 537 130,-7-117-6,-9-94-127,4 46 100,2 1 1,19 73-1,-21-113-119,1 1 0,1-1 0,1-1 0,14 24 0,-16-31-38,0-1 0,1 0-1,0-1 1,1 1 0,0-1-1,0-1 1,1 0 0,14 10-1,-12-11-465,0 0 0,0-1 0,19 5-1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9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59 534 2881,'0'0'1238,"-11"15"-1022,-31 42-109,37-45 150,10-9-81,11-8 197,-7 0-278,-1-1 1,0-1 0,0 1-1,-1-1 1,0-1-1,0 1 1,-1-1 0,0 0-1,6-10 1,45-86 10,-45 76-58,0 0 1,-2-1-1,-2 0 1,11-55 0,-12 27 275,-1-94 0,-5 144-204,-1 7-83,0-1-1,0 0 0,0 0 1,0 0-1,0 1 1,0-1-1,0 0 1,0 0-1,0 0 1,0 1-1,0-1 0,0 0 1,0 0-1,-1 1 1,1-1-1,0 0 1,-1 0-1,1 1 1,0-1-1,-1 0 0,1 1 1,-1-1-1,-1-1 1,1 7 267,2 1-301,0 0 1,0-1-1,1 1 0,-1-1 1,1 1-1,0-1 1,1 0-1,-1 0 0,1 0 1,0 0-1,1 0 1,-1-1-1,8 8 0,1 4 6,36 47 15,89 130 33,-124-171-55,-1 1 1,-1-1 0,-1 2-1,-1 0 1,-1 0-1,-1 0 1,4 31-1,-8-35-13,-1 0 1,-1 0-1,0 0 0,-5 30 0,4-45 6,-1 0 0,0 0-1,0 0 1,0 0 0,-1 0 0,0 0 0,0 0-1,0-1 1,-1 1 0,1-1 0,-1 1 0,0-1 0,0 0-1,-1 0 1,1 0 0,-1-1 0,0 1 0,0-1 0,0 0-1,0 0 1,-1-1 0,-4 3 0,1-2 19,0 0 1,0-1-1,-1 0 0,1 0 1,-1-1-1,1 0 0,-12 0 1,19-1-7,0 0 0,0 0 0,0 0 0,0-1 0,0 1 0,0 0 0,0 0 0,0 0 0,0-1 0,0 1 0,0-1 0,0 1 0,0-1 0,1 1 0,-1-1 0,0 1 0,0-1 0,0 0 0,1 1 0,-1-1 0,0 0 0,1 0 0,-1 0 0,0 1 0,1-1 0,-1 0 0,1 0 0,0 0 0,-1 0 0,0-2 0,1 2-4,0-1 1,0 0-1,0 0 0,0 1 0,0-1 0,0 0 0,0 1 0,1-1 0,-1 0 0,1 1 0,-1-1 1,1 0-1,-1 1 0,1-1 0,0 1 0,0-1 0,0 1 0,0 0 0,2-3 0,1 0-3,1 0-1,0 1 1,0-1-1,0 1 0,1 0 1,-1 1-1,1-1 0,5-1 1,54-16-2,-19 11-22,0 2 1,55-1-1,51-8-32,-143 14 60,1 0-1,0 0 1,-1-1-1,0-1 1,0 0-1,0 0 0,0 0 1,-1-1-1,1 0 1,-1-1-1,12-11 1,-14 11 6,0 0 1,-1-1 0,0 0-1,-1 0 1,1 0-1,-1 0 1,-1 0 0,1-1-1,-1 0 1,-1 0 0,1 0-1,-1 0 1,2-16-1,-1-9 23,-2-1 0,-1 1 0,-1-1 0,-2 1-1,-1 0 1,-2 0 0,-1 0 0,-21-60 0,22 83-15,2 10 13,0 19 51,2 49 52,2-59-130,0 328 57,0-329-33,0 1 0,0-1 0,1 0 1,4 16-1,-5-22-138,1 0 0,0 0 0,-1 0 0,1 0 1,0-1-1,0 1 0,0 0 0,1-1 0,-1 1 1,0-1-1,1 1 0,-1-1 0,0 0 0,1 0 0,0 1 1,-1-1-1,1 0 0,0 0 0,-1 0 0,1-1 1,0 1-1,0 0 0,0-1 0,3 1 0,9 0-3428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39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4962,'0'0'961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0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17 568 3570,'0'0'3070,"-4"-6"-1845,2 1-1198,0 1 0,0-1 0,1 1 1,-1-1-1,1 1 0,0-1 0,0 0 0,1 0 0,-1 0 1,1 1-1,0-1 0,1 0 0,-1 0 0,1 0 0,0 1 1,0-1-1,2-6 0,5-13-9,1 0 0,13-25 0,-20 44 2,9-16-15,0 0 0,1 1 0,0 0 1,2 1-1,23-24 0,-31 36-8,1 1-1,0 0 1,0 0 0,1 1 0,-1 0-1,1 0 1,14-5 0,-17 8-4,0 0 0,1 1 0,-1 0 0,1 0 1,-1 0-1,1 0 0,0 1 0,-1 0 0,1 0 0,-1 1 1,1-1-1,0 1 0,7 3 0,-7-2-1,-1 0-1,0 0 1,0 1-1,0-1 1,0 1 0,0 1-1,-1-1 1,1 0-1,-1 1 1,0 0-1,0 0 1,4 6 0,-2-1-1,0 0 1,0 0 0,-1 1-1,-1-1 1,8 21 0,-5-2 1,-1 0 0,-1 1 0,3 55 0,-7-61 7,0 115-3,-2-125 4,0 0 0,-1 0 0,-1 0 0,0 0 0,0 0 0,-1-1 0,-1 0 0,-7 13 0,11-22 8,0-1-3,0-1 0,1 1 0,-1-1 0,0 1 0,0-1 0,0 0 1,0 1-1,0-1 0,0 0 0,0 0 0,0 0 0,0 0 0,-1 0 0,1 0 0,-3 1 0,4-10 267,1-13-174,2 0 0,0 0 0,1 1 1,1 0-1,1 0 0,1 0 1,1 1-1,0 0 0,14-23 0,20-27-135,51-64-1,-92 131 41,26-36-117,1 1-1,2 1 1,2 2 0,50-43 0,-79 74 93,0 0-1,1 1 1,0-1-1,-1 1 1,1-1 0,0 1-1,0 1 1,0-1-1,0 0 1,1 1 0,-1 0-1,0 0 1,1 0-1,-1 1 1,0-1 0,6 1-1,-9 0 19,0 0 1,-1 0-1,1 1 0,0-1 0,0 0 1,-1 0-1,1 0 0,-1 1 0,1-1 0,0 0 1,-1 1-1,1-1 0,-1 0 0,1 1 1,-1-1-1,1 1 0,-1-1 0,1 1 0,-1-1 1,1 1-1,-1-1 0,1 1 0,-1-1 1,0 1-1,0 0 0,1-1 0,-1 1 0,0 0 1,0-1-1,1 1 0,-1 0 0,0 0 1,4 28-9,-1 0 0,-1 0 0,-4 52 0,0-11 28,2 128 44,-1-186-58,2 0 1,-1 0 0,2 0 0,-1-1-1,2 1 1,0 0 0,6 17-1,-6-23-1,0-1-1,0 0 1,0 0-1,1 0 1,0 0-1,0 0 1,0 0-1,1-1 1,-1 0-1,1 0 1,0 0-1,0-1 1,0 0-1,1 0 1,-1 0-1,7 2 1,6 1-3,1-1 0,0-1 0,0-1 0,0-1 0,0 0 0,0-1 0,26-3 0,-37 2 0,17-1-50,0-1 0,0-1 0,0-1 0,0-2 0,-1 0 0,1-2 0,-2 0 0,1-2 0,-1 0 0,-1-2 0,0 0 0,-1-2 1,0 0-1,-1-2 0,0 0 0,-2-1 0,0 0 0,0-2 0,-2 0 0,17-26 0,-25 31 60,0 0 0,-2-1 0,1 0 0,-2 0 0,0 0 1,5-27-1,-4 4 121,2-63 1,-8 89-72,0 0 0,0 0 0,-1-1 0,-1 1 0,0 0 0,0 0 0,-6-15 0,5 21-31,1 0 1,-1 1-1,0-1 1,-1 1-1,1 0 1,-1 0-1,0 0 1,-1 0-1,1 1 1,-1-1-1,0 1 1,0 0-1,0 1 1,0-1 0,-11-4-1,4 3-10,-1 0-1,1 1 1,-1 0 0,1 1-1,-1 1 1,0 0 0,0 1-1,0 0 1,0 1 0,0 0-1,0 1 1,0 0 0,0 2 0,0-1-1,1 1 1,-1 1 0,1 0-1,0 1 1,0 0 0,0 1-1,1 1 1,0 0 0,-20 15-1,20-10-8,0 0-1,1 0 1,0 1-1,1 0 1,1 1-1,0 0 0,1 0 1,0 0-1,1 1 1,-4 17-1,5-11 5,0 1 0,1-1-1,2 1 1,0 0 0,1 0 0,4 38-1,-2-52-10,0-1 0,0 1 0,1 0 0,0-1 0,0 1 0,1-1 0,0 0 0,1 0 0,-1 0 0,1 0 0,0-1 0,1 1-1,0-1 1,9 9 0,-5-7-1,0-1 0,0 0 0,1-1 0,0 0 0,1 0 0,0-1 0,-1 0 0,1-1 0,13 3 0,-4-1 22,0-2 0,0 0-1,1-1 1,-1-1 0,1-1-1,0 0 1,-1-2 0,1-1-1,-1 0 1,34-9-1,-45 9-2,0-1-1,0 0 0,-1-1 0,1 0 0,-1 0 0,0-1 1,0 0-1,0 0 0,-1-1 0,0 0 0,0-1 0,0 1 1,-1-1-1,0 0 0,0-1 0,-1 1 0,0-1 0,0 0 1,-1-1-1,0 1 0,-1-1 0,0 1 0,0-1 0,0 0 1,1-15-1,0-6 241,-2 0-1,0-1 1,-7-58 0,4 74-201,-2-1-1,0 1 1,0-1 0,-2 1 0,0 0-1,-1 0 1,0 1 0,-1 0 0,-11-17-1,1 9-37,16 21-23,-5-2-24,5 21-59,32 344-99,-5-138 150,-11 562-284,-47-394 194,18-308 83,-3-1 0,-43 127 0,49-179 25,-2 0 0,-1-1 1,-1-1-1,-2 0 0,-38 51 0,42-65 14,-1 0 1,0-1-1,-1 0 1,-1-1-1,0-1 0,0-1 1,-1 0-1,-1-1 0,0-1 1,-35 13-1,19-12 12,-1-1 1,1-2-1,-1-2 0,-1-1 0,1-1 1,-1-2-1,1-2 0,-1-1 0,-49-9 1,42 2 12,0-1 1,0-3 0,1-1-1,1-2 1,0-2-1,1-1 1,-39-27 0,53 29 13,1-1 1,1-1 0,1-1 0,0-1 0,2-1-1,0 0 1,2-2 0,1 0 0,0-2 0,2 0 0,1 0-1,1-2 1,1 0 0,2 0 0,1-1 0,1 0-1,1-1 1,2 0 0,-4-47 0,7 42-50,1 0 0,2 0 0,2 0 1,1 0-1,2 1 0,1 0 0,2 0 0,1 0 1,2 1-1,1 0 0,1 1 0,2 0 0,2 1 1,0 1-1,2 1 0,1 0 0,2 2 0,0 0 1,35-31-1,-23 28-37,1 2 0,1 1 0,1 2 1,1 1-1,1 2 0,2 2 0,0 1 0,69-20 0,-55 23 44,0 3 0,1 3 0,0 1 0,0 4 0,1 1 0,79 7 0,-130-3 2,1 0 1,0 1-1,-1 0 1,1 1-1,11 3 1,-17-5-4,1 1 1,-1 0 0,0 0-1,0 0 1,1-1-1,-1 1 1,0 0 0,0 1-1,0-1 1,0 0 0,0 0-1,0 0 1,0 1 0,0-1-1,-1 0 1,1 1-1,0-1 1,-1 0 0,1 1-1,-1-1 1,0 1 0,1-1-1,-1 1 1,0-1 0,0 3-1,0-3-13,0 1-1,0-1 0,0 0 0,0 0 1,0 0-1,0 0 0,0 1 1,0-1-1,-1 0 0,1 0 1,0 0-1,-1 0 0,1 0 1,-1 0-1,1 0 0,-1 0 1,0 0-1,1 0 0,-1 0 1,0 0-1,0 0 0,0 0 1,0 0-1,0-1 0,0 1 1,0 0-1,-1 0 0,-7 2-336,0 0 1,-1-1-1,1 0 0,-17 1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3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24 613 2849,'0'0'1081,"-4"-32"-444,-2-7-418,0-5 169,1-2 0,2-51-1,5 2 1030,23-146 0,-22 223-1028,-1 18-162,-1 16-163,2 267-32,-14 442 326,-2-480 71,13-243-424,0-1 0,0 1 0,0-1 0,0 1-1,0-1 1,1 1 0,-1-1 0,0 1 0,1-1 0,-1 1 0,1-1 0,0 0-1,-1 1 1,1-1 0,0 0 0,0 1 0,0-1 0,0 0 0,0 0 0,0 0-1,0 0 1,0 0 0,0 0 0,1 0 0,-1 0 0,0 0 0,1 0-1,-1-1 1,0 1 0,3 0 0,2 0 14,0 0-1,0 0 1,1-1-1,-1 1 1,12-2-1,-5 0-2,0 0-21,-1 0 0,0-1 0,0-1 0,0 0 1,0-1-1,0 0 0,-1-1 0,1 0 1,-1-1-1,-1 0 0,1 0 0,-1-1 1,12-11-1,-12 9-466,0 0-1,-1-1 1,0 0 0,-1 0 0,0-1 0,0 0-1,8-18 1,12-47-4987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3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0 102 5827,'0'0'1040,"232"-24"-560,-69 15-384,12-6-96,-14-6-1344,-27-11-3618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4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0 4562,'0'0'304,"3"41"19,6 69 131,19 270 976,-24 52-638,-5-396-749,-1-1-1,-1 1 1,-2-1 0,-19 67-1,11-79-20,4-21 30,2-18 90,3-25-78,1 0-1,3-1 1,7-72-1,-3 86-63,2 1 1,0 0 0,2 0-1,1 1 1,1 0-1,1 0 1,1 1-1,2 1 1,0 0 0,2 1-1,0 0 1,2 1-1,30-29 1,-40 43-7,1 0 0,1 0 0,0 1 0,0 0 0,0 1 0,1 0 0,13-5 0,-21 9 2,-1 1 1,1 0 0,0 0 0,0 1 0,0-1 0,0 0 0,-1 1 0,1 0 0,0-1 0,0 1 0,0 0 0,0 1 0,0-1 0,0 1 0,0-1 0,0 1 0,0 0 0,-1 0 0,1 0 0,0 0 0,0 0 0,-1 1 0,1-1 0,-1 1 0,0 0 0,1 0-1,-1 0 1,0 0 0,0 0 0,0 0 0,0 0 0,0 1 0,-1-1 0,3 5 0,2 7-3,0 0 0,-1 1 0,-1 0 0,0 0 0,-1 0 0,0 0 0,0 19 1,-2 120 21,-3-85 2,-7 79 31,1-6-34,7-141-15,1 1 0,0-1 0,0 0 0,0 1 0,0-1 0,0 1 0,1-1 0,-1 1-1,0-1 1,1 0 0,-1 1 0,1-1 0,-1 0 0,1 0 0,0 1 0,-1-1 0,1 0 0,0 0 0,0 0 0,0 0 0,0 0 0,0 0 0,0 0 0,0 0 0,0 0 0,0 0 0,3 1 0,0-1-2,1 0 1,0 0 0,0-1 0,0 1 0,-1-1 0,1 0 0,5-1-1,2 0 0,-5 1-14,0-1 0,0 0 0,0 0 1,0-1-1,0 0 0,-1 0 0,1-1 1,-1 1-1,1-2 0,11-6 0,-8 2-31,0 1-1,-1-2 0,0 1 0,-1-1 0,15-18 1,-9 6 6,-1-1 1,-1 0 0,-1 0-1,0-1 1,12-44 0,-15 34 46,-1-1-1,5-66 1,-10-67 319,-2 120 40,27 653 331,-24-561-674,1-7 39,-3-36 16,1-9 12,0-60 81,-2 23-160,-2 0 0,-13-80-1,9 90-33,1 0 0,2 0 0,2-63 0,2 92 14,-1 0 0,1 0 0,0 0 1,1 0-1,-1 1 0,1-1 0,0 0 0,0 1 0,1 0 0,-1-1 0,1 1 0,0 0 0,0 0 0,0 0 0,1 1 0,-1-1 0,1 1 0,0 0 0,0 0 0,0 0 0,0 0 0,0 1 0,1 0 1,5-3-1,12-3-117,0 0 0,1 2 0,44-8 0,-47 11 27,258-30-810,-205 27 886,-78 7 73,1 0 0,0 1 0,-1 0 0,1 0 0,0 0 1,0 0-1,0 1 0,0 0 0,0 0 0,1 0 0,-4 4 0,-44 48 216,38-36-226,1 1-1,1 1 1,0 0-1,2 0 1,0 1-1,1 0 1,2 1 0,0-1-1,1 1 1,2 0-1,0 1 1,1-1 0,2 1-1,2 27 1,-2-46-39,1 1 1,-1-1-1,1 0 1,1 0-1,-1 0 1,1 0-1,-1 0 1,1-1-1,1 1 1,-1 0-1,1-1 1,0 1-1,0-1 1,0 0-1,0 0 1,1 0-1,-1-1 1,1 1-1,0-1 1,0 0-1,1 0 1,-1 0-1,1-1 1,-1 1-1,1-1 1,0 0-1,8 2 1,10 1 1,-1-1-1,1 0 1,0-2 0,44-1-1,-55-2-4,10 0-111,-1 0 0,1-2 0,-1-1 1,0-1-1,0-1 0,0 0 0,-1-2 1,0 0-1,0-1 0,-1-1 0,0-1 1,-1-1-1,0 0 0,-1-1 0,-1-1 1,17-18-1,-20 19 109,0-1-1,-1-1 1,-1 0-1,-1 0 1,0-1 0,-1 0-1,0-1 1,-1 0 0,-1 0-1,-1-1 1,-1 0 0,0 0-1,-1 0 1,-1-1-1,-1 1 1,0-1 0,-2 0-1,-2-33 1,1 47 32,0 1 1,-1 0-1,1 0 1,0 0-1,-1 0 1,0 0-1,0 1 1,0-1-1,-1 1 1,1-1-1,-1 1 1,0 0 0,0-1-1,0 2 1,0-1-1,-1 0 1,1 1-1,-1-1 1,1 1-1,-1 0 1,0 0-1,0 0 1,0 1-1,0 0 1,0-1-1,-7 0 1,5 1 2,0 0 0,-1 0 1,1 0-1,0 1 0,-1 0 1,1 0-1,-1 1 0,1 0 1,0 0-1,-1 0 0,1 1 1,0 0-1,0 0 0,0 1 1,0 0-1,0 0 0,-8 6 1,4-1 27,1 2 0,0-1 1,1 2-1,0-1 1,1 1-1,0 0 0,0 0 1,1 1-1,0 0 1,1 0-1,1 0 1,-5 20-1,2 2 89,0 0 0,3 1 0,-1 54 0,4-74-108,2-1 1,-1 1-1,2 0 1,0-1-1,1 0 0,0 1 1,9 21-1,-8-27-28,1 0 0,0 0 0,0-1 0,1 1 1,0-1-1,1 0 0,0-1 0,0 0 0,0 0 0,1-1 0,15 11 0,-10-9-7,1 0-1,0-1 1,0-1 0,1 0-1,0-1 1,0-1 0,28 5-1,-2-4 9,73 0 0,-93-5-55,1 0-1,-1-1 1,0-1 0,0-2-1,0 0 1,0 0-1,-1-2 1,1-1-1,-2-1 1,1 0-1,-1-1 1,0-1 0,17-13-1,-21 11 28,-1 0 0,0-1 0,-1 0 0,0-1 0,-1-1 0,-1 0-1,0-1 1,-1 0 0,-1 0 0,0-1 0,-1 0 0,-1-1 0,7-27 0,-6 9 59,-1-1 0,-2 1 1,-1-1-1,-2 0 0,-6-70 1,4 99-30,-1 0 0,0 0 0,0 0 0,-1 0 0,0 0-1,-1 1 1,0-1 0,0 1 0,0-1 0,-6-8 0,6 12-1,0 0-1,-1 1 0,1-1 1,-1 1-1,0 0 0,0 0 1,0 0-1,0 0 1,0 1-1,0-1 0,-1 1 1,1 0-1,-1 1 0,0-1 1,0 1-1,1 0 1,-9-1-1,2 1-8,1 1-1,0 0 1,0 1 0,-1 0-1,1 0 1,0 1 0,0 1 0,0-1-1,0 2 1,1-1 0,-1 1-1,1 1 1,0 0 0,0 0-1,1 0 1,-1 1 0,1 1 0,1 0-1,-12 12 1,2-1 33,1 2 1,1 0-1,0 0 1,2 1-1,1 1 1,0 1-1,-8 23 0,10-19 126,2 0 0,0 0 0,2 0 0,1 1 0,-3 49 0,7-62-117,1 0 0,1 0 0,0 0 0,1 0 0,1 0 1,0 0-1,1-1 0,1 1 0,0-1 0,1 0 0,0 0 0,12 18 0,-7-19-34,0 0-1,0-1 0,1 0 1,1-1-1,0 0 0,1-1 1,0 0-1,0-1 0,1-1 1,0-1-1,0 0 0,29 9 1,-4-4-70,2-2 0,-1-2 0,1-2 1,44 2-1,98-5-1276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5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6243,'0'0'2302,"-4"13"-2163,-2 16-96,1 0-1,1 1 1,1 36-1,5 105 129,0-81-141,-2-53-22,5 78 22,-4-105-28,1 0 0,0 0 0,0 0 0,1 0 0,0 0 0,1-1 0,0 0 0,8 14 0,-8-19 1,-1 0 1,0 0-1,1 0 1,0-1-1,0 1 1,0-1-1,0 0 0,0 0 1,1 0-1,-1-1 1,1 0-1,0 0 1,-1 0-1,1 0 1,0-1-1,10 2 0,4-1 11,1 0 0,0-1 0,20-2-1,-24 0-11,13-1-12,1-1 0,-1-1 0,-1-2-1,1-1 1,-1-1 0,49-22 0,-43 14-64,-1-1-1,0-2 1,-1-2-1,54-46 1,-76 58 76,0-1 0,-1 0 0,0 0 0,-1-1 0,0 0-1,0 0 1,-2-1 0,1 0 0,-1 0 0,-1-1 0,0 0 0,-1 0 0,-1 0 0,0 0 0,0 0 0,-1-1 0,-1 1 0,-1-21 0,2-32 749,-15-120 0,13 182-193,0 14-233,9 727 1196,-9-723-1510,7 200 53,-6-201-74,1 0 1,0 0 0,1 0 0,0-1 0,6 14 0,-8-23-213,0 0 1,1 1-1,0-1 1,0 0-1,0 0 1,0 0-1,0 0 1,1 0-1,-1-1 1,1 1-1,0-1 1,0 0-1,0 0 1,0 0-1,0 0 1,0 0-1,1 0 1,-1-1-1,0 0 1,1 0-1,4 1 1,31 1-7460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6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11 3810,'0'0'4922,"-8"-5"-4562,8 5-358,-1-1 0,0 1 0,1-1 0,-1 1-1,0-1 1,1 1 0,-1-1 0,0 1 0,0 0 0,0 0 0,0-1-1,1 1 1,-1 0 0,0 0 0,0 0 0,0 0 0,0 0-1,0 0 1,1 0 0,-1 0 0,0 0 0,0 0 0,0 1 0,0-1-1,1 0 1,-1 1 0,0-1 0,0 0 0,1 1 0,-1-1 0,0 1-1,0-1 1,1 1 0,-2 0 0,0 2 2,1 0 0,-1 0 0,1 0 1,-1 0-1,1 1 0,0-1 0,0 0 0,0 1 0,1-1 1,-1 4-1,-2 29 42,4 54 0,0-44 13,-7 844 512,7-1144-334,0 237-239,0 0-1,1 0 1,1 0 0,1 1-1,1-1 1,0 1 0,1 0 0,0 1-1,1-1 1,1 1 0,15-22-1,-18 31 0,0-1-1,0 1 0,1 1 0,-1-1 0,1 1 0,1 0 1,-1 0-1,1 0 0,0 1 0,-1 0 0,2 1 1,-1-1-1,0 1 0,1 1 0,0-1 0,-1 1 0,1 1 1,0 0-1,0 0 0,0 0 0,0 1 0,0 0 1,0 0-1,0 1 0,0 0 0,13 4 0,-14-2 2,0-1 0,-1 1-1,1 0 1,0 1-1,-1-1 1,0 2 0,0-1-1,0 0 1,0 1 0,-1 0-1,0 1 1,0-1-1,0 1 1,-1 0 0,7 10-1,0 4-1,-1 0-1,-1 1 1,12 38-1,-14-33 11,0 0-1,-2 1 0,-1 0 1,-1 0-1,-1 0 0,-1 0 1,-2 0-1,-5 41 0,3-57 4,-1 1-1,0-1 0,0 0 0,-1 0 1,-1 0-1,0-1 0,0 0 0,-1 0 1,0 0-1,0-1 0,-1 0 0,-1-1 1,0 0-1,0 0 0,0-1 0,-1 0 1,0 0-1,0-1 0,-14 6 0,4-3-49,-1 0-1,0-1 0,-1-1 0,0-1 0,0-1 0,0-1 0,0 0 1,-1-2-1,-23-1 0,44-1-25,1 0 0,-1 0 0,0 0 0,1 0 0,-1 0 0,1 0 1,-1 0-1,0-1 0,1 1 0,-1 0 0,1-1 0,-1 0 0,1 1 0,-1-1 0,1 0 1,-1 0-1,1 0 0,0 0 0,-1 0 0,1 0 0,0 0 0,0 0 0,-1-2 0,1 0-111,0 0 1,0 0-1,1 0 0,0 0 0,-1 0 0,1 0 0,0 0 0,1 0 0,-1 1 0,0-1 0,2-5 0,16-55-3258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6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4194,'0'0'2097,"-20"128"-1601,14-51-32,3-3 33,3-2-65,0-10-208,0-5-144,0-19-48,0-5 0,0-18-32,9-48-5683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6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5042,'0'0'2017,"80"-18"-5746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6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20 217 4578,'0'0'80,"-1"-31"62,-4-97 410,-1 76 702,3 47-434,2 6-287,-1 16-45,0 183-345,3 203 641,5-295-559,31 182-1,-36-286-222,5 25 18,1 0-1,18 51 1,-22-74-18,-1-1 1,1 1 0,0 0 0,0-1 0,0 0 0,1 1 0,-1-1-1,2-1 1,-1 1 0,0 0 0,1-1 0,0 0 0,0 0-1,0-1 1,0 1 0,1-1 0,-1 0 0,1-1 0,7 4 0,-3-4-94,0-1-1,1 1 1,-1-2 0,0 1 0,0-2 0,0 1 0,0-1 0,0-1 0,0 0 0,0 0 0,0-1 0,0 0 0,-1-1 0,1 0 0,-1 0 0,0-1 0,0 0 0,-1-1 0,0 0 0,0 0 0,0-1 0,-1 0 0,9-10 0,31-46-2799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7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4930,'0'0'1249,"163"-12"-1105,-20 0 64,17 0-176,-2 3-32,-31-12-3041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7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747 190 3490,'0'0'3783,"-28"16"-3002,-84 56 54,107-70-802,1 1 1,0 0-1,0 1 0,1-1 0,-1 1 0,1 0 0,0 0 0,0 0 0,0 0 0,0 0 0,1 1 0,-1-1 0,1 1 0,1-1 0,-1 1 0,0 0 0,1 0 0,0 0 0,0 0 0,1 0 1,-1 0-1,1 0 0,0 0 0,1 7 0,0 2 7,-1-13-37,0 0 0,0 0-1,0 1 1,0-1-1,0 0 1,1 0-1,-1 0 1,0 0 0,1 1-1,-1-1 1,1 0-1,0 0 1,-1 0-1,1 0 1,0 0-1,-1 0 1,1 0 0,0-1-1,0 1 1,0 0-1,0 0 1,1 0-1,1 1 3,0-1-1,0 0 1,0 1-1,0-1 0,0-1 1,0 1-1,0 0 0,6 0 1,1-1 14,0 0 0,0-1 0,1 0 1,-1 0-1,11-4 0,-13 3-24,-1 0 0,0-1 0,0-1 0,0 1 1,-1-1-1,1 0 0,-1 0 0,0-1 0,0 0 0,-1 0 0,1-1 0,-1 1 1,0-1-1,-1 0 0,1 0 0,-1-1 0,5-10 0,-4 7-25,-1 0 1,0-1-1,-1 1 0,0-1 0,-1 1 0,0-1 0,0 0 1,-1 0-1,-1 0 0,0 0 0,-2-19 0,1 24 26,0 0 0,-1 0 0,0 0 0,0 1 0,0-1-1,-1 0 1,0 1 0,0 0 0,-1-1 0,1 1 0,-9-9-1,4 6-4,-1 1-1,0-1 0,0 1 1,0 1-1,-21-11 0,6 6-1,0 2 0,0 0-1,-1 2 1,0 0 0,-26-2-1,18 4 11,0 2 0,-67 1-1,86 3 4,0 1 0,0 0 0,0 1 0,1 0 0,-1 1 0,1 1 0,-1 0 0,2 0 0,-21 13 0,18-7 19,1-1 0,0 2-1,1 0 1,0 1 0,1 0-1,1 1 1,0 0 0,1 0-1,0 1 1,1 1 0,1 0-1,-8 21 1,6-8 39,1-1-1,2 1 1,1 0-1,1 0 1,1 1-1,1 46 1,3-60-55,1 0 1,0 0 0,1-1-1,1 1 1,1 0-1,0-1 1,0 0-1,2 0 1,0 0-1,15 26 1,-11-27-17,1 1 1,0-2 0,0 1-1,2-2 1,-1 0 0,2 0-1,0-1 1,0-1 0,27 15-1,-12-11-372,1-1 0,0-1-1,1-2 1,0-1 0,1-1 0,0-2-1,0-1 1,35 0 0,109-1-2557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7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95 4658,'0'0'312,"-33"-19"-176,3 1 16,0 2-1,-50-20 0,77 35-126,1 0 0,-1 0 1,1 0-1,-1 0 0,0 1 1,1 0-1,-1-1 0,0 1 1,1 0-1,-1 0 0,0 0 1,0 1-1,1-1 0,-1 1 0,0-1 1,1 1-1,-1 0 0,1 0 1,-1 0-1,1 0 0,0 1 1,-1-1-1,1 1 0,0-1 0,0 1 1,0 0-1,0 0 0,0 0 1,0 0-1,-2 3 0,-8 12 147,1 0 0,1 1 0,1 0 0,0 0 0,1 1 0,1 0 0,1 1 0,-5 27 1,6-18 8,1-1 0,1 1 0,1 0 1,2 1-1,5 39 0,-4-57-156,1-1-1,1 1 1,0-1-1,0 0 0,2 0 1,-1-1-1,1 1 1,0-1-1,1 0 1,1 0-1,-1-1 1,2 0-1,-1 0 1,1 0-1,13 10 1,-9-10-16,1 0 0,0 0 1,0-2-1,1 1 1,0-2-1,0 0 0,1-1 1,0 0-1,-1-1 1,1-1-1,19 2 0,-14-2 8,-1-1 1,1-1-1,0-1 0,0 0 0,-1-2 0,33-6 0,-46 6-10,1 0 0,-1 0 0,1-1 1,-1 0-1,0 0 0,0 0 0,0-1 0,-1 0 0,1 0 0,-1-1 0,0 1 0,0-1 0,-1 0 0,1 0 0,-1-1 1,0 0-1,-1 1 0,1-1 0,-1 0 0,0-1 0,-1 1 0,4-11 0,-2 0 23,-1 1-1,0 0 0,-1-1 1,-1 1-1,-1-1 1,0 1-1,-1-1 1,-1 1-1,0-1 0,-2 1 1,0 0-1,0 0 1,-1 0-1,-1 1 0,-1 0 1,-8-15-1,0 5-522,0 0-1,-2 1 0,-1 1 1,0 1-1,-2 0 0,-1 1 0,0 2 1,-30-22-1,24 23-3569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8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95 140 4178,'0'0'3623,"-16"19"-3335,14-16-274,-6 5 28,0 1 1,1 0 0,0 0 0,1 1 0,0 0 0,0 0-1,1 0 1,1 1 0,0 0 0,0 0 0,1 0 0,0 0-1,1 0 1,0 1 0,0 11 0,2 4-1,2 0-1,0 0 1,2-1 0,1 1 0,10 32-1,-10-44-33,1 0-1,0-1 1,1 0 0,1 0-1,0 0 1,1-1-1,0 0 1,1-1-1,0 0 1,16 13 0,-21-21-8,0 0 0,0 0 0,0 0 1,1-1-1,0 0 0,-1-1 1,1 1-1,0-1 0,0 0 1,11 2-1,-1-2 4,1-1 0,31-1 1,-43 0-14,0 0 0,0-1 0,-1 0 0,1 0 0,0 0 0,0 0 1,-1-1-1,1 0 0,-1 0 0,1 0 0,-1 0 0,0-1 0,0 0 1,7-5-1,-6 2-12,1 0 1,-1 0-1,0-1 1,-1 1-1,1-1 1,-1 0-1,-1 0 1,5-11-1,-1-5-22,0 0 1,-2 0-1,-1-1 0,0 0 1,-1-28-1,2-165 16,-7 163 34,-17-105 0,11 129 17,8 30-23,-1 0 1,1 1-1,0-1 1,0 0-1,0 0 1,0 0-1,0 0 1,0 0-1,0 0 1,0 0-1,-1 0 1,1 0-1,0 0 1,0 0-1,0 0 1,0 0 0,0 0-1,0 0 1,-1 0-1,1 0 1,0 0-1,0 0 1,0 0-1,0 0 1,0 0-1,0 0 1,-1 0-1,1 0 1,0 0-1,0 0 1,0 0-1,0 0 1,0 0-1,0 0 1,-1 0 0,1 0-1,0 0 1,0 0-1,0 0 1,0 0-1,0-1 1,0 1-1,0 0 1,0 0-1,0 0 1,0 0-1,0 0 1,-1 0-1,1 0 1,0-1-1,0 1 1,0 0-1,0 0 1,0 0-1,0 0 1,0 0 0,0-1-1,-1 20 55,1-8-59,5 217 314,-1-174-233,2 0 1,18 70 0,-19-102-225,20 63 162,-23-79-355,1 0 0,-1 0 0,1-1 0,0 0 0,0 1 1,1-1-1,0 0 0,-1-1 0,2 1 0,-1-1 0,6 5 0,-9-8 15,1 0 0,-1-1 0,0 1 0,1 0 0,-1-1-1,0 0 1,1 1 0,-1-1 0,1 0 0,-1 1 0,1-1 0,-1 0-1,3 0 1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8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1215 4978,'17'-29'625,"-17"29"-625,23-39 32,33-42 0,-53 77-33,1 0 0,-1 1 0,1-1 1,0 1-1,0 0 0,0-1 0,0 2 1,0-1-1,1 0 0,-1 1 0,1 0 1,0 0-1,-1 1 0,1-1 0,0 1 1,0 0-1,0 0 0,0 0 0,0 1 1,0 0-1,0 0 0,0 0 0,0 1 1,1-1-1,-2 1 0,1 1 0,0-1 1,0 0-1,0 1 0,0 0 0,-1 1 1,1-1-1,-1 1 0,0-1 0,0 1 1,0 0-1,0 1 0,7 6 0,-2 2 1,-1-1 0,0 1-1,0 1 1,-1 0 0,-1 0-1,0 0 1,-1 1 0,0-1-1,-1 1 1,-1 0 0,4 26 0,-3 0 19,-1 1 0,-6 79 0,3-114-1,-1 0 0,1-1 0,-1 1 1,0 0-1,-1 0 0,1-1 0,-1 1 0,0-1 1,0 1-1,-1-1 0,-4 7 0,7-12-11,0 0 0,0 0 0,0 1 0,0-1 0,0 0 0,0 0 0,0 0-1,0 1 1,-1-1 0,1 0 0,0 0 0,0 0 0,0 1 0,0-1 0,-1 0 0,1 0-1,0 0 1,0 0 0,0 0 0,-1 0 0,1 1 0,0-1 0,0 0 0,-1 0-1,1 0 1,0 0 0,0 0 0,0 0 0,-1 0 0,1 0 0,0 0 0,0 0 0,-1 0-1,1 0 1,0 0 0,0 0 0,-1 0 0,1 0 0,0-1 0,-2-15 576,1-4-473,2 1-1,1-1 1,0 0-1,2 0 0,0 1 1,1 0-1,1 0 0,1 0 1,16-32-1,0 10-199,1 1 0,2 1-1,2 2 1,1 0 0,2 2-1,70-61 1,-96 91 66,1 1 0,0 0 0,0 0 0,0 1 0,0-1 0,1 1 0,-1 1 0,1-1 0,0 1 0,0 0 0,0 1 0,-1-1 0,12 1 0,-16 1 18,-1-1-1,1 1 1,-1 0 0,1 0 0,-1 0-1,1 0 1,-1 1 0,1-1 0,-1 0-1,1 1 1,-1-1 0,1 1 0,-1-1-1,0 1 1,1 0 0,-1 0 0,0-1-1,0 1 1,0 0 0,1 0 0,-1 0-1,0 0 1,0 0 0,0 1-1,1 1 1,0 2 0,0 0-1,-1 0 0,0 0 0,0 0 1,0 1-1,0 7 0,-1-12 6,5 288 104,-7-161 205,0-74-128,1-25-74,1 0 0,6 57 0,-5-80-100,0 1 1,0-1-1,1 0 1,0 1-1,0-1 1,1 0-1,0 0 1,0 0-1,0-1 1,1 1-1,-1-1 1,1 0-1,1 0 1,-1 0-1,1 0 1,0-1-1,0 0 1,7 5 0,-3-4-1,1-1 1,0 0-1,1 0 1,-1-1-1,0 0 0,1-1 1,0 0-1,14 0 1,-1-1-15,0-1 0,42-6 0,-52 4-62,1-2 1,-1 0-1,1 0 0,-1-1 0,0-1 0,-1 0 1,1-1-1,-1-1 0,-1 0 0,1 0 0,-2-1 1,1-1-1,-1 0 0,0-1 0,-1 0 0,12-17 1,-9 9 31,-1 0 1,0-2-1,-1 1 1,-2-1 0,0-1-1,-1 0 1,-1 0-1,-1-1 1,-1 1 0,2-25-1,-1-35 320,-2-1-1,-9-84 1,-33-164 522,11 140 100,-3-274 1,30 461-638,-2 14-129,-31 434-79,33-443-59,-6 487 59,7-462-30,0-1 1,2 1 0,1-1 0,0 0 0,2 0-1,2 0 1,17 41 0,-21-57-176,0-1 0,1 1 0,0-1 0,0 0 0,1-1 0,0 1 0,0-1 0,1-1 0,0 1 0,0-1 0,1 0 0,0 0 0,0-1 0,0 0 0,1-1 0,-1 0 0,1 0 0,0-1 0,0 0 0,0 0 0,1-1 0,-1 0 0,14 0 0,20-1-2527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8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3265,'0'0'4643,"122"-17"-4259,24 17-384,2 3-16,-11-1-1649,-30 10-848,-30-3-993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4:49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357 260 2529,'0'0'1676,"29"-14"-1559,89-48 187,-114 60-266,-1 0-1,1 0 1,-1 0-1,0-1 1,0 1-1,0-1 1,0 0-1,0 0 1,0 0 0,-1 0-1,1 0 1,-1-1-1,3-5 1,-4 6 56,0 0 0,-1 0 0,0 0 0,1 1 0,-1-1 0,0 0 0,0 0 1,-1 0-1,1 0 0,0 0 0,-2-3 0,0-5 308,1 7-347,0 0 0,-1 0 0,1 0 0,-1 1-1,0-1 1,0 1 0,-1-1 0,1 1 0,0 0 0,-1 0 0,0 0-1,0 0 1,0 0 0,0 0 0,0 1 0,-1 0 0,1 0 0,-1 0 0,1 0-1,-1 0 1,0 0 0,-6-1 0,-6-2-1,0 1 0,0 0 0,0 1 0,-25-1-1,28 3 20,0 0-1,0 1 0,0 0 0,0 1 0,1 1 1,-1 0-1,0 0 0,0 2 0,1-1 0,0 2 0,0-1 1,0 2-1,0-1 0,1 2 0,0 0 0,0 0 1,-11 10-1,8-3-24,1 0 0,0 0 1,1 1-1,0 1 0,2 0 1,0 0-1,0 1 1,2 1-1,0-1 0,-11 38 1,16-44-40,0 0 0,1 1 0,0 0 0,1 0 0,0 0 0,0-1 0,2 1 0,-1 0 0,2 0 0,-1 0 0,2-1 0,-1 1 0,2-1 0,-1 1 0,2-1 0,-1 0 0,2-1 0,-1 1 0,9 11 0,-1-8 2,1 0-1,0 0 1,1-2 0,0 0 0,0 0-1,2-2 1,-1 0 0,1-1-1,1 0 1,0-1 0,0-2 0,37 10-1,-11-6-89,1-2 0,0-1 0,1-3 0,66-2 0,-99-2 25,-1-1 0,1 0 1,-1-1-1,1 0 0,-1-1 0,0 0 1,0-1-1,0-1 0,0 0 0,-1 0 1,1-1-1,-2 0 0,1-1 0,-1 0 1,0-1-1,0 0 0,-1-1 0,0 0 0,10-13 1,-7 7 99,-2-1 0,0 0 0,-1 0 0,0-1 0,-1-1 0,-1 1 0,-1-1 0,-1 0 0,0 0 0,4-32 0,-3-15 484,-3-113 0,-4 107-461,1 70-68,0 0 0,1 0 1,-1 0-1,0 0 0,0 0 0,0 0 0,0 0 0,0 0 0,0 0 1,0 0-1,-1 0 0,1 0 0,0 0 0,0 0 0,-1 0 0,1 1 1,-1-1-1,1 0 0,-1 0 0,1 0 0,-1 0 0,1 0 1,-1 1-1,0-1 0,0-1 0,-1 4-3,1-1 1,0 0-1,0 0 0,0 1 1,0-1-1,0 0 0,0 1 1,0-1-1,1 1 0,-1-1 1,1 1-1,-1 0 0,1-1 1,-1 1-1,1 0 0,0-1 1,-1 4-1,-4 37-4,1 0 0,1 1-1,5 48 1,-1-19 28,-1-2 4,-11 379 69,7-533 177,4 50-255,5-273 24,1 218-144,23-126 1,-28 209 84,0 1 0,1-1 0,0 0 1,0 1-1,0-1 0,0 1 0,1 0 0,0 0 1,0 0-1,1 0 0,-1 0 0,1 1 0,0-1 0,0 1 1,1 0-1,7-5 0,-3 4-43,0 0 0,0 1 0,0 0 0,0 1 0,0 0 0,1 0 0,0 1 0,-1 0 0,12 0 1,253-4-1146,-166 7 1248,-107 1 3,-1-1 0,0 0 0,0 0-1,-1 0 1,1 0 0,0 0 0,0 0 0,0 0-1,-1 0 1,1 0 0,-1 0 0,1 0 0,-1 0-1,1 0 1,-1 0 0,1 0 0,-1 0 0,0 1-1,-19 27 146,-3 3 85,2 1 1,1 1-1,-27 67 1,35-66 166,1 1 1,-9 66-1,17-79-228,1 0 0,1 0 0,1 0 0,1 0 0,6 39 0,-5-55-191,0 0-1,0 0 0,1 0 0,0 0 0,0 0 0,0 0 0,1 0 0,0-1 1,0 0-1,1 0 0,0 0 0,9 8 0,-6-7 10,1 0 1,0-1-1,1 0 1,-1-1-1,1 0 0,0 0 1,20 6-1,0-4-512,0-1 0,1-1 0,0-2-1,0-1 1,38-2 0,55-5-6283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59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1793,'0'0'1422,"0"-12"-1222,0-53 1921,374 79-1380,-61-1-636,735 44-36,-318-13-8,-683-44-55,558-14 20,271-8-23,-824 23-3,-1 2 0,0 3 0,85 20 0,-86-17 15,-1-2-1,1-3 1,94-3 0,-80-1-10,-54-1-4,-1-1 0,1 0 1,0 0-1,-1-1 0,1 0 0,-1-1 1,0 0-1,11-7 0,35-13 4,-48 22-7,0 0 0,0 0-1,0 1 1,0 0 0,12-1 0,25-7 31,-31 8-36,0-1 1,-1 2-1,15 0 0,-6 0-30,-20 4 30,0-1 1,0 1-1,0-1 0,-1 1 0,0 0 1,0-1-1,0 1 0,0 5 0,-1-3 4,1 109 14,12 348 95,1 9 47,-14-349-103,-11 107 150,12 147-32,-2-332-139,-14 77-1,2-27 9,5 172-11,5-65 70,-15-58 19,5-50-59,-11 191 114,9-81-121,-31 112-1,39-249-40,-2 111-1,7-67-3,-9 70 12,-2 134 0,6-114 7,8-130-4,-15 112 0,10-136-2,2 0-1,5 68 1,0-30 18,-12 155 91,-10-90 4,-4 104 615,15-179-593,3-6-31,6-52-33,-1 1 1,-1-1-1,-6 25 1,5-15 37,3-25-114,0 1 1,0 0-1,-1 0 0,1 0 1,-1 0-1,1 0 1,-1-1-1,0 1 0,0 0 1,0-1-1,-2 4 1,-1 4-5,-9-9-249,-10-1-847,-18 0-1689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41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32 104 1121,'0'0'2550,"-5"3"-2211,3-1-328,0-1 0,0 0-1,0 1 1,1-1 0,-1 1 0,0-1 0,1 1 0,0 0 0,-1 0 0,1-1-1,0 1 1,0 0 0,0 0 0,0 0 0,0 0 0,0 1 0,1-1-1,-1 0 1,1 0 0,-1 0 0,1 1 0,0-1 0,0 0 0,0 0 0,0 0-1,1 4 1,1-5-5,0 0 0,0 0 0,1-1 0,-1 1-1,0 0 1,0-1 0,1 0 0,-1 1 0,0-1 0,1 0-1,-1 0 1,0 0 0,5-1 0,-2 0 11,-3 1-14,0 0 0,0 0 0,0-1 0,0 1 0,-1-1 0,1 1 0,0-1 0,-1 0 0,1 0 0,0 0 0,-1 0 0,1 0 0,-1 0 0,1 0 0,-1 0 0,0-1 0,1 1 0,-1 0 0,0-1 0,0 1 0,0-1 0,0 0 0,0 1 0,0-1 0,-1 0 0,1 1 0,0-1 0,-1 0 0,0 0 0,1 1 0,-1-4 0,2-4 101,-1 0 0,-1 0 0,1 0 0,-2 0 0,0-12 0,0 21-76,1-1 0,-1 0-1,1 0 1,-1 1-1,1-1 1,-1 0 0,0 1-1,1-1 1,-1 0-1,0 1 1,0-1 0,1 1-1,-1-1 1,0 1-1,0-1 1,0 1 0,0 0-1,1-1 1,-1 1-1,0 0 1,0 0 0,0 0-1,0 0 1,0 0-1,0 0 1,0 0 0,-1 0-1,0 0 0,-1 0-1,1 0 1,0 0-1,0 0 1,-1 1-1,1-1 1,0 1 0,0-1-1,0 1 1,-1 0-1,1 0 1,-2 1-1,1 1-6,0 1-1,1-1 1,-1 1-1,1 0 1,0 0 0,0 0-1,0 0 1,0 0-1,1 0 1,-1 0-1,1 1 1,0-1 0,1 0-1,-1 1 1,1-1-1,0 1 1,0-1-1,0 1 1,0-1-1,2 8 1,-1-12-18,-1 1 0,1 0 1,-1 0-1,1 0 0,-1 0 0,1-1 0,0 1 0,-1 0 1,1-1-1,0 1 0,0 0 0,0-1 0,-1 1 0,1-1 1,0 1-1,0-1 0,0 1 0,0-1 0,0 0 0,0 0 1,0 1-1,0-1 0,0 0 0,1 0 0,27 1 57,-21-2-47,-3 2-1,0-1 0,1 0-1,-1-1 1,0 1 0,1-1-1,-1 0 1,0-1-1,6-1 1,-9 2-6,1-1-1,-1 0 1,0 1-1,0-1 1,0 0-1,-1 0 1,1 0-1,0 0 1,-1 0-1,1 0 1,-1 0-1,0-1 1,0 1-1,0 0 1,0-1-1,0 1 1,0-1-1,0-4 1,2-5 0,-2-1 0,0 1 0,-1-25-1,-1 15-15,1 22 8,0-1-1,0 1 1,0-1 0,0 1 0,0 0 0,0-1-1,0 1 1,0-1 0,0 1 0,-1-1 0,1 1-1,0 0 1,0-1 0,-1 1 0,1-1 0,0 1 0,0 0-1,-1-1 1,1 1 0,-1 0 0,1-1 0,0 1-1,-1 0 1,1 0 0,0-1 0,-1 1 0,1 0-1,-1 0 1,1 0 0,-1 0 0,1-1 0,-1 1-1,1 0 1,-1 0 0,-20 1-34,16 0 31,1 0 14,0 0 0,-1 1 0,1-1 0,0 1 0,0 0 0,0 0 0,0 0 0,0 1 0,0-1 0,1 1 0,-1 0 0,1 0 0,0 0 0,0 0 0,0 1 0,0-1 0,1 1 0,-1 0 0,1 0 0,0 0 0,0 0 0,0 0 0,1 0 0,0 1 0,-1-1 0,1 0 0,1 1 0,-1-1 0,1 5 0,-1-8-7,1 0 0,0 0 0,0 0 0,1 0-1,-1-1 1,0 1 0,0 0 0,0 0 0,0 0-1,1-1 1,-1 1 0,0 0 0,1 0 0,-1-1 0,1 1-1,-1 0 1,0-1 0,1 1 0,0 0 0,-1-1 0,1 1-1,-1-1 1,1 1 0,0-1 0,-1 1 0,1-1 0,0 0-1,-1 1 1,1-1 0,1 1 0,27 0 58,-16-1-24,-13 0-32,1 0 0,0-1 1,0 1-1,0 0 0,0 0 0,0-1 0,0 1 0,0 0 0,0-1 0,0 1 0,-1-1 0,1 1 0,0-1 0,0 0 0,-1 1 0,1-1 1,0 0-1,-1 1 0,1-1 0,0 0 0,-1 0 0,1 0 0,-1 1 0,0-1 0,1 0 0,-1 0 0,0 0 0,1 0 0,-1 0 0,0 0 1,0-2-1,2-35 18,-2 29-55,-2-18-617,-8-5-1489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05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250 640 3233,'-8'-35'1438,"-55"-250"-213,-4 34 688,50 191-614,13 52-503,3 13-514,1 30-411,0-9 175,15 1119-123,-16-186 184,0-896-108,-3 0 1,-13 66 0,9-90 25,-1-1-1,-3 0 1,0 0 0,-27 50-1,39-88-22,0 1 0,0-1-1,0 0 1,-1 0-1,1 0 1,0 1-1,0-1 1,0 0 0,0 1-1,0-1 1,0 0-1,0 0 1,-1 1-1,1-1 1,0 0 0,0 0-1,0 1 1,0-1-1,0 0 1,0 1-1,0-1 1,1 0 0,-1 0-1,0 1 1,0-1-1,0 0 1,0 0-1,0 1 1,0-1 0,0 0-1,1 0 1,-1 1-1,0-1 1,0 0-1,0 0 1,0 1 0,1-1-1,-1 0 1,0 0-1,0 0 1,1 0 0,-1 0-1,0 1 1,0-1-1,1 0 1,-1 0-1,0 0 1,0 0 0,1 0-1,20 1-2,-8-2 11,376-24 124,172-19-206,69-9-1345,-602 50 1344,-2 0-123,34-9 1,-54 11 137,0-1 1,0 0-1,-1 0 1,1-1-1,-1 1 0,0-1 1,0 0-1,0-1 1,0 1-1,0-1 1,5-5-1,-8 6 58,0-1 1,0 1-1,0 0 0,-1-1 1,1 1-1,-1-1 1,0 1-1,0-1 0,0 0 1,-1 1-1,1-1 1,-1 0-1,0-7 0,-1 2 34,1 0 0,-1 1-1,-1-1 1,-3-12-1,-2 3 68,-1-1 0,-12-20 0,-3-5-41,-176-411 1149,187 422-1093,-12-54 0,24 125-334,-1-3 102,10 95 87,30 150-1,-13-114 41,14 60-1953,-35-195-902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05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215 0 6083,'0'0'944,"-197"119"-864,180-42 256,17 0 1,32-14-145,57-31 64,15-23 208,9-9-128,-21-23-48,-29-25-160,-34-2-32,-26-1-96,-3 4-496,-32 2-2113,-13 12-2689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06.0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3714,'0'0'1443,"0"29"-1299,21 420 1593,-8-335-1621,66 822 187,-73-839-286,0 48 51,1-148 1069,-3-2-955,0 0 1,0 0 0,0 0 0,-1-1 0,0 1 0,0-1-1,-1 0 1,3-6 0,6-15 12,312-558-26,-247 460-247,37-60-2376,-90 144 66,-20 32 270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06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104 186 1489,'0'0'1683,"-16"25"-794,-48 87-383,60-103-451,0 0 0,1 0 0,0 1 0,0-1 0,1 1 0,0 0 0,1 0-1,0-1 1,1 1 0,0 0 0,2 18 0,0-9 81,0 1-47,1-1 0,1 0 0,1 1-1,1-2 1,0 1 0,1 0 0,1-1 0,1-1-1,14 22 1,-1-7-35,0-2 1,2 0-1,54 51 0,-67-70-46,2-1 0,-1 0 0,1 0 0,1-2 0,0 1 0,0-2 0,1 0 0,-1-1 0,1 0 0,1-1 0,-1-1 0,1 0 0,18 1 0,-15-2 0,-1-2 0,1 0 1,-1 0-1,1-2 0,-1 0 0,1-2 0,-1 0 1,0-1-1,0 0 0,0-2 0,-1 0 1,23-11-1,1-8-42,-1-2 1,-1-2-1,-1-2 1,-2-1-1,-2-2 1,0-1-1,-3-1 1,28-42-1,-41 52 34,-1 0-1,-2-1 1,-1-1-1,-1 0 1,-1 0-1,11-47 1,-19 62 32,-1 0 0,0-1 0,-1 0 0,-1 0 0,0 1 0,-1-1 0,0 0 0,-1 0 0,-1 0 0,0 1 1,-1-1-1,0 0 0,-1 1 0,0 0 0,-2 0 0,-10-21 0,10 26 16,-1 0 0,1 0 0,-1 1-1,0 0 1,-1 0 0,1 1 0,-1 0 0,-1 0 0,1 1 0,-1 0 0,0 0 0,0 1 0,0 1 0,-1-1-1,1 1 1,-18-2 0,15 3-1,0 0 0,0 1 0,0 1 0,-1 0 0,1 1 0,0 0 0,0 1 0,0 0 0,0 1 0,0 0 0,0 1 0,1 0 0,-22 12 1,15-4-9,0 1 1,0 1 0,1 1 0,1 0 0,0 1-1,1 1 1,-24 35 0,20-22 119,1 0 1,1 1-1,1 0 0,-16 52 1,23-55 26,2-1 0,0 1 0,2 1 0,2-1 0,0 1 0,2 38 0,2-51-135,0 0 1,1-1 0,1 0-1,1 1 1,0-1 0,1 0-1,0-1 1,2 1-1,-1-1 1,2 0 0,0-1-1,0 0 1,15 17 0,-6-12-30,1-1 0,0-1 0,1-1 0,1 0 0,0-2 0,1 0 1,1-1-1,0-1 0,0-1 0,1-1 0,44 10 0,-4-5-122,1-3-1,1-3 1,89-1 0,143-9-1875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06.9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0 4210,'0'0'2564,"0"28"-2482,-3 845 1594,3-535-1167,0-307-423,-1-11 27,1 0 0,5 39 0,-4-55-97,-1 1 1,1-1-1,0 0 1,1 0-1,-1 0 0,1 0 1,-1-1-1,1 1 1,1 0-1,-1-1 0,0 1 1,1-1-1,0 0 0,-1 0 1,1 0-1,0 0 1,1 0-1,-1-1 0,5 4 1,2-3 9,-1 0 0,1 0 0,-1-1 0,1-1 0,0 1 0,0-2 0,0 1 0,0-1 0,-1-1 0,1 0 0,14-3 0,-1-1-17,0 0 0,-1-2 0,0-1 0,0-1 0,-1 0 0,0-2 1,27-18-1,-23 13-410,-2-2 0,0 0 0,-1-2 1,-1 0-1,29-36 0,-32 30-941,19-36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07.1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1 173 8356,'0'0'1296,"166"17"-1504,9-17 304,45-26-96,9-16-32,-12 6-992,-27-5-1473,-50-4-1457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07.7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0 4002,'0'0'1539,"-5"43"-1384,-3 34 192,5 0 0,2 0-1,12 94 1,80 894 366,-90-976-609,0-139-132,3 0 0,2 0 1,2 1-1,2 0 0,2 0 1,2 1-1,3 1 1,1 1-1,3 0 0,1 2 1,2 0-1,3 1 0,47-58 1,-59 82-176,2 0 0,0 2 0,24-20 0,-36 33 158,1 0-1,0 0 1,1 0-1,-1 0 1,1 1-1,-1 0 1,1 1-1,0-1 1,0 1-1,0 1 1,1-1-1,-1 1 1,0 0-1,12 1 1,-16 0 36,0 1 1,0 0-1,0-1 1,0 1-1,0 0 1,0 1-1,-1-1 0,1 0 1,0 1-1,-1-1 1,1 1-1,-1 0 1,1 0-1,-1 0 1,0 0-1,0 0 1,0 1-1,0-1 1,0 1-1,-1-1 0,1 1 1,-1 0-1,0-1 1,1 1-1,-1 0 1,0 0-1,0 4 1,3 10 8,0 0 1,-2 1-1,2 28 0,-4-34 3,2 192 398,0 6 46,-1-196-420,1 0 0,0-1 0,0 1 0,1 0 0,1-1 0,1 0-1,11 25 1,-13-33-21,0 0 0,0 0 0,1 0 1,0 0-1,0 0 0,0 0 0,1-1 0,-1 0 0,1 0 0,0-1 0,0 1 0,1-1 0,-1 0 0,1 0 0,0-1 0,-1 1 0,1-1 0,0-1 0,9 3 1,0-2 8,-1-1 1,1 0-1,0 0 1,-1-2 0,1 1-1,0-2 1,-1 0 0,1-1-1,-1-1 1,0 0 0,0-1-1,0 0 1,22-12 0,-20 7-7,-1 0 0,0-1 0,0-1 0,-1 0 1,-1-1-1,0-1 0,-1 0 0,0 0 0,-1-1 0,13-24 1,-12 15 5,-1 0 1,-1-1 0,-1 1-1,-1-2 1,-1 1 0,7-53-1,-4-158 233,-10 218-184,0-1 1,-2 1-1,0 0 0,-6-22 1,6 34 20,0 0 0,0 0 0,-1-1 0,1 1 0,-1 0 0,0 1 0,-1-1 1,0 1-1,1-1 0,-2 1 0,1 0 0,-1 1 0,1-1 0,-11-7 0,14 12-73,1-1-1,-1 1 1,1 0 0,-1 0-1,0-1 1,1 1-1,-1 0 1,1 0 0,-1-1-1,0 1 1,1 0-1,-1 0 1,1 0 0,-1 0-1,0 0 1,1 0-1,-1 0 1,0 0-1,1 0 1,-1 0 0,1 1-1,-1-1 1,-1 1-1,1-1-6,0 1 0,0 0-1,0 0 1,1 0 0,-1 0-1,0 0 1,0 0-1,1 0 1,-1 0 0,0 0-1,1 1 1,-1-1 0,1 0-1,0 0 1,-1 3-1,-5 30 2,1 1 0,2 0-1,2 62 1,1-40 9,0 384 83,0-424-136,0 6 94,5 39 1,-4-57-115,0 0 1,0 0-1,0 0 1,0-1-1,1 1 1,0 0-1,0-1 1,0 1-1,1-1 1,-1 1-1,1-1 1,0 0-1,6 6 0,-8-9-70,1 0-1,-1-1 1,0 1-1,0 0 0,1-1 1,-1 1-1,0 0 1,1-1-1,-1 0 1,1 1-1,-1-1 0,1 0 1,-1 0-1,2 0 1,26 1-2943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07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289 0 3650,'0'0'3153,"-187"39"-2417,121 32-640,31-8 289,35-7 239,9-17-144,68-24 305,18-15-33,3 0-384,-15-33-192,-18-3-128,-32 4-48,-15 2-896,-18 15-1874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08.3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1151 1649,'0'0'7294,"16"-11"-6070,25-21-994,63-63-1,42-61-218,-92 94 15,-3-1 0,85-139 0,-117 168 0,-1-1 0,-2 0-1,-2-1 1,-1-1 0,-1 0-1,-3 0 1,-1-1 0,5-53-1,-13 80-11,1-2 26,0 0 0,-3-24-1,2 34-21,-1 0 0,1 0 0,-1 0 1,0-1-1,0 1 0,0 1 0,-1-1 0,1 0 0,-1 0 0,1 0 0,-1 1 0,0-1 0,0 1 0,0-1 0,-1 1 0,-3-3 1,0 1-2,-1 1 0,1 0 0,-1 0 1,0 0-1,0 1 0,-1 0 0,1 0 1,0 1-1,-1 0 0,1 0 0,0 1 0,-1 0 1,-10 1-1,14-1-13,-1 1 1,1-1-1,-1 1 1,1 0-1,0 0 0,-1 0 1,1 0-1,0 1 1,0-1-1,0 1 0,0 0 1,0 1-1,1-1 0,-1 1 1,1-1-1,-1 1 1,1 0-1,0 1 0,0-1 1,0 0-1,0 1 1,1 0-1,-4 6 0,4-2-3,-1 1-1,2-1 0,0 0 1,0 1-1,0-1 0,1 1 1,0 0-1,1-1 0,-1 1 1,2-1-1,-1 0 0,1 1 0,1-1 1,0 0-1,0 0 0,6 11 1,1-3 4,2-1 1,0 0-1,0-1 1,1-1-1,29 24 1,91 57 35,61 22 4,50 33-18,-207-123-26,-1 2 0,-1 1 0,-2 2 1,38 44-1,-57-57-3,-1 1 0,0 0 0,-1 0 0,-2 1 1,0 0-1,0 1 0,-2 0 0,-1 1 0,-1 0 1,4 24-1,-8-35 3,0 1 0,-1 0 0,-1 0 0,0 0-1,0-1 1,-1 1 0,-1 0 0,0 0 0,-1-1 0,0 1 0,0-1 0,-1 0 0,-1 0 0,0 0 0,0-1 0,-1 0 0,-1 0 0,0 0 0,0 0 0,-14 13 0,5-9 3,-1-1 0,0 0 0,-1-2 0,-1 0 1,0 0-1,0-2 0,-1 0 0,-33 9 0,11-7 15,-1-1 1,1-3-1,-58 3 0,91-9-10,-15 1 10,0-1-1,0-1 1,0-1-1,-30-6 1,49 7 15,0-1 0,1-1 0,-1 1 0,0-1 0,0 1 0,1-1 1,-1-1-1,1 1 0,-1-1 0,1 1 0,0-1 0,0-1 0,1 1 0,-1 0 0,0-1 0,1 0 0,0 0 1,0 0-1,0 0 0,1 0 0,-1-1 0,1 1 0,0-1 0,0 1 0,1-1 0,-2-5 0,2 4-8,0-1 0,1 1 0,-1 0 0,1-1 0,1 1 0,-1-1 0,1 1 0,0 0 0,1-1 0,0 1 0,0 0 0,0 0 0,0 0 0,1 0 0,0 1 0,0-1 0,1 1 0,0 0 0,0 0 0,0 0 0,0 0 0,8-6 0,4-3-34,1 2 0,-1 0 0,2 0 0,0 2 0,34-15 0,-28 15 0,0 2 0,1 0 1,-1 2-1,2 0 0,-1 2 0,50-2 1,-60 6 1,0 1 0,0 1 0,0 0 0,0 0 0,24 9 0,-30-8 3,-1 0-1,0 1 1,0 0-1,0 0 1,0 1-1,-1 0 1,1 1-1,-1 0 1,-1 0-1,8 8 1,-9-8 0,0 0 1,-1 0 0,1 1-1,-2 0 1,1 0 0,-1 0-1,0 0 1,0 0 0,-1 0-1,0 1 1,0 0 0,-1-1-1,0 1 1,0 0 0,-1 9-1,0-13-4,0-1 0,0 0 0,0 1 0,0-1 0,-1 0 0,1 1 0,-1-1 0,0 0 0,-2 5 0,2-7-64,0 0-1,0 0 1,1-1 0,-1 1 0,0 0-1,0-1 1,0 1 0,0-1-1,0 1 1,0-1 0,0 0 0,0 1-1,0-1 1,0 0 0,-1 0-1,1 0 1,0 1 0,0-1-1,0 0 1,0-1 0,0 1 0,0 0-1,0 0 1,0 0 0,0-1-1,0 1 1,0 0 0,0-1-1,0 1 1,0-1 0,0 1 0,0-1-1,-1-1 1,-9-4-2826,0-1-1,-18-14 1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18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1101 3762,'0'0'2985,"2"-22"-2363,-1 8-549,8-149 430,-9 119-350,-2 0 1,-2 1-1,-14-65 1,-10-17 299,5 0 1,6-2-1,-1-158 1,49 1028-531,-7-280 164,-4 388 274,-3-55 399,31-1-525,-9-401-190,28 351-2,-66-703-57,0-25-77,-1 0 1,2-1-1,3 18 1,10-95-9920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0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244 171 576,'0'0'1756,"-28"-3"-1260,-92-10 427,40-1 794,71 12-1494,3-1 329,16-1 315,211-11-169,-135 12-612,1392-16 95,-690 18-151,-660-6 8,133-25-1,36-2-24,-43 30-11,-177 4 81,-77-11 100,-3 6-88,2 216-65,15 430 425,26-232-214,34 533-63,-66-688-181,38 612 177,-23-644-28,79 559 31,-63-559-156,-24-166 15,24 60-1,10 33 9,-42-110 20,-7-39-35,-3 0 14,-191-16 26,20 0-58,-590 21 373,498 17 282,-139 4-523,285-25-95,-140-3 410,121-16-367,96 10-80,-86-4 0,-197 24 38,276-9-50,-171 1 39,47-2-12,-94-2 8,241 1-34,-36 7 0,35-4-17,-37 1 0,33-5 11,31 0-74,6 0-373,4-1-172,-1 0 1,0 0 0,0-1 0,0 0-1,0 0 1,14-7 0,18-12-4328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7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75 167 2305,'0'0'1350,"-2"-26"-1000,-8-88 220,10 163-383,-9 216 363,0-67-118,9-265-349,2 4-74,-3 1-1,-2-1 1,-21-106-1,22 159 20,-3-7 46,1 0 0,1 0-1,-2-30 1,25 47-28,338-6-2023,-320 6-515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8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1601,'0'0'3217,"98"0"-3201,-33-3-16,3-3-256,-5 6-896,-22 0-753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8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2017,'0'0'3105,"178"5"-3105,-101-16-704,-8-4-2866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8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10 3009,'0'0'851,"-3"25"-493,0 7-255,-2 17 51,1 55 0,3-48-87,2 58 210,-2-121-138,-1 0 1,1 0-1,-1 1 1,0-1-1,-5-10 0,-2-6-81,-4-14 143,2 0 0,1-1 0,2 0 0,2-1 0,-2-69 0,8 108-199,0-1 0,1 1 0,-1-1 1,1 1-1,-1 0 0,1-1 0,-1 1 1,1 0-1,-1 0 0,1-1 0,-1 1 1,1 0-1,-1 0 0,1 0 1,-1-1-1,1 1 0,-1 0 0,1 0 1,0 0-1,-1 0 0,1 0 0,-1 0 1,1 0-1,-1 1 0,1-1 0,0 0 1,-1 0-1,1 0 0,-1 0 0,1 1 1,0-1-1,21 8 0,-9 5 37,0 0 0,-1 0 0,-1 1 1,0 1-1,14 23 0,-1-1 17,30 44 120,61 126 576,-114-489 1191,0 266-2522,1 1 0,0-1 0,2 0 0,-1 0 0,10-21 0,3-19-4719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9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95 2065,'0'0'1355,"0"-34"211,1 17-1374,0 13-169,0 0 1,-1 0-1,0 0 1,0 0-1,0 0 1,-1 0-1,1 0 1,-2-7-1,1 11 24,1 0-41,0 0 1,1 0-1,-1 0 1,0 0-1,0 0 0,0 1 1,0-1-1,0 0 1,0 0-1,0 0 0,0 0 1,0 0-1,-1 0 0,1 0 1,0 1-1,0-1 1,0 0-1,0 0 0,0 0 1,0 0-1,0 0 0,0 0 1,0 0-1,0 0 1,0 0-1,0 1 0,0-1 1,0 0-1,-1 0 1,1 0-1,0 0 0,0 0 1,0 0-1,0 0 0,0 0 1,0 0-1,0 0 1,0 0-1,-1 0 0,1 0 1,0 0-1,0 0 0,0 0 1,0 0-1,0 0 1,0 0-1,0 0 0,-1 0 1,1 0-1,0 0 0,0 0 1,0 0-1,0 0 1,0 0-1,0 0 0,0 0 1,0 0-1,-1 0 1,1 0-1,0 0 0,0-1 1,0 1-1,0 0 0,0 0 1,0 0-1,0 0 1,0 0-1,0 0 0,0 0 1,-3 27 12,1 1-1,4 44 1,0-9-3,-2 104-1806,0-150-358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0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0 2161,'0'0'2041,"-13"8"-1817,-39 26-131,50-31-79,0 0-1,0 0 0,0 0 0,1 0 0,-1 0 0,1 0 1,-1 1-1,1-1 0,0 0 0,0 1 0,1-1 0,-1 1 1,1-1-1,0 1 0,0-1 0,0 1 0,0-1 1,0 1-1,2 5 0,-1 7 57,-1-13-63,1 1 0,-1-1 1,1 1-1,-1-1 0,1 0 0,0 0 1,1 0-1,-1 1 0,0-1 0,1 0 0,0 0 1,-1-1-1,1 1 0,0 0 0,1-1 1,-1 1-1,0-1 0,1 1 0,0-1 1,-1 0-1,1 0 0,0 0 0,0-1 1,0 1-1,0-1 0,0 0 0,0 1 1,1-1-1,-1-1 0,5 2 0,6 1-39,-1-1-1,1 0 1,0-2 0,0 1-1,0-1 1,15-3-1,-27 3 27,0-1 0,0 1 0,0-1 0,0 1 0,-1-1 0,1 0 0,0 0 0,0 0 0,0 0 1,-1 0-1,1 0 0,0-1 0,-1 1 0,0 0 0,1-1 0,-1 1 0,0-1 0,1 0 0,-1 1 0,0-1 0,0 0 0,0 0 0,-1 0 0,1 1 0,0-1 0,-1 0 0,1 0 0,-1-3 0,2-6 20,0 0 0,-1 0-1,-2-22 1,1 17-10,0 11-3,0 1 1,0-1 0,0 1 0,-1-1 0,0 1-1,0-1 1,0 1 0,0-1 0,-3-6 0,2 9-5,1 0 0,-1 1 1,1-1-1,-1 0 1,0 0-1,0 1 1,1-1-1,-1 1 1,0 0-1,0-1 1,-1 1-1,1 0 1,0 0-1,0 0 1,0 1-1,-1-1 1,1 0-1,0 1 1,-1 0-1,-3-1 1,-43 0-1017,28 1-1030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0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54 1665,'0'0'2369,"8"-5"-2078,24-13-126,-32 18-152,1-1 0,-1 1 0,1 0 0,-1 0 0,0 0 0,1 0 0,-1 0 0,1-1 0,-1 1 0,0 0 1,1 0-1,-1-1 0,1 1 0,-1 0 0,0 0 0,1-1 0,-1 1 0,0 0 0,0-1 0,1 1 0,-1-1 0,0 1 0,0 0 0,0-1 0,1 1 0,-1-1 0,0 1 0,0-1 0,0 1 0,0 0 0,0-1 0,0 1 0,0-1 0,0 1 0,0-1 1,0 1-1,0-1 0,0 1 0,0-1 0,0 1 0,0 0 0,-1-1 0,1 1 0,0-1 0,0 1 0,0 0 0,-1-1 0,1 1 0,0-1 0,-1 1 0,1 0 0,0-1 0,-1 1 0,1 0 0,0 0 0,-1-1 0,1 1 0,0 0 0,-1 0 1,1 0-1,-1-1 0,1 1 0,-1 0 0,1 0 0,-1 0 0,-27-7-11,28 7 21,-18-2-17,0 1 0,-33 2 0,50-1-6,-1 0 0,1 1 0,0-1 0,-1 0 0,1 1 0,-1-1 0,1 1 0,0 0-1,-1-1 1,1 1 0,0 0 0,0 0 0,0 0 0,-1 0 0,1 0 0,0 0-1,0 0 1,0 0 0,-1 2 0,0 1-1,0 0 0,0 0-1,1 0 1,-1 0 0,1 0 0,-2 8-1,1 7-19,0-1 1,1 28-1,1-36 1,0-6 8,0 0 1,1 0-1,-1 1 0,1-1 1,0 0-1,0 0 0,0 0 1,0 0-1,1 0 0,0-1 1,0 1-1,0 0 0,0-1 1,0 1-1,1-1 0,-1 0 1,1 0-1,0 0 0,0 0 1,6 4-1,-3-3-23,-1-1 0,1-1 0,-1 1 0,1-1 0,0 0-1,0 0 1,0 0 0,0-1 0,0 0 0,0 0 0,1-1 0,-1 0 0,11-1 0,-15 1 31,0 0 0,-1-1 0,1 1 0,0-1 0,0 1 0,-1-1 0,1 0-1,0 0 1,-1 0 0,1 0 0,-1 0 0,1 0 0,-1 0 0,0 0 0,1-1 0,-1 1 0,0 0 0,2-4 0,0 0 2,0 0 0,-1 0 0,1 0 0,-1 0-1,0-1 1,1-5 0,0-6 14,0 0-1,-1-1 1,-1-19-1,0 32 185,-1 7-61,1 17 3,7 59-12,-6-69-112,0 0-1,1-1 0,0 0 0,0 0 0,1 0 0,6 10 1,-9-15-38,1 0 0,1 0 0,-1-1 0,0 1 1,1 0-1,-1-1 0,1 0 0,0 1 0,-1-1 0,1 0 1,0-1-1,1 1 0,-1 0 0,0-1 0,0 0 1,1 0-1,-1 0 0,4 1 0,28-1-1304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1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0 208,'0'0'3495,"-2"17"-3049,0 2-325,0 1 1,1 0 0,2 0 0,0-1 0,4 24 0,4 16 116,-4 1 1,-1 94 0,-4-137-214,0-16 111,0-27 99,1-2-209,-1 17-22,1-1 0,-2 1 1,1 0-1,-1 0 0,-3-12 1,3 19-6,0 1 0,0 0 0,-1 0 0,1 0 0,-1 1 0,1-1 0,-1 0 0,0 1 0,0-1 0,0 1 0,0-1 0,-1 1 0,1 0 0,-1 0 0,1 0 0,-1 0 0,0 0 0,1 1 0,-1-1 0,0 1 0,0 0 0,-4-1 0,1 0 15,0 0-1,-1 0 1,1 1-1,0 0 0,-1 0 1,1 1-1,-1 0 1,1 0-1,-1 0 0,1 1 1,0 0-1,-1 0 1,-7 3-1,11-3-2,0 1 0,0-1 0,0 1 0,0 0 1,1 0-1,-1 0 0,1 0 0,-1 1 0,1-1 0,-1 1 0,1-1 1,0 1-1,0 0 0,1 0 0,-1 0 0,1 0 0,-1 0 0,1 0 1,0 0-1,0 0 0,0 1 0,0-1 0,1 0 0,-1 1 0,1-1 1,0 5-1,0-1 34,-1 0 1,2 0 0,-1 0-1,1 0 1,0-1-1,0 1 1,4 12 0,-3-16-31,-1 1 0,1-1 0,0 0 1,1 0-1,-1 0 0,0 0 0,1 0 1,0 0-1,0-1 0,0 0 0,0 1 1,0-1-1,0 0 0,0 0 0,1-1 1,4 3-1,9 1-26,0 0-1,1-1 1,0 0 0,0-2-1,0 0 1,0-1 0,24-1-1,58 0-868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2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25 2417,'0'0'1697,"-167"-3"-1009,132 3 257,14 0-161,18 0-304,3-3 161,53-6-449,37 3 32,28 3-192,25 3-32,5 0-16,1 0-352,0 0-1057,-10 9-176,-23-9-768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2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 2353,'0'0'4674,"-137"21"-4482,137-15-192,50-3 48,43-3-48,34 0 64,25 0-64,8 0-1520,-11-3-545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3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2721,'0'0'3442,"261"-21"-3410,-109 6-32,2 6-384,-8 1-1569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3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4066,'0'0'1200,"232"-3"-1200,-78-14-32,7-1-1808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4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1 896,'0'0'2388,"-25"4"-1934,-80 12-70,47-12 535,53-4 366,829 8-952,-272-4-198,-428-5 629,-124 23-558,0 252 31,2 381 787,52 35-551,-3-105-2514,-51-565-1366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5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98 752,'0'0'374,"-21"-5"-1,-11-3-131,3 0 488,1 2-1,-31-2 1,265 7 1071,-100-2-1756,-47 2-35,20 2-189,-1-4-1,1-4 1,78-16 0,-153 22 212,-3 1-16,1 0 0,-1 0-1,1 0 1,-1 0 0,0 0-1,1-1 1,-1 1 0,1 0-1,-1-1 1,0 1 0,1-1-1,-1 0 1,0 1 0,0-1-1,1 0 1,-1 0 0,0 0-1,0 0 1,0 0 0,0 0-1,0 0 1,0 0 0,0 0-1,-1 0 1,1-1 0,0 1 0,-1 0-1,1-1 1,0-1 0,-1 2 180,0 6-248,14 243 326,-10 393 336,-3-643-1094,7-8-803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5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16 173 2913,'0'0'3855,"-6"-2"-3316,-3-2-377,18 0-87,42-3-32,-27 4-13,636-59-166,-205 22-40,-436 38 131,701-46-1279,-823 48-255,39 0-457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6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16 235 1537,'0'0'3940,"-3"-14"-3278,-7-41-83,8 41-214,2 24-352,1 0 0,1 1-1,0-1 1,0 0 0,1 0-1,1 0 1,-1 0 0,1-1 0,1 0-1,8 14 1,1-2 1,1-1 1,1 0-1,23 22 1,39 29 14,3-3 0,3-4 1,114 66-1,-173-114-27,0-2-1,2 0 1,-1-2 0,2 0 0,-1-2-1,1-1 1,1-2 0,0 0-1,0-2 1,33 2 0,-43-7 1,8 2 68,0-2 0,0 0 0,0-2 0,0-1 0,51-12 0,38-20 487,-56 18-388,0-3 0,63-30-1,-113 44-113,1 1 0,-1-2 0,-1 0 0,1 0 0,-1-1-1,0 0 1,-1 0 0,0-1 0,0 0 0,7-13 0,1-5 76,-1-1 0,18-46 1,-10 23-110,-16 38-18,-1 0 1,0-1-1,0 0 1,-1 0-1,-1-1 0,-1 1 1,0-1-1,2-18 1,-5 0 26,1-4-57,-2-1 0,-2 1 1,-9-52-1,12 87-33,0 1-93,-1 0 0,1 0-1,0 0 1,0-1 0,-1 1-1,1 0 1,0 0-1,-1 0 1,1 0 0,-1 0-1,1 0 1,-1 0 0,0 0-1,0 0 1,1 0 0,-1 0-1,0 0 1,0 1-1,0-1 1,-1-1 0,-12-2-4126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7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0 122 592,'0'0'2810,"3"-20"-2141,1-3-461,-1 9 74,-1 1 0,0-1 1,-1-24 594,-1 44-645,0 73-191,-2 5 122,4 0 1,22 148-1,-19-208-165,1 5-153,3 34 0,-8-49-1481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8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18 104 1617,'0'0'3364,"-1"-12"-2921,-4-77 448,2 86 205,-2 8-845,3 12-231,1 0-1,1 0 1,1 21-1,0 6 31,-1 112 77,30 239 0,15-22-34,-22-198 64,-18-163-145,-4-10-7,-1 0 0,1 0 0,0 0 0,-1 1 0,1-1 0,-1 0 0,0 0 0,0 0 0,1 0 0,-2 4 0,1 19 78,-1-14-77,1 0 1,0-1 0,0 1-1,1 0 1,5 18 0,-3 16-826,-3-39-1307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6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2592 1185,'0'0'2086,"-2"-4"-1849,1 0-277,1 3 77,-1 0 0,1 0 0,-1-1 1,1 1-1,-1 0 0,0 0 0,1 0 0,-1 0 1,0 0-1,0 0 0,0 0 0,1 0 0,-1 0 1,0 0-1,0 1 0,-1-1 0,1 0 0,0 1 1,0-1-1,0 0 0,0 1 0,-1-1 0,1 1 1,0 0-1,0 0 0,-1-1 0,1 1 0,0 0 1,-1 0-1,1 0 0,-2 0 0,-19 0 171,16-1-139,0 0 0,-1 1 0,1 0 0,-1 1 0,1-1 1,-1 1-1,1 0 0,-12 4 0,14-3 19,1-1 0,-1 0 0,0 0 1,1 0-1,-1-1 0,0 1 0,-4-1 1,-23 6 1163,31-6-1252,-1 1 287,12 0 2,331-2 119,972 17-287,166 0-185,-1065-17 106,464-8 937,-879 6-517,-23-804 130,-1-55-616,34 581 39,1 2 8,-11 14-21,-6 163-47,3 101 30,0 0 0,0 0 1,0 1-1,0-1 0,0 1 0,0 0 1,1 0-1,-1 0 0,-5 1 0,4-1 16,6 7-25,1-5 20,0 0 1,1 0-1,-1 0 0,0 0 1,1-1-1,-1 1 0,1-1 0,0 0 1,-1 0-1,1 0 0,0-1 1,0 1-1,6-1 0,9 2 3,615 32 16,-551-33-14,1483 4 36,-891-7-24,-675 2 89,7 0-110,75 0-38,-82 0 60,16 0-14,10 0-2,-8-1-2,-1 1 1,1 1-1,32 6 1,-47-5 5,-2-2 46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7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752 0 1233,'1'2'4935,"-6"-1"-3956,-223-3-109,-147 2-472,350 1-903,0 1 1,-46 10 0,47-7-1980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7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746 39 3282,'0'0'2513,"-172"-9"-2417,94 3 240,-5-3 368,0 0-16,6 3-335,3 6-209,11 0-144,13 0-16,11 0-1025,12 0-1872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7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656 1 3426,'0'0'3377,"-196"0"-3089,122 0 160,-6 0-127,6 0-129,5 0-112,10 0-64,11 0-16,16 0-352,14 3-1329,12 6-832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8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1 3970,'0'0'2033,"-178"33"-1249,122-30-128,-4-3-255,7 8-161,2-8 16,7 0-160,8 0-96,-3 0-672,1 0-2898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8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51 2865,'0'0'2922,"-19"-9"-2346,-59-26-171,76 34-384,0 0 0,0 0 0,1 0-1,-1 1 1,0-1 0,0 0-1,0 1 1,0 0 0,0 0 0,0-1-1,0 1 1,0 0 0,0 0-1,0 1 1,0-1 0,0 0-1,0 1 1,-2 0 0,3 0-8,0 0 0,-1 0 0,1 0 0,0 0 1,0 0-1,0 0 0,0 1 0,0-1 0,0 0 0,1 0 0,-1 1 1,0-1-1,0 3 0,-2 2 52,-3 6-10,0-1-1,1 1 0,1 1 1,0-1-1,1 0 0,0 1 0,-2 21 1,3-5-34,1 0 1,4 36-1,-2-58-21,0 1 0,0-1 0,0 0 0,1 0 0,0 1 0,1-1 0,0-1 0,0 1 0,0 0 0,1-1 0,0 1 0,0-1 0,0 0 0,1-1 0,0 1 0,0-1 0,1 0 0,-1 0 0,1 0 0,0-1 0,0 0 0,1 0 0,-1-1 0,1 0 0,0 0 0,0 0 0,0-1 0,0 0 0,0 0 0,1-1 0,-1 0 0,14 0 0,-7 0-29,-1-1 0,0 0 0,0-1 0,0 0 0,0-1 0,0-1 0,23-7-1,-29 7-7,0 0 0,0-1 0,0 0-1,0 0 1,-1-1 0,1 0-1,-1 0 1,0 0 0,-1-1-1,1 1 1,-1-1 0,0-1 0,-1 1-1,6-10 1,-6 6 25,0 0 0,-1 0 0,0 0 0,-1 0-1,0 0 1,0-1 0,-1 1 0,-1-1 0,0-19 0,-1 19 10,2 7 4,-2 0 0,1-1 0,0 1 0,-1 0 0,0 0 0,0-1 0,0 1 0,-1 0 0,1 0 0,-1 0 0,0 0 0,0 1 0,0-1 0,-1 0 0,1 1 0,-1 0 0,0-1 0,0 1 0,0 0 0,0 1 0,-1-1 0,1 0 0,-1 1 0,1 0 0,-1 0 0,-7-3 0,-3 0-208,1 1 0,-1 1-1,0 0 1,0 1 0,0 0 0,0 1 0,-14 1 0,-8 0-1945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9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57 2657,'0'0'3287,"-27"-2"-2617,-6-2-433,-43 3 1,72 1-215,1 0 1,0 1 0,0-1 0,0 1 0,0 0 0,0 0 0,0 0 0,0 1 0,0-1 0,0 0-1,0 1 1,0 0 0,1 0 0,-1 0 0,1 0 0,0 0 0,-1 1 0,1-1 0,0 0-1,0 1 1,1 0 0,-1-1 0,0 1 0,1 0 0,-2 4 0,0 2 9,1-1-1,0 1 1,0 0 0,1 0 0,0-1 0,1 14 0,0-19-31,0 0 0,0 1 0,1-1 1,-1 0-1,1 0 0,0 0 1,0 0-1,0 0 0,0 0 0,0 0 1,1 0-1,-1 0 0,1-1 0,0 1 1,0 0-1,0-1 0,0 0 1,3 3-1,-1-1-1,1-1 0,1 1 0,-1-1 0,0 0 0,1 0 0,0-1 0,0 0 1,10 3-1,9 0-78,1-2 0,-1 0 1,40-2-1,-56-1 26,0 0-1,5 1-15,-1-2 1,1 1-1,-1-1 0,1-1 0,17-5 0,-27 6 60,-1-1 0,1 1 1,0-1-1,-1 0 0,0 0 0,1 0 0,-1-1 0,0 1 0,0-1 0,0 0 0,0 0 0,-1 0 0,1 0 0,-1 0 0,0 0 0,0-1 0,0 1 0,0-1 0,0 1 0,-1-1 0,0 0 0,2-6 0,-2 4 11,1 0 0,-1 0-1,0 0 1,-1 0 0,0 0 0,0 0 0,0 0 0,-1 0 0,1 0 0,-1 0-1,-1 0 1,1 0 0,-1 0 0,0 0 0,-1 1 0,1-1 0,-1 1-1,0 0 1,0 0 0,-1 0 0,0 0 0,-6-7 0,4 7-99,-1-1 0,0 1 0,1 0 1,-2 1-1,1 0 0,0 0 0,-1 0 1,0 1-1,0 0 0,0 1 0,0 0 1,0 0-1,-1 1 0,1 0 0,-15 0 1,5 1-2107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9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 4066,'0'0'1830,"-18"27"-1174,-53 93-362,67-115-289,2 1 0,-1 0 1,0 0-1,1 0 0,0 0 1,1 1-1,0-1 0,0 1 1,0-1-1,0 1 0,1-1 1,0 1-1,1-1 0,1 9 1,-1-1 2,0-10-7,0 0 1,0 0-1,0 0 0,0 0 1,0 0-1,1 0 0,0 0 1,0 0-1,0-1 0,0 1 1,1-1-1,-1 1 0,1-1 1,0 0-1,0 0 0,0 0 1,0-1-1,1 1 0,-1-1 1,1 1-1,-1-1 0,1 0 1,7 2-1,1 0-19,-1 0-1,1-1 1,0 0 0,1-1-1,-1-1 1,24 1 0,-33-2 8,1 0 1,0-1-1,-1 1 1,1-1-1,-1 0 1,1 0-1,-1 0 1,1 0-1,-1 0 1,1-1-1,-1 0 1,0 0-1,0 0 0,0 0 1,0 0-1,0 0 1,4-5-1,-3 2 9,0 0-1,-1 0 0,0-1 0,0 1 0,0-1 1,0 1-1,-1-1 0,0 0 0,0 0 0,1-6 1,-2 3 8,1 1 1,-1-1 0,0 1 0,-1-1-1,0 0 1,-1 1 0,0-1 0,0 1 0,0-1-1,-1 1 1,-1 0 0,1 0 0,-1 0 0,-1 0-1,-7-13 1,6 15-28,0 0-1,-1 1 1,0 0-1,0 0 1,0 0-1,0 1 1,-1 0-1,0 0 1,0 0 0,0 1-1,0 0 1,-1 1-1,1 0 1,-1 0-1,1 0 1,-1 1-1,0 0 1,0 1-1,1-1 1,-9 2 0,-8 1-2024,10 11-2158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9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 4370,'0'0'1809,"-18"27"-1206,-56 93 37,72-116-618,-1 1-1,1 0 0,-1 0 1,1 0-1,1 0 1,-1 0-1,1 0 1,0 0-1,0 0 1,0 1-1,1-1 1,0 0-1,0 1 0,0-1 1,1 0-1,-1 1 1,1-1-1,1 0 1,-1 0-1,1 0 1,0 0-1,3 7 1,-1-5-28,0 0 0,0 0 0,1-1 0,0 0 0,0 1 0,0-2 0,1 1 0,0-1 0,0 1 0,0-2 0,1 1 0,0-1 0,0 0 0,0 0 0,0-1 0,9 3 0,-1 0-11,0-2 1,0 0 0,0-1 0,1-1-1,-1 0 1,1-1 0,19-1 0,-33 0 16,0 0 1,0 0 0,-1-1 0,1 1 0,0 0-1,0-1 1,-1 0 0,1 1 0,0-1 0,-1 0 0,1 0-1,-1 0 1,1 0 0,-1 0 0,0 0 0,1 0-1,-1-1 1,0 1 0,0 0 0,0-1 0,0 1 0,0-1-1,0 1 1,0-1 0,0 1 0,-1-1 0,1 0-1,0 0 1,-1-2 0,2-5 8,0 0-1,-1-1 1,-1 0-1,0-12 1,0 9-2,0 6 1,-1 0 1,0 0-1,0 1 0,0-1 0,-1 0 1,0 0-1,0 1 0,-1-1 0,0 1 1,0 0-1,0 0 0,-8-10 0,8 12-40,0 0-1,0 1 1,-1-1-1,0 1 0,1 0 1,-1 0-1,0 0 1,0 0-1,-1 1 1,1-1-1,-1 1 1,1 0-1,-1 0 0,1 1 1,-1 0-1,0 0 1,0 0-1,0 0 1,-6 0-1,-12 1-2283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42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214 330 432,'0'0'2148,"-7"-8"-1724,-25-24 112,28 28-489,-1 1 0,0 0-1,0 0 1,-1 0 0,1 1-1,0 0 1,-1 0 0,1 0 0,-1 1-1,0-1 1,0 1 0,0 1-1,1-1 1,-1 1 0,0 0 0,0 0-1,-11 3 1,-8-2 86,-15-1 2554,64 0-2490,-22 0-192,254-10 174,446-35-82,-29 2 84,26 4 488,-580 35-537,164-27 0,120-27-22,-151 38-65,-162 14-30,118-3 18,85 9-1,-254 6 190,-39-6-238,13 0-2372,5 0 936,7 0-196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43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580 53 1056,'0'0'2770,"6"-41"-2290,-12 35-96,-27 3-112,-3 0-64,-17 3-128,-9 0-32,-10 0-32,-2 0-16,-6 9-16,-3-3-32,-4-6-1920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45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11488 138 336,'0'0'2972,"0"-9"-2516,0-42 361,-1 49-766,0 0 0,0 0 0,0 1 0,0-1 0,0 0 0,0 0 0,-1 1 1,1-1-1,-1 1 0,1-1 0,-1 1 0,1-1 0,-4-1 0,2 1-45,0-1 1,0 1-1,0-1 0,1 0 1,-1 0-1,1 0 0,-3-4 0,-4-20 2161,1 79-1978,-3 78 1,7-68 234,-6 462 620,11-364-962,-2-127-55,2-1 0,2 0 0,1 0 0,1 0 0,2 0 0,20 57 0,-23-79 0,-2-6 1,0 1 1,0-1-1,-1 0 0,1 1 1,-1-1-1,0 1 0,0 8 1,-11-13 381,-71 0-159,-751-24 136,-122-30-411,-5 38 75,687 13-43,-967 1-25,669 3 36,-144 20 115,71-1-110,353-19-11,-449 10 3,-349 4-15,936-15-2,92 0 1,-707-15 3,430 6 48,-107-8-73,209 3 32,75 6-4,-292 2-6,284 7 0,52 8-5,1 0-1,56-9 22,59 0-12,-1 0 0,1 0-1,-1-1 1,1 1 0,0 0 0,-1 0-1,1 0 1,0 0 0,-1-1-1,1 1 1,0 0 0,-1 0-1,1-1 1,0 1 0,-1 0-1,1-1 1,0 1 0,0 0-1,-1-1 1,1 1 0,0 0-1,0-1 1,0 1 0,0 0-1,-1-1 1,1 1 0,0-1-1,0 1 1,0 0 0,0-1-1,0 1 1,0-1 0,0 0 0,0-19 7,1 10-1,7-425 84,-8-230-860,12 665 595,805 0-328,-817 0 475,-28 0-301,19-1-384,27-7-3339,-5 2 2709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01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1 517 3762,'0'0'2636,"2"-6"-1527,5-12-869,-2-1 0,0 0-1,-1 0 1,-1 0 0,2-30-1,-5-109 148,-2 78-88,2-49-171,0 128-224,0 2 27,0 32-15,15 1032-174,54 503 448,-62-1452-172,5-1 1,35 151 0,-43-251-27,-1 0 0,0 0 0,1 24 0,-4-37-715,-18-38-6323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02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93 704,'0'0'3325,"-4"-2"-3008,2 0-271,-1 0 24,-1 0 0,1 1 0,0-1 0,-1 1 0,1-1 0,-1 1 0,1 0 0,-1 0 0,0 1 0,1-1 0,-5 1 0,-40 0 582,33 0 1355,51-1-1414,160-8-482,51-1 15,754 9-168,-686-26 60,0 1-50,238 26 1604,-511 560-1744,-9-221 253,-18-103-41,56 580 99,-9-303 362,-46-366 51,18 119 494,31 121-731,-61-352-294,4 27 68,-8-61-80,0-1 1,0 1 0,0-1-1,0 1 1,0-1 0,0 0 0,-1 1-1,1-1 1,0 1 0,0-1 0,0 1-1,-1-1 1,1 0 0,0 1 0,-1-1-1,1 1 1,0-1 0,-1 0-1,1 1 1,0-1 0,-1 0 0,1 0-1,-1 1 1,1-1 0,-1 0 0,1 0-1,0 0 1,-1 0 0,1 1-1,-1-1 1,1 0 0,-1 0 0,1 0-1,-1 0 1,1 0 0,-1 0 0,1 0-1,-1 0 1,0-1 0,-28 1-70,21 0 93,-384-4-146,-275 3-19,192 21 49,-66-14 107,521-7-15,1-2 0,0 0-1,0 0 1,-21-8 0,17 5-31,-48-8 0,-113 12-21,98 3-2,-48 2 81,-103-3-1849,219-5-1561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14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47 188 1681,'0'0'2134,"-24"-12"-189,2 6 701,43 5-2421,309-38-53,-161 16-206,559-65-2634,-597 70 1049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15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 1953,'0'0'1542,"-16"5"-1089,-125 40 1922,129-41-1929,7-1-278,-1-1 1,0 0-1,0-1 1,0 0-1,-8 1 1,12-2-111,4 0-18,477-26 486,-78 0-1359,-66 25-1840,-209 1 560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15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33 624,'0'0'1462,"-18"3"-1152,-5 2-102,5 0 394,-1-1-1,0-1 1,-30 1 2518,53-4-2547,480-24-272,-73 2-2234,-274 19 556,-17-4-899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16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2289,'0'0'5379,"12"0"-5283,80-3 32,27-11-64,14-1-64,4 9 0,5-3-16,4 6 0,-3-3 16,-16 6-32,-23 0-513,-29 0-1071,-43 0-1026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18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33 976,'0'0'2041,"-5"0"-1382,-23 0 713,39 0-1196,260 1-37,306-3 255,-439-10-372,-59 4-9,164-4 1297,-243 229-1233,30 1009 123,2-1003-57,-18-151-64,-4-1 0,2 84-1,0 277 384,-12-391-433,7 189 913,3-161-852,-5-46-61,-1 1 1,0 30 0,-4 264 1306,-1-317-1352,1-1 0,0 1 1,0-1-1,0 1 0,-1-1 0,1 1 0,0-1 0,0 1 0,-1-1 0,1 1 1,0-1-1,-1 1 0,1-1 0,-1 0 0,1 1 0,-1-1 0,1 0 0,-1 1 1,1-1-1,-1 0 0,1 1 0,-1-1 0,1 0 0,-1 0 0,1 0 0,-1 0 1,1 0-1,-1 0 0,1 1 0,-1-1 0,0 0 0,1 0 0,-1-1 0,1 1 1,-1 0-1,1 0 0,-1 0 0,1 0 0,-1 0 0,0-1 0,-7 1-651,-25 0-3134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19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98 143 0,'0'0'1654,"-14"-10"-1531,-43-32-51,30 27 1216,44 16 743,607-57-1773,-610 54-258,1 0 0,20-6 0,5 0 0,-35 7 3,-4 37 565,-9 572 953,8-604-1506,0 0 0,0 0 0,-1 0 0,1 0 0,-1 0 0,0-1 0,0 1 0,0 0 0,-2 5 0,2-3 6,1-4 11,-4-18-2038,-1-4-1148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19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0 135 1985,'0'0'3580,"7"0"-3401,13 0-148,-1-2 1,0 0-1,0-1 0,0 0 1,29-11-1,8 0-11,100-19-19,1 7 1,2 7-1,185 1 0,175 18-2492,-537 0 1282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0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39 219 160,'0'0'3025,"-6"-4"-2350,-20-10-98,20 11 757,13 11-1262,58 81-45,58 69 58,-95-128-66,1-2-1,64 49 1,-78-66 61,1-1 0,0-1 0,1-1 0,0 0 0,0-1 0,1-1 0,0 0 0,32 5 0,40-2 170,1-4 0,120-7 0,-198 0-144,0 0 1,0-1 0,1 0 0,-2-1-1,1 0 1,0-1 0,21-13-1,2-3 209,40-30 0,-57 34-245,-1 0 1,-1-2-1,-1 0 1,0 0-1,-1-2 0,-2 0 1,17-33-1,-25 39-12,0 1 0,-1-1 0,-1 0 0,-1 1 0,0-1 0,-1-1 0,-1-25 0,1 13-31,10-164-72,-11 192 26,0-1 1,0 0 0,-1 1 0,1-1 0,-1 0 0,1 1 0,-1-1 0,1 1 0,-1-1 0,1 1 0,-1-1 0,1 1 0,-1-1-1,0 1 1,1-1 0,-1 1 0,0 0 0,1-1 0,-1 1 0,0 0 0,1 0 0,-1 0 0,0-1 0,0 1 0,1 0 0,-1 0-1,0 0 1,1 0 0,-1 0 0,0 0 0,0 1 0,0-1 0,-30 3-1576,-4 7-1034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1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51 448,'0'0'3741,"2"-9"-2917,-1-2-1006,4-18 2035,-5 29-1834,0 0 1,0 0 0,0 0-1,0 0 1,1 0-1,-1 0 1,0 0-1,0 0 1,0 0 0,0 0-1,0 0 1,0 0-1,0 0 1,0 0-1,0 0 1,0 0 0,0 0-1,0 0 1,0 0-1,0 0 1,1 0 0,-1 0-1,0 0 1,0 0-1,0 0 1,0 0-1,0 0 1,0 0 0,0 0-1,0 0 1,0 0-1,0 0 1,0 0-1,0 0 1,0 0 0,0 0-1,0-1 1,0 1-1,0 0 1,0 0-1,0 0 1,0 0 0,1 0-1,-1 0 1,0 0-1,0 0 1,0 0-1,1 20 196,22 275 448,-8-125-187,-14-152-1343,-1-34-3241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3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0 369 144,'0'0'323,"7"-26"-8,18-84 490,-21 89-187,-1 0-1,-1 0 1,-1-1 0,-2-35-1,-1 7 86,2 11 693,0 38-1177,0 25-131,1 70-380,5-1 1,4 1 0,4-1-1,28 101 1,-35-165-1667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4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0 2705,'0'0'3114,"-17"10"-3069,7-4-35,1-1-3,1-1-1,0 1 0,0 1 0,-7 6 0,12-9-4,0 0 0,0 0 0,1 0-1,-1 1 1,1-1 0,0 1 0,0-1-1,0 1 1,0 0 0,1-1 0,-1 1-1,1 0 1,0 0 0,0 0 0,0 5-1,-1 10 20,1 0 0,0 0 0,1 0 0,1 0 0,6 31 0,-6-45-23,1 0 0,0 0 0,-1 0-1,1 0 1,1 0 0,-1 0 0,1-1-1,0 0 1,0 1 0,0-1 0,0 0-1,1 0 1,0-1 0,0 1-1,0-1 1,0 0 0,0 0 0,1 0-1,-1 0 1,1-1 0,0 0 0,0 0-1,0 0 1,10 2 0,-6-2-33,1 0 0,-1-1 1,1 0-1,-1 0 0,15-2 0,-22 1 35,1 0-1,0-1 1,0 1-1,-1-1 0,1 1 1,0-1-1,-1 0 1,1 0-1,-1-1 1,1 1-1,-1 0 1,1-1-1,-1 1 0,0-1 1,0 0-1,0 0 1,0 0-1,0 0 1,0 0-1,0 0 0,-1 0 1,2-3-1,2-8 0,-2 1 1,0-1-1,0 0 0,-1 0 0,-1 0 0,0 0 0,-1 0 0,-2-20 0,2 27-23,-1-1 0,-1 1 0,1 0 0,-1 0 0,0 0 0,0 0 0,-1 1 0,0-1 0,0 1 0,0-1 0,-1 1 0,1 0 0,-1 0 0,0 0 0,-1 1 0,1 0 0,-1-1 0,0 2 0,0-1 0,0 0 0,-1 1 0,1 0 0,-1 0 0,0 1 0,1 0 0,-1 0 0,0 0 0,-8-1 0,-7 3-779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4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174 111 2017,'0'0'2815,"2"-13"-2397,2-3-246,-2 8-48,0 0 0,0 0 0,-1 1 0,0-1 0,-1-13-1,0 20-97,-1-1-1,1 1 1,-1 0-1,0 0 1,1 0-1,-1-1 1,0 1-1,0 0 1,0 0-1,0 0 1,0 0-1,0 1 1,0-1-1,0 0 0,0 0 1,0 1-1,0-1 1,-1 0-1,1 1 1,0-1-1,0 1 1,-1 0-1,1-1 1,0 1-1,-1 0 1,1 0-1,-1 0 1,1 0-1,0 0 0,-1 0 1,-1 0-1,-3 0-18,0 0-1,0 0 0,-1 1 1,1 0-1,0 0 0,-7 2 1,8-1-9,1 1 0,-1 0 1,1 0-1,0 0 0,-1 0 1,1 1-1,1 0 0,-1 0 1,0 0-1,1 0 0,0 0 1,-4 9-1,-1 0-5,1 1 0,1 0-1,-5 18 1,7-17-5,0 0 1,2 1-1,0-1 1,0 1-1,2-1 0,0 1 1,1-1-1,5 30 1,-5-42 11,0 0-1,0 0 1,0 0 0,1 0 0,0 0-1,0 0 1,-1 0 0,2 0 0,-1 0-1,0-1 1,0 0 0,1 1 0,-1-1-1,1 0 1,0 0 0,0 0 0,0 0-1,0-1 1,0 1 0,0-1-1,6 2 1,1 0-10,1-1-1,0 0 0,0 0 1,0-1-1,14-1 0,-22 0 10,0-1-1,0 1 0,0-1 0,-1 0 1,1 0-1,0 0 0,-1 0 0,1 0 1,-1 0-1,1-1 0,-1 1 0,1-1 1,-1 0-1,0 0 0,0 0 0,0 0 0,0 0 1,0 0-1,-1 0 0,1-1 0,-1 1 1,1-1-1,1-3 0,3-7 27,-1 0 0,0-1 0,4-17 0,-8 28-21,4-25 44,-1-1 0,-1 1 0,0-38 0,-3 86-251,-1-2 265,1 0 1,1 0-1,1 0 0,7 33 1,-8-47-162,0 1-1,1-1 1,-1 0 0,1 0 0,0 0 0,0 0 0,1-1-1,-1 1 1,1-1 0,-1 1 0,1-1 0,0 0-1,1 0 1,-1 0 0,0 0 0,1-1 0,0 0-1,-1 1 1,1-1 0,0 0 0,0-1 0,0 1-1,0-1 1,1 0 0,-1 0 0,6 1 0,26-1-3073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5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66 1473,'0'0'3463,"0"-15"-3231,0-2-178,0-17 36,3 67 91,5 87 391,20 228-189,-26-332-338,1 0-1,10 30 1,-11-104 480,-2 51-523,0 0 0,-1 1 0,0-1 0,0 1 0,-1-1 0,0 1-1,0-1 1,0 1 0,-1 0 0,1 0 0,-2 0 0,1 0 0,-7-8-1,7 10-4,-1 1 0,1-1 0,-1 1 0,0-1 0,0 1 0,0 0 0,0 1 0,-1-1 0,1 1 0,-1 0 0,1 0 0,-1 0 0,0 1 0,0-1 0,0 1-1,0 0 1,0 1 0,-9-1 0,11 2-1,0-1 1,0 1-1,0 0 0,0 0 1,0 0-1,0 0 0,1 0 0,-1 1 1,0-1-1,0 1 0,1 0 0,0 0 1,-1 0-1,1 0 0,0 0 0,0 1 1,0-1-1,0 1 0,0-1 0,0 1 1,1 0-1,-1-1 0,-1 6 0,-3 6-1,1-1 1,1 1-1,-6 25 0,10-38 5,-3 14 9,0 1 0,0 30 0,2-43-6,1 0 0,1 1 0,-1-1 1,0 0-1,1 1 0,-1-1 1,1 0-1,0 0 0,0 0 0,0 0 1,1 0-1,-1 0 0,1 0 0,-1 0 1,1 0-1,0-1 0,0 1 0,0-1 1,1 1-1,-1-1 0,3 2 1,1-1-6,0 0 1,0 0-1,1-1 1,-1 0-1,0-1 1,1 1-1,-1-1 1,13 0-1,-4 0-146,1-1-1,30-5 1,44-17-1484,-83 20 1492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6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60 1217,'0'0'3735,"1"-8"-3383,3-16-396,-4 24 43,0 0 0,0 0 0,0 0 0,0 0 0,0 0 0,0 0 0,0 0 0,0 0 0,0 1 0,0-1 0,0 0 0,0 0 0,0 0 0,0 0 0,0 0 0,0 0 0,0 0 0,1 0 0,-1 0 0,0 0 0,0 0 0,0 0 0,0 0 0,0 0 0,0 0 0,0 0 0,0 0 0,0 23-30,0-21 27,0 343 516,-19-585-1062,9 146 257,10 94 313,0-1-1,0 0 1,0 1-1,0-1 1,0 0 0,0 1-1,0-1 1,0 1-1,0-1 1,1 0-1,-1 1 1,0-1-1,0 1 1,1-1-1,-1 1 1,0-1 0,1 1-1,-1-1 1,1 1-1,-1-1 1,1 1-1,-1-1 1,1 1-1,-1-1 1,1 1-1,-1 0 1,1 0 0,-1-1-1,1 1 1,1-1-1,24-4-154,-8 2 182,162-33-1232,-128 32-1029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6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2193,'0'0'2385,"122"0"-2369,-63-11-16,9 8-272,-11-3-1601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6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1056,'0'0'3506,"50"9"-3426,4-15 16,11-6-96,-5 6-592,-10-9-2482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7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33 176 3362,'0'0'2387,"-3"-4"-2016,-13-17-246,17 27-191,-1-5 55,0 348 403,-12-663 251,9 239-632,4 75-22,0 0-1,0 0 1,0-1 0,-1 1 0,1 0-1,0 0 1,0 0 0,0 0 0,0 0-1,-1 0 1,1 0 0,0 0 0,0 1-1,0-1 1,-1 0 0,1 0-1,1 1 1,5 2-21,-1 0-1,0 0 0,0 0 1,0 1-1,-1 0 0,1 0 1,-1 0-1,0 1 0,7 7 1,40 54-90,-36-44 114,69 103 16,-50-70 3,49 58-1,-81-110 6,-2-2-7,-1 0-1,1 0 1,-1-1 0,1 1 0,-1 0 0,1 0 0,0-1-1,-1 1 1,1-1 0,0 1 0,0-1 0,-1 1 0,1-1-1,0 1 1,0-1 0,0 0 0,0 1 0,-1-1 0,4 0 776,-4-4 1152,0-90 849,0-104-1642,2-1-5328,-1 136-346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0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7379 24 592,'0'0'595,"4"-4"-283,12-12 150,-12 12 264,-41 4 2998,-26 0-3988,18 3 346,-1 2 0,1 2 0,-79 24 0,67-16 253,-95 13 0,-502-1 1700,-741-30-1451,932 12-517,378-8-25,-214-11 207,-152-21-71,-1 29-89,272 2-55,-11-1-13,-292 8 52,-316 7 97,525-16-135,85 4 3,-251-7 303,91-7 185,277 12-438,71 0-54,-20 0 44,-14 0-1036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2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1676 848,'0'0'2516,"-5"1"-2473,3 0-40,1-1 0,-1 0 1,0 1-1,1-1 0,0 1 1,-1-1-1,1 1 0,-1 0 1,1 0-1,0 0 0,-1-1 0,1 1 1,0 0-1,0 1 0,0-1 1,0 0-1,0 0 0,0 0 1,0 1-1,0-1 0,0 0 0,0 3 1,-5 5 11,-54 74 379,53-75 1738,10-29-1508,-4-238 137,2-288-364,15 246-106,0-39 37,-16 57 3,0 282-335,-1 1 0,1-1 0,-1 0 0,1 0 0,-1 0 0,0 0 0,1 0-1,-1 1 1,0-1 0,1 0 0,-1 0 0,0 1 0,0-1 0,0 1 0,0-1 0,0 1 0,0-1 0,0 1 0,0-1 0,0 1-1,0 0 1,0 0 0,0 0 0,0-1 0,0 1 0,0 0 0,0 0 0,0 0 0,0 0 0,0 1 0,-2-1 0,-30 5-58,22 3 58,11-8 3,0 0 0,0 0 0,0 0-1,0 0 1,0 0 0,0 0-1,0 0 1,0 0 0,0 0 0,0 0-1,0 0 1,0 0 0,0 0-1,0 0 1,0 1 0,1-1 0,-1 0-1,0 0 1,0 0 0,0 0 0,0 0-1,0 0 1,0 0 0,0 0-1,0 0 1,17-1-7,196-11-22,-91 2-251,-77 8 96,0-1-1,63-15 1,-96 16-2598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2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34 2417,'0'0'3001,"-2"-6"-2571,-8-16-177,7 17-181,7 5-168,3 1 89,0 0-1,-1 0 0,1 1 1,-1 0-1,0 0 0,1 1 0,-1-1 1,0 1-1,0 1 0,9 6 0,57 47 42,-64-50-41,12 10 1,-2 1 1,0 0 0,-1 2 0,0 0-1,17 30 1,-26-37-1,0 1 0,-1 0 0,-1 1 0,-1 0 1,0 0-1,-1 0 0,0 0 0,-1 1 0,1 30 0,-2-30 12,-2 0 1,0-1-1,0 1 1,-2 0-1,0 0 0,-1-1 1,0 1-1,-1-1 1,-10 24-1,-4-7 33,-1-2 0,-1-1 0,-2 0 1,-1-2-1,-38 37 0,58-62-36,1 0 0,-1 0 1,1 0-1,0 1 0,0-1 0,0 1 0,0-1 1,0 1-1,1 0 0,-1 0 0,1 0 1,0 0-1,0 0 0,0 0 0,0 0 1,0 0-1,1 0 0,-1 4 0,1-7-83,-1 0-1,1 1 1,-1-1 0,1 0-1,-1 1 1,1-1-1,-1 0 1,1 0 0,-1 0-1,1 0 1,-1 0-1,1 1 1,-1-1 0,1 0-1,-1 0 1,1 0-1,-1 0 1,1 0 0,-1-1-1,1 1 1,-1 0-1,1 0 1,-1 0-1,1 0 1,-1-1 0,1 1-1,-1 0 1,0-1-1,-11-9-2803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3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6 592,'0'0'1740,"-3"0"-1212,-8-4 1002,34 2-1088,6 4-445,1 0 1,-1 2-1,55 14 1,85 36 15,-128-39-16,258 104 4,-283-112-2,43 21-18,-42-19 24,1 0 1,0-2-1,0 0 0,0 0 1,30 5-1,-21-12-341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3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4 574 544,'0'0'3495,"-3"0"-2504,6 0-877,21-1-56,-1-1 1,1-1 0,-1-1-1,-1-2 1,26-8 0,-9 0 56,-1-1 1,41-24 0,-62 28-60,-2 0-1,1-2 1,-2 1 0,1-2 0,17-22 0,-8 11 20,23-29 181,-3-2 1,54-89 0,-51 65 321,-46 69-3353,-1 4-393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4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 1345,'0'0'2924,"-10"0"-2492,-60 0 1974,83 0-2200,170-1-158,208 3-11,-120 6 531,-264-7-184,-29-8-8542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6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2953 0 1521,'0'0'2150,"1"0"-2041,4 0 1113,-8 0-910,-393 14 1284,-893 14 45,1049-28-1511,-673-15 649,830 15-634,48 0-3518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7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230 229 2001,'0'0'2332,"-7"2"-2188,5-1-138,0-1 0,0 1 0,0-1 0,0 1 0,0 0 0,1 0 0,-1 0 0,0 0 1,0 0-1,1 0 0,-1 0 0,1 0 0,-3 3 0,3-2 0,0 1 0,0 0 0,-1 0 0,2-1 0,-1 1 0,0 0 0,1 0 0,-1 0 0,1 0 0,0 0 0,0 0-1,0 3 1,0-1 0,0 1-1,0 0 1,1 0-1,-1-1 1,1 1-1,3 9 1,-3-14-4,0 1 1,-1-1-1,1 1 1,0-1-1,0 1 1,1-1-1,-1 1 1,0-1-1,0 0 1,1 0-1,-1 0 1,1 0 0,-1 0-1,1 0 1,-1 0-1,1 0 1,0 0-1,-1-1 1,1 1-1,0-1 1,0 1-1,-1-1 1,1 0-1,0 0 1,3 1 0,2-1 19,1 1 1,0-1 0,-1 0-1,1-1 1,0 1 0,10-4-1,-16 3-19,1 0 0,-1 0-1,1 0 1,-1 0-1,0 0 1,0-1 0,0 0-1,0 1 1,0-1-1,0 0 1,0 0 0,0 0-1,-1 0 1,1 0-1,-1 0 1,1 0 0,-1-1-1,0 1 1,0 0-1,0-1 1,0 1 0,0-4-1,2-9-41,0-2 0,-1 1 0,-1 0 0,-1 0 0,-1-21 0,0 16-76,1 14 100,-1-1 1,0 1 0,0-1-1,0 1 1,-1-1 0,0 1-1,-1 0 1,0 0 0,0 0-1,0 0 1,-1 0 0,0 1-1,0 0 1,-1 0 0,0 0-1,0 0 1,0 1 0,-1-1 0,1 1-1,-1 1 1,0-1 0,-1 1-1,1 0 1,-1 1 0,0-1-1,0 1 1,0 1 0,0-1-1,0 1 1,-1 0 0,1 1-1,-1 0 1,1 0 0,-10 1-1,12 0 19,0 1 0,0 0 1,1 0-1,-1 0 0,0 1 0,1 0 0,-1 0 0,1 0 0,0 0 1,-1 1-1,1-1 0,0 1 0,1 0 0,-1 0 0,0 1 0,1-1 1,0 1-1,0 0 0,0 0 0,-4 6 0,-4 9 10,1-1 1,0 2-1,-9 26 0,12-21 21,0 0 0,2 0-1,1 0 1,1 1 0,1-1-1,2 40 1,0-57-23,-1 0 0,2 1-1,-1-1 1,1 0 0,1 1 0,0-1-1,0 0 1,0 0 0,1 0 0,0-1-1,0 1 1,1-1 0,0 0 0,1 1-1,-1-2 1,1 1 0,1-1 0,-1 1-1,1-1 1,0-1 0,0 1 0,1-1 0,0 0-1,0-1 1,0 0 0,9 4 0,-3-3-152,0-1 1,0 0 0,1-1-1,-1-1 1,1 0 0,-1-1 0,1 0-1,0-1 1,15-2 0,11-3-3284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7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2945,'0'0'2818,"0"12"-2914,12 56 96,0 19 16,-3 8 0,0-9 32,2-12-32,-5-6 0,3-14 0,-3-7-16,3-11 0,0-12-1105,6-18-2464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8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1 412 3410,'0'0'883,"21"-1"-854,136-5 3,-134 5-27,0-2 1,25-6-1,-39 7-12,0-1 0,0 1 0,-1-2 0,1 1-1,-1-1 1,0-1 0,0 1 0,10-9 0,-15 10-45,-1 0 1,1-1-1,-1 0 0,1 1 0,-1-1 1,0 0-1,-1 0 0,1 0 1,-1 0-1,1 0 0,-1-1 0,-1 1 1,1 0-1,0-1 0,-1 1 1,0 0-1,-1-6 0,1 4 47,0 0 0,0 1 0,-1-1 0,0 0 0,0 0 0,-1 1 0,0-1 1,0 1-1,0-1 0,0 1 0,-1 0 0,-5-7 0,1 5 49,0 0 1,0 0 0,-1 1-1,0 0 1,0 1 0,-1-1-1,0 2 1,0-1 0,0 1-1,0 1 1,-15-5 0,3 3 62,-1 1 0,0 1 1,0 1-1,-25 0 0,43 2-99,0 1 0,1-1 0,-1 1 0,1 0 0,-1 0 0,1 0 0,0 1 0,-1-1 0,1 1 0,0 0-1,0 0 1,0 0 0,0 0 0,0 0 0,0 1 0,1-1 0,-1 1 0,1 0 0,0-1 0,0 1 0,0 0 0,0 1 0,0-1-1,1 0 1,-1 0 0,-1 8 0,-3 6-1,1 0-1,1 1 0,1 0 0,-1 19 1,2-22 4,-1 11 9,1 50 1,2-70-18,1 0 0,-1 0 0,1 0 0,0 0 0,1 0 0,-1-1 0,1 1 0,1 0-1,-1-1 1,1 1 0,0-1 0,0 0 0,7 10 0,-2-8 4,1 0 0,-1 0 0,1-1 0,0 0 0,0-1 0,1 0 1,-1 0-1,1-1 0,0 0 0,1-1 0,-1 0 0,19 3 0,10-2 12,0-1 0,46-2 0,-50-1-24,-22-1-9,1 0-1,-1 0 1,0-1-1,1-1 1,-1 0-1,0-1 1,0 0-1,-1-1 1,0 0-1,1-1 1,-2-1-1,1 0 1,-1 0-1,0-1 1,0-1-1,-1 1 1,0-2-1,-1 1 1,0-2-1,-1 1 1,0-1-1,0 0 1,-1-1-1,0 0 1,-1 0-1,-1 0 1,0-1-1,-1 1 1,0-1-1,-1-1 1,3-16-1,-6 26 15,2-16 38,-1-1 0,-1-28 0,-1 44-25,1 0-1,-1 0 0,0 1 1,0-1-1,0 0 1,-1 1-1,1-1 0,-1 1 1,0-1-1,0 1 0,-1 0 1,1 0-1,-1 0 0,0 0 1,-7-6-1,7 8 2,1 0 0,-2 0 0,1 1 0,0-1 0,0 1 0,0 0 0,-1 0 0,1 0 0,0 0 0,-1 1 0,1-1 0,-1 1 0,1 0 0,-1 0 0,1 0 0,-1 0 0,1 1 0,0-1 0,-1 1 0,-5 2 0,2 0-17,0-1 0,1 1-1,-1 0 1,1 0 0,0 1 0,0 0-1,0 0 1,1 0 0,-6 6 0,-4 5 0,1 2 0,0 0 0,2 0 0,0 2 1,-17 32-1,24-38-1,0-1-1,0 1 1,1 0 0,1 0-1,0 1 1,1-1 0,1 1-1,0-1 1,0 1 0,3 18 0,-2-30 2,1 1 1,-1-1 0,1 0-1,-1 0 1,1 0 0,0 0 0,0 0-1,0 0 1,0 0 0,0 0-1,0 0 1,0 0 0,1 0-1,-1-1 1,1 1 0,-1 0 0,4 1-1,-1 0 5,0-1-1,0 0 1,0 0-1,0 0 1,1 0-1,-1-1 1,1 0-1,5 2 1,8-1 12,1-1 0,-1 0 1,26-3-1,-37 1-14,-1 1-1,1-1 1,0-1-1,-1 1 1,0-1-1,1 0 1,-1 0-1,0-1 0,0 0 1,0 0-1,0 0 1,-1-1-1,1 0 1,-1 0-1,0 0 0,0 0 1,0-1-1,-1 0 1,0 0-1,5-7 1,-3 3-12,-1 0 0,0 0 0,-1 0 0,0-1 0,0 0 0,-1 0 0,0 0 0,-1 0 0,0 0 0,-1 0 0,1-17 0,-3-51 273,1 78-259,0-1 0,0 1 0,0-1 0,0 1 0,0 0 1,0-1-1,0 1 0,0 0 0,0-1 0,0 1 0,0 0 1,0-1-1,0 1 0,-1-1 0,1 1 0,0 0 0,0 0 1,0-1-1,-1 1 0,1 0 0,0-1 0,0 1 0,-1 0 1,1 0-1,0-1 0,-1 1 0,1 0 0,0 0 0,-1 0 0,1 0 1,0-1-1,-1 1 0,1 0 0,0 0 0,-1 0 0,1 0 1,-1 0-1,1 0 0,0 0 0,-1 0 0,1 0 0,0 0 1,-1 0-1,1 0 0,-1 0 0,1 0 0,0 0 0,-1 1 1,1-1-1,0 0 0,-1 0 0,1 0 0,0 0 0,-1 1 1,1-1-1,0 0 0,0 0 0,-1 1 0,1-1 0,0 0 0,0 1 1,-1-1-1,1 0 0,0 1 0,-2 15-45,1-1 1,2 32-1,0-12 50,-2-31-12,1 1 1,0-1-1,1 1 1,-1 0 0,1-1-1,-1 1 1,1-1-1,1 0 1,-1 1 0,0-1-1,1 0 1,0 0-1,0 0 1,1 0 0,-1 0-1,1 0 1,-1-1-1,1 1 1,0-1 0,1 0-1,-1 1 1,0-2-1,1 1 1,0 0-1,0-1 1,0 0 0,0 1-1,0-1 1,0-1-1,0 1 1,1-1 0,-1 0-1,0 0 1,1 0-1,8 0 1,-8 0-4,0 0 0,0-1 1,0 1-1,1-1 0,-1 0 0,0-1 1,0 1-1,0-1 0,0 0 0,0 0 1,0-1-1,-1 1 0,1-1 0,6-4 1,-7 3-5,0 0 0,-1 0 1,1 0-1,-1-1 0,0 1 1,0-1-1,0 0 0,-1 0 1,1 0-1,-1 0 0,0-1 1,0 1-1,0-1 0,-1 1 1,2-6-1,3-19 18,-2-1 0,0 0-1,-2 0 1,-3-47 0,0 28 68,1 72-140,-1 7 66,0-1-1,3 1 0,0-1 0,8 35 0,10 2 19,-26-142 1422,-9 23-1411,9 33-39,0 0-1,2 1 0,0-2 0,-1-32 0,5 50-13,1 0 0,-1 0 1,1 0-1,0 0 0,1 0 1,-1 0-1,0 0 0,1 0 0,-1 1 1,1-1-1,0 0 0,0 1 1,0 0-1,0-1 0,0 1 0,1 0 1,-1 0-1,1 0 0,-1 0 1,1 1-1,6-3 0,6-4-158,1 0-1,26-7 1,-38 14 160,28-8-127,49-7 0,12-4 20,-105 22 299,7-2-88,0 1 1,0 0-1,0 0 0,1 0 0,-1 0 1,0 1-1,1 0 0,-7 3 1,1 2-59,0 1 1,1 0 0,-1 0-1,2 1 1,-1 1 0,1-1-1,0 2 1,1-1 0,-8 15-1,11-18 9,1 0-1,-1 1 0,1-1 0,0 1 0,1-1 0,0 1 0,0 0 1,1 0-1,0 0 0,0 0 0,1 0 0,0 0 0,0 0 0,1 0 1,2 13-1,-1-17-29,-1 0 0,1-1 1,0 1-1,0 0 0,0-1 1,0 0-1,1 1 1,-1-1-1,1 0 0,0 0 1,0-1-1,0 1 0,0 0 1,0-1-1,5 3 1,4 1 10,-1-1 0,1 0 0,20 6 0,5-3-261,0-2 0,0-1 0,1-1 0,53-3 0,34-1-4524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38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1375 12 880,'0'0'1102,"3"0"-910,55-6-439,-34 1 2347,-33 4 492,-369 30-2187,194-11-162,62-7-133,-598 38 1248,674-49-2393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38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161 179 3298,'0'0'2713,"-3"-21"-2198,-2-4-445,2 12-79,0 0 0,1 0 0,0-16 0,5 84-152,17 85-1,-4-34 221,-7-17-28,-3-25-6,3 0 1,20 76-1,-26-234 479,-26-111-431,1 21-141,17-54-100,5 237 150,-2 1 7,0 0 0,0 1 1,1-1-1,-1 1 0,0-1 1,1 1-1,-1 0 1,1 0-1,-1-1 0,1 1 1,-1 0-1,1 1 0,-1-1 1,1 0-1,0 0 0,0 0 1,0 1-1,-1-1 0,1 1 1,1-1-1,-1 1 0,0-1 1,0 1-1,0-1 0,1 1 1,-1 3-1,-5 6 11,-97 153-427,59-104-1646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39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1 155 3137,'0'0'865,"214"-35"-657,-99 5-96,13 0-112,-3 3-224,-24-5-2353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3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0 1345,'0'0'3649,"-29"0"-3302,-91 1-192,110-1-122,-1 1 0,1 0-1,-1 1 1,1-1 0,-12 5 0,-14 0 928,43-5-785,55 5-144,102-3 1,-44-3-29,-44 2-705,1 3 0,-2 4 0,101 24 0,-140-25-611,-6-4-655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4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21 2241,'0'0'3394,"-21"0"-3330,78 0 16,20-3-80,12-6 0,0 3 0,-3 3 0,-8 3-497,-13 0-255,-15 0-384,-20 0-929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2913,'0'0'1057,"193"-27"-1041,-119 18-16,-3 3 0,-2 3-304,-19 3-1329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4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3330,'0'0'1632,"196"-39"-1616,-107 27-16,-6 3-32,-12 0-1376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5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10 3474,'0'0'1822,"-12"-2"-1750,5 0-68,5 1-5,0 0 1,0 0-1,0 1 0,0-1 0,0 1 1,0-1-1,-1 1 0,1 0 0,0 0 1,0 0-1,-1 0 0,1 0 0,0 0 1,0 1-1,0-1 0,-1 1 0,1-1 1,0 1-1,0 0 0,0 0 0,0 0 1,0 0-1,0 0 0,1 1 1,-1-1-1,0 0 0,0 1 0,1-1 1,-1 1-1,-1 3 0,-3 6-3,1 1 0,1 0 0,0 0 0,1 0-1,0 0 1,1 0 0,0 1 0,0 18 0,2-25 5,0-1 1,0 1-1,0 0 1,1-1-1,0 1 1,0 0 0,0-1-1,1 1 1,0-1-1,0 0 1,0 1-1,1-1 1,-1 0-1,1 0 1,0-1-1,1 1 1,-1-1-1,1 1 1,0-1-1,8 6 1,-2-5 2,0-1 0,0 0 0,0 0 0,1-1 0,-1 0 0,1-1 0,0 0 0,0-1 0,0 0 0,0-1 0,15-1 0,-22 1-2,1 0-1,1 0 0,-1-1 0,0 1 0,-1-1 0,1 0 0,0 0 0,0-1 0,0 0 0,0 1 0,-1-1 0,1-1 0,-1 1 0,0-1 0,0 0 0,0 0 0,0 0 0,0 0 0,0-1 0,-1 1 0,5-7-1,-4 4 1,0-1 0,-1 1 0,0 0 0,0-1-1,-1 0 1,0 1 0,0-1 0,0 0 0,-1 0-1,0 0 1,-1 0 0,1 0 0,-1-1 0,-1-6-1,0 11-13,0-1 0,1 0 0,-1 1 0,-1-1 0,1 1 0,0-1 0,-1 1 0,0-1 0,0 1 0,0 0-1,0 0 1,0 0 0,-1 0 0,1 1 0,-1-1 0,0 0 0,1 1 0,-1 0 0,-1 0 0,1 0 0,0 0-1,0 0 1,-1 1 0,1-1 0,-1 1 0,-5-1 0,-6-2-277,-1 0 0,1 2 0,-1 0 0,-31 0 0,26 2-2885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5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6 2017,'0'0'2545,"-24"-2"-2521,3 0-8,0 0 0,-35 3 0,54-1-15,0 0 0,0 1 0,-1 0 0,1-1 0,0 1-1,0 0 1,0 0 0,0 0 0,0 1 0,0-1 0,1 0 0,-1 1 0,0-1 0,1 1-1,-1 0 1,0-1 0,1 1 0,0 0 0,0 0 0,-1 0 0,1 0 0,0 0 0,1 0 0,-1 0-1,-1 4 1,0 2 0,0 1-1,1 0 1,0 1 0,0 13-1,1-13 3,0 2 4,-1-4 1,1 0 0,0 0 0,0 0 1,1-1-1,2 15 0,-2-20-7,0 0 0,0 0 0,0 0 0,0 0-1,0 0 1,0 0 0,0-1 0,1 1 0,-1 0 0,1 0-1,-1-1 1,1 1 0,-1-1 0,1 0 0,0 1 0,0-1-1,0 0 1,0 0 0,0 0 0,0 0 0,0-1 0,0 1-1,0 0 1,0-1 0,3 1 0,10 2 7,1-2 1,-1 1-1,0-2 1,1 0-1,-1 0 1,0-2 0,25-4-1,-32 4-4,0-1 1,0 0-1,0 0 0,0 0 0,-1-1 1,0 0-1,1 0 0,-1-1 0,-1 0 0,1 0 1,-1-1-1,0 0 0,0 0 0,0 0 1,6-11-1,-10 14-4,0 0 1,0 0-1,-1 0 1,1-1 0,-1 1-1,0 0 1,0-1-1,0 1 1,-1 0-1,1-1 1,-1 1-1,1-1 1,-1 1-1,-1-1 1,1 1-1,0-1 1,-1 1-1,1-1 1,-1 1-1,0 0 1,0-1-1,-1 1 1,1 0-1,-1 0 1,1 0-1,-1 0 1,0 0-1,0 0 1,0 0 0,-1 1-1,1-1 1,-1 1-1,1-1 1,-1 1-1,0 0 1,0 0-1,0 0 1,0 1-1,0-1 1,-6-2-1,1 3-152,0 0-1,1 0 0,-1 1 1,-12 0-1,5 0-410,-15 0-1504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6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36 4162,'0'0'747,"-9"3"-694,2-1-54,5-1 0,0-1 0,0 1 0,0-1 0,0 1 0,0 0 0,0-1-1,0 1 1,0 0 0,0 0 0,0 1 0,1-1 0,-1 0 0,0 1 0,1-1 0,-1 1 0,1-1 0,-1 1 0,1 0 0,0 0 0,0-1 0,-1 1 0,1 0 0,1 0 0,-1 0-1,0 0 1,0 0 0,1 0 0,-1 3 0,1 4 1,-1-2 3,0 1 0,1 0 0,1-1 0,-1 1 0,3 11 0,-2-17-2,-1 0-1,1 0 1,0 0-1,0 0 1,0 0-1,0-1 1,0 1-1,0 0 1,0-1 0,1 1-1,-1 0 1,1-1-1,-1 0 1,1 1-1,0-1 1,-1 0-1,1 0 1,0 0-1,0 0 1,0 0 0,0 0-1,-1-1 1,1 1-1,0 0 1,4-1-1,6 3-2,0-2-1,0 0 0,0 0 1,1-1-1,-1-1 0,0 0 1,22-4-1,-30 4 3,-1 0 0,1 0 0,-1 0 0,1 0 0,-1-1 0,1 1 0,-1-1 0,0 0 0,0 0 0,0 0 0,0 0 0,0-1 0,0 1 0,-1-1 0,1 0 0,-1 0 0,1 0 0,-1 0 0,0 0 0,0 0 0,-1 0 0,1-1 0,-1 1 0,0-1 0,1 1 0,-1-1 0,-1 0 0,1 1 0,0-5 0,-1 4-11,0 0 0,0 0 0,0 0 0,0 0 0,0 0 0,-1 0 0,0 1 0,0-1 0,0 0 0,0 0 0,-1 0 0,1 1 0,-1-1 0,0 1 0,0-1 0,0 1 0,-1 0 0,-3-4 0,2 4-45,0 0 0,-1 0 1,1 0-1,-1 0 0,0 1 0,0 0 0,0 0 1,0 0-1,0 0 0,0 1 0,0 0 1,-1 0-1,-6 0 0,-18 0-555,6 1-1432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6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0 3346,'0'0'1291,"-13"30"-1107,-40 94-125,51-121-58,1 0 0,0 0 1,0 1-1,0-1 0,0 0 1,0 0-1,1 1 0,-1-1 1,1 0-1,0 1 1,0-1-1,0 1 0,0-1 1,1 0-1,1 5 0,-1-6 1,0-1-1,0 1 0,0-1 0,0 0 1,0 1-1,1-1 0,-1 0 0,1 0 1,-1 0-1,1 0 0,-1 0 0,1 0 0,-1 0 1,1-1-1,3 2 0,2 1 3,8 2 6,0-1 0,1 0 0,-1-1 0,1-1 1,0 0-1,0-2 0,-1 1 0,1-2 0,27-4 0,-40 5-8,-1-1 0,0 1 0,1-1 0,-1 0 0,0 1 0,0-1 0,0 0 0,0-1 0,1 1 0,-1 0-1,-1 0 1,1-1 0,0 1 0,0-1 0,-1 0 0,1 0 0,0 1 0,-1-1 0,0 0 0,1 0 0,-1 0 0,0-1 0,0 1 0,0 0-1,-1 0 1,1-1 0,0-2 0,0 1 3,0 0 1,-1 0-1,0 1 0,0-1 0,0 0 0,0 0 0,-1 0 0,1 0 1,-1 1-1,0-1 0,0 0 0,0 0 0,-1 1 0,1-1 0,-1 1 1,-3-6-1,-1 3-14,0-1 0,0 1 0,-1 0 0,0 1 1,0 0-1,0 0 0,0 0 0,-15-6 0,13 7-39,0-1-1,1 1 0,-1-2 0,1 1 1,1-1-1,-1-1 0,-7-8 0,-2-11-407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04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16 779 1457,'0'0'5157,"0"-4"-4224,0-91-572,-9-399 1447,3 309-1866,6 253-70,15 602 146,-5-530 17,54 1221 549,-65-1154-562,3 264 162,46-69 160,-21-222-299,-20-81-1854,-8-128-1251,-4-30-2561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05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39 2497,'0'0'3938,"-13"-2"-3215,-7-1-577,-4-1 282,64-3-154,410-7 30,-366 14-274,413 38 65,-30 1-3,-456-39-92,90 3 29,-1-5 0,158-23 1,-142 4 50,202-11 0,128 23 2057,-446 11-1903,-1 258-282,20 583 446,29 119 197,-41-709-559,-2-192-7,3-1 0,19 71 0,148 560 195,-167-660-212,-1 1 1,-2 1 0,2 62-1,-7-94 159,-8-13-56,3 7-106,0 1 0,-1 0 0,0 1 1,1-1-1,-1 1 0,-1 0 0,1 0 0,0 1 1,-1 0-1,-11-2 0,-11-1-17,-36-2 0,41 5 16,-479-8-3,313 11-20,56 5 27,-135 24 0,-47 3 49,99-6-71,149-15 24,-123 5 1,87-18-18,18-1 7,-129 14 0,128-4-5,51-6 21,-1 3 0,-58 13 0,81-16-89,0 1-1,0-2 1,0 0 0,-24-2 0,11 1-706,24 0 554,1 0-1,-1 0 1,0 0-1,0-1 1,0 1 0,1-1-1,-1 1 1,0-1-1,-2-1 1,-25-23-3722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1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2428 190 1953,'0'0'3009,"0"-7"-2851,0 1-117,-1 1 55,1-1 0,0 1 0,1-1 0,-1 0 0,1 1 0,0-1-1,0 1 1,4-10 0,-1 4 204,-2 1-1,1-1 1,-1 1-1,-1-1 1,0 0-1,0 1 1,-2-18-1,1 13-54,6 30-279,10 73 3,5 120-1,-14-123 41,2 11 11,30 541 208,-39-594 543,-8-43-715,-538 21-96,-220 38-13,146-14 144,447-24-73,-208-1 1,338-20 520,35 0-235,7 0-317,1 19-211,2 311 192,46 340 0,-33-511 67,-9 180-1,-6-258-21,0-79-6,0-1-1,0 0 1,0 0-1,0 0 1,1 0-1,-1 0 1,0 0-1,0 0 1,1 0-1,-1 0 1,1 0-1,-1 0 1,1 0-1,-1 0 1,1 0-1,-1 0 1,1 0-1,0 0 1,0 0-1,-1-1 1,1 1-1,0 0 1,0-1-1,0 1 1,2 1-1,-1-1-3,1-1 0,0 1-1,0 0 1,0-1 0,0 1-1,0-1 1,0 0 0,0 0-1,5-1 1,7-1-2,0-1 1,29-10-1,-41 12 13,46-13-11,-1 1-1,79-8 1,103 3-13,12-2-26,-107 9 35,185 8 0,-165 4 59,-132-2-62,24 0-2,-45 2 6,1-1 0,-1 0-1,1 0 1,-1 1-1,1 0 1,-1-1-1,1 1 1,-1 0 0,0 0-1,1 0 1,-1 0-1,0 1 1,3 2-1,-4-4-4,-13-1-2588,-3-7-1398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2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48 107 3249,'0'0'2911,"0"-16"-2521,0-20-334,1 13-139,-2 62 16,-11 160 271,0 59 155,12-257-191,0-4-26,0-297-180,-1 278 19,-1 0-1,-7-28 0,5 28 7,1-1 0,-1-29 0,4 51 9,0 0 1,0 1-1,1-1 1,-1 0 0,1 0-1,-1 1 1,1-1-1,-1 0 1,1 1 0,-1-1-1,1 1 1,-1-1-1,1 1 1,0-1 0,-1 1-1,1-1 1,0 1-1,0-1 1,-1 1 0,1 0-1,0-1 1,0 1-1,-1 0 1,1 0 0,0 0-1,0 0 1,1 0-1,29-4-3,-24 4-2,46-6-16,93-6-1661,-107 12-194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2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18 976,'0'0'3202,"143"-12"-3202,-90 6 0,-5 6-176,-19 0-224,-2 0-1137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2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1072,'0'0'3762,"131"0"-3746,-81-9-16,-5 0-976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3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1 128 2945,'0'0'1441,"0"30"-899,0 192 349,0-23 77,0-680 681,8 486-1609,8 15-24,-1 1-1,-1 1 1,-1 0-1,-1 1 1,13 33 0,-10-23 63,39 109 355,-6-15-78,-38-114 168,-2-18 170,4-27 206,-11 28-926,27-98 413,62-203-283,-85 291-183,0 1 0,2 0 1,9-15-1,8-16-3160,-17 22-3020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3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10 299 2449,'0'0'2569,"-2"-20"-2451,-5-165 1040,7 108-335,0 61-626,0 52-249,23 334 89,-22-361-37,1 9-46,0 14-1002,11 45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4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2 320,'0'0'5021,"-1"-2"-4852,-6 10-175,-2 10 39,1 0 0,0 1 0,1 1 0,1-1 1,1 1-1,-5 34 0,4 1 230,2 72 0,3-123-260,1-1 0,0 1 0,0 0 0,0 0 0,1 0 0,0 0 1,-1 0-1,1-1 0,1 1 0,-1 0 0,0-1 0,1 1 0,0-1 1,0 1-1,0-1 0,0 0 0,1 0 0,-1 0 0,1 0 0,-1 0 1,1-1-1,0 1 0,0-1 0,1 1 0,-1-1 0,0 0 0,1-1 1,-1 1-1,1 0 0,-1-1 0,1 0 0,0 0 0,0 0 1,0 0-1,-1-1 0,1 0 0,0 1 0,8-2 0,-10 1 0,0 0 0,0 1 0,0-2 0,0 1 0,1 0 0,-1 0 0,0-1 0,0 1 0,0-1-1,0 0 1,0 1 0,0-1 0,0 0 0,0 0 0,0-1 0,2 0 0,-2-1 2,0 0 0,0 0 0,0 0 0,0-1-1,-1 1 1,0 0 0,1-1 0,-1 1 0,1-6 0,6-32-14,-1 0 0,-2-1 0,-2 1 0,-2-1 1,-6-69-1,4 109-14,1-1 1,-1 0 0,1 0-1,-1 1 1,0-1 0,0 0-1,0 1 1,-1-1 0,1 1-1,-1 0 1,1-1 0,-1 1 0,0 0-1,-2-3 1,3 5-11,0-1 0,1 1 0,-1-1 0,0 1 0,0-1 0,0 1 1,1-1-1,-1 1 0,0 0 0,0-1 0,0 1 0,0 0 0,0 0 0,0 0 0,0 0 0,1 0 0,-1 0 0,0 0 1,0 0-1,0 0 0,0 0 0,0 0 0,0 0 0,0 1 0,0-1 0,1 0 0,-1 1 0,0-1 0,0 1 0,0-1 1,1 1-1,-1-1 0,0 1 0,1 0 0,-1-1 0,0 1 0,1 0 0,-1-1 0,1 1 0,-1 0 0,1 0 0,-1-1 1,1 1-1,-1 0 0,1 1 0,-10 20-1090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4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28 3249,'0'0'985,"-8"26"-809,-5 11-139,-34 116 94,30-94-66,7-31-108,2 0-1,1 0 1,1 0-1,-3 47 1,9-108-3016,1 3 2919,1 1-1,2-1 1,10-41 0,-1 26 821,28-63 0,-34 93-521,0 1 0,1 0 0,0 1 0,1-1-1,1 2 1,0-1 0,1 1 0,13-12 0,-22 23-137,-1 0 0,1 0-1,-1-1 1,1 1 0,-1 0 0,1 0-1,0 1 1,-1-1 0,1 0 0,0 1 0,0-1-1,0 1 1,2-1 0,-3 1-18,0 0 0,0 0 1,0 0-1,0 1 0,0-1 0,0 0 0,0 1 0,0-1 1,0 0-1,-1 1 0,1-1 0,0 1 0,0-1 1,0 1-1,-1-1 0,1 1 0,0 0 0,-1-1 1,2 2-1,1 4 5,0 0 1,-1-1-1,1 1 1,-1 0-1,0 0 1,1 10-1,1-1 92,45 214 795,-21-82-781,-17-111-1271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5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3330,'0'0'1072,"182"-24"-992,-114 18-80,-12 3-592,-14-6-2193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5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1809,'0'0'2574,"2"23"-1909,0 4-507,6 116 428,2 23 108,-6-118-620,0-34 41,-1-12-9,1-10-23,0-11-63,-1 0 0,-1-1 0,-1 0 0,0 1 0,-3-23-1,0-6 4,4-17-17,0 35-3,-1-1 0,-2 1 0,-6-38 1,6 64 22,1 0 0,-1 1 0,-1-1 0,1 0 0,0 1 0,-1-1 0,0 1 0,-2-5 0,12 8-92,25 0 71,-1 3 0,1 0 0,0 2 1,40 12-1,-60-14-7,-1 0 0,0 2 0,0-1 0,0 2 0,-1-1 0,1 2 0,-1-1 1,-1 1-1,1 1 0,-1 0 0,-1 1 0,0 0 0,0 0 0,11 15 0,-16-18 3,-1 1 1,0 0 0,0 0-1,0 0 1,-1 0-1,1 1 1,-2-1-1,1 0 1,-1 1-1,-1 0 1,1-1-1,-1 1 1,0-1 0,-1 1-1,0-1 1,0 1-1,-1-1 1,1 1-1,-2-1 1,1 0-1,-1 0 1,0 0-1,-1 0 1,1-1-1,-6 8 1,-3-2-29,0 0 0,-1 0 0,0-2 0,-1 1 0,0-2 1,0 0-1,-1-1 0,0 0 0,-1-1 0,0-1 0,-20 6 0,-31-3-2494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25 992,'0'0'1916,"-9"0"-1767,4 0-156,-28-1 414,1 2 0,-42 7 0,49 0-83,17-6 253,-1 1 1,1-1-1,-16 1 0,468-27-476,-98 1-1541,-113 20-515,-162 3 138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6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31 304,'0'0'3797,"-24"7"-3296,-76 25 75,83-25 120,17-7-693,0 0 0,0 0 0,0 0 0,0 0 0,0 0 0,0 0-1,0 0 1,0 0 0,1 0 0,-1 0 0,0 0 0,0 0 0,0 0 0,0 0 0,0 0-1,0 0 1,0 0 0,0 0 0,0 0 0,0 0 0,0 0 0,0 0 0,1 0 0,-1 0-1,0 0 1,0 0 0,0 1 0,0-1 0,0 0 0,0 0 0,0 0 0,0 0 0,0 0 0,0 0-1,0 0 1,0 0 0,0 0 0,0 0 0,0 0 0,0 0 0,0 1 0,0-1 0,0 0-1,0 0 1,0 0 0,0 0 0,0 0 0,0 0 0,0 0 0,0 0 0,0 0 0,0 0-1,0 0 1,0 1 0,0-1 0,0 0 0,0 0 0,0 0 0,0 0 0,0 0 0,0 0-1,0 0 1,0 0 0,0 0 0,0 0 0,0 0 0,0 0 0,-1 0 0,1 0 0,26 1-74,-21-1 156,88-1 76,116-16 1,198-20-1075,-185 20-1352,-146 9 390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7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1217,'0'0'4802,"125"3"-4738,-16-15-32,25-6-32,9 9 16,5 0-16,-20 6-48,-24 0-1457,-33-9-368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7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12 1473,'0'0'5666,"-72"48"-5394,129-48 17,32 0-97,24 0-128,29-18-64,7 3 0,-9 0-1345,-19 3-1024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9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48 160,'0'0'2796,"-17"-1"-2479,-108-9 2415,701-2-2334,-223 11-347,40-2-684,-317-7 456,-53 6 183,46-2 0,-95 10 81,24-4-75,1 0 1,-1 0-1,1 1 0,0-1 0,-1 0 0,1 1 1,-1-1-1,1 1 0,0-1 0,0 1 1,-1 0-1,1 0 0,0-1 0,0 1 0,-2 2 1,0 24 15,2 0 1,3 27 0,-1-2-3,50 592 115,-15-228 32,-1-14 463,-21-299-588,5 43 53,1 155 0,-22-154 521,5 166 160,5-236-737,1 46 96,-9-27 11,0-96-159,0 1-1,1-1 0,-1 0 0,0 1 0,0-1 0,0 1 0,0-1 0,0 0 0,0 1 0,0-1 0,-1 1 0,1-1 1,0 0-1,0 1 0,0-1 0,0 1 0,0-1 0,-1 0 0,1 1 0,0-1 0,0 0 0,0 1 0,-1-1 0,1 0 1,0 1-1,-1-1 0,1 0 0,0 0 0,-1 1 0,-1-1-95,1 0-1,-1 0 1,1 0-1,-1 0 1,1 0-1,0 0 1,-1 0 0,1-1-1,-1 1 1,1-1-1,0 1 1,-1-1 0,1 1-1,0-1 1,-1 0-1,-1-1 1,-41-36-4126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50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33 136 688,'0'0'1822,"-3"-5"-1117,2 2-551,1 2-64,-1 0-1,0 0 0,1 0 1,-1 0-1,1 0 0,-1-1 1,0 1-1,0 1 0,0-1 1,0 0-1,1 0 0,-1 0 1,0 0-1,-1 1 0,1-1 1,0 0-1,0 1 0,0-1 1,0 1-1,0-1 0,-1 1 1,1 0-1,0-1 0,0 1 1,-1 0-1,-1 0 0,47-10 792,473-44-794,-434 47-78,201-25 23,-253 28-15,0 2-1,49 3 1,-25 0 226,-55 13-293,-7 60 58,-13 268 120,20 342 725,-6-696-5658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51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26 608,'0'0'4128,"-12"1"-3440,-3 0-568,-15 2 239,72-2-169,683-25-120,-47 17-182,-511 19-21,55 1 111,-179-13 86,-16 0-2406,-35 0 149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52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1 141 1072,'0'0'3575,"0"-21"-3017,0-99 1192,1 138-1708,2 0 0,0-1 0,1 0 0,11 31-1,2 7 12,-3 0-11,5 25 10,4 0-1,63 148 1,-75-207-44,1-2 1,1 0-1,0 0 1,1-1-1,1-1 1,1 0-1,1-1 0,0-1 1,1 0-1,0-1 1,1-2-1,40 21 0,197 115 38,-238-137-39,0-1 1,1-1-1,0 0 0,0-2 1,1 0-1,0-1 0,39 6 1,0-6 35,87-2 0,-134-4-39,9-1 56,0-1 1,0-1-1,0-1 0,-1-1 1,34-12-1,-7-1 76,54-30 1,-81 35-120,-1 0 0,-1-1 0,0-1 0,-1 0 0,-1-1 0,0-1 0,-1-1 0,-1 0 0,-1-1 0,17-32 0,-20 28 1,0 0-1,-2-1 1,-1-1 0,-1 1 0,3-35 0,-5 20 20,-5-76 1,-1 44-36,2-176 103,0 246-156,0 1-1,0-1 1,0 0 0,0 1-1,-1-1 1,1 1-1,0-1 1,-1 1-1,1-1 1,0 1-1,-1-1 1,1 1 0,0-1-1,-1 1 1,1-1-1,-1 1 1,1 0-1,-1-1 1,1 1-1,-1 0 1,1-1-1,-1 1 1,0 0 0,1 0-1,-1-1 1,1 1-1,-1 0 1,1 0-1,-1 0 1,0 0-1,1 0 1,-1 0 0,0 0-1,-3-1-1019,-12-4-3233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53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69 1008,'0'0'2874,"-5"-10"-2519,-15-32 79,6 26 520,14 16-942,-1 0 1,1 0-1,0 0 1,-1-1 0,1 1-1,-1 0 1,1 0-1,0 0 1,-1 0 0,1 0-1,0 0 1,-1 0-1,1 0 1,-1 1 0,1-1-1,0 0 1,-1 0-1,1 0 1,0 0 0,-1 0-1,1 1 1,0-1-1,-1 0 1,1 0 0,0 1-1,-1-1 1,1 1-1,-1 0-7,0 1 0,0-1 0,0 1 0,0 0 1,0-1-1,0 1 0,1 0 0,-1 0 0,1 0 0,-1-1 0,1 1 0,-1 2 0,-2 359 450,0-11-57,3-170 1024,-1-207-4012,-4-16-1793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2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824 34 720,'0'0'3722,"4"-5"-3378,18-23 1596,-27 28-1631,-92 0-207,-443 15 66,333-3-2420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3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654 1 1713,'0'0'2873,"-26"0"-1163,-72 0-1370,-150 21 1,-26 31-357,267-51-459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3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657 13 2561,'0'0'1921,"-207"0"-1745,135 0 224,1-3 49,0 0-145,2-3 64,10 6-128,11 0-208,13 0-32,11 0-256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4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684 0 3105,'0'0'1089,"-178"3"-177,115-3-191,-8 0-433,-3 0 16,-4 0-128,7 3-176,6 0-16,14-3-16,19 0-1505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4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90 928,'0'0'5438,"-16"-15"-4867,-53-45-321,67 59-247,1-1-1,-1 1 1,1 0-1,-1 0 1,0 0-1,0 0 1,1 0-1,-1 0 1,0 0-1,0 0 1,0 1-1,0-1 1,0 1-1,0-1 1,0 1-1,0 0 1,0 0-1,0 0 1,0 0-1,0 0 1,0 0-1,0 1 1,0-1-1,0 1 1,-4 0-1,4 1-1,-1 1-1,1-1 1,-1 0-1,1 0 0,0 1 1,0 0-1,0-1 1,0 1-1,0 0 0,-1 3 1,0-1-1,-4 6 0,1 1 1,1-1 0,0 1-1,0 0 1,1 1 0,1-1-1,0 1 1,1-1 0,0 1-1,1 0 1,0 0 0,1 0-1,1 0 1,0 0 0,2 12-1,-1-21-2,-1 0-1,1-1 0,0 1 1,0-1-1,0 0 0,1 0 0,-1 0 1,1 0-1,-1 0 0,1 0 1,0-1-1,0 1 0,1-1 1,-1 0-1,0 0 0,1 0 0,-1 0 1,1-1-1,-1 1 0,1-1 1,5 1-1,10 3-3,0-1 0,-1-1 0,20 1 1,-14-2 12,62 3-216,-78-5 163,0 0 0,0-1 0,0 0 0,0 0-1,0-1 1,0 0 0,14-6 0,-19 6 37,0 0 0,0 0 1,-1 0-1,1 0 0,0-1 1,-1 1-1,0-1 0,0 0 1,1 0-1,-2 0 0,1 0 1,0 0-1,-1 0 0,1 0 1,-1-1-1,0 1 0,0-1 1,0 1-1,0-1 0,-1 1 1,0-1-1,0-5 0,1 4-4,-1 0-1,-1 1 1,1-1-1,-1 0 1,0 1-1,0-1 0,0 0 1,0 1-1,-1 0 1,0-1-1,0 1 1,0 0-1,0 0 1,-1 0-1,0 0 1,-5-6-1,1 4-34,0 1 0,0 0 0,-1 0-1,0 0 1,0 1 0,0 0 0,-1 1 0,1-1-1,-15-2 1,3 2-450,1 1 1,-1 1-1,-28 0 0,29 2-1772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5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0 3137,'0'0'2172,"-22"17"-2095,-70 58-18,90-73-57,0 0 0,0 0 0,0 0 0,0 0 0,1 0 1,-1 0-1,0 0 0,1 1 0,0-1 0,-1 1 0,1-1 0,0 1 0,0-1 0,0 1 0,1 0 0,-1-1 0,1 1 0,-1 0 0,1 0 0,0 0 0,0-1 0,0 1 1,1 5-1,1 5 23,-3-10-22,1-1 1,0 1-1,0 0 0,1-1 1,-1 1-1,0 0 1,1-1-1,0 1 0,0-1 1,-1 1-1,1-1 1,1 1-1,-1-1 0,0 1 1,1-1-1,-1 0 1,1 0-1,-1 0 0,1 0 1,0 0-1,0 0 1,3 2-1,0-2-1,0 1-1,0-1 1,1-1 0,-1 1-1,0-1 1,1 0-1,-1 0 1,1 0 0,0-1-1,5 0 1,1 1 44,9 0-50,-1-1 0,1-1 1,-1 0-1,27-6 0,-43 6-7,1 0 0,-1 0-1,0 0 1,0-1 0,1 0-1,-1 0 1,0 0 0,0 0-1,-1 0 1,1-1 0,0 0-1,-1 0 1,0 0 0,0 0 0,1 0-1,-2-1 1,1 0 0,0 1-1,-1-1 1,0 0 0,0 0-1,0 0 1,0 0 0,-1-1-1,3-6 1,-3 7 11,-1 0-1,1 1 1,-1-1-1,1 1 1,-1-1 0,0 0-1,0 1 1,0-1-1,-1 0 1,0 1 0,1-1-1,-1 1 1,0-1-1,-1 1 1,1-1 0,-1 1-1,1 0 1,-1 0-1,0-1 1,0 1 0,-4-3-1,2 2-2,0 1 1,-1-1-1,1 1 0,-1 1 0,0-1 0,0 1 1,0 0-1,0 0 0,-1 0 0,1 1 0,0 0 1,-1 0-1,-7-1 0,-90 1-1648,87 1-1071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5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5 1409,'0'0'2297,"-27"-1"-1801,-81-2 5,106 3-487,0 0 0,0 0 0,0 0-1,0 0 1,0 0 0,0 1-1,0-1 1,0 0 0,0 1 0,1 0-1,-1-1 1,0 1 0,0 0-1,0 0 1,0 0 0,1 0-1,-1 0 1,1 0 0,-1 1 0,1-1-1,-1 1 1,1-1 0,0 1-1,-1-1 1,1 1 0,0 0-1,0-1 1,0 1 0,0 0 0,1 0-1,-1 0 1,0 0 0,1 0-1,-1 3 1,-1 1 8,0 8 33,0 1 0,1 0-1,0-1 1,3 25 0,-2-31-27,0-4-23,1-1 0,-1 0 1,1 0-1,0 0 1,0 0-1,0 0 1,0 0-1,1 0 1,-1 0-1,1-1 1,-1 1-1,1 0 1,0-1-1,0 1 0,0-1 1,1 0-1,-1 0 1,0 0-1,1 0 1,0 0-1,-1 0 1,1-1-1,0 1 1,0-1-1,0 0 1,0 1-1,0-2 1,0 1-1,6 1 0,8 1 31,0-1 1,0 0-1,0-1 0,22-2 0,-32 0-62,-1 0 1,0-1-1,0 1 1,0-1-1,0 0 1,0-1-1,0 1 1,0-1 0,-1 0-1,1-1 1,-1 1-1,0-1 1,0 0-1,-1 0 1,1-1-1,-1 1 1,0-1-1,0 0 1,0 0-1,-1-1 1,1 1 0,-1-1-1,-1 0 1,1 0-1,-1 1 1,0-2-1,0 1 1,-1 0-1,0 0 1,0 0-1,0-1 1,-1 1 0,0 0-1,-1-12 1,0 16 15,0 1 0,1-1 0,-1 1 0,0-1 0,0 1 0,0-1 1,0 1-1,0-1 0,0 1 0,0 0 0,0 0 0,0 0 0,-1-1 0,1 1 1,-1 1-1,1-1 0,-1 0 0,1 0 0,-1 0 0,1 1 0,-1-1 1,1 1-1,-1-1 0,0 1 0,1 0 0,-1-1 0,0 1 0,-1 0 0,-60-1-181,44 2-33,-18-1-838,8 0-1158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5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0 3426,'0'0'2369,"-15"30"-2135,-44 94-135,57-122-96,1 1 0,0-1 1,0 1-1,0 0 0,1-1 0,-1 1 0,0 0 1,1 0-1,0 0 0,0-1 0,0 1 0,0 0 0,0 0 1,0 0-1,1-1 0,-1 1 0,3 5 0,-2-6-1,0-1-1,1 1 1,-1-1 0,1 1-1,-1-1 1,1 1 0,0-1-1,-1 0 1,1 0-1,0 1 1,0-1 0,0-1-1,2 2 1,3 2 1,7 1 10,-1 0 1,1 0-1,0-1 0,0-1 1,1-1-1,-1 0 0,1 0 1,-1-1-1,21-2 0,-33 1-9,0 0 0,1 0-1,-1 0 1,0 0 0,0-1-1,1 1 1,-1-1 0,0 1 0,0-1-1,0 0 1,1 0 0,-1 0-1,0 0 1,0 0 0,0 0-1,-1 0 1,1-1 0,0 1 0,0-1-1,-1 1 1,1-1 0,1-2-1,-1 0 7,0 0-1,-1 0 1,1-1-1,-1 1 1,0 0-1,0-1 1,0 0-1,0 1 1,-1-1-1,0-8 1,0 8-8,0 0 0,-1 1 1,1-1-1,-1 0 0,0 0 1,0 1-1,0-1 0,-1 1 1,0-1-1,0 1 0,0-1 1,0 1-1,-1 0 1,1 0-1,-1 0 0,0 1 1,0-1-1,-1 1 0,1-1 1,-1 1-1,0 0 0,1 0 1,-1 1-1,-1-1 0,1 1 1,0 0-1,-1 0 0,-4-2 1,-9-1-185,0 1 1,0 0-1,0 1 0,-1 1 1,1 1-1,-20 1 0,22 0-2699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25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3343 42 240,'0'0'3242,"0"-6"-2605,0-30 1503,-20 36-1868,-10 0-119,-569 18 721,-355 39-287,465-19-157,112-5-390,-259-18 485,614-17-421,-39-5 1,39 3-68,-38-1 0,52 5-32,0-1 1,0 1-1,1-1 0,-1 0 1,0-1-1,1 0 0,-10-4 1,16 4-25,19 2-3745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27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1 576,'0'0'1673,"-6"0"-1377,-12 1-436,-30 0 2737,44 0-1474,30-1-1056,-6 2-61,1 1-1,0 0 1,-1 2 0,1 1-1,21 8 1,-24-8-5,29 15 11,-36-15-6,0 0 1,0-2-1,16 5 0,-16-6-3,1 0 0,-1 1 0,0 0 0,0 1 0,-1 0 0,19 13 1,37 25-2,-43-27-4,-1 1-1,0 1 0,23 26 1,31 22 4,-60-54 5,0 1 1,0 0 0,-1 1 0,-1 1-1,-1 0 1,0 1 0,-1 1 0,11 18 0,-15-19 16,2-1 1,0 0 0,1 0 0,1-1 0,0 0 0,1-1 0,0-1 0,22 17 0,-14-9 81,-16-17-86,0-1 0,0 1 0,-1 0 0,1 1 0,-1-1 0,5 5 0,-5-4-10,-1-1 0,1 0 0,0 1 1,1-2-1,-1 1 0,0 0 1,8 2-1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29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29 112,'0'0'1705,"0"-3"-1468,-1 1-154,2 2-61,-1-1 0,0 1 0,0-1 0,0 0 0,0 1-1,0-1 1,0 1 0,0-1 0,0 0 0,-1 1 0,1-1 0,0 1 0,0-1 0,0 1 0,-1-1 0,1 1 0,0-1 0,0 1 0,-1-1 0,1 1 0,-1-1 0,1 1 0,0-1 0,-1 1 0,1-1 0,-1 1-1,1 0 1,-1-1 0,-1 1 740,2-1-722,0 1 0,0 0 0,0 0 0,0-1 0,0 1 0,0 0 0,0 0 0,0-1-1,0 1 1,0 0 0,0-1 0,0 1 0,0 0 0,0 0 0,0-1 0,1 1 0,-1 0 0,0 0 0,0 0 0,0-1 0,0 1 0,0 0 0,1 0 0,-1-1 0,0 1 0,0 0-1,0 0 1,1 0 0,-1 0 0,0 0 0,0-1 0,1 1 0,-1 0 0,0 0 0,0 0 0,1 0 0,10 4 191,13 15-366,2 13 160,0 0 0,-2 1 0,-2 2 0,30 61 0,-25-45-6,-25-47-17,93 185 98,-84-163-62,-1 1 0,-2 0 0,-1 1 1,-1-1-1,4 43 0,-5-8 66,-3 1 1,-2-1 0,-3 0-1,-19 106 1,-23 44-28,39-187-64,-1 8 25,-17 48-1,22-90 475,6-11-522,4 6 24,1 1 0,1-1 1,0 2-1,0-1 0,23-19 0,-10 9-9,125-110 32,-50 49-4,-73 57-24,0 0 1,-2-2 0,-2 0-1,28-48 1,35-49 3,-43 86-24,-34 35 10,-1 0 1,0 0-1,0-1 1,0 0-1,-1-1 1,0 1-1,0-1 1,5-9-1,-9 12 1,-1 1 6,2 2-117,-1 1 16,0 0 1,0-1-1,0 1 1,0-1 0,0 1-1,-1 0 1,1-1-1,0 0 1,0 1-1,-1-1 1,1 0-1,0 1 1,-1-1-1,1 0 1,0 1 0,-1-1-1,1 0 1,-1 0-1,1 0 1,0-1-1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31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70 2273,'0'0'2793,"-1"-6"-2299,-4-29 74,2 7-264,18 462-488,3-156 225,11 119-4,109 924 109,-10-350 196,-87-751-262,12 236 0,-51-433-80,28 1107 435,-94-470-323,13-211-27,21 173 94,30-301-62,1-320-117,-1 0 0,0 0-1,0 0 1,1-1 0,-1 1 0,1 0-1,-1 0 1,0-1 0,1 1 0,-1 0-1,1-1 1,0 1 0,-1 0 0,1-1-1,-1 1 1,1-1 0,0 1-1,0-1 1,-1 1 0,1-1 0,0 0-1,0 1 1,-1-1 0,1 0 0,0 0-1,0 1 1,0-1 0,0 0-1,-1 0 1,3 0 0,-1 0 3,12 3 29,1 0 1,-1-1 0,1-1-1,-1 0 1,26-3-1,5 1 82,2805 1 815,-2807 2-934,-1 2 1,-1 2-1,45 12 0,53 9 29,273 5 54,-405-33-74,-6 1-5,-1 0 1,0 0-1,1 0 0,-1 0 0,0 0 1,0 0-1,1 0 0,-1 1 0,0-1 1,1 0-1,-1 0 0,0 0 0,1 0 1,-1 0-1,0 0 0,0 1 0,1-1 0,-1 0 1,0 0-1,1 0 0,-1 1 0,0-1 1,0 0-1,0 0 0,1 1 0,-1-1 1,0 0-1,0 0 0,0 1 0,0-1 1,0 0-1,1 1 0,-1-1 0,-14 1-295,-19-2-1377,-12-4-2849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34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9673 767 1185,'0'0'3737,"-1"-19"-3361,-3-9-218,1 6 286,1-1-1,1-27 535,0 56-618,-5 65-367,-20 388 307,25-390-220,3 1 0,21 124 0,-20-180-72,3 24 1105,-9-38-1025,-109 0 160,-911 21 262,445 25-506,-150 8 8,28-8 19,-328 15 4,-310-50-16,851-29 66,88 5 31,-151-2-31,234 16-76,-358-3 96,279-19-55,296 15-28,-202-34-9,196 22-35,-143-6-1,-239 24 135,486 0-105,-1-1-1,1 1 0,0 0 1,0-1-1,-1 1 0,1-1 0,0 1 1,0-1-1,0 0 0,0 1 1,0-1-1,0 0 0,0 0 1,0 0-1,0 1 0,0-1 1,0 0-1,0 0 0,1-1 1,-1 1-1,0 0 0,0-1 1,-12-31 91,11 28-88,-10-35 28,1-1-1,3-1 1,-7-79 0,10-131 46,5 175-60,27-375 58,-17 67-70,-11 271-88,1 113 58,-1 1-164,1 0 181,0-1-1,0 1 1,-1 0 0,1-1-1,0 1 1,0 0 0,-1-1-1,1 1 1,0-1 0,0 1-1,0 0 1,0-1 0,0 1-1,0-1 1,-1 1 0,1 0-1,0-1 1,0 1 0,0-1-1,0 1 1,1 0 0,-1-1-1,0 1 1,0-1 0,0 1-1,0 0 1,0-1 0,0 1-1,1-1 1,-1 1 0,0 0-1,0-1 1,1 1 0,-1 0-1,0-1 1,0 1 0,1 0-1,-1 0 1,0-1 0,1 1-1,-1 0 1,0 0 0,1-1-1,34-6-68,57-3 0,-83 9 69,271-9 13,-147 7-75,3 3-1866,-149 0-893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36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3506,'0'0'2745,"15"-9"-2716,-5 2-21,38-20 18,-45 25-23,1 1-1,0-1 0,0 1 1,0 0-1,0 0 0,0 1 1,0-1-1,0 1 1,1 0-1,-1 0 0,0 0 1,0 1-1,0-1 0,4 2 1,0 2 2,0-1-1,0 2 1,-1-1 0,0 1 0,0 0 0,0 0 0,0 1 0,-1 0 0,0 0 0,0 0 0,0 1 0,-1 0 0,5 8 0,5 11 57,-1-1 0,18 45 1,-16-26 73,-2 0 0,-2 1-1,-2 0 1,-2 1 0,3 48 0,-7 233 380,-4-316-505,-5 74 278,-24 125 0,23-177-200,7-23-66,-1-8-18,1-1 0,-1 1 0,0 0 0,0-1 0,0 1 0,0 0 0,0-1 0,0 1 0,-1-1 0,1 1 0,0 0 0,-1-1 0,0 3 0,-2-3 489,3-4-476,-1 0 1,1 0 0,0-1 0,0 1 0,1 0 0,-1 0 0,1 0-1,-1 0 1,1 0 0,0 0 0,0 0 0,0 0 0,0 0 0,1 0 0,-1 0-1,1 0 1,0 1 0,0-1 0,3-3 0,7-7-21,0 1 0,21-16 0,-13 12 36,57-47-30,3 3 0,136-78 1,187-70-5,-379 196 0,20-12-4,0-2 0,-2-2 0,61-53 0,-98 78 7,6-11-27,-10 13-168,-42 1-4005,2 0 1084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36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87 1233,'0'0'2518,"-25"-8"-1806,-75-27-18,98 34-608,0 1 0,0-1 0,0 0 0,-1 1 0,1-1-1,0 0 1,0-1 0,0 1 0,0 0 0,0-1 0,1 1 0,-1-1 0,0 1 0,-1-3 0,3 3-62,-1 1 0,1 0 0,0-1 0,0 1 0,0 0 0,0-1 0,1 1 0,-1 0 0,0-1 1,0 1-1,0 0 0,0-1 0,0 1 0,0 0 0,0-1 0,1 1 0,-1 0 0,0-1 0,0 1 0,0 0 0,1 0 1,-1-1-1,0 1 0,0 0 0,1 0 0,-1 0 0,0-1 0,0 1 0,1 0 0,-1 0 0,0 0 0,1 0 0,-1 0 1,0-1-1,1 1 0,25-5 12,0 1 0,0 1 0,0 1 0,0 1 0,42 4 0,-35-1-28,3 1-2,-1 1 0,-1 2 0,1 1 0,51 18 0,129 61 38,-197-79-41,26 13-7,0 1 1,47 31-1,-75-41-1,-1 0 1,-1 1-1,1 0 0,-2 1 1,0 1-1,0 0 0,-1 1 0,15 25 1,-1 10 157,34 94 1,-34-77 67,-12-39 115,-14-27-489,1 0 0,0 0 0,0 1 1,0-1-1,-1 0 0,1 0 0,0 0 1,0 0-1,0 0 0,1 0 1,-1-1-1,0 1 0,0 0 0,0-1 1,1 1-1,-1 0 0,0-1 0,3 1 1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49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173 307 1441,'0'0'941,"-9"-21"-682,-55-139 1008,58 148-1155,0 0 0,-1 0 0,0 1 0,-1 0-1,0 0 1,-1 0 0,0 1 0,-14-12 0,10 10-67,13 12-60,-2-2 29,1 11-168,27 483 391,17-186 108,35 380 727,0 263 329,-13-215-596,-61-455-619,-4-179-100,0-98 34,0 16-101,-1-11-22,2 1 0,-1-1-1,1 0 1,0 1 0,3 9-1,-3-13 8,1 0 0,0 0 0,0 0 0,0-1 0,1 1 0,-1-1 0,1 1 0,0-1 0,0 0 0,6 5 0,-7-6 1,0 0-1,0 0 1,-1 1-1,1-1 1,0 1-1,-1-1 1,0 1-1,1-1 1,-1 1-1,0 0 1,0 0-1,-1 0 1,1 0-1,-1-1 1,1 5-1,-2 49-43,0-29 68,-8 229 77,-6 90-12,15-265 191,12-81-309,358-12 288,-328 8-261,964-60 80,555 67-38,-799 61-32,-155-25 30,5-52-32,-56 0-11,-232 14-18,372-3 84,-293-24-73,69-1-2,687 27 49,-681 22-12,-266-8-32,-66-5 4,133 6 0,359 4 104,-295-7-70,286-9 6,-333-5-40,73-16 14,-113 3-12,81-9 10,-218 14-10,298-34 46,-359 40-52,301-25 8,-184 14-1,177-27 12,-298 33 0,66-2-1,12-1-11,-101 8 7,38 2-1,14-1-1,-23-1 1,73 5 0,-42 1-6,74 4-5,-137 1 9,4 0 2,-31-7-9,1 0 0,-1 1 0,0-1 0,0 0 0,0 0 0,0 0 0,0 1 0,0-1-1,0 0 1,0 1 0,0-1 0,0 1 0,0-1 0,0 1 0,1 1 0,13 3 3,35-5 22,-60 6-106,-82-3-1543,13-3-2845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59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1793,'0'0'1422,"0"-12"-1222,0-53 1921,374 79-1380,-61-1-636,735 44-36,-318-13-8,-683-44-55,558-14 20,271-8-23,-824 23-3,-1 2 0,0 3 0,85 20 0,-86-17 15,-1-2-1,1-3 1,94-3 0,-80-1-10,-54-1-4,-1-1 0,1 0 1,0 0-1,-1-1 0,1 0 0,-1-1 1,0 0-1,11-7 0,35-13 4,-48 22-7,0 0 0,0 0-1,0 1 1,0 0 0,12-1 0,25-7 31,-31 8-36,0-1 1,-1 2-1,15 0 0,-6 0-30,-20 4 30,0-1 1,0 1-1,0-1 0,-1 1 0,0 0 1,0-1-1,0 1 0,0 5 0,-1-3 4,1 109 14,12 348 95,1 9 47,-14-349-103,-11 107 150,12 147-32,-2-332-139,-14 77-1,2-27 9,5 172-11,5-65 70,-15-58 19,5-50-59,-11 191 114,9-81-121,-31 112-1,39-249-40,-2 111-1,7-67-3,-9 70 12,-2 134 0,6-114 7,8-130-4,-15 112 0,10-136-2,2 0-1,5 68 1,0-30 18,-12 155 91,-10-90 4,-4 104 615,15-179-593,3-6-31,6-52-33,-1 1 1,-1-1-1,-6 25 1,5-15 37,3-25-114,0 1 1,0 0-1,-1 0 0,1 0 1,-1 0-1,1 0 1,-1-1-1,0 1 0,0 0 1,0-1-1,-2 4 1,-1 4-5,-9-9-249,-10-1-847,-18 0-1689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41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32 104 1121,'0'0'2550,"-5"3"-2211,3-1-328,0-1 0,0 0-1,0 1 1,1-1 0,-1 1 0,0-1 0,1 1 0,0 0 0,-1 0 0,1-1-1,0 1 1,0 0 0,0 0 0,0 0 0,0 0 0,0 1 0,1-1-1,-1 0 1,1 0 0,-1 0 0,1 1 0,0-1 0,0 0 0,0 0 0,0 0-1,1 4 1,1-5-5,0 0 0,0 0 0,1-1 0,-1 1-1,0 0 1,0-1 0,1 0 0,-1 1 0,0-1 0,1 0-1,-1 0 1,0 0 0,5-1 0,-2 0 11,-3 1-14,0 0 0,0 0 0,0-1 0,0 1 0,-1-1 0,1 1 0,0-1 0,-1 0 0,1 0 0,0 0 0,-1 0 0,1 0 0,-1 0 0,1 0 0,-1 0 0,0-1 0,1 1 0,-1 0 0,0-1 0,0 1 0,0-1 0,0 0 0,0 1 0,0-1 0,-1 0 0,1 1 0,0-1 0,-1 0 0,0 0 0,1 1 0,-1-4 0,2-4 101,-1 0 0,-1 0 0,1 0 0,-2 0 0,0-12 0,0 21-76,1-1 0,-1 0-1,1 0 1,-1 1-1,1-1 1,-1 0 0,0 1-1,1-1 1,-1 0-1,0 1 1,0-1 0,1 1-1,-1-1 1,0 1-1,0-1 1,0 1 0,0 0-1,1-1 1,-1 1-1,0 0 1,0 0 0,0 0-1,0 0 1,0 0-1,0 0 1,0 0 0,-1 0-1,0 0 0,-1 0-1,1 0 1,0 0-1,0 0 1,-1 1-1,1-1 1,0 1 0,0-1-1,0 1 1,-1 0-1,1 0 1,-2 1-1,1 1-6,0 1-1,1-1 1,-1 1-1,1 0 1,0 0 0,0 0-1,0 0 1,0 0-1,1 0 1,-1 0-1,1 1 1,0-1 0,1 0-1,-1 1 1,1-1-1,0 1 1,0-1-1,0 1 1,0-1-1,2 8 1,-1-12-18,-1 1 0,1 0 1,-1 0-1,1 0 0,-1 0 0,1-1 0,0 1 0,-1 0 1,1-1-1,0 1 0,0 0 0,0-1 0,-1 1 0,1-1 1,0 1-1,0-1 0,0 1 0,0-1 0,0 0 0,0 0 1,0 1-1,0-1 0,0 0 0,1 0 0,27 1 57,-21-2-47,-3 2-1,0-1 0,1 0-1,-1-1 1,0 1 0,1-1-1,-1 0 1,0-1-1,6-1 1,-9 2-6,1-1-1,-1 0 1,0 1-1,0-1 1,0 0-1,-1 0 1,1 0-1,0 0 1,-1 0-1,1 0 1,-1 0-1,0-1 1,0 1-1,0 0 1,0-1-1,0 1 1,0-1-1,0-4 1,2-5 0,-2-1 0,0 1 0,-1-25-1,-1 15-15,1 22 8,0-1-1,0 1 1,0-1 0,0 1 0,0 0 0,0-1-1,0 1 1,0-1 0,0 1 0,-1-1 0,1 1-1,0 0 1,0-1 0,-1 1 0,1-1 0,0 1 0,0 0-1,-1-1 1,1 1 0,-1 0 0,1-1 0,0 1-1,-1 0 1,1 0 0,0-1 0,-1 1 0,1 0-1,-1 0 1,1 0 0,-1 0 0,1-1 0,-1 1-1,1 0 1,-1 0 0,-20 1-34,16 0 31,1 0 14,0 0 0,-1 1 0,1-1 0,0 1 0,0 0 0,0 0 0,0 0 0,0 1 0,0-1 0,1 1 0,-1 0 0,1 0 0,0 0 0,0 0 0,0 1 0,0-1 0,1 1 0,-1 0 0,1 0 0,0 0 0,0 0 0,0 0 0,1 0 0,0 1 0,-1-1 0,1 0 0,1 1 0,-1-1 0,1 5 0,-1-8-7,1 0 0,0 0 0,0 0 0,1 0-1,-1-1 1,0 1 0,0 0 0,0 0 0,0 0-1,1-1 1,-1 1 0,0 0 0,1 0 0,-1-1 0,1 1-1,-1 0 1,0-1 0,1 1 0,0 0 0,-1-1 0,1 1-1,-1-1 1,1 1 0,0-1 0,-1 1 0,1-1 0,0 0-1,-1 1 1,1-1 0,1 1 0,27 0 58,-16-1-24,-13 0-32,1 0 0,0-1 1,0 1-1,0 0 0,0 0 0,0-1 0,0 1 0,0 0 0,0-1 0,0 1 0,-1-1 0,1 1 0,0-1 0,0 0 0,-1 1 0,1-1 1,0 0-1,-1 1 0,1-1 0,0 0 0,-1 0 0,1 0 0,-1 1 0,0-1 0,1 0 0,-1 0 0,0 0 0,1 0 0,-1 0 0,0 0 1,0-2-1,2-35 18,-2 29-55,-2-18-617,-8-5-1489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18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1101 3762,'0'0'2985,"2"-22"-2363,-1 8-549,8-149 430,-9 119-350,-2 0 1,-2 1-1,-14-65 1,-10-17 299,5 0 1,6-2-1,-1-158 1,49 1028-531,-7-280 164,-4 388 274,-3-55 399,31-1-525,-9-401-190,28 351-2,-66-703-57,0-25-77,-1 0 1,2-1-1,3 18 1,10-95-9920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0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244 171 576,'0'0'1756,"-28"-3"-1260,-92-10 427,40-1 794,71 12-1494,3-1 329,16-1 315,211-11-169,-135 12-612,1392-16 95,-690 18-151,-660-6 8,133-25-1,36-2-24,-43 30-11,-177 4 81,-77-11 100,-3 6-88,2 216-65,15 430 425,26-232-214,34 533-63,-66-688-181,38 612 177,-23-644-28,79 559 31,-63-559-156,-24-166 15,24 60-1,10 33 9,-42-110 20,-7-39-35,-3 0 14,-191-16 26,20 0-58,-590 21 373,498 17 282,-139 4-523,285-25-95,-140-3 410,121-16-367,96 10-80,-86-4 0,-197 24 38,276-9-50,-171 1 39,47-2-12,-94-2 8,241 1-34,-36 7 0,35-4-17,-37 1 0,33-5 11,31 0-74,6 0-373,4-1-172,-1 0 1,0 0 0,0-1 0,0 0-1,0 0 1,14-7 0,18-12-4328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7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75 167 2305,'0'0'1350,"-2"-26"-1000,-8-88 220,10 163-383,-9 216 363,0-67-118,9-265-349,2 4-74,-3 1-1,-2-1 1,-21-106-1,22 159 20,-3-7 46,1 0 0,1 0-1,-2-30 1,25 47-28,338-6-2023,-320 6-515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8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1601,'0'0'3217,"98"0"-3201,-33-3-16,3-3-256,-5 6-896,-22 0-753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8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2017,'0'0'3105,"178"5"-3105,-101-16-704,-8-4-2866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8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10 3009,'0'0'851,"-3"25"-493,0 7-255,-2 17 51,1 55 0,3-48-87,2 58 210,-2-121-138,-1 0 1,1 0-1,-1 1 1,0-1-1,-5-10 0,-2-6-81,-4-14 143,2 0 0,1-1 0,2 0 0,2-1 0,-2-69 0,8 108-199,0-1 0,1 1 0,-1-1 1,1 1-1,-1 0 0,1-1 0,-1 1 1,1 0-1,-1 0 0,1-1 0,-1 1 1,1 0-1,-1 0 0,1 0 1,-1-1-1,1 1 0,-1 0 0,1 0 1,0 0-1,-1 0 0,1 0 0,-1 0 1,1 0-1,-1 1 0,1-1 0,0 0 1,-1 0-1,1 0 0,-1 0 0,1 1 1,0-1-1,21 8 0,-9 5 37,0 0 0,-1 0 0,-1 1 1,0 1-1,14 23 0,-1-1 17,30 44 120,61 126 576,-114-489 1191,0 266-2522,1 1 0,0-1 0,2 0 0,-1 0 0,10-21 0,3-19-4719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9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95 2065,'0'0'1355,"0"-34"211,1 17-1374,0 13-169,0 0 1,-1 0-1,0 0 1,0 0-1,0 0 1,-1 0-1,1 0 1,-2-7-1,1 11 24,1 0-41,0 0 1,1 0-1,-1 0 1,0 0-1,0 0 0,0 1 1,0-1-1,0 0 1,0 0-1,0 0 0,0 0 1,0 0-1,-1 0 0,1 0 1,0 1-1,0-1 1,0 0-1,0 0 0,0 0 1,0 0-1,0 0 0,0 0 1,0 0-1,0 0 1,0 0-1,0 1 0,0-1 1,0 0-1,-1 0 1,1 0-1,0 0 0,0 0 1,0 0-1,0 0 0,0 0 1,0 0-1,0 0 1,0 0-1,-1 0 0,1 0 1,0 0-1,0 0 0,0 0 1,0 0-1,0 0 1,0 0-1,0 0 0,-1 0 1,1 0-1,0 0 0,0 0 1,0 0-1,0 0 1,0 0-1,0 0 0,0 0 1,0 0-1,-1 0 1,1 0-1,0 0 0,0-1 1,0 1-1,0 0 0,0 0 1,0 0-1,0 0 1,0 0-1,0 0 0,0 0 1,-3 27 12,1 1-1,4 44 1,0-9-3,-2 104-1806,0-150-358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0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0 2161,'0'0'2041,"-13"8"-1817,-39 26-131,50-31-79,0 0-1,0 0 0,0 0 0,1 0 0,-1 0 0,1 0 1,-1 1-1,1-1 0,0 0 0,0 1 0,1-1 0,-1 1 1,1-1-1,0 1 0,0-1 0,0 1 0,0-1 1,0 1-1,2 5 0,-1 7 57,-1-13-63,1 1 0,-1-1 1,1 1-1,-1-1 0,1 0 0,0 0 1,1 0-1,-1 1 0,0-1 0,1 0 0,0 0 1,-1-1-1,1 1 0,0 0 0,1-1 1,-1 1-1,0-1 0,1 1 0,0-1 1,-1 0-1,1 0 0,0 0 0,0-1 1,0 1-1,0-1 0,0 0 0,0 1 1,1-1-1,-1-1 0,5 2 0,6 1-39,-1-1-1,1 0 1,0-2 0,0 1-1,0-1 1,15-3-1,-27 3 27,0-1 0,0 1 0,0-1 0,0 1 0,-1-1 0,1 0 0,0 0 0,0 0 0,0 0 1,-1 0-1,1 0 0,0-1 0,-1 1 0,0 0 0,1-1 0,-1 1 0,0-1 0,1 0 0,-1 1 0,0-1 0,0 0 0,0 0 0,-1 0 0,1 1 0,0-1 0,-1 0 0,1 0 0,-1-3 0,2-6 20,0 0 0,-1 0-1,-2-22 1,1 17-10,0 11-3,0 1 1,0-1 0,0 1 0,-1-1 0,0 1-1,0-1 1,0 1 0,0-1 0,-3-6 0,2 9-5,1 0 0,-1 1 1,1-1-1,-1 0 1,0 0-1,0 1 1,1-1-1,-1 1 1,0 0-1,0-1 1,-1 1-1,1 0 1,0 0-1,0 0 1,0 1-1,-1-1 1,1 0-1,0 1 1,-1 0-1,-3-1 1,-43 0-1017,28 1-1030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0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54 1665,'0'0'2369,"8"-5"-2078,24-13-126,-32 18-152,1-1 0,-1 1 0,1 0 0,-1 0 0,0 0 0,1 0 0,-1 0 0,1-1 0,-1 1 0,0 0 1,1 0-1,-1-1 0,1 1 0,-1 0 0,0 0 0,1-1 0,-1 1 0,0 0 0,0-1 0,1 1 0,-1-1 0,0 1 0,0 0 0,0-1 0,1 1 0,-1-1 0,0 1 0,0-1 0,0 1 0,0 0 0,0-1 0,0 1 0,0-1 0,0 1 0,0-1 1,0 1-1,0-1 0,0 1 0,0-1 0,0 1 0,0 0 0,-1-1 0,1 1 0,0-1 0,0 1 0,0 0 0,-1-1 0,1 1 0,0-1 0,-1 1 0,1 0 0,0-1 0,-1 1 0,1 0 0,0 0 0,-1-1 0,1 1 0,0 0 0,-1 0 1,1 0-1,-1-1 0,1 1 0,-1 0 0,1 0 0,-1 0 0,-27-7-11,28 7 21,-18-2-17,0 1 0,-33 2 0,50-1-6,-1 0 0,1 1 0,0-1 0,-1 0 0,1 1 0,-1-1 0,1 1 0,0 0-1,-1-1 1,1 1 0,0 0 0,0 0 0,0 0 0,-1 0 0,1 0 0,0 0-1,0 0 1,0 0 0,-1 2 0,0 1-1,0 0 0,0 0-1,1 0 1,-1 0 0,1 0 0,-2 8-1,1 7-19,0-1 1,1 28-1,1-36 1,0-6 8,0 0 1,1 0-1,-1 1 0,1-1 1,0 0-1,0 0 0,0 0 1,0 0-1,1 0 0,0-1 1,0 1-1,0 0 0,0-1 1,0 1-1,1-1 0,-1 0 1,1 0-1,0 0 0,0 0 1,6 4-1,-3-3-23,-1-1 0,1-1 0,-1 1 0,1-1 0,0 0-1,0 0 1,0 0 0,0-1 0,0 0 0,0 0 0,1-1 0,-1 0 0,11-1 0,-15 1 31,0 0 0,-1-1 0,1 1 0,0-1 0,0 1 0,-1-1 0,1 0-1,0 0 1,-1 0 0,1 0 0,-1 0 0,1 0 0,-1 0 0,0 0 0,1-1 0,-1 1 0,0 0 0,2-4 0,0 0 2,0 0 0,-1 0 0,1 0 0,-1 0-1,0-1 1,1-5 0,0-6 14,0 0-1,-1-1 1,-1-19-1,0 32 185,-1 7-61,1 17 3,7 59-12,-6-69-112,0 0-1,1-1 0,0 0 0,0 0 0,1 0 0,6 10 1,-9-15-38,1 0 0,1 0 0,-1-1 0,0 1 1,1 0-1,-1-1 0,1 0 0,0 1 0,-1-1 0,1 0 1,0-1-1,1 1 0,-1 0 0,0-1 0,0 0 1,1 0-1,-1 0 0,4 1 0,28-1-1304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1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0 208,'0'0'3495,"-2"17"-3049,0 2-325,0 1 1,1 0 0,2 0 0,0-1 0,4 24 0,4 16 116,-4 1 1,-1 94 0,-4-137-214,0-16 111,0-27 99,1-2-209,-1 17-22,1-1 0,-2 1 1,1 0-1,-1 0 0,-3-12 1,3 19-6,0 1 0,0 0 0,-1 0 0,1 0 0,-1 1 0,1-1 0,-1 0 0,0 1 0,0-1 0,0 1 0,0-1 0,-1 1 0,1 0 0,-1 0 0,1 0 0,-1 0 0,0 0 0,1 1 0,-1-1 0,0 1 0,0 0 0,-4-1 0,1 0 15,0 0-1,-1 0 1,1 1-1,0 0 0,-1 0 1,1 1-1,-1 0 1,1 0-1,-1 0 0,1 1 1,0 0-1,-1 0 1,-7 3-1,11-3-2,0 1 0,0-1 0,0 1 0,0 0 1,1 0-1,-1 0 0,1 0 0,-1 1 0,1-1 0,-1 1 0,1-1 1,0 1-1,0 0 0,1 0 0,-1 0 0,1 0 0,-1 0 0,1 0 1,0 0-1,0 0 0,0 1 0,0-1 0,1 0 0,-1 1 0,1-1 1,0 5-1,0-1 34,-1 0 1,2 0 0,-1 0-1,1 0 1,0-1-1,0 1 1,4 12 0,-3-16-31,-1 1 0,1-1 0,0 0 1,1 0-1,-1 0 0,0 0 0,1 0 1,0 0-1,0-1 0,0 0 0,0 1 1,0-1-1,0 0 0,0 0 0,1-1 1,4 3-1,9 1-26,0 0-1,1-1 1,0 0 0,0-2-1,0 0 1,0-1 0,24-1-1,58 0-868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2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25 2417,'0'0'1697,"-167"-3"-1009,132 3 257,14 0-161,18 0-304,3-3 161,53-6-449,37 3 32,28 3-192,25 3-32,5 0-16,1 0-352,0 0-1057,-10 9-176,-23-9-768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2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 2353,'0'0'4674,"-137"21"-4482,137-15-192,50-3 48,43-3-48,34 0 64,25 0-64,8 0-1520,-11-3-545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3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2721,'0'0'3442,"261"-21"-3410,-109 6-32,2 6-384,-8 1-1569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3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4066,'0'0'1200,"232"-3"-1200,-78-14-32,7-1-1808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4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1 896,'0'0'2388,"-25"4"-1934,-80 12-70,47-12 535,53-4 366,829 8-952,-272-4-198,-428-5 629,-124 23-558,0 252 31,2 381 787,52 35-551,-3-105-2514,-51-565-1366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5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98 752,'0'0'374,"-21"-5"-1,-11-3-131,3 0 488,1 2-1,-31-2 1,265 7 1071,-100-2-1756,-47 2-35,20 2-189,-1-4-1,1-4 1,78-16 0,-153 22 212,-3 1-16,1 0 0,-1 0-1,1 0 1,-1 0 0,0 0-1,1-1 1,-1 1 0,1 0-1,-1-1 1,0 1 0,1-1-1,-1 0 1,0 1 0,0-1-1,1 0 1,-1 0 0,0 0-1,0 0 1,0 0 0,0 0-1,0 0 1,0 0 0,0 0-1,-1 0 1,1-1 0,0 1 0,-1 0-1,1-1 1,0-1 0,-1 2 180,0 6-248,14 243 326,-10 393 336,-3-643-1094,7-8-803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5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16 173 2913,'0'0'3855,"-6"-2"-3316,-3-2-377,18 0-87,42-3-32,-27 4-13,636-59-166,-205 22-40,-436 38 131,701-46-1279,-823 48-255,39 0-457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6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16 235 1537,'0'0'3940,"-3"-14"-3278,-7-41-83,8 41-214,2 24-352,1 0 0,1 1-1,0-1 1,0 0 0,1 0-1,1 0 1,-1 0 0,1-1 0,1 0-1,8 14 1,1-2 1,1-1 1,1 0-1,23 22 1,39 29 14,3-3 0,3-4 1,114 66-1,-173-114-27,0-2-1,2 0 1,-1-2 0,2 0 0,-1-2-1,1-1 1,1-2 0,0 0-1,0-2 1,33 2 0,-43-7 1,8 2 68,0-2 0,0 0 0,0-2 0,0-1 0,51-12 0,38-20 487,-56 18-388,0-3 0,63-30-1,-113 44-113,1 1 0,-1-2 0,-1 0 0,1 0 0,-1-1-1,0 0 1,-1 0 0,0-1 0,0 0 0,7-13 0,1-5 76,-1-1 0,18-46 1,-10 23-110,-16 38-18,-1 0 1,0-1-1,0 0 1,-1 0-1,-1-1 0,-1 1 1,0-1-1,2-18 1,-5 0 26,1-4-57,-2-1 0,-2 1 1,-9-52-1,12 87-33,0 1-93,-1 0 0,1 0-1,0 0 1,0-1 0,-1 1-1,1 0 1,0 0-1,-1 0 1,1 0 0,-1 0-1,1 0 1,-1 0 0,0 0-1,0 0 1,1 0 0,-1 0-1,0 0 1,0 1-1,0-1 1,-1-1 0,-12-2-4126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7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0 122 592,'0'0'2810,"3"-20"-2141,1-3-461,-1 9 74,-1 1 0,0-1 1,-1-24 594,-1 44-645,0 73-191,-2 5 122,4 0 1,22 148-1,-19-208-165,1 5-153,3 34 0,-8-49-1481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38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18 104 1617,'0'0'3364,"-1"-12"-2921,-4-77 448,2 86 205,-2 8-845,3 12-231,1 0-1,1 0 1,1 21-1,0 6 31,-1 112 77,30 239 0,15-22-34,-22-198 64,-18-163-145,-4-10-7,-1 0 0,1 0 0,0 0 0,-1 1 0,1-1 0,-1 0 0,0 0 0,0 0 0,1 0 0,-2 4 0,1 19 78,-1-14-77,1 0 1,0-1 0,0 1-1,1 0 1,5 18 0,-3 16-826,-3-39-1307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6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2592 1185,'0'0'2086,"-2"-4"-1849,1 0-277,1 3 77,-1 0 0,1 0 0,-1-1 1,1 1-1,-1 0 0,0 0 0,1 0 0,-1 0 1,0 0-1,0 0 0,0 0 0,1 0 0,-1 0 1,0 0-1,0 1 0,-1-1 0,1 0 0,0 1 1,0-1-1,0 0 0,0 1 0,-1-1 0,1 1 1,0 0-1,0 0 0,-1-1 0,1 1 0,0 0 1,-1 0-1,1 0 0,-2 0 0,-19 0 171,16-1-139,0 0 0,-1 1 0,1 0 0,-1 1 0,1-1 1,-1 1-1,1 0 0,-12 4 0,14-3 19,1-1 0,-1 0 0,0 0 1,1 0-1,-1-1 0,0 1 0,-4-1 1,-23 6 1163,31-6-1252,-1 1 287,12 0 2,331-2 119,972 17-287,166 0-185,-1065-17 106,464-8 937,-879 6-517,-23-804 130,-1-55-616,34 581 39,1 2 8,-11 14-21,-6 163-47,3 101 30,0 0 0,0 0 1,0 1-1,0-1 0,0 1 0,0 0 1,1 0-1,-1 0 0,-5 1 0,4-1 16,6 7-25,1-5 20,0 0 1,1 0-1,-1 0 0,0 0 1,1-1-1,-1 1 0,1-1 0,0 0 1,-1 0-1,1 0 0,0-1 1,0 1-1,6-1 0,9 2 3,615 32 16,-551-33-14,1483 4 36,-891-7-24,-675 2 89,7 0-110,75 0-38,-82 0 60,16 0-14,10 0-2,-8-1-2,-1 1 1,1 1-1,32 6 1,-47-5 5,-2-2 46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7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752 0 1233,'1'2'4935,"-6"-1"-3956,-223-3-109,-147 2-472,350 1-903,0 1 1,-46 10 0,47-7-1980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7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746 39 3282,'0'0'2513,"-172"-9"-2417,94 3 240,-5-3 368,0 0-16,6 3-335,3 6-209,11 0-144,13 0-16,11 0-1025,12 0-1872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7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656 1 3426,'0'0'3377,"-196"0"-3089,122 0 160,-6 0-127,6 0-129,5 0-112,10 0-64,11 0-16,16 0-352,14 3-1329,12 6-832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8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556 1 3970,'0'0'2033,"-178"33"-1249,122-30-128,-4-3-255,7 8-161,2-8 16,7 0-160,8 0-96,-3 0-672,1 0-2898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8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51 2865,'0'0'2922,"-19"-9"-2346,-59-26-171,76 34-384,0 0 0,0 0 0,1 0-1,-1 1 1,0-1 0,0 0-1,0 1 1,0 0 0,0 0 0,0-1-1,0 1 1,0 0 0,0 0-1,0 1 1,0-1 0,0 0-1,0 1 1,-2 0 0,3 0-8,0 0 0,-1 0 0,1 0 0,0 0 1,0 0-1,0 0 0,0 1 0,0-1 0,0 0 0,1 0 0,-1 1 1,0-1-1,0 3 0,-2 2 52,-3 6-10,0-1-1,1 1 0,1 1 1,0-1-1,1 0 0,0 1 0,-2 21 1,3-5-34,1 0 1,4 36-1,-2-58-21,0 1 0,0-1 0,0 0 0,1 0 0,0 1 0,1-1 0,0-1 0,0 1 0,0 0 0,1-1 0,0 1 0,0-1 0,0 0 0,1-1 0,0 1 0,0-1 0,1 0 0,-1 0 0,1 0 0,0-1 0,0 0 0,1 0 0,-1-1 0,1 0 0,0 0 0,0 0 0,0-1 0,0 0 0,0 0 0,1-1 0,-1 0 0,14 0 0,-7 0-29,-1-1 0,0 0 0,0-1 0,0 0 0,0-1 0,0-1 0,23-7-1,-29 7-7,0 0 0,0-1 0,0 0-1,0 0 1,-1-1 0,1 0-1,-1 0 1,0 0 0,-1-1-1,1 1 1,-1-1 0,0-1 0,-1 1-1,6-10 1,-6 6 25,0 0 0,-1 0 0,0 0 0,-1 0-1,0 0 1,0-1 0,-1 1 0,-1-1 0,0-19 0,-1 19 10,2 7 4,-2 0 0,1-1 0,0 1 0,-1 0 0,0 0 0,0-1 0,0 1 0,-1 0 0,1 0 0,-1 0 0,0 0 0,0 1 0,0-1 0,-1 0 0,1 1 0,-1 0 0,0-1 0,0 1 0,0 0 0,0 1 0,-1-1 0,1 0 0,-1 1 0,1 0 0,-1 0 0,-7-3 0,-3 0-208,1 1 0,-1 1-1,0 0 1,0 1 0,0 0 0,0 1 0,-14 1 0,-8 0-1945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9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57 2657,'0'0'3287,"-27"-2"-2617,-6-2-433,-43 3 1,72 1-215,1 0 1,0 1 0,0-1 0,0 1 0,0 0 0,0 0 0,0 0 0,0 1 0,0-1 0,0 0-1,0 1 1,0 0 0,1 0 0,-1 0 0,1 0 0,0 0 0,-1 1 0,1-1 0,0 0-1,0 1 1,1 0 0,-1-1 0,0 1 0,1 0 0,-2 4 0,0 2 9,1-1-1,0 1 1,0 0 0,1 0 0,0-1 0,1 14 0,0-19-31,0 0 0,0 1 0,1-1 1,-1 0-1,1 0 0,0 0 1,0 0-1,0 0 0,0 0 0,0 0 1,1 0-1,-1 0 0,1-1 0,0 1 1,0 0-1,0-1 0,0 0 1,3 3-1,-1-1-1,1-1 0,1 1 0,-1-1 0,0 0 0,1 0 0,0-1 0,0 0 1,10 3-1,9 0-78,1-2 0,-1 0 1,40-2-1,-56-1 26,0 0-1,5 1-15,-1-2 1,1 1-1,-1-1 0,1-1 0,17-5 0,-27 6 60,-1-1 0,1 1 1,0-1-1,-1 0 0,0 0 0,1 0 0,-1-1 0,0 1 0,0-1 0,0 0 0,0 0 0,-1 0 0,1 0 0,-1 0 0,0 0 0,0-1 0,0 1 0,0-1 0,0 1 0,-1-1 0,0 0 0,2-6 0,-2 4 11,1 0 0,-1 0-1,0 0 1,-1 0 0,0 0 0,0 0 0,0 0 0,-1 0 0,1 0 0,-1 0-1,-1 0 1,1 0 0,-1 0 0,0 0 0,-1 1 0,1-1 0,-1 1-1,0 0 1,0 0 0,-1 0 0,0 0 0,-6-7 0,4 7-99,-1-1 0,0 1 0,1 0 1,-2 1-1,1 0 0,0 0 0,-1 0 1,0 1-1,0 0 0,0 1 0,0 0 1,0 0-1,-1 1 0,1 0 0,-15 0 1,5 1-2107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9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 4066,'0'0'1830,"-18"27"-1174,-53 93-362,67-115-289,2 1 0,-1 0 1,0 0-1,1 0 0,0 0 1,1 1-1,0-1 0,0 1 1,0-1-1,0 1 0,1-1 1,0 1-1,1-1 0,1 9 1,-1-1 2,0-10-7,0 0 1,0 0-1,0 0 0,0 0 1,0 0-1,1 0 0,0 0 1,0 0-1,0-1 0,0 1 1,1-1-1,-1 1 0,1-1 1,0 0-1,0 0 0,0 0 1,0-1-1,1 1 0,-1-1 1,1 1-1,-1-1 0,1 0 1,7 2-1,1 0-19,-1 0-1,1-1 1,0 0 0,1-1-1,-1-1 1,24 1 0,-33-2 8,1 0 1,0-1-1,-1 1 1,1-1-1,-1 0 1,1 0-1,-1 0 1,1 0-1,-1 0 1,1-1-1,-1 0 1,0 0-1,0 0 0,0 0 1,0 0-1,0 0 1,4-5-1,-3 2 9,0 0-1,-1 0 0,0-1 0,0 1 0,0-1 1,0 1-1,-1-1 0,0 0 0,0 0 0,1-6 1,-2 3 8,1 1 1,-1-1 0,0 1 0,-1-1-1,0 0 1,-1 1 0,0-1 0,0 1 0,0-1-1,-1 1 1,-1 0 0,1 0 0,-1 0 0,-1 0-1,-7-13 1,6 15-28,0 0-1,-1 1 1,0 0-1,0 0 1,0 0-1,0 1 1,-1 0-1,0 0 1,0 0 0,0 1-1,0 0 1,-1 1-1,1 0 1,-1 0-1,1 0 1,-1 1-1,0 0 1,0 1-1,1-1 1,-9 2 0,-8 1-2024,10 11-2158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59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 4370,'0'0'1809,"-18"27"-1206,-56 93 37,72-116-618,-1 1-1,1 0 0,-1 0 1,1 0-1,1 0 1,-1 0-1,1 0 1,0 0-1,0 0 1,0 1-1,1-1 1,0 0-1,0 1 0,0-1 1,1 0-1,-1 1 1,1-1-1,1 0 1,-1 0-1,1 0 1,0 0-1,3 7 1,-1-5-28,0 0 0,0 0 0,1-1 0,0 0 0,0 1 0,0-2 0,1 1 0,0-1 0,0 1 0,0-2 0,1 1 0,0-1 0,0 0 0,0 0 0,0-1 0,9 3 0,-1 0-11,0-2 1,0 0 0,0-1 0,1-1-1,-1 0 1,1-1 0,19-1 0,-33 0 16,0 0 1,0 0 0,-1-1 0,1 1 0,0 0-1,0-1 1,-1 0 0,1 1 0,0-1 0,-1 0 0,1 0-1,-1 0 1,1 0 0,-1 0 0,0 0 0,1 0-1,-1-1 1,0 1 0,0 0 0,0-1 0,0 1 0,0-1-1,0 1 1,0-1 0,0 1 0,-1-1 0,1 0-1,0 0 1,-1-2 0,2-5 8,0 0-1,-1-1 1,-1 0-1,0-12 1,0 9-2,0 6 1,-1 0 1,0 0-1,0 1 0,0-1 0,-1 0 1,0 0-1,0 1 0,-1-1 0,0 1 1,0 0-1,0 0 0,-8-10 0,8 12-40,0 0-1,0 1 1,-1-1-1,0 1 0,1 0 1,-1 0-1,0 0 1,0 0-1,-1 1 1,1-1-1,-1 1 1,1 0-1,-1 0 0,1 1 1,-1 0-1,0 0 1,0 0-1,0 0 1,-6 0-1,-12 1-2283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42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214 330 432,'0'0'2148,"-7"-8"-1724,-25-24 112,28 28-489,-1 1 0,0 0-1,0 0 1,-1 0 0,1 1-1,0 0 1,-1 0 0,1 0 0,-1 1-1,0-1 1,0 1 0,0 1-1,1-1 1,-1 1 0,0 0 0,0 0-1,-11 3 1,-8-2 86,-15-1 2554,64 0-2490,-22 0-192,254-10 174,446-35-82,-29 2 84,26 4 488,-580 35-537,164-27 0,120-27-22,-151 38-65,-162 14-30,118-3 18,85 9-1,-254 6 190,-39-6-238,13 0-2372,5 0 936,7 0-196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43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580 53 1056,'0'0'2770,"6"-41"-2290,-12 35-96,-27 3-112,-3 0-64,-17 3-128,-9 0-32,-10 0-32,-2 0-16,-6 9-16,-3-3-32,-4-6-1920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45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11488 138 336,'0'0'2972,"0"-9"-2516,0-42 361,-1 49-766,0 0 0,0 0 0,0 1 0,0-1 0,0 0 0,0 0 0,-1 1 1,1-1-1,-1 1 0,1-1 0,-1 1 0,1-1 0,-4-1 0,2 1-45,0-1 1,0 1-1,0-1 0,1 0 1,-1 0-1,1 0 0,-3-4 0,-4-20 2161,1 79-1978,-3 78 1,7-68 234,-6 462 620,11-364-962,-2-127-55,2-1 0,2 0 0,1 0 0,1 0 0,2 0 0,20 57 0,-23-79 0,-2-6 1,0 1 1,0-1-1,-1 0 0,1 1 1,-1-1-1,0 1 0,0 8 1,-11-13 381,-71 0-159,-751-24 136,-122-30-411,-5 38 75,687 13-43,-967 1-25,669 3 36,-144 20 115,71-1-110,353-19-11,-449 10 3,-349 4-15,936-15-2,92 0 1,-707-15 3,430 6 48,-107-8-73,209 3 32,75 6-4,-292 2-6,284 7 0,52 8-5,1 0-1,56-9 22,59 0-12,-1 0 0,1 0-1,-1-1 1,1 1 0,0 0 0,-1 0-1,1 0 1,0 0 0,-1-1-1,1 1 1,0 0 0,-1 0-1,1-1 1,0 1 0,-1 0-1,1-1 1,0 1 0,0 0-1,-1-1 1,1 1 0,0 0-1,0-1 1,0 1 0,0 0-1,-1-1 1,1 1 0,0-1-1,0 1 1,0 0 0,0-1-1,0 1 1,0-1 0,0 0 0,0-19 7,1 10-1,7-425 84,-8-230-860,12 665 595,805 0-328,-817 0 475,-28 0-301,19-1-384,27-7-3339,-5 2 2709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01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1 517 3762,'0'0'2636,"2"-6"-1527,5-12-869,-2-1 0,0 0-1,-1 0 1,-1 0 0,2-30-1,-5-109 148,-2 78-88,2-49-171,0 128-224,0 2 27,0 32-15,15 1032-174,54 503 448,-62-1452-172,5-1 1,35 151 0,-43-251-27,-1 0 0,0 0 0,1 24 0,-4-37-715,-18-38-6323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02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93 704,'0'0'3325,"-4"-2"-3008,2 0-271,-1 0 24,-1 0 0,1 1 0,0-1 0,-1 1 0,1-1 0,-1 1 0,1 0 0,-1 0 0,0 1 0,1-1 0,-5 1 0,-40 0 582,33 0 1355,51-1-1414,160-8-482,51-1 15,754 9-168,-686-26 60,0 1-50,238 26 1604,-511 560-1744,-9-221 253,-18-103-41,56 580 99,-9-303 362,-46-366 51,18 119 494,31 121-731,-61-352-294,4 27 68,-8-61-80,0-1 1,0 1 0,0-1-1,0 1 1,0-1 0,0 0 0,-1 1-1,1-1 1,0 1 0,0-1 0,0 1-1,-1-1 1,1 0 0,0 1 0,-1-1-1,1 1 1,0-1 0,-1 0-1,1 1 1,0-1 0,-1 0 0,1 0-1,-1 1 1,1-1 0,-1 0 0,1 0-1,0 0 1,-1 0 0,1 1-1,-1-1 1,1 0 0,-1 0 0,1 0-1,-1 0 1,1 0 0,-1 0 0,1 0-1,-1 0 1,0-1 0,-28 1-70,21 0 93,-384-4-146,-275 3-19,192 21 49,-66-14 107,521-7-15,1-2 0,0 0-1,0 0 1,-21-8 0,17 5-31,-48-8 0,-113 12-21,98 3-2,-48 2 81,-103-3-1849,219-5-1561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14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47 188 1681,'0'0'2134,"-24"-12"-189,2 6 701,43 5-2421,309-38-53,-161 16-206,559-65-2634,-597 70 1049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15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 1953,'0'0'1542,"-16"5"-1089,-125 40 1922,129-41-1929,7-1-278,-1-1 1,0 0-1,0-1 1,0 0-1,-8 1 1,12-2-111,4 0-18,477-26 486,-78 0-1359,-66 25-1840,-209 1 560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15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33 624,'0'0'1462,"-18"3"-1152,-5 2-102,5 0 394,-1-1-1,0-1 1,-30 1 2518,53-4-2547,480-24-272,-73 2-2234,-274 19 556,-17-4-899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16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2289,'0'0'5379,"12"0"-5283,80-3 32,27-11-64,14-1-64,4 9 0,5-3-16,4 6 0,-3-3 16,-16 6-32,-23 0-513,-29 0-1071,-43 0-1026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18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33 976,'0'0'2041,"-5"0"-1382,-23 0 713,39 0-1196,260 1-37,306-3 255,-439-10-372,-59 4-9,164-4 1297,-243 229-1233,30 1009 123,2-1003-57,-18-151-64,-4-1 0,2 84-1,0 277 384,-12-391-433,7 189 913,3-161-852,-5-46-61,-1 1 1,0 30 0,-4 264 1306,-1-317-1352,1-1 0,0 1 1,0-1-1,0 1 0,-1-1 0,1 1 0,0-1 0,0 1 0,-1-1 0,1 1 1,0-1-1,-1 1 0,1-1 0,-1 0 0,1 1 0,-1-1 0,1 0 0,-1 1 1,1-1-1,-1 0 0,1 1 0,-1-1 0,1 0 0,-1 0 0,1 0 0,-1 0 1,1 0-1,-1 0 0,1 1 0,-1-1 0,0 0 0,1 0 0,-1-1 0,1 1 1,-1 0-1,1 0 0,-1 0 0,1 0 0,-1 0 0,0-1 0,-7 1-651,-25 0-3134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19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98 143 0,'0'0'1654,"-14"-10"-1531,-43-32-51,30 27 1216,44 16 743,607-57-1773,-610 54-258,1 0 0,20-6 0,5 0 0,-35 7 3,-4 37 565,-9 572 953,8-604-1506,0 0 0,0 0 0,-1 0 0,1 0 0,-1 0 0,0-1 0,0 1 0,0 0 0,-2 5 0,2-3 6,1-4 11,-4-18-2038,-1-4-1148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19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0 135 1985,'0'0'3580,"7"0"-3401,13 0-148,-1-2 1,0 0-1,0-1 0,0 0 1,29-11-1,8 0-11,100-19-19,1 7 1,2 7-1,185 1 0,175 18-2492,-537 0 1282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0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39 219 160,'0'0'3025,"-6"-4"-2350,-20-10-98,20 11 757,13 11-1262,58 81-45,58 69 58,-95-128-66,1-2-1,64 49 1,-78-66 61,1-1 0,0-1 0,1-1 0,0 0 0,0-1 0,1-1 0,0 0 0,32 5 0,40-2 170,1-4 0,120-7 0,-198 0-144,0 0 1,0-1 0,1 0 0,-2-1-1,1 0 1,0-1 0,21-13-1,2-3 209,40-30 0,-57 34-245,-1 0 1,-1-2-1,-1 0 1,0 0-1,-1-2 0,-2 0 1,17-33-1,-25 39-12,0 1 0,-1-1 0,-1 0 0,-1 1 0,0-1 0,-1-1 0,-1-25 0,1 13-31,10-164-72,-11 192 26,0-1 1,0 0 0,-1 1 0,1-1 0,-1 0 0,1 1 0,-1-1 0,1 1 0,-1-1 0,1 1 0,-1-1 0,1 1 0,-1-1-1,0 1 1,1-1 0,-1 1 0,0 0 0,1-1 0,-1 1 0,0 0 0,1 0 0,-1 0 0,0-1 0,0 1 0,1 0 0,-1 0-1,0 0 1,1 0 0,-1 0 0,0 0 0,0 1 0,0-1 0,-30 3-1576,-4 7-1034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1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51 448,'0'0'3741,"2"-9"-2917,-1-2-1006,4-18 2035,-5 29-1834,0 0 1,0 0 0,0 0-1,0 0 1,1 0-1,-1 0 1,0 0-1,0 0 1,0 0 0,0 0-1,0 0 1,0 0-1,0 0 1,0 0-1,0 0 1,0 0 0,0 0-1,0 0 1,0 0-1,0 0 1,1 0 0,-1 0-1,0 0 1,0 0-1,0 0 1,0 0-1,0 0 1,0 0 0,0 0-1,0 0 1,0 0-1,0 0 1,0 0-1,0 0 1,0 0 0,0 0-1,0-1 1,0 1-1,0 0 1,0 0-1,0 0 1,0 0 0,1 0-1,-1 0 1,0 0-1,0 0 1,0 0-1,1 20 196,22 275 448,-8-125-187,-14-152-1343,-1-34-3241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3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0 369 144,'0'0'323,"7"-26"-8,18-84 490,-21 89-187,-1 0-1,-1 0 1,-1-1 0,-2-35-1,-1 7 86,2 11 693,0 38-1177,0 25-131,1 70-380,5-1 1,4 1 0,4-1-1,28 101 1,-35-165-1667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4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0 2705,'0'0'3114,"-17"10"-3069,7-4-35,1-1-3,1-1-1,0 1 0,0 1 0,-7 6 0,12-9-4,0 0 0,0 0 0,1 0-1,-1 1 1,1-1 0,0 1 0,0-1-1,0 1 1,0 0 0,1-1 0,-1 1-1,1 0 1,0 0 0,0 0 0,0 5-1,-1 10 20,1 0 0,0 0 0,1 0 0,1 0 0,6 31 0,-6-45-23,1 0 0,0 0 0,-1 0-1,1 0 1,1 0 0,-1 0 0,1-1-1,0 0 1,0 1 0,0-1 0,0 0-1,1 0 1,0-1 0,0 1-1,0-1 1,0 0 0,0 0 0,1 0-1,-1 0 1,1-1 0,0 0 0,0 0-1,0 0 1,10 2 0,-6-2-33,1 0 0,-1-1 1,1 0-1,-1 0 0,15-2 0,-22 1 35,1 0-1,0-1 1,0 1-1,-1-1 0,1 1 1,0-1-1,-1 0 1,1 0-1,-1-1 1,1 1-1,-1 0 1,1-1-1,-1 1 0,0-1 1,0 0-1,0 0 1,0 0-1,0 0 1,0 0-1,0 0 0,-1 0 1,2-3-1,2-8 0,-2 1 1,0-1-1,0 0 0,-1 0 0,-1 0 0,0 0 0,-1 0 0,-2-20 0,2 27-23,-1-1 0,-1 1 0,1 0 0,-1 0 0,0 0 0,0 0 0,-1 1 0,0-1 0,0 1 0,0-1 0,-1 1 0,1 0 0,-1 0 0,0 0 0,-1 1 0,1 0 0,-1-1 0,0 2 0,0-1 0,0 0 0,-1 1 0,1 0 0,-1 0 0,0 1 0,1 0 0,-1 0 0,0 0 0,-8-1 0,-7 3-779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4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174 111 2017,'0'0'2815,"2"-13"-2397,2-3-246,-2 8-48,0 0 0,0 0 0,-1 1 0,0-1 0,-1-13-1,0 20-97,-1-1-1,1 1 1,-1 0-1,0 0 1,1 0-1,-1-1 1,0 1-1,0 0 1,0 0-1,0 0 1,0 0-1,0 1 1,0-1-1,0 0 0,0 0 1,0 1-1,0-1 1,-1 0-1,1 1 1,0-1-1,0 1 1,-1 0-1,1-1 1,0 1-1,-1 0 1,1 0-1,-1 0 1,1 0-1,0 0 0,-1 0 1,-1 0-1,-3 0-18,0 0-1,0 0 0,-1 1 1,1 0-1,0 0 0,-7 2 1,8-1-9,1 1 0,-1 0 1,1 0-1,0 0 0,-1 0 1,1 1-1,1 0 0,-1 0 1,0 0-1,1 0 0,0 0 1,-4 9-1,-1 0-5,1 1 0,1 0-1,-5 18 1,7-17-5,0 0 1,2 1-1,0-1 1,0 1-1,2-1 0,0 1 1,1-1-1,5 30 1,-5-42 11,0 0-1,0 0 1,0 0 0,1 0 0,0 0-1,0 0 1,-1 0 0,2 0 0,-1 0-1,0-1 1,0 0 0,1 1 0,-1-1-1,1 0 1,0 0 0,0 0 0,0 0-1,0-1 1,0 1 0,0-1-1,6 2 1,1 0-10,1-1-1,0 0 0,0 0 1,0-1-1,14-1 0,-22 0 10,0-1-1,0 1 0,0-1 0,-1 0 1,1 0-1,0 0 0,-1 0 0,1 0 1,-1 0-1,1-1 0,-1 1 0,1-1 1,-1 0-1,0 0 0,0 0 0,0 0 0,0 0 1,0 0-1,-1 0 0,1-1 0,-1 1 1,1-1-1,1-3 0,3-7 27,-1 0 0,0-1 0,4-17 0,-8 28-21,4-25 44,-1-1 0,-1 1 0,0-38 0,-3 86-251,-1-2 265,1 0 1,1 0-1,1 0 0,7 33 1,-8-47-162,0 1-1,1-1 1,-1 0 0,1 0 0,0 0 0,0 0 0,1-1-1,-1 1 1,1-1 0,-1 1 0,1-1 0,0 0-1,1 0 1,-1 0 0,0 0 0,1-1 0,0 0-1,-1 1 1,1-1 0,0 0 0,0-1 0,0 1-1,0-1 1,1 0 0,-1 0 0,6 1 0,26-1-3073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5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66 1473,'0'0'3463,"0"-15"-3231,0-2-178,0-17 36,3 67 91,5 87 391,20 228-189,-26-332-338,1 0-1,10 30 1,-11-104 480,-2 51-523,0 0 0,-1 1 0,0-1 0,0 1 0,-1-1 0,0 1-1,0-1 1,0 1 0,-1 0 0,1 0 0,-2 0 0,1 0 0,-7-8-1,7 10-4,-1 1 0,1-1 0,-1 1 0,0-1 0,0 1 0,0 0 0,0 1 0,-1-1 0,1 1 0,-1 0 0,1 0 0,-1 0 0,0 1 0,0-1 0,0 1-1,0 0 1,0 1 0,-9-1 0,11 2-1,0-1 1,0 1-1,0 0 0,0 0 1,0 0-1,0 0 0,1 0 0,-1 1 1,0-1-1,0 1 0,1 0 0,0 0 1,-1 0-1,1 0 0,0 0 0,0 1 1,0-1-1,0 1 0,0-1 0,0 1 1,1 0-1,-1-1 0,-1 6 0,-3 6-1,1-1 1,1 1-1,-6 25 0,10-38 5,-3 14 9,0 1 0,0 30 0,2-43-6,1 0 0,1 1 0,-1-1 1,0 0-1,1 1 0,-1-1 1,1 0-1,0 0 0,0 0 0,0 0 1,1 0-1,-1 0 0,1 0 0,-1 0 1,1 0-1,0-1 0,0 1 0,0-1 1,1 1-1,-1-1 0,3 2 1,1-1-6,0 0 1,0 0-1,1-1 1,-1 0-1,0-1 1,1 1-1,-1-1 1,13 0-1,-4 0-146,1-1-1,30-5 1,44-17-1484,-83 20 1492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6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60 1217,'0'0'3735,"1"-8"-3383,3-16-396,-4 24 43,0 0 0,0 0 0,0 0 0,0 0 0,0 0 0,0 0 0,0 0 0,0 0 0,0 1 0,0-1 0,0 0 0,0 0 0,0 0 0,0 0 0,0 0 0,0 0 0,0 0 0,1 0 0,-1 0 0,0 0 0,0 0 0,0 0 0,0 0 0,0 0 0,0 0 0,0 0 0,0 0 0,0 23-30,0-21 27,0 343 516,-19-585-1062,9 146 257,10 94 313,0-1-1,0 0 1,0 1-1,0-1 1,0 0 0,0 1-1,0-1 1,0 1-1,0-1 1,1 0-1,-1 1 1,0-1-1,0 1 1,1-1-1,-1 1 1,0-1 0,1 1-1,-1-1 1,1 1-1,-1-1 1,1 1-1,-1-1 1,1 1-1,-1-1 1,1 1-1,-1 0 1,1 0 0,-1-1-1,1 1 1,1-1-1,24-4-154,-8 2 182,162-33-1232,-128 32-1029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6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2193,'0'0'2385,"122"0"-2369,-63-11-16,9 8-272,-11-3-1601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6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1056,'0'0'3506,"50"9"-3426,4-15 16,11-6-96,-5 6-592,-10-9-2482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27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33 176 3362,'0'0'2387,"-3"-4"-2016,-13-17-246,17 27-191,-1-5 55,0 348 403,-12-663 251,9 239-632,4 75-22,0 0-1,0 0 1,0-1 0,-1 1 0,1 0-1,0 0 1,0 0 0,0 0 0,0 0-1,-1 0 1,1 0 0,0 0 0,0 1-1,0-1 1,-1 0 0,1 0-1,1 1 1,5 2-21,-1 0-1,0 0 0,0 0 1,0 1-1,-1 0 0,1 0 1,-1 0-1,0 1 0,7 7 1,40 54-90,-36-44 114,69 103 16,-50-70 3,49 58-1,-81-110 6,-2-2-7,-1 0-1,1 0 1,-1-1 0,1 1 0,-1 0 0,1 0 0,0-1-1,-1 1 1,1-1 0,0 1 0,0-1 0,-1 1 0,1-1-1,0 1 1,0-1 0,0 0 0,0 1 0,-1-1 0,4 0 776,-4-4 1152,0-90 849,0-104-1642,2-1-5328,-1 136-346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0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7379 24 592,'0'0'595,"4"-4"-283,12-12 150,-12 12 264,-41 4 2998,-26 0-3988,18 3 346,-1 2 0,1 2 0,-79 24 0,67-16 253,-95 13 0,-502-1 1700,-741-30-1451,932 12-517,378-8-25,-214-11 207,-152-21-71,-1 29-89,272 2-55,-11-1-13,-292 8 52,-316 7 97,525-16-135,85 4 3,-251-7 303,91-7 185,277 12-438,71 0-54,-20 0 44,-14 0-1036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2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1676 848,'0'0'2516,"-5"1"-2473,3 0-40,1-1 0,-1 0 1,0 1-1,1-1 0,0 1 1,-1-1-1,1 1 0,-1 0 1,1 0-1,0 0 0,-1-1 0,1 1 1,0 0-1,0 1 0,0-1 1,0 0-1,0 0 0,0 0 1,0 1-1,0-1 0,0 0 0,0 3 1,-5 5 11,-54 74 379,53-75 1738,10-29-1508,-4-238 137,2-288-364,15 246-106,0-39 37,-16 57 3,0 282-335,-1 1 0,1-1 0,-1 0 0,1 0 0,-1 0 0,0 0 0,1 0-1,-1 1 1,0-1 0,1 0 0,-1 0 0,0 1 0,0-1 0,0 1 0,0-1 0,0 1 0,0-1 0,0 1 0,0-1 0,0 1-1,0 0 1,0 0 0,0 0 0,0-1 0,0 1 0,0 0 0,0 0 0,0 0 0,0 0 0,0 1 0,-2-1 0,-30 5-58,22 3 58,11-8 3,0 0 0,0 0 0,0 0-1,0 0 1,0 0 0,0 0-1,0 0 1,0 0 0,0 0 0,0 0-1,0 0 1,0 0 0,0 0-1,0 0 1,0 1 0,1-1 0,-1 0-1,0 0 1,0 0 0,0 0 0,0 0-1,0 0 1,0 0 0,0 0-1,0 0 1,17-1-7,196-11-22,-91 2-251,-77 8 96,0-1-1,63-15 1,-96 16-2598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2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34 2417,'0'0'3001,"-2"-6"-2571,-8-16-177,7 17-181,7 5-168,3 1 89,0 0-1,-1 0 0,1 1 1,-1 0-1,0 0 0,1 1 0,-1-1 1,0 1-1,0 1 0,9 6 0,57 47 42,-64-50-41,12 10 1,-2 1 1,0 0 0,-1 2 0,0 0-1,17 30 1,-26-37-1,0 1 0,-1 0 0,-1 1 0,-1 0 1,0 0-1,-1 0 0,0 0 0,-1 1 0,1 30 0,-2-30 12,-2 0 1,0-1-1,0 1 1,-2 0-1,0 0 0,-1-1 1,0 1-1,-1-1 1,-10 24-1,-4-7 33,-1-2 0,-1-1 0,-2 0 1,-1-2-1,-38 37 0,58-62-36,1 0 0,-1 0 1,1 0-1,0 1 0,0-1 0,0 1 0,0-1 1,0 1-1,1 0 0,-1 0 0,1 0 1,0 0-1,0 0 0,0 0 0,0 0 1,0 0-1,1 0 0,-1 4 0,1-7-83,-1 0-1,1 1 1,-1-1 0,1 0-1,-1 1 1,1-1-1,-1 0 1,1 0 0,-1 0-1,1 0 1,-1 0-1,1 1 1,-1-1 0,1 0-1,-1 0 1,1 0-1,-1 0 1,1 0 0,-1-1-1,1 1 1,-1 0-1,1 0 1,-1 0-1,1 0 1,-1-1 0,1 1-1,-1 0 1,0-1-1,-11-9-2803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3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6 592,'0'0'1740,"-3"0"-1212,-8-4 1002,34 2-1088,6 4-445,1 0 1,-1 2-1,55 14 1,85 36 15,-128-39-16,258 104 4,-283-112-2,43 21-18,-42-19 24,1 0 1,0-2-1,0 0 0,0 0 1,30 5-1,-21-12-341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3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4 574 544,'0'0'3495,"-3"0"-2504,6 0-877,21-1-56,-1-1 1,1-1 0,-1-1-1,-1-2 1,26-8 0,-9 0 56,-1-1 1,41-24 0,-62 28-60,-2 0-1,1-2 1,-2 1 0,1-2 0,17-22 0,-8 11 20,23-29 181,-3-2 1,54-89 0,-51 65 321,-46 69-3353,-1 4-393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4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 1345,'0'0'2924,"-10"0"-2492,-60 0 1974,83 0-2200,170-1-158,208 3-11,-120 6 531,-264-7-184,-29-8-8542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6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2953 0 1521,'0'0'2150,"1"0"-2041,4 0 1113,-8 0-910,-393 14 1284,-893 14 45,1049-28-1511,-673-15 649,830 15-634,48 0-3518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7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230 229 2001,'0'0'2332,"-7"2"-2188,5-1-138,0-1 0,0 1 0,0-1 0,0 1 0,0 0 0,1 0 0,-1 0 0,0 0 1,0 0-1,1 0 0,-1 0 0,1 0 0,-3 3 0,3-2 0,0 1 0,0 0 0,-1 0 0,2-1 0,-1 1 0,0 0 0,1 0 0,-1 0 0,1 0 0,0 0 0,0 0-1,0 3 1,0-1 0,0 1-1,0 0 1,1 0-1,-1-1 1,1 1-1,3 9 1,-3-14-4,0 1 1,-1-1-1,1 1 1,0-1-1,0 1 1,1-1-1,-1 1 1,0-1-1,0 0 1,1 0-1,-1 0 1,1 0 0,-1 0-1,1 0 1,-1 0-1,1 0 1,0 0-1,-1-1 1,1 1-1,0-1 1,0 1-1,-1-1 1,1 0-1,0 0 1,3 1 0,2-1 19,1 1 1,0-1 0,-1 0-1,1-1 1,0 1 0,10-4-1,-16 3-19,1 0 0,-1 0-1,1 0 1,-1 0-1,0 0 1,0-1 0,0 0-1,0 1 1,0-1-1,0 0 1,0 0 0,0 0-1,-1 0 1,1 0-1,-1 0 1,1 0 0,-1-1-1,0 1 1,0 0-1,0-1 1,0 1 0,0-4-1,2-9-41,0-2 0,-1 1 0,-1 0 0,-1 0 0,-1-21 0,0 16-76,1 14 100,-1-1 1,0 1 0,0-1-1,0 1 1,-1-1 0,0 1-1,-1 0 1,0 0 0,0 0-1,0 0 1,-1 0 0,0 1-1,0 0 1,-1 0 0,0 0-1,0 0 1,0 1 0,-1-1 0,1 1-1,-1 1 1,0-1 0,-1 1-1,1 0 1,-1 1 0,0-1-1,0 1 1,0 1 0,0-1-1,0 1 1,-1 0 0,1 1-1,-1 0 1,1 0 0,-10 1-1,12 0 19,0 1 0,0 0 1,1 0-1,-1 0 0,0 1 0,1 0 0,-1 0 0,1 0 0,0 0 1,-1 1-1,1-1 0,0 1 0,1 0 0,-1 0 0,0 1 0,1-1 1,0 1-1,0 0 0,0 0 0,-4 6 0,-4 9 10,1-1 1,0 2-1,-9 26 0,12-21 21,0 0 0,2 0-1,1 0 1,1 1 0,1-1-1,2 40 1,0-57-23,-1 0 0,2 1-1,-1-1 1,1 0 0,1 1 0,0-1-1,0 0 1,0 0 0,1 0 0,0-1-1,0 1 1,1-1 0,0 0 0,1 1-1,-1-2 1,1 1 0,1-1 0,-1 1-1,1-1 1,0-1 0,0 1 0,1-1 0,0 0-1,0-1 1,0 0 0,9 4 0,-3-3-152,0-1 1,0 0 0,1-1-1,-1-1 1,1 0 0,-1-1 0,1 0-1,0-1 1,15-2 0,11-3-3284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7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2945,'0'0'2818,"0"12"-2914,12 56 96,0 19 16,-3 8 0,0-9 32,2-12-32,-5-6 0,3-14 0,-3-7-16,3-11 0,0-12-1105,6-18-2464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28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1 412 3410,'0'0'883,"21"-1"-854,136-5 3,-134 5-27,0-2 1,25-6-1,-39 7-12,0-1 0,0 1 0,-1-2 0,1 1-1,-1-1 1,0-1 0,0 1 0,10-9 0,-15 10-45,-1 0 1,1-1-1,-1 0 0,1 1 0,-1-1 1,0 0-1,-1 0 0,1 0 1,-1 0-1,1 0 0,-1-1 0,-1 1 1,1 0-1,0-1 0,-1 1 1,0 0-1,-1-6 0,1 4 47,0 0 0,0 1 0,-1-1 0,0 0 0,0 0 0,-1 1 0,0-1 1,0 1-1,0-1 0,0 1 0,-1 0 0,-5-7 0,1 5 49,0 0 1,0 0 0,-1 1-1,0 0 1,0 1 0,-1-1-1,0 2 1,0-1 0,0 1-1,0 1 1,-15-5 0,3 3 62,-1 1 0,0 1 1,0 1-1,-25 0 0,43 2-99,0 1 0,1-1 0,-1 1 0,1 0 0,-1 0 0,1 0 0,0 1 0,-1-1 0,1 1 0,0 0-1,0 0 1,0 0 0,0 0 0,0 0 0,0 1 0,1-1 0,-1 1 0,1 0 0,0-1 0,0 1 0,0 0 0,0 1 0,0-1-1,1 0 1,-1 0 0,-1 8 0,-3 6-1,1 0-1,1 1 0,1 0 0,-1 19 1,2-22 4,-1 11 9,1 50 1,2-70-18,1 0 0,-1 0 0,1 0 0,0 0 0,1 0 0,-1-1 0,1 1 0,1 0-1,-1-1 1,1 1 0,0-1 0,0 0 0,7 10 0,-2-8 4,1 0 0,-1 0 0,1-1 0,0 0 0,0-1 0,1 0 1,-1 0-1,1-1 0,0 0 0,1-1 0,-1 0 0,19 3 0,10-2 12,0-1 0,46-2 0,-50-1-24,-22-1-9,1 0-1,-1 0 1,0-1-1,1-1 1,-1 0-1,0-1 1,0 0-1,-1-1 1,0 0-1,1-1 1,-2-1-1,1 0 1,-1 0-1,0-1 1,0-1-1,-1 1 1,0-2-1,-1 1 1,0-2-1,-1 1 1,0-1-1,0 0 1,-1-1-1,0 0 1,-1 0-1,-1 0 1,0-1-1,-1 1 1,0-1-1,-1-1 1,3-16-1,-6 26 15,2-16 38,-1-1 0,-1-28 0,-1 44-25,1 0-1,-1 0 0,0 1 1,0-1-1,0 0 1,-1 1-1,1-1 0,-1 1 1,0-1-1,0 1 0,-1 0 1,1 0-1,-1 0 0,0 0 1,-7-6-1,7 8 2,1 0 0,-2 0 0,1 1 0,0-1 0,0 1 0,0 0 0,-1 0 0,1 0 0,0 0 0,-1 1 0,1-1 0,-1 1 0,1 0 0,-1 0 0,1 0 0,-1 0 0,1 1 0,0-1 0,-1 1 0,-5 2 0,2 0-17,0-1 0,1 1-1,-1 0 1,1 0 0,0 1 0,0 0-1,0 0 1,1 0 0,-6 6 0,-4 5 0,1 2 0,0 0 0,2 0 0,0 2 1,-17 32-1,24-38-1,0-1-1,0 1 1,1 0 0,1 0-1,0 1 1,1-1 0,1 1-1,0-1 1,0 1 0,3 18 0,-2-30 2,1 1 1,-1-1 0,1 0-1,-1 0 1,1 0 0,0 0 0,0 0-1,0 0 1,0 0 0,0 0-1,0 0 1,0 0 0,1 0-1,-1-1 1,1 1 0,-1 0 0,4 1-1,-1 0 5,0-1-1,0 0 1,0 0-1,0 0 1,1 0-1,-1-1 1,1 0-1,5 2 1,8-1 12,1-1 0,-1 0 1,26-3-1,-37 1-14,-1 1-1,1-1 1,0-1-1,-1 1 1,0-1-1,1 0 1,-1 0-1,0-1 0,0 0 1,0 0-1,0 0 1,-1-1-1,1 0 1,-1 0-1,0 0 0,0 0 1,0-1-1,-1 0 1,0 0-1,5-7 1,-3 3-12,-1 0 0,0 0 0,-1 0 0,0-1 0,0 0 0,-1 0 0,0 0 0,-1 0 0,0 0 0,-1 0 0,1-17 0,-3-51 273,1 78-259,0-1 0,0 1 0,0-1 0,0 1 0,0 0 1,0-1-1,0 1 0,0 0 0,0-1 0,0 1 0,0 0 1,0-1-1,0 1 0,-1-1 0,1 1 0,0 0 0,0 0 1,0-1-1,-1 1 0,1 0 0,0-1 0,0 1 0,-1 0 1,1 0-1,0-1 0,-1 1 0,1 0 0,0 0 0,-1 0 0,1 0 1,0-1-1,-1 1 0,1 0 0,0 0 0,-1 0 0,1 0 1,-1 0-1,1 0 0,0 0 0,-1 0 0,1 0 0,0 0 1,-1 0-1,1 0 0,-1 0 0,1 0 0,0 0 0,-1 1 1,1-1-1,0 0 0,-1 0 0,1 0 0,0 0 0,-1 1 1,1-1-1,0 0 0,0 0 0,-1 1 0,1-1 0,0 0 0,0 1 1,-1-1-1,1 0 0,0 1 0,-2 15-45,1-1 1,2 32-1,0-12 50,-2-31-12,1 1 1,0-1-1,1 1 1,-1 0 0,1-1-1,-1 1 1,1-1-1,1 0 1,-1 1 0,0-1-1,1 0 1,0 0-1,0 0 1,1 0 0,-1 0-1,1 0 1,-1-1-1,1 1 1,0-1 0,1 0-1,-1 1 1,0-2-1,1 1 1,0 0-1,0-1 1,0 0 0,0 1-1,0-1 1,0-1-1,0 1 1,1-1 0,-1 0-1,0 0 1,1 0-1,8 0 1,-8 0-4,0 0 0,0-1 1,0 1-1,1-1 0,-1 0 0,0-1 1,0 1-1,0-1 0,0 0 0,0 0 1,0-1-1,-1 1 0,1-1 0,6-4 1,-7 3-5,0 0 0,-1 0 1,1 0-1,-1-1 0,0 1 1,0-1-1,0 0 0,-1 0 1,1 0-1,-1 0 0,0-1 1,0 1-1,0-1 0,-1 1 1,2-6-1,3-19 18,-2-1 0,0 0-1,-2 0 1,-3-47 0,0 28 68,1 72-140,-1 7 66,0-1-1,3 1 0,0-1 0,8 35 0,10 2 19,-26-142 1422,-9 23-1411,9 33-39,0 0-1,2 1 0,0-2 0,-1-32 0,5 50-13,1 0 0,-1 0 1,1 0-1,0 0 0,1 0 1,-1 0-1,0 0 0,1 0 0,-1 1 1,1-1-1,0 0 0,0 1 1,0 0-1,0-1 0,0 1 0,1 0 1,-1 0-1,1 0 0,-1 0 1,1 1-1,6-3 0,6-4-158,1 0-1,26-7 1,-38 14 160,28-8-127,49-7 0,12-4 20,-105 22 299,7-2-88,0 1 1,0 0-1,0 0 0,1 0 0,-1 0 1,0 1-1,1 0 0,-7 3 1,1 2-59,0 1 1,1 0 0,-1 0-1,2 1 1,-1 1 0,1-1-1,0 2 1,1-1 0,-8 15-1,11-18 9,1 0-1,-1 1 0,1-1 0,0 1 0,1-1 0,0 1 0,0 0 1,1 0-1,0 0 0,0 0 0,1 0 0,0 0 0,0 0 0,1 0 1,2 13-1,-1-17-29,-1 0 0,1-1 1,0 1-1,0 0 0,0-1 1,0 0-1,1 1 1,-1-1-1,1 0 0,0 0 1,0-1-1,0 1 0,0 0 1,0-1-1,5 3 1,4 1 10,-1-1 0,1 0 0,20 6 0,5-3-261,0-2 0,0-1 0,1-1 0,53-3 0,34-1-4524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38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1375 12 880,'0'0'1102,"3"0"-910,55-6-439,-34 1 2347,-33 4 492,-369 30-2187,194-11-162,62-7-133,-598 38 1248,674-49-2393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38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161 179 3298,'0'0'2713,"-3"-21"-2198,-2-4-445,2 12-79,0 0 0,1 0 0,0-16 0,5 84-152,17 85-1,-4-34 221,-7-17-28,-3-25-6,3 0 1,20 76-1,-26-234 479,-26-111-431,1 21-141,17-54-100,5 237 150,-2 1 7,0 0 0,0 1 1,1-1-1,-1 1 0,0-1 1,1 1-1,-1 0 1,1 0-1,-1-1 0,1 1 1,-1 0-1,1 1 0,-1-1 1,1 0-1,0 0 0,0 0 1,0 1-1,-1-1 0,1 1 1,1-1-1,-1 1 0,0-1 1,0 1-1,0-1 0,1 1 1,-1 3-1,-5 6 11,-97 153-427,59-104-1646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39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1 155 3137,'0'0'865,"214"-35"-657,-99 5-96,13 0-112,-3 3-224,-24-5-2353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3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0 1345,'0'0'3649,"-29"0"-3302,-91 1-192,110-1-122,-1 1 0,1 0-1,-1 1 1,1-1 0,-12 5 0,-14 0 928,43-5-785,55 5-144,102-3 1,-44-3-29,-44 2-705,1 3 0,-2 4 0,101 24 0,-140-25-611,-6-4-655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4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21 2241,'0'0'3394,"-21"0"-3330,78 0 16,20-3-80,12-6 0,0 3 0,-3 3 0,-8 3-497,-13 0-255,-15 0-384,-20 0-929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2913,'0'0'1057,"193"-27"-1041,-119 18-16,-3 3 0,-2 3-304,-19 3-1329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4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3330,'0'0'1632,"196"-39"-1616,-107 27-16,-6 3-32,-12 0-1376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5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10 3474,'0'0'1822,"-12"-2"-1750,5 0-68,5 1-5,0 0 1,0 0-1,0 1 0,0-1 0,0 1 1,0-1-1,-1 1 0,1 0 0,0 0 1,0 0-1,-1 0 0,1 0 0,0 0 1,0 1-1,0-1 0,-1 1 0,1-1 1,0 1-1,0 0 0,0 0 0,0 0 1,0 0-1,0 0 0,1 1 1,-1-1-1,0 0 0,0 1 0,1-1 1,-1 1-1,-1 3 0,-3 6-3,1 1 0,1 0 0,0 0 0,1 0-1,0 0 1,1 0 0,0 1 0,0 18 0,2-25 5,0-1 1,0 1-1,0 0 1,1-1-1,0 1 1,0 0 0,0-1-1,1 1 1,0-1-1,0 0 1,0 1-1,1-1 1,-1 0-1,1 0 1,0-1-1,1 1 1,-1-1-1,1 1 1,0-1-1,8 6 1,-2-5 2,0-1 0,0 0 0,0 0 0,1-1 0,-1 0 0,1-1 0,0 0 0,0-1 0,0 0 0,0-1 0,15-1 0,-22 1-2,1 0-1,1 0 0,-1-1 0,0 1 0,-1-1 0,1 0 0,0 0 0,0-1 0,0 0 0,0 1 0,-1-1 0,1-1 0,-1 1 0,0-1 0,0 0 0,0 0 0,0 0 0,0 0 0,0-1 0,-1 1 0,5-7-1,-4 4 1,0-1 0,-1 1 0,0 0 0,0-1-1,-1 0 1,0 1 0,0-1 0,0 0 0,-1 0-1,0 0 1,-1 0 0,1 0 0,-1-1 0,-1-6-1,0 11-13,0-1 0,1 0 0,-1 1 0,-1-1 0,1 1 0,0-1 0,-1 1 0,0-1 0,0 1 0,0 0-1,0 0 1,0 0 0,-1 0 0,1 1 0,-1-1 0,0 0 0,1 1 0,-1 0 0,-1 0 0,1 0 0,0 0-1,0 0 1,-1 1 0,1-1 0,-1 1 0,-5-1 0,-6-2-277,-1 0 0,1 2 0,-1 0 0,-31 0 0,26 2-2885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5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6 2017,'0'0'2545,"-24"-2"-2521,3 0-8,0 0 0,-35 3 0,54-1-15,0 0 0,0 1 0,-1 0 0,1-1 0,0 1-1,0 0 1,0 0 0,0 0 0,0 1 0,0-1 0,1 0 0,-1 1 0,0-1 0,1 1-1,-1 0 1,0-1 0,1 1 0,0 0 0,0 0 0,-1 0 0,1 0 0,0 0 0,1 0 0,-1 0-1,-1 4 1,0 2 0,0 1-1,1 0 1,0 1 0,0 13-1,1-13 3,0 2 4,-1-4 1,1 0 0,0 0 0,0 0 1,1-1-1,2 15 0,-2-20-7,0 0 0,0 0 0,0 0 0,0 0-1,0 0 1,0 0 0,0-1 0,1 1 0,-1 0 0,1 0-1,-1-1 1,1 1 0,-1-1 0,1 0 0,0 1 0,0-1-1,0 0 1,0 0 0,0 0 0,0 0 0,0-1 0,0 1-1,0 0 1,0-1 0,3 1 0,10 2 7,1-2 1,-1 1-1,0-2 1,1 0-1,-1 0 1,0-2 0,25-4-1,-32 4-4,0-1 1,0 0-1,0 0 0,0 0 0,-1-1 1,0 0-1,1 0 0,-1-1 0,-1 0 0,1 0 1,-1-1-1,0 0 0,0 0 0,0 0 1,6-11-1,-10 14-4,0 0 1,0 0-1,-1 0 1,1-1 0,-1 1-1,0 0 1,0-1-1,0 1 1,-1 0-1,1-1 1,-1 1-1,1-1 1,-1 1-1,-1-1 1,1 1-1,0-1 1,-1 1-1,1-1 1,-1 1-1,0 0 1,0-1-1,-1 1 1,1 0-1,-1 0 1,1 0-1,-1 0 1,0 0-1,0 0 1,0 0 0,-1 1-1,1-1 1,-1 1-1,1-1 1,-1 1-1,0 0 1,0 0-1,0 0 1,0 1-1,0-1 1,-6-2-1,1 3-152,0 0-1,1 0 0,-1 1 1,-12 0-1,5 0-410,-15 0-1504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6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36 4162,'0'0'747,"-9"3"-694,2-1-54,5-1 0,0-1 0,0 1 0,0-1 0,0 1 0,0 0 0,0-1-1,0 1 1,0 0 0,0 0 0,0 1 0,1-1 0,-1 0 0,0 1 0,1-1 0,-1 1 0,1-1 0,-1 1 0,1 0 0,0 0 0,0-1 0,-1 1 0,1 0 0,1 0 0,-1 0-1,0 0 1,0 0 0,1 0 0,-1 3 0,1 4 1,-1-2 3,0 1 0,1 0 0,1-1 0,-1 1 0,3 11 0,-2-17-2,-1 0-1,1 0 1,0 0-1,0 0 1,0 0-1,0-1 1,0 1-1,0 0 1,0-1 0,1 1-1,-1 0 1,1-1-1,-1 0 1,1 1-1,0-1 1,-1 0-1,1 0 1,0 0-1,0 0 1,0 0 0,0 0-1,-1-1 1,1 1-1,0 0 1,4-1-1,6 3-2,0-2-1,0 0 0,0 0 1,1-1-1,-1-1 0,0 0 1,22-4-1,-30 4 3,-1 0 0,1 0 0,-1 0 0,1 0 0,-1-1 0,1 1 0,-1-1 0,0 0 0,0 0 0,0 0 0,0 0 0,0-1 0,0 1 0,-1-1 0,1 0 0,-1 0 0,1 0 0,-1 0 0,0 0 0,0 0 0,-1 0 0,1-1 0,-1 1 0,0-1 0,1 1 0,-1-1 0,-1 0 0,1 1 0,0-5 0,-1 4-11,0 0 0,0 0 0,0 0 0,0 0 0,0 0 0,-1 0 0,0 1 0,0-1 0,0 0 0,0 0 0,-1 0 0,1 1 0,-1-1 0,0 1 0,0-1 0,0 1 0,-1 0 0,-3-4 0,2 4-45,0 0 0,-1 0 1,1 0-1,-1 0 0,0 1 0,0 0 0,0 0 1,0 0-1,0 0 0,0 1 0,0 0 1,-1 0-1,-6 0 0,-18 0-555,6 1-1432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06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0 3346,'0'0'1291,"-13"30"-1107,-40 94-125,51-121-58,1 0 0,0 0 1,0 1-1,0-1 0,0 0 1,0 0-1,1 1 0,-1-1 1,1 0-1,0 1 1,0-1-1,0 1 0,0-1 1,1 0-1,1 5 0,-1-6 1,0-1-1,0 1 0,0-1 0,0 0 1,0 1-1,1-1 0,-1 0 0,1 0 1,-1 0-1,1 0 0,-1 0 0,1 0 0,-1 0 1,1-1-1,3 2 0,2 1 3,8 2 6,0-1 0,1 0 0,-1-1 0,1-1 1,0 0-1,0-2 0,-1 1 0,1-2 0,27-4 0,-40 5-8,-1-1 0,0 1 0,1-1 0,-1 0 0,0 1 0,0-1 0,0 0 0,0-1 0,1 1 0,-1 0-1,-1 0 1,1-1 0,0 1 0,0-1 0,-1 0 0,1 0 0,0 1 0,-1-1 0,0 0 0,1 0 0,-1 0 0,0-1 0,0 1 0,0 0-1,-1 0 1,1-1 0,0-2 0,0 1 3,0 0 1,-1 0-1,0 1 0,0-1 0,0 0 0,0 0 0,-1 0 0,1 0 1,-1 1-1,0-1 0,0 0 0,0 0 0,-1 1 0,1-1 0,-1 1 1,-3-6-1,-1 3-14,0-1 0,0 1 0,-1 0 0,0 1 1,0 0-1,0 0 0,0 0 0,-15-6 0,13 7-39,0-1-1,1 1 0,-1-2 0,1 1 1,1-1-1,-1-1 0,-7-8 0,-2-11-407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04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16 779 1457,'0'0'5157,"0"-4"-4224,0-91-572,-9-399 1447,3 309-1866,6 253-70,15 602 146,-5-530 17,54 1221 549,-65-1154-562,3 264 162,46-69 160,-21-222-299,-20-81-1854,-8-128-1251,-4-30-2561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5:05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39 2497,'0'0'3938,"-13"-2"-3215,-7-1-577,-4-1 282,64-3-154,410-7 30,-366 14-274,413 38 65,-30 1-3,-456-39-92,90 3 29,-1-5 0,158-23 1,-142 4 50,202-11 0,128 23 2057,-446 11-1903,-1 258-282,20 583 446,29 119 197,-41-709-559,-2-192-7,3-1 0,19 71 0,148 560 195,-167-660-212,-1 1 1,-2 1 0,2 62-1,-7-94 159,-8-13-56,3 7-106,0 1 0,-1 0 0,0 1 1,1-1-1,-1 1 0,-1 0 0,1 0 0,0 1 1,-1 0-1,-11-2 0,-11-1-17,-36-2 0,41 5 16,-479-8-3,313 11-20,56 5 27,-135 24 0,-47 3 49,99-6-71,149-15 24,-123 5 1,87-18-18,18-1 7,-129 14 0,128-4-5,51-6 21,-1 3 0,-58 13 0,81-16-89,0 1-1,0-2 1,0 0 0,-24-2 0,11 1-706,24 0 554,1 0-1,-1 0 1,0 0-1,0-1 1,0 1 0,1-1-1,-1 1 1,0-1-1,-2-1 1,-25-23-3722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1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2428 190 1953,'0'0'3009,"0"-7"-2851,0 1-117,-1 1 55,1-1 0,0 1 0,1-1 0,-1 0 0,1 1 0,0-1-1,0 1 1,4-10 0,-1 4 204,-2 1-1,1-1 1,-1 1-1,-1-1 1,0 0-1,0 1 1,-2-18-1,1 13-54,6 30-279,10 73 3,5 120-1,-14-123 41,2 11 11,30 541 208,-39-594 543,-8-43-715,-538 21-96,-220 38-13,146-14 144,447-24-73,-208-1 1,338-20 520,35 0-235,7 0-317,1 19-211,2 311 192,46 340 0,-33-511 67,-9 180-1,-6-258-21,0-79-6,0-1-1,0 0 1,0 0-1,0 0 1,1 0-1,-1 0 1,0 0-1,0 0 1,1 0-1,-1 0 1,1 0-1,-1 0 1,1 0-1,-1 0 1,1 0-1,-1 0 1,1 0-1,0 0 1,0 0-1,-1-1 1,1 1-1,0 0 1,0-1-1,0 1 1,2 1-1,-1-1-3,1-1 0,0 1-1,0 0 1,0-1 0,0 1-1,0-1 1,0 0 0,0 0-1,5-1 1,7-1-2,0-1 1,29-10-1,-41 12 13,46-13-11,-1 1-1,79-8 1,103 3-13,12-2-26,-107 9 35,185 8 0,-165 4 59,-132-2-62,24 0-2,-45 2 6,1-1 0,-1 0-1,1 0 1,-1 1-1,1 0 1,-1-1-1,1 1 1,-1 0 0,0 0-1,1 0 1,-1 0-1,0 1 1,3 2-1,-4-4-4,-13-1-2588,-3-7-1398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2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48 107 3249,'0'0'2911,"0"-16"-2521,0-20-334,1 13-139,-2 62 16,-11 160 271,0 59 155,12-257-191,0-4-26,0-297-180,-1 278 19,-1 0-1,-7-28 0,5 28 7,1-1 0,-1-29 0,4 51 9,0 0 1,0 1-1,1-1 1,-1 0 0,1 0-1,-1 1 1,1-1-1,-1 0 1,1 1 0,-1-1-1,1 1 1,-1-1-1,1 1 1,0-1 0,-1 1-1,1-1 1,0 1-1,0-1 1,-1 1 0,1 0-1,0-1 1,0 1-1,-1 0 1,1 0 0,0 0-1,0 0 1,1 0-1,29-4-3,-24 4-2,46-6-16,93-6-1661,-107 12-194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2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18 976,'0'0'3202,"143"-12"-3202,-90 6 0,-5 6-176,-19 0-224,-2 0-1137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2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1072,'0'0'3762,"131"0"-3746,-81-9-16,-5 0-976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3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1 128 2945,'0'0'1441,"0"30"-899,0 192 349,0-23 77,0-680 681,8 486-1609,8 15-24,-1 1-1,-1 1 1,-1 0-1,-1 1 1,13 33 0,-10-23 63,39 109 355,-6-15-78,-38-114 168,-2-18 170,4-27 206,-11 28-926,27-98 413,62-203-283,-85 291-183,0 1 0,2 0 1,9-15-1,8-16-3160,-17 22-3020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3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10 299 2449,'0'0'2569,"-2"-20"-2451,-5-165 1040,7 108-335,0 61-626,0 52-249,23 334 89,-22-361-37,1 9-46,0 14-1002,11 45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4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2 320,'0'0'5021,"-1"-2"-4852,-6 10-175,-2 10 39,1 0 0,0 1 0,1 1 0,1-1 1,1 1-1,-5 34 0,4 1 230,2 72 0,3-123-260,1-1 0,0 1 0,0 0 0,0 0 0,1 0 0,0 0 1,-1 0-1,1-1 0,1 1 0,-1 0 0,0-1 0,1 1 0,0-1 1,0 1-1,0-1 0,0 0 0,1 0 0,-1 0 0,1 0 0,-1 0 1,1-1-1,0 1 0,0-1 0,1 1 0,-1-1 0,0 0 0,1-1 1,-1 1-1,1 0 0,-1-1 0,1 0 0,0 0 0,0 0 1,0 0-1,-1-1 0,1 0 0,0 1 0,8-2 0,-10 1 0,0 0 0,0 1 0,0-2 0,0 1 0,1 0 0,-1 0 0,0-1 0,0 1 0,0-1-1,0 0 1,0 1 0,0-1 0,0 0 0,0 0 0,0-1 0,2 0 0,-2-1 2,0 0 0,0 0 0,0 0 0,0-1-1,-1 1 1,0 0 0,1-1 0,-1 1 0,1-6 0,6-32-14,-1 0 0,-2-1 0,-2 1 0,-2-1 1,-6-69-1,4 109-14,1-1 1,-1 0 0,1 0-1,-1 1 1,0-1 0,0 0-1,0 1 1,-1-1 0,1 1-1,-1 0 1,1-1 0,-1 1 0,0 0-1,-2-3 1,3 5-11,0-1 0,1 1 0,-1-1 0,0 1 0,0-1 0,0 1 1,1-1-1,-1 1 0,0 0 0,0-1 0,0 1 0,0 0 0,0 0 0,0 0 0,0 0 0,1 0 0,-1 0 0,0 0 1,0 0-1,0 0 0,0 0 0,0 0 0,0 0 0,0 1 0,0-1 0,1 0 0,-1 1 0,0-1 0,0 1 0,0-1 1,1 1-1,-1-1 0,0 1 0,1 0 0,-1-1 0,0 1 0,1 0 0,-1-1 0,1 1 0,-1 0 0,1 0 0,-1-1 1,1 1-1,-1 0 0,1 1 0,-10 20-1090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4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28 3249,'0'0'985,"-8"26"-809,-5 11-139,-34 116 94,30-94-66,7-31-108,2 0-1,1 0 1,1 0-1,-3 47 1,9-108-3016,1 3 2919,1 1-1,2-1 1,10-41 0,-1 26 821,28-63 0,-34 93-521,0 1 0,1 0 0,0 1 0,1-1-1,1 2 1,0-1 0,1 1 0,13-12 0,-22 23-137,-1 0 0,1 0-1,-1-1 1,1 1 0,-1 0 0,1 0-1,0 1 1,-1-1 0,1 0 0,0 1 0,0-1-1,0 1 1,2-1 0,-3 1-18,0 0 0,0 0 1,0 0-1,0 1 0,0-1 0,0 0 0,0 1 0,0-1 1,0 0-1,-1 1 0,1-1 0,0 1 0,0-1 1,0 1-1,-1-1 0,1 1 0,0 0 0,-1-1 1,2 2-1,1 4 5,0 0 1,-1-1-1,1 1 1,-1 0-1,0 0 1,1 10-1,1-1 92,45 214 795,-21-82-781,-17-111-1271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5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3330,'0'0'1072,"182"-24"-992,-114 18-80,-12 3-592,-14-6-2193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5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1809,'0'0'2574,"2"23"-1909,0 4-507,6 116 428,2 23 108,-6-118-620,0-34 41,-1-12-9,1-10-23,0-11-63,-1 0 0,-1-1 0,-1 0 0,0 1 0,-3-23-1,0-6 4,4-17-17,0 35-3,-1-1 0,-2 1 0,-6-38 1,6 64 22,1 0 0,-1 1 0,-1-1 0,1 0 0,0 1 0,-1-1 0,0 1 0,-2-5 0,12 8-92,25 0 71,-1 3 0,1 0 0,0 2 1,40 12-1,-60-14-7,-1 0 0,0 2 0,0-1 0,0 2 0,-1-1 0,1 2 0,-1-1 1,-1 1-1,1 1 0,-1 0 0,-1 1 0,0 0 0,0 0 0,11 15 0,-16-18 3,-1 1 1,0 0 0,0 0-1,0 0 1,-1 0-1,1 1 1,-2-1-1,1 0 1,-1 1-1,-1 0 1,1-1-1,-1 1 1,0-1 0,-1 1-1,0-1 1,0 1-1,-1-1 1,1 1-1,-2-1 1,1 0-1,-1 0 1,0 0-1,-1 0 1,1-1-1,-6 8 1,-3-2-29,0 0 0,-1 0 0,0-2 0,-1 1 0,0-2 1,0 0-1,-1-1 0,0 0 0,-1-1 0,0-1 0,-20 6 0,-31-3-2494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25 992,'0'0'1916,"-9"0"-1767,4 0-156,-28-1 414,1 2 0,-42 7 0,49 0-83,17-6 253,-1 1 1,1-1-1,-16 1 0,468-27-476,-98 1-1541,-113 20-515,-162 3 138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6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31 304,'0'0'3797,"-24"7"-3296,-76 25 75,83-25 120,17-7-693,0 0 0,0 0 0,0 0 0,0 0 0,0 0 0,0 0-1,0 0 1,0 0 0,1 0 0,-1 0 0,0 0 0,0 0 0,0 0 0,0 0 0,0 0-1,0 0 1,0 0 0,0 0 0,0 0 0,0 0 0,0 0 0,0 0 0,1 0 0,-1 0-1,0 0 1,0 0 0,0 1 0,0-1 0,0 0 0,0 0 0,0 0 0,0 0 0,0 0 0,0 0-1,0 0 1,0 0 0,0 0 0,0 0 0,0 0 0,0 0 0,0 1 0,0-1 0,0 0-1,0 0 1,0 0 0,0 0 0,0 0 0,0 0 0,0 0 0,0 0 0,0 0 0,0 0-1,0 0 1,0 1 0,0-1 0,0 0 0,0 0 0,0 0 0,0 0 0,0 0 0,0 0-1,0 0 1,0 0 0,0 0 0,0 0 0,0 0 0,0 0 0,-1 0 0,1 0 0,26 1-74,-21-1 156,88-1 76,116-16 1,198-20-1075,-185 20-1352,-146 9 390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7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1217,'0'0'4802,"125"3"-4738,-16-15-32,25-6-32,9 9 16,5 0-16,-20 6-48,-24 0-1457,-33-9-368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7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12 1473,'0'0'5666,"-72"48"-5394,129-48 17,32 0-97,24 0-128,29-18-64,7 3 0,-9 0-1345,-19 3-1024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49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48 160,'0'0'2796,"-17"-1"-2479,-108-9 2415,701-2-2334,-223 11-347,40-2-684,-317-7 456,-53 6 183,46-2 0,-95 10 81,24-4-75,1 0 1,-1 0-1,1 1 0,0-1 0,-1 0 0,1 1 1,-1-1-1,1 1 0,0-1 0,0 1 1,-1 0-1,1 0 0,0-1 0,0 1 0,-2 2 1,0 24 15,2 0 1,3 27 0,-1-2-3,50 592 115,-15-228 32,-1-14 463,-21-299-588,5 43 53,1 155 0,-22-154 521,5 166 160,5-236-737,1 46 96,-9-27 11,0-96-159,0 1-1,1-1 0,-1 0 0,0 1 0,0-1 0,0 1 0,0-1 0,0 0 0,0 1 0,0-1 0,-1 1 0,1-1 1,0 0-1,0 1 0,0-1 0,0 1 0,0-1 0,-1 0 0,1 1 0,0-1 0,0 0 0,0 1 0,-1-1 0,1 0 1,0 1-1,-1-1 0,1 0 0,0 0 0,-1 1 0,-1-1-95,1 0-1,-1 0 1,1 0-1,-1 0 1,1 0-1,0 0 1,-1 0 0,1-1-1,-1 1 1,1-1-1,0 1 1,-1-1 0,1 1-1,0-1 1,-1 0-1,-1-1 1,-41-36-4126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50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33 136 688,'0'0'1822,"-3"-5"-1117,2 2-551,1 2-64,-1 0-1,0 0 0,1 0 1,-1 0-1,1 0 0,-1-1 1,0 1-1,0 1 0,0-1 1,0 0-1,1 0 0,-1 0 1,0 0-1,-1 1 0,1-1 1,0 0-1,0 1 0,0-1 1,0 1-1,0-1 0,-1 1 1,1 0-1,0-1 0,0 1 1,-1 0-1,-1 0 0,47-10 792,473-44-794,-434 47-78,201-25 23,-253 28-15,0 2-1,49 3 1,-25 0 226,-55 13-293,-7 60 58,-13 268 120,20 342 725,-6-696-5658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51.1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26 608,'0'0'4128,"-12"1"-3440,-3 0-568,-15 2 239,72-2-169,683-25-120,-47 17-182,-511 19-21,55 1 111,-179-13 86,-16 0-2406,-35 0 149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52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1 141 1072,'0'0'3575,"0"-21"-3017,0-99 1192,1 138-1708,2 0 0,0-1 0,1 0 0,11 31-1,2 7 12,-3 0-11,5 25 10,4 0-1,63 148 1,-75-207-44,1-2 1,1 0-1,0 0 1,1-1-1,1-1 1,1 0-1,1-1 0,0-1 1,1 0-1,0-1 1,1-2-1,40 21 0,197 115 38,-238-137-39,0-1 1,1-1-1,0 0 0,0-2 1,1 0-1,0-1 0,39 6 1,0-6 35,87-2 0,-134-4-39,9-1 56,0-1 1,0-1-1,0-1 0,-1-1 1,34-12-1,-7-1 76,54-30 1,-81 35-120,-1 0 0,-1-1 0,0-1 0,-1 0 0,-1-1 0,0-1 0,-1-1 0,-1 0 0,-1-1 0,17-32 0,-20 28 1,0 0-1,-2-1 1,-1-1 0,-1 1 0,3-35 0,-5 20 20,-5-76 1,-1 44-36,2-176 103,0 246-156,0 1-1,0-1 1,0 0 0,0 1-1,-1-1 1,1 1-1,0-1 1,-1 1-1,1-1 1,0 1-1,-1-1 1,1 1 0,0-1-1,-1 1 1,1-1-1,-1 1 1,1 0-1,-1-1 1,1 1-1,-1 0 1,1-1-1,-1 1 1,0 0 0,1 0-1,-1-1 1,1 1-1,-1 0 1,1 0-1,-1 0 1,0 0-1,1 0 1,-1 0 0,0 0-1,-3-1-1019,-12-4-3233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6:53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69 1008,'0'0'2874,"-5"-10"-2519,-15-32 79,6 26 520,14 16-942,-1 0 1,1 0-1,0 0 1,-1-1 0,1 1-1,-1 0 1,1 0-1,0 0 1,-1 0 0,1 0-1,0 0 1,-1 0-1,1 0 1,-1 1 0,1-1-1,0 0 1,-1 0-1,1 0 1,0 0 0,-1 0-1,1 1 1,0-1-1,-1 0 1,1 0 0,0 1-1,-1-1 1,1 1-1,-1 0-7,0 1 0,0-1 0,0 1 0,0 0 1,0-1-1,0 1 0,1 0 0,-1 0 0,1 0 0,-1-1 0,1 1 0,-1 2 0,-2 359 450,0-11-57,3-170 1024,-1-207-4012,-4-16-1793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2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824 34 720,'0'0'3722,"4"-5"-3378,18-23 1596,-27 28-1631,-92 0-207,-443 15 66,333-3-2420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3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654 1 1713,'0'0'2873,"-26"0"-1163,-72 0-1370,-150 21 1,-26 31-357,267-51-459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3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657 13 2561,'0'0'1921,"-207"0"-1745,135 0 224,1-3 49,0 0-145,2-3 64,10 6-128,11 0-208,13 0-32,11 0-256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4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684 0 3105,'0'0'1089,"-178"3"-177,115-3-191,-8 0-433,-3 0 16,-4 0-128,7 3-176,6 0-16,14-3-16,19 0-1505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4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90 928,'0'0'5438,"-16"-15"-4867,-53-45-321,67 59-247,1-1-1,-1 1 1,1 0-1,-1 0 1,0 0-1,0 0 1,1 0-1,-1 0 1,0 0-1,0 0 1,0 1-1,0-1 1,0 1-1,0-1 1,0 1-1,0 0 1,0 0-1,0 0 1,0 0-1,0 0 1,0 0-1,0 1 1,0-1-1,0 1 1,-4 0-1,4 1-1,-1 1-1,1-1 1,-1 0-1,1 0 0,0 1 1,0 0-1,0-1 1,0 1-1,0 0 0,-1 3 1,0-1-1,-4 6 0,1 1 1,1-1 0,0 1-1,0 0 1,1 1 0,1-1-1,0 1 1,1-1 0,0 1-1,1 0 1,0 0 0,1 0-1,1 0 1,0 0 0,2 12-1,-1-21-2,-1 0-1,1-1 0,0 1 1,0-1-1,0 0 0,1 0 0,-1 0 1,1 0-1,-1 0 0,1 0 1,0-1-1,0 1 0,1-1 1,-1 0-1,0 0 0,1 0 0,-1 0 1,1-1-1,-1 1 0,1-1 1,5 1-1,10 3-3,0-1 0,-1-1 0,20 1 1,-14-2 12,62 3-216,-78-5 163,0 0 0,0-1 0,0 0 0,0 0-1,0-1 1,0 0 0,14-6 0,-19 6 37,0 0 0,0 0 1,-1 0-1,1 0 0,0-1 1,-1 1-1,0-1 0,0 0 1,1 0-1,-2 0 0,1 0 1,0 0-1,-1 0 0,1 0 1,-1-1-1,0 1 0,0-1 1,0 1-1,0-1 0,-1 1 1,0-1-1,0-5 0,1 4-4,-1 0-1,-1 1 1,1-1-1,-1 0 1,0 1-1,0-1 0,0 0 1,0 1-1,-1 0 1,0-1-1,0 1 1,0 0-1,0 0 1,-1 0-1,0 0 1,-5-6-1,1 4-34,0 1 0,0 0 0,-1 0-1,0 0 1,0 1 0,0 0 0,-1 1 0,1-1-1,-15-2 1,3 2-450,1 1 1,-1 1-1,-28 0 0,29 2-1772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5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0 3137,'0'0'2172,"-22"17"-2095,-70 58-18,90-73-57,0 0 0,0 0 0,0 0 0,0 0 0,1 0 1,-1 0-1,0 0 0,1 1 0,0-1 0,-1 1 0,1-1 0,0 1 0,0-1 0,0 1 0,1 0 0,-1-1 0,1 1 0,-1 0 0,1 0 0,0 0 0,0-1 0,0 1 1,1 5-1,1 5 23,-3-10-22,1-1 1,0 1-1,0 0 0,1-1 1,-1 1-1,0 0 1,1-1-1,0 1 0,0-1 1,-1 1-1,1-1 1,1 1-1,-1-1 0,0 1 1,1-1-1,-1 0 1,1 0-1,-1 0 0,1 0 1,0 0-1,0 0 1,3 2-1,0-2-1,0 1-1,0-1 1,1-1 0,-1 1-1,0-1 1,1 0-1,-1 0 1,1 0 0,0-1-1,5 0 1,1 1 44,9 0-50,-1-1 0,1-1 1,-1 0-1,27-6 0,-43 6-7,1 0 0,-1 0-1,0 0 1,0-1 0,1 0-1,-1 0 1,0 0 0,0 0-1,-1 0 1,1-1 0,0 0-1,-1 0 1,0 0 0,0 0 0,1 0-1,-2-1 1,1 0 0,0 1-1,-1-1 1,0 0 0,0 0-1,0 0 1,0 0 0,-1-1-1,3-6 1,-3 7 11,-1 0-1,1 1 1,-1-1-1,1 1 1,-1-1 0,0 0-1,0 1 1,0-1-1,-1 0 1,0 1 0,1-1-1,-1 1 1,0-1-1,-1 1 1,1-1 0,-1 1-1,1 0 1,-1 0-1,0-1 1,0 1 0,-4-3-1,2 2-2,0 1 1,-1-1-1,1 1 0,-1 1 0,0-1 0,0 1 1,0 0-1,0 0 0,-1 0 0,1 1 0,0 0 1,-1 0-1,-7-1 0,-90 1-1648,87 1-1071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5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 5 1409,'0'0'2297,"-27"-1"-1801,-81-2 5,106 3-487,0 0 0,0 0 0,0 0-1,0 0 1,0 0 0,0 1-1,0-1 1,0 0 0,0 1 0,1 0-1,-1-1 1,0 1 0,0 0-1,0 0 1,0 0 0,1 0-1,-1 0 1,1 0 0,-1 1 0,1-1-1,-1 1 1,1-1 0,0 1-1,-1-1 1,1 1 0,0 0-1,0-1 1,0 1 0,0 0 0,1 0-1,-1 0 1,0 0 0,1 0-1,-1 3 1,-1 1 8,0 8 33,0 1 0,1 0-1,0-1 1,3 25 0,-2-31-27,0-4-23,1-1 0,-1 0 1,1 0-1,0 0 1,0 0-1,0 0 1,0 0-1,1 0 1,-1 0-1,1-1 1,-1 1-1,1 0 1,0-1-1,0 1 0,0-1 1,1 0-1,-1 0 1,0 0-1,1 0 1,0 0-1,-1 0 1,1-1-1,0 1 1,0-1-1,0 0 1,0 1-1,0-2 1,0 1-1,6 1 0,8 1 31,0-1 1,0 0-1,0-1 0,22-2 0,-32 0-62,-1 0 1,0-1-1,0 1 1,0-1-1,0 0 1,0-1-1,0 1 1,0-1 0,-1 0-1,1-1 1,-1 1-1,0-1 1,0 0-1,-1 0 1,1-1-1,-1 1 1,0-1-1,0 0 1,0 0-1,-1-1 1,1 1 0,-1-1-1,-1 0 1,1 0-1,-1 1 1,0-2-1,0 1 1,-1 0-1,0 0 1,0 0-1,0-1 1,-1 1 0,0 0-1,-1-12 1,0 16 15,0 1 0,1-1 0,-1 1 0,0-1 0,0 1 0,0-1 1,0 1-1,0-1 0,0 1 0,0 0 0,0 0 0,0 0 0,-1-1 0,1 1 1,-1 1-1,1-1 0,-1 0 0,1 0 0,-1 0 0,1 1 0,-1-1 1,1 1-1,-1-1 0,0 1 0,1 0 0,-1-1 0,0 1 0,-1 0 0,-60-1-181,44 2-33,-18-1-838,8 0-1158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7:25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0 3426,'0'0'2369,"-15"30"-2135,-44 94-135,57-122-96,1 1 0,0-1 1,0 1-1,0 0 0,1-1 0,-1 1 0,0 0 1,1 0-1,0 0 0,0-1 0,0 1 0,0 0 0,0 0 1,0 0-1,1-1 0,-1 1 0,3 5 0,-2-6-1,0-1-1,1 1 1,-1-1 0,1 1-1,-1-1 1,1 1 0,0-1-1,-1 0 1,1 0-1,0 1 1,0-1 0,0-1-1,2 2 1,3 2 1,7 1 10,-1 0 1,1 0-1,0-1 0,0-1 1,1-1-1,-1 0 0,1 0 1,-1-1-1,21-2 0,-33 1-9,0 0 0,1 0-1,-1 0 1,0 0 0,0-1-1,1 1 1,-1-1 0,0 1 0,0-1-1,0 0 1,1 0 0,-1 0-1,0 0 1,0 0 0,0 0-1,-1 0 1,1-1 0,0 1 0,0-1-1,-1 1 1,1-1 0,1-2-1,-1 0 7,0 0-1,-1 0 1,1-1-1,-1 1 1,0 0-1,0-1 1,0 0-1,0 1 1,-1-1-1,0-8 1,0 8-8,0 0 0,-1 1 1,1-1-1,-1 0 0,0 0 1,0 1-1,0-1 0,-1 1 1,0-1-1,0 1 0,0-1 1,0 1-1,-1 0 1,1 0-1,-1 0 0,0 1 1,0-1-1,-1 1 0,1-1 1,-1 1-1,0 0 0,1 0 1,-1 1-1,-1-1 0,1 1 1,0 0-1,-1 0 0,-4-2 1,-9-1-185,0 1 1,0 0-1,0 1 0,-1 1 1,1 1-1,-20 1 0,22 0-2699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25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3343 42 240,'0'0'3242,"0"-6"-2605,0-30 1503,-20 36-1868,-10 0-119,-569 18 721,-355 39-287,465-19-157,112-5-390,-259-18 485,614-17-421,-39-5 1,39 3-68,-38-1 0,52 5-32,0-1 1,0 1-1,1-1 0,-1 0 1,0-1-1,1 0 0,-10-4 1,16 4-25,19 2-3745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27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1 576,'0'0'1673,"-6"0"-1377,-12 1-436,-30 0 2737,44 0-1474,30-1-1056,-6 2-61,1 1-1,0 0 1,-1 2 0,1 1-1,21 8 1,-24-8-5,29 15 11,-36-15-6,0 0 1,0-2-1,16 5 0,-16-6-3,1 0 0,-1 1 0,0 0 0,0 1 0,-1 0 0,19 13 1,37 25-2,-43-27-4,-1 1-1,0 1 0,23 26 1,31 22 4,-60-54 5,0 1 1,0 0 0,-1 1 0,-1 1-1,-1 0 1,0 1 0,-1 1 0,11 18 0,-15-19 16,2-1 1,0 0 0,1 0 0,1-1 0,0 0 0,1-1 0,0-1 0,22 17 0,-14-9 81,-16-17-86,0-1 0,0 1 0,-1 0 0,1 1 0,-1-1 0,5 5 0,-5-4-10,-1-1 0,1 0 0,0 1 1,1-2-1,-1 1 0,0 0 1,8 2-1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29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29 112,'0'0'1705,"0"-3"-1468,-1 1-154,2 2-61,-1-1 0,0 1 0,0-1 0,0 0 0,0 1-1,0-1 1,0 1 0,0-1 0,0 0 0,-1 1 0,1-1 0,0 1 0,0-1 0,0 1 0,-1-1 0,1 1 0,0-1 0,0 1 0,-1-1 0,1 1 0,-1-1 0,1 1 0,0-1 0,-1 1 0,1-1 0,-1 1-1,1 0 1,-1-1 0,-1 1 740,2-1-722,0 1 0,0 0 0,0 0 0,0-1 0,0 1 0,0 0 0,0 0 0,0-1-1,0 1 1,0 0 0,0-1 0,0 1 0,0 0 0,0 0 0,0-1 0,1 1 0,-1 0 0,0 0 0,0 0 0,0-1 0,0 1 0,0 0 0,1 0 0,-1-1 0,0 1 0,0 0-1,0 0 1,1 0 0,-1 0 0,0 0 0,0-1 0,1 1 0,-1 0 0,0 0 0,0 0 0,1 0 0,10 4 191,13 15-366,2 13 160,0 0 0,-2 1 0,-2 2 0,30 61 0,-25-45-6,-25-47-17,93 185 98,-84-163-62,-1 1 0,-2 0 0,-1 1 1,-1-1-1,4 43 0,-5-8 66,-3 1 1,-2-1 0,-3 0-1,-19 106 1,-23 44-28,39-187-64,-1 8 25,-17 48-1,22-90 475,6-11-522,4 6 24,1 1 0,1-1 1,0 2-1,0-1 0,23-19 0,-10 9-9,125-110 32,-50 49-4,-73 57-24,0 0 1,-2-2 0,-2 0-1,28-48 1,35-49 3,-43 86-24,-34 35 10,-1 0 1,0 0-1,0-1 1,0 0-1,-1-1 1,0 1-1,0-1 1,5-9-1,-9 12 1,-1 1 6,2 2-117,-1 1 16,0 0 1,0-1-1,0 1 1,0-1 0,0 1-1,-1 0 1,1-1-1,0 0 1,0 1-1,-1-1 1,1 0-1,0 1 1,-1-1-1,1 0 1,0 1 0,-1-1-1,1 0 1,-1 0-1,1 0 1,0-1-1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31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70 2273,'0'0'2793,"-1"-6"-2299,-4-29 74,2 7-264,18 462-488,3-156 225,11 119-4,109 924 109,-10-350 196,-87-751-262,12 236 0,-51-433-80,28 1107 435,-94-470-323,13-211-27,21 173 94,30-301-62,1-320-117,-1 0 0,0 0-1,0 0 1,1-1 0,-1 1 0,1 0-1,-1 0 1,0-1 0,1 1 0,-1 0-1,1-1 1,0 1 0,-1 0 0,1-1-1,-1 1 1,1-1 0,0 1-1,0-1 1,-1 1 0,1-1 0,0 0-1,0 1 1,-1-1 0,1 0 0,0 0-1,0 1 1,0-1 0,0 0-1,-1 0 1,3 0 0,-1 0 3,12 3 29,1 0 1,-1-1 0,1-1-1,-1 0 1,26-3-1,5 1 82,2805 1 815,-2807 2-934,-1 2 1,-1 2-1,45 12 0,53 9 29,273 5 54,-405-33-74,-6 1-5,-1 0 1,0 0-1,1 0 0,-1 0 0,0 0 1,0 0-1,1 0 0,-1 1 0,0-1 1,1 0-1,-1 0 0,0 0 0,1 0 1,-1 0-1,0 0 0,0 1 0,1-1 0,-1 0 1,0 0-1,1 0 0,-1 1 0,0-1 1,0 0-1,0 0 0,1 1 0,-1-1 1,0 0-1,0 0 0,0 1 0,0-1 1,0 0-1,1 1 0,-1-1 0,-14 1-295,-19-2-1377,-12-4-2849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34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9673 767 1185,'0'0'3737,"-1"-19"-3361,-3-9-218,1 6 286,1-1-1,1-27 535,0 56-618,-5 65-367,-20 388 307,25-390-220,3 1 0,21 124 0,-20-180-72,3 24 1105,-9-38-1025,-109 0 160,-911 21 262,445 25-506,-150 8 8,28-8 19,-328 15 4,-310-50-16,851-29 66,88 5 31,-151-2-31,234 16-76,-358-3 96,279-19-55,296 15-28,-202-34-9,196 22-35,-143-6-1,-239 24 135,486 0-105,-1-1-1,1 1 0,0 0 1,0-1-1,-1 1 0,1-1 0,0 1 1,0-1-1,0 0 0,0 1 1,0-1-1,0 0 0,0 0 1,0 0-1,0 1 0,0-1 1,0 0-1,0 0 0,1-1 1,-1 1-1,0 0 0,0-1 1,-12-31 91,11 28-88,-10-35 28,1-1-1,3-1 1,-7-79 0,10-131 46,5 175-60,27-375 58,-17 67-70,-11 271-88,1 113 58,-1 1-164,1 0 181,0-1-1,0 1 1,-1 0 0,1-1-1,0 1 1,0 0 0,-1-1-1,1 1 1,0-1 0,0 1-1,0 0 1,0-1 0,0 1-1,0-1 1,-1 1 0,1 0-1,0-1 1,0 1 0,0-1-1,0 1 1,1 0 0,-1-1-1,0 1 1,0-1 0,0 1-1,0 0 1,0-1 0,0 1-1,1-1 1,-1 1 0,0 0-1,0-1 1,1 1 0,-1 0-1,0-1 1,0 1 0,1 0-1,-1 0 1,0-1 0,1 1-1,-1 0 1,0 0 0,1-1-1,34-6-68,57-3 0,-83 9 69,271-9 13,-147 7-75,3 3-1866,-149 0-893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36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3506,'0'0'2745,"15"-9"-2716,-5 2-21,38-20 18,-45 25-23,1 1-1,0-1 0,0 1 1,0 0-1,0 0 0,0 1 1,0-1-1,0 1 1,1 0-1,-1 0 0,0 0 1,0 1-1,0-1 0,4 2 1,0 2 2,0-1-1,0 2 1,-1-1 0,0 1 0,0 0 0,0 0 0,0 1 0,-1 0 0,0 0 0,0 0 0,0 1 0,-1 0 0,5 8 0,5 11 57,-1-1 0,18 45 1,-16-26 73,-2 0 0,-2 1-1,-2 0 1,-2 1 0,3 48 0,-7 233 380,-4-316-505,-5 74 278,-24 125 0,23-177-200,7-23-66,-1-8-18,1-1 0,-1 1 0,0 0 0,0-1 0,0 1 0,0 0 0,0-1 0,0 1 0,-1-1 0,1 1 0,0 0 0,-1-1 0,0 3 0,-2-3 489,3-4-476,-1 0 1,1 0 0,0-1 0,0 1 0,1 0 0,-1 0 0,1 0-1,-1 0 1,1 0 0,0 0 0,0 0 0,0 0 0,0 0 0,1 0 0,-1 0-1,1 0 1,0 1 0,0-1 0,3-3 0,7-7-21,0 1 0,21-16 0,-13 12 36,57-47-30,3 3 0,136-78 1,187-70-5,-379 196 0,20-12-4,0-2 0,-2-2 0,61-53 0,-98 78 7,6-11-27,-10 13-168,-42 1-4005,2 0 1084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36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87 1233,'0'0'2518,"-25"-8"-1806,-75-27-18,98 34-608,0 1 0,0-1 0,0 0 0,-1 1 0,1-1-1,0 0 1,0-1 0,0 1 0,0 0 0,0-1 0,1 1 0,-1-1 0,0 1 0,-1-3 0,3 3-62,-1 1 0,1 0 0,0-1 0,0 1 0,0 0 0,0-1 0,1 1 0,-1 0 0,0-1 1,0 1-1,0 0 0,0-1 0,0 1 0,0 0 0,0-1 0,1 1 0,-1 0 0,0-1 0,0 1 0,0 0 0,1 0 1,-1-1-1,0 1 0,0 0 0,1 0 0,-1 0 0,0-1 0,0 1 0,1 0 0,-1 0 0,0 0 0,1 0 0,-1 0 1,0-1-1,1 1 0,25-5 12,0 1 0,0 1 0,0 1 0,0 1 0,42 4 0,-35-1-28,3 1-2,-1 1 0,-1 2 0,1 1 0,51 18 0,129 61 38,-197-79-41,26 13-7,0 1 1,47 31-1,-75-41-1,-1 0 1,-1 1-1,1 0 0,-2 1 1,0 1-1,0 0 0,-1 1 0,15 25 1,-1 10 157,34 94 1,-34-77 67,-12-39 115,-14-27-489,1 0 0,0 0 0,0 1 1,0-1-1,-1 0 0,1 0 0,0 0 1,0 0-1,0 0 0,1 0 1,-1-1-1,0 1 0,0 0 0,0-1 1,1 1-1,-1 0 0,0-1 0,3 1 1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8:49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173 307 1441,'0'0'941,"-9"-21"-682,-55-139 1008,58 148-1155,0 0 0,-1 0 0,0 1 0,-1 0-1,0 0 1,-1 0 0,0 1 0,-14-12 0,10 10-67,13 12-60,-2-2 29,1 11-168,27 483 391,17-186 108,35 380 727,0 263 329,-13-215-596,-61-455-619,-4-179-100,0-98 34,0 16-101,-1-11-22,2 1 0,-1-1-1,1 0 1,0 1 0,3 9-1,-3-13 8,1 0 0,0 0 0,0 0 0,0-1 0,1 1 0,-1-1 0,1 1 0,0-1 0,0 0 0,6 5 0,-7-6 1,0 0-1,0 0 1,-1 1-1,1-1 1,0 1-1,-1-1 1,0 1-1,1-1 1,-1 1-1,0 0 1,0 0-1,-1 0 1,1 0-1,-1-1 1,1 5-1,-2 49-43,0-29 68,-8 229 77,-6 90-12,15-265 191,12-81-309,358-12 288,-328 8-261,964-60 80,555 67-38,-799 61-32,-155-25 30,5-52-32,-56 0-11,-232 14-18,372-3 84,-293-24-73,69-1-2,687 27 49,-681 22-12,-266-8-32,-66-5 4,133 6 0,359 4 104,-295-7-70,286-9 6,-333-5-40,73-16 14,-113 3-12,81-9 10,-218 14-10,298-34 46,-359 40-52,301-25 8,-184 14-1,177-27 12,-298 33 0,66-2-1,12-1-11,-101 8 7,38 2-1,14-1-1,-23-1 1,73 5 0,-42 1-6,74 4-5,-137 1 9,4 0 2,-31-7-9,1 0 0,-1 1 0,0-1 0,0 0 0,0 0 0,0 0 0,0 1 0,0-1-1,0 0 1,0 1 0,0-1 0,0 1 0,0-1 0,0 1 0,1 1 0,13 3 3,35-5 22,-60 6-106,-82-3-1543,13-3-2845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09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66 169 4450,'0'0'515,"-9"-25"-62,-28-81-31,24 68 104,13 38-516,0 0 0,0 0 0,0 1 0,0-1 0,0 0 0,0 0 0,0 0 0,0 0 0,0 0 0,0 1 0,0-1 0,0 0 0,0 0 0,0 0 0,0 0 0,0 0 0,0 1 0,0-1 0,0 0 0,0 0 0,0 0 0,0 0 0,-1 0 0,1 0 0,0 1 0,0-1 0,0 0 0,0 0 0,0 0 0,0 0 0,0 0 0,0 0 0,-1 0 0,1 0 0,0 0 1,0 1-1,0-1 0,0 0 0,0 0 0,0 0 0,-1 0 0,1 0 0,0 0 0,0 0 0,0 0 0,0 0 0,0 0 0,-1 0 0,1 0 0,0 0 0,0 0 0,0 0 0,0 0 0,0 0 0,-1 0 0,1 0 0,0-1 0,0 1 0,0 0 0,0 0 0,0 0 0,-1 16-25,0 0 0,2 0 0,0 0 0,4 24 0,0-10-11,54 635 207,-54-495-150,12 176-6,-16-337-19,-1-6-21,0 1-1,0 0 1,1-1-1,-1 1 1,1-1-1,0 1 1,0-1-1,0 0 0,0 1 1,1-1-1,-1 0 1,1 0-1,0 0 1,0 0-1,3 3 0,-5-5-9,0-1 0,0 0-1,1 0 1,-1 0-1,0 0 1,1 0-1,-1 1 1,0-1-1,1 0 1,-1 0-1,0 0 1,1 0-1,-1 0 1,0 0-1,1 0 1,-1 0-1,0 0 1,1 0-1,-1 0 1,0 0-1,1 0 1,-1-1-1,0 1 1,0 0-1,1 0 1,-1 0-1,0 0 1,1 0 0,-1-1-1,0 1 1,0 0-1,1 0 1,-1-1-1,0 1 1,0 0-1,1 0 1,-1-1-1,0 1 1,0 0-1,0-1 1,0 1-1,0 0 1,1 0-1,-1-1 1,0 1-1,0 0 1,0-1-1,0 0 1,14-43-2085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09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4514,'0'0'1233,"238"-9"-1057,-54 1-176,9-4-32,-6 0-1041,-32-12-1920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09.7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71 608,'0'0'5027,"155"-6"-4835,-13-11-144,22 2-48,11 0-288,-9-3-2786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0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1 4194,'0'0'1040,"-4"24"-1250,-6 57 247,0 96 0,8-14 77,4 184 54,3-256-52,29 160 1,-31-238-111,1 9 22,2 1 0,0-1-1,10 23 1,-14-40-16,0 0-1,0-1 1,0 0-1,1 1 1,-1-1 0,1 0-1,0-1 1,1 1-1,-1 0 1,0-1 0,1 1-1,0-1 1,0 0-1,0-1 1,0 1-1,0-1 1,1 1 0,-1-1-1,1-1 1,6 3-1,-5-3-2,0 0-1,1 0 1,-1 0-1,0-1 1,0 0-1,0-1 0,0 1 1,0-1-1,0 0 1,0-1-1,0 1 1,0-1-1,0 0 1,0-1-1,-1 0 0,8-4 1,-6 1-119,1 0 1,-1 0-1,-1-1 1,1 0-1,-1 0 0,0 0 1,-1-1-1,0 0 1,0 0-1,5-11 1,22-69-2402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0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0 101 4882,'0'0'769,"315"-47"-801,-119 35 64,0 0-32,-26 3-16,-37-12-2257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0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784 269 4610,'0'0'2185,"-18"7"-1953,-2 0-156,-32 19 0,50-25-69,0 0 0,1 1-1,-1-1 1,0 1 0,1-1-1,-1 1 1,1 0-1,0 0 1,0-1 0,-1 1-1,1 0 1,0 0 0,1 1-1,-1-1 1,0 0 0,1 0-1,-1 0 1,1 0 0,-1 3-1,4 35 87,-2-36-84,-1-3-7,0 0 0,1 0 0,-1 0 0,1 1 0,-1-1 0,1 0 0,0 0 0,-1 0-1,1 0 1,0 0 0,0 0 0,0 0 0,0-1 0,0 1 0,0 0 0,0 0 0,0-1 0,0 1 0,0 0 0,0-1 0,0 1 0,0-1 0,1 0 0,-1 1-1,0-1 1,0 0 0,2 0 0,39 2 90,-31-3-11,-8 1-67,0 0-1,0-1 1,0 1 0,0-1 0,0 0-1,0 0 1,-1 0 0,1-1 0,0 1 0,0-1-1,-1 1 1,1-1 0,-1 0 0,0 0-1,1 0 1,-1 0 0,0 0 0,0-1-1,0 1 1,-1-1 0,1 1 0,0-1 0,-1 1-1,0-1 1,0 0 0,2-3 0,1-7-8,0 1 1,-1 0-1,0-1 1,-1 0-1,1-15 1,-2 7-96,0 0 0,-1 1-1,-3-23 1,2 36 57,0 1-1,-1-1 0,0 1 1,0 0-1,0 0 1,0 0-1,-1 0 0,0 0 1,-1 1-1,1-1 0,-1 1 1,0 0-1,0 0 1,-7-5-1,2 2 14,-1 1 1,1 0-1,-2 1 1,1 0-1,-1 0 0,0 1 1,0 1-1,-1 0 1,1 0-1,-20-3 1,-4 2-6,0 2 1,-48 1-1,65 1 17,0 1-1,1 1 0,-1 1 1,0 0-1,1 1 1,0 1-1,0 1 1,0 1-1,0 0 1,1 1-1,-29 16 0,24-8 41,1 0-1,0 1 0,1 1 1,1 0-1,1 2 0,1 0 1,0 1-1,1 0 0,1 2 0,2-1 1,0 2-1,1-1 0,1 2 1,1-1-1,1 1 0,1 1 0,1-1 1,-3 35-1,8-47-12,0 0 0,1 0 0,0 0 0,1 1 0,0-1 0,1 0 0,0 0 0,1 0 0,1-1 0,0 1-1,0-1 1,1 0 0,9 16 0,-4-14-3,-1 0-1,2-1 0,0 0 1,0-1-1,1 0 0,0-1 1,1 0-1,0-1 0,1 0 1,14 6-1,6 1-9,0-1 1,0-2-1,2-1 1,-1-2-1,57 9 1,-30-11-777,0-3 0,94-4 0,28-13-3201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1.3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494 247 4498,'0'0'667,"-2"-7"-414,-2-16 197,1 0 0,0-29 0,3 46-428,-1 1-1,0-1 0,0 1 0,-1-1 1,1 1-1,-1-1 0,0 1 0,-1 0 0,1 0 1,-1 0-1,0 0 0,0 0 0,-1 1 0,1-1 1,-1 1-1,0 0 0,0 0 0,-1 0 1,1 1-1,-1-1 0,1 1 0,-1 0 0,0 1 1,-1-1-1,-4-1 0,-2-1-27,0 1-1,0 0 1,0 0-1,-1 1 1,1 1-1,-1 0 1,1 1-1,-1 1 1,0-1-1,-21 4 1,26-1-4,1 1 0,-1 0 0,0 0 0,0 0 1,1 1-1,0 0 0,0 1 0,0 0 0,0 0 0,1 0 1,0 1-1,0 0 0,1 0 0,-1 0 0,1 1 1,-6 9-1,-5 10-9,2 0 1,0 1 0,-13 37 0,15-28 11,3 1 1,0 0 0,3 0 0,1 1 0,1 0 0,3 50 0,1-67 6,1 1 0,1-1 1,1 1-1,1-1 0,0 0 1,10 23-1,-10-31-1,2 0 0,0-1 0,0 0-1,1-1 1,1 1 0,0-1 0,0-1 0,1 0 0,1 0-1,18 15 1,-20-19-3,-1-1-1,1-1 0,0 1 0,0-1 1,1-1-1,-1 0 0,1 0 1,0 0-1,0-1 0,0-1 1,10 2-1,-12-3 4,0 1 0,1-1 0,-1-1 1,1 1-1,-1-1 0,0-1 0,1 1 0,-1-1 0,0 0 0,0-1 0,0 0 0,0 0 1,-1 0-1,8-6 0,1-4 1,-1 0 0,-1-1 0,0 0-1,-1-1 1,0-1 0,-1 0 0,-1 0 0,-1-1 0,13-31 0,-8 15-8,-3-1-1,0 0 1,-2 0 0,6-54-1,-10 35 38,-2 0 1,-7-100-1,0 138 111,2 13-31,0 14-83,2 24-49,0-1 1,3 1 0,0-1-1,3 1 1,1-1-1,18 54 1,15-4-427,1-16-1589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1.6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0 389 5138,'0'0'366,"9"-32"-169,33-103-154,-41 130-43,1 1-1,0 0 1,0-1 0,0 1 0,0 0-1,1 0 1,0 0 0,0 1 0,0-1-1,0 0 1,1 1 0,-1 0-1,1 0 1,0 0 0,-1 1 0,1-1-1,1 1 1,-1 0 0,6-3 0,-6 4-5,-1 1 1,0-1 0,1 1 0,-1-1-1,1 1 1,-1 0 0,1 0 0,-1 1-1,0-1 1,1 1 0,-1 0 0,0 0-1,1 0 1,-1 0 0,0 0 0,0 1-1,0-1 1,0 1 0,0 0 0,0 0-1,3 3 1,4 8-9,1 0 0,-2 1-1,0 1 1,-1-1 0,0 1-1,-1 1 1,7 24 0,2 7 24,-3 2 0,-1 0 1,5 56-1,3 152 93,-19-240 209,-1-33 828,0-10-298,0 7-583,6-170 637,-3 163-906,2-1 0,0 1 1,2 0-1,0 0 0,14-29 0,-5 19-98,2 1 0,2 0-1,1 2 1,1 0 0,2 2-1,1 0 1,55-50-1,-71 72 11,1 1-1,0 0 1,1 0-1,-1 1 0,1 1 1,1 0-1,-1 0 1,1 1-1,0 1 0,0 0 1,21-4-1,-29 7 93,-1 0 0,0 1 0,0 0 0,1-1 0,-1 1 0,0 1 0,0-1 0,1 0 0,-1 1 0,0 0 0,0-1 0,0 1 0,0 0 0,0 1 0,0-1 0,0 1 0,0-1 0,0 1 0,0 0 0,-1 0 0,1 0 0,-1 0 0,0 0 0,1 1 0,-1-1 0,0 1 0,3 5 0,-1 2-3,0 1 1,0-1-1,-1 1 1,0 0-1,-1 0 1,0 0 0,0 12-1,5 307 48,-9-201 131,2-117-117,0 0 1,0 0-1,1 0 1,1-1-1,-1 1 0,2 0 1,0-1-1,7 17 1,-7-22-17,0-1 0,1 0 1,0 0-1,0 0 1,1 0-1,-1-1 0,1 0 1,0 0-1,0 0 1,0 0-1,1-1 0,-1 0 1,1 0-1,0-1 1,0 1-1,0-1 0,0-1 1,6 2-1,43 8 133,1-3 0,-1-2-1,101-3 1,-100-3-588,83-11-1,50-35-3877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2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595 239 3650,'0'0'1360,"-26"16"-1317,26-16-43,-32 20 51,-41 31-1,71-49-40,-1 1-1,1-1 1,-1 0 0,1 1-1,0 0 1,0 0-1,0-1 1,1 1-1,-1 0 1,1 1-1,-1-1 1,1 0-1,0 0 1,0 0-1,0 1 1,1-1 0,-1 1-1,1-1 1,0 0-1,0 1 1,0-1-1,0 1 1,1-1-1,-1 0 1,1 1-1,1 3 1,0 0 7,-2-4-6,1 1-1,1 0 1,-1-1-1,0 1 1,1-1-1,0 1 1,0-1-1,0 0 0,0 0 1,1 0-1,-1 0 1,1 0-1,-1 0 1,1-1-1,0 1 1,0-1-1,0 0 1,1 0-1,-1 0 1,0 0-1,1 0 1,-1-1-1,1 0 1,0 0-1,3 1 1,10 2 78,0-2 0,0 0 0,0 0 1,20-2-1,-31 0-56,-2 0-23,1 0-1,0-1 0,-1 0 0,1 1 1,0-1-1,-1-1 0,1 1 0,-1-1 1,0 0-1,0 0 0,1 0 0,-1 0 1,0-1-1,-1 1 0,1-1 0,0 0 0,-1-1 1,0 1-1,1 0 0,-1-1 0,-1 0 1,1 0-1,-1 0 0,1 0 0,-1 0 1,0 0-1,0 0 0,-1-1 0,2-7 1,2-6 12,-2-1 1,0 0 0,-1 1 0,-1-1 0,0 0 0,-3-20 0,0 27-23,0 0 1,0 0-1,-1 1 0,-1-1 0,0 1 1,0 0-1,-1 0 0,0 0 1,-1 1-1,0 0 0,-1 0 0,0 0 1,-1 1-1,0 0 0,0 0 1,-1 1-1,0 0 0,0 1 0,-1 0 1,0 0-1,0 1 0,-16-6 1,13 5-8,0 2 0,0 0 1,-1 0-1,0 2 0,0-1 1,0 2-1,0 0 0,0 0 1,0 2-1,0 0 0,-1 0 1,1 1-1,0 1 0,0 0 1,0 1-1,0 1 0,0 0 1,-22 10-1,18-3-1,1 0 0,1 1 0,-1 1 0,2 0 0,0 1 0,0 1 0,2 0 0,0 1 0,0 0 0,-11 22 0,7-9 3,1 0 1,2 2 0,0 0-1,3 0 1,-13 52-1,18-56 3,1 0-1,1 0 1,2 0-1,1 41 1,2-56 2,0 0 0,1 0 0,0-1 0,1 1 0,0 0-1,1-1 1,0 0 0,1 1 0,0-2 0,1 1 0,0-1 0,10 14 0,-4-11-1,1-1 0,0 0 1,1-1-1,0 0 0,0-1 0,1-1 0,0 0 1,1-1-1,0-1 0,0-1 0,1 0 1,0-1-1,34 6 0,5-3-71,1-2 0,112-4 0,-132-3-39,0-2-1,0-2 1,0-1-1,-1-2 1,0-2-1,-1-1 1,0-1-1,-1-2 0,0-2 1,-1-1-1,-1-1 1,0-2-1,-2-1 1,51-46-1,-66 53 127,-1-1 0,0-1-1,-1 0 1,-1-1 0,0 0-1,-2-1 1,0 0 0,-1 0-1,0-1 1,-2 0 0,0-1-1,-1 0 1,-1 0 0,-1 0-1,-1-1 1,-1 1 0,-1-1 0,0 0-1,-4-35 1,1 44 20,0 0 0,-1 0 1,0 1-1,-1-1 0,0 1 0,-1 0 1,0 0-1,0 0 0,-1 1 0,-1 0 1,0 0-1,0 0 0,-15-14 0,16 19-16,1 0 1,-1 0-1,0 0 0,-1 0 0,1 1 0,-1 0 0,1 1 0,-1 0 1,-1 0-1,1 0 0,0 1 0,-1-1 0,1 2 0,-1-1 0,1 1 1,-1 1-1,0-1 0,1 1 0,-1 1 0,0-1 0,1 1 0,-12 3 1,11-1-19,1 0 0,0 0 0,0 0 0,0 1 0,0 1 0,1-1 0,-1 1 0,1 0 0,1 0 0,-1 0 0,1 1 0,-1 0 0,2 0 0,-1 1 0,1-1 0,-4 8 0,-2 6 0,1 0-1,0 0 1,2 1 0,-7 32 0,7-24 27,2-1 1,1 1-1,1 0 0,1 0 1,2 0-1,1 0 0,7 38 0,-7-55-18,1-2 0,1 1 0,0 0-1,1 0 1,0-1 0,0 0-1,1 0 1,1 0 0,-1 0 0,2-1-1,-1 0 1,1 0 0,1-1-1,-1 0 1,1 0 0,1 0 0,0-1-1,0-1 1,0 0 0,1 0-1,16 8 1,-13-9 25,0-1-1,0 0 0,0-1 1,1-1-1,-1 0 0,1 0 1,-1-1-1,1-1 0,0-1 1,-1 0-1,1 0 1,-1-1-1,1-1 0,-1 0 1,0-1-1,0-1 0,0 0 1,-1 0-1,0-1 1,13-9-1,-12 6-12,0 0-1,-1 0 1,0-1 0,-1-1-1,0 0 1,-1-1 0,0 0 0,-1 0-1,0-1 1,-1 0 0,-1 0-1,0-1 1,0 0 0,-2-1 0,0 1-1,0-1 1,3-21 0,-6 19-14,0 0 0,-1 0 0,0 0 0,-2 0 0,-4-32 0,3 39-50,-1 0-1,1 1 0,-2-1 0,0 0 1,0 1-1,0 0 0,-1 0 0,0 1 1,-1-1-1,-11-12 0,4 7-489,-1 1 1,-21-17-1,-32-14-2707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3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1 2817,'0'0'2591,"-8"29"-2551,3-12-34,-5 13 8,2 1 0,2 1 1,0 0-1,-1 61 0,6-65-1,2 0-1,1 0 1,1-1-1,1 1 1,12 38 0,-13-58-11,-1 0 0,1 0 1,1-1-1,-1 0 1,2 1-1,-1-1 0,1-1 1,0 1-1,0-1 1,0 0-1,1 0 1,0 0-1,0-1 0,1 0 1,0 0-1,-1 0 1,2-1-1,-1 0 1,0-1-1,1 0 0,0 0 1,-1 0-1,11 1 1,-9-2 8,-1 0 1,1 0 0,0-1 0,0-1-1,0 1 1,0-1 0,-1-1-1,1 0 1,0 0 0,0 0 0,0-1-1,-1-1 1,1 0 0,-1 0 0,0 0-1,0-1 1,0 0 0,0-1 0,-1 1-1,0-2 1,0 1 0,0-1 0,0 0-1,7-9 1,-4 1-3,0 0-1,0-1 1,-2 0 0,0-1-1,0 0 1,-2 0-1,0-1 1,-1 1 0,4-22-1,-2-4 17,-2 0 0,-1-70-1,-3 102-12,-1-1-1,0 1 1,-1 0-1,0 0 1,0-1-1,-1 1 1,0 0 0,-1 0-1,0 0 1,-1 1-1,-9-19 1,13 28 21,0-1 1,0 1-1,-1-1 0,1 1 1,0-1-1,-1 1 0,1-1 1,0 1-1,-1 0 0,1-1 1,-1 1-1,1-1 0,0 1 1,-1 0-1,1-1 0,-1 1 1,1 0-1,-1 0 0,1-1 1,-1 1-1,0 0 0,1 0 1,-2 0-1,-3 9 140,3 29-428,2-31 313,0 2-62,0 168-37,2-145 23,1 0 0,1 0 0,14 45 0,11 10-465,1-17-1398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3.7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1001 5138,'5'-34'651,"24"-105"-669,-28 134 7,0 1 0,1-1 0,0 0 0,0 1 0,0-1 0,0 1 0,1-1 1,0 1-1,0 0 0,0 0 0,0 1 0,1-1 0,-1 0 0,1 1 0,0 0 0,0 0 1,0 0-1,6-2 0,-2 2 2,0 0-1,0 1 1,0 1 0,0-1 0,0 2 0,1-1 0,13 1 0,-15 0 3,1 1 1,-1 0-1,1 0 0,-1 0 1,0 1-1,1 0 1,-1 1-1,0 0 1,0 0-1,-1 0 1,1 1-1,8 5 1,-5-1 1,0 1 0,-1-1 0,0 2 0,0-1 0,-1 1-1,13 19 1,-7-4 11,-1-1 1,-2 2-1,0 0 0,-1 0 0,-2 1 0,6 31 0,-10-14 20,-4-36-21,1 0 1,0 0 0,0 0-1,0 0 1,4 11 0,-4-30 209,-1-28-135,3-91 181,-1 113-240,0 0-1,2 0 1,0 0-1,0 1 0,13-29 1,-5 20-66,1 2-1,1-1 1,1 1 0,1 1 0,37-39-1,-45 53 26,0 0-1,1 0 0,0 1 0,0 0 0,1 1 0,-1 0 0,2 0 1,-1 1-1,0 0 0,1 1 0,0 0 0,0 1 0,0 0 0,1 1 1,-1 0-1,19 0 0,-27 2 11,1 0 1,-1 1-1,1-1 1,0 1-1,-1 0 1,1 0-1,-1 0 1,0 1-1,1-1 1,-1 1-1,0 0 1,0 0-1,0 0 1,0 0-1,3 3 0,-1 0 0,-1 0-1,0 0 1,0 0-1,-1 1 0,1-1 1,-1 1-1,-1 0 1,4 7-1,1 12-9,-1 0-1,0 0 1,2 40 0,-6-43 12,9 89-9,6 48 12,-13-134 7,1-1 0,2 0 0,0 0 0,14 29 0,-19-49-3,0 1 1,1-1-1,-1 0 1,1 0 0,0 0-1,1-1 1,-1 1-1,0-1 1,1 0-1,0 0 1,0 0-1,0 0 1,0 0 0,0-1-1,1 0 1,-1 0-1,1 0 1,-1-1-1,1 1 1,0-1 0,-1 0-1,9 1 1,-5-2-2,-1 0 0,0 0 1,0-1-1,1 0 0,-1 0 1,0 0-1,0-1 0,0 0 0,0-1 1,0 1-1,-1-1 0,1-1 1,-1 1-1,9-7 0,1-4-18,0 0-1,-2-1 1,0 0-1,0-1 0,-2 0 1,18-29-1,-10 8-28,-1 0 1,18-53-1,-26 58 51,-2 0-1,-1-1 1,-2 0-1,3-35 1,-7-135 139,-5 165-80,-2-1-1,-1 1 1,-22-69 0,-50-106 148,40 117-56,18 44 89,18 45-190,2 16-69,18 473-115,-9-385 141,20 143 16,-22-201-20,2-1 1,1 0-1,2-1 0,17 38 0,-26-67-143,1 0-1,0 0 1,0 0-1,1 0 0,0 0 1,0-1-1,1 0 1,-1 0-1,2-1 1,8 8-1,-14-13-136,1 0 1,-1-1-1,1 1 0,0-1 0,-1 1 0,1-1 0,0 1 0,-1-1 0,1 0 0,0 0 0,2 0 1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3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4418,'0'0'336,"253"-15"-320,-114 7 16,1 8-32,-30-3-32,-33-6-3970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4.7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625 495 3249,'0'0'1847,"1"-25"-1426,2-7-218,0 1 16,-1 0 1,-1 1-1,-6-50 1,2 61-175,-1 1 0,0-1 0,-2 1 0,0 0 0,-1 0 0,-1 0 0,-12-19 0,16 30-44,0 0 0,-1 0 0,0 0 0,0 1 0,-1-1 0,0 1 0,0 0 0,-1 1 0,1 0 0,-1 0 0,0 0 0,0 1 0,-1 0 0,0 0 0,1 1 0,-1 0 0,0 0 0,-14-2 0,17 4-8,0 1 0,0-1 1,-1 1-1,1 1 1,0-1-1,-1 1 1,1 0-1,0 0 1,0 0-1,0 1 1,0 0-1,0 0 1,0 0-1,1 0 1,-8 5-1,5-1-1,1 0 1,-1 0-1,1 0 0,0 0 0,1 1 0,-1 0 0,1 1 1,-6 12-1,-2 8-4,2 1 1,0 0-1,3 0 1,-9 46-1,5-4 10,-3 104 0,13 74 37,2-170-12,0 519 158,0-584-172,0-1-1,-1 0 1,0 0-1,-1 1 1,-5 14-1,6-24-8,0-1 0,0 1-1,-1-1 1,0 0 0,0 1 0,0-1-1,0 0 1,0 0 0,0 0 0,-1 0-1,0-1 1,1 1 0,-1-1 0,0 0-1,0 1 1,0-1 0,-1-1 0,1 1 0,0 0-1,-1-1 1,1 0 0,-5 2 0,1-2-93,1 0 1,0 0-1,0-1 1,-1 0 0,1 0-1,0 0 1,-7-2 0,-56-13-2945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4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81 3874,'0'0'128,"223"-51"-128,-60 37 16,15 5-32,1 6-144,-13 0-400,-21 3-1105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5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63 1297,'0'0'4455,"-10"18"-4383,1 0-69,0-1-1,2 1 1,-7 21 0,9-15 16,1 1 1,2 0-1,0 0 1,4 41-1,-1-14 33,-1 282 652,0-432 465,1-49-1054,-18-154-1,13 275-116,-3-41 12,7 65-16,2-2-73,10 3-156,40 1 122,227-6-1336,-221 2 1061,-1-3 0,105-26 0,-156 32 396,26-9-32,-31 9 31,0 1 0,0 0 0,0-1 0,0 1 0,0 0 0,-1-1 0,1 1 0,0-1 0,0 0 0,0 1 0,0-1 0,-1 0 0,1 1 0,0-1 0,0 0 0,-1 0 0,1 0 0,-1 1 0,1-1 0,-1 0 0,1-2 0,-7 3 351,-2 1-333,-1 0 1,1 0-1,0 1 0,0 1 1,0-1-1,1 1 0,-1 1 1,0-1-1,1 1 1,0 0-1,0 1 0,0 0 1,1 0-1,-7 6 0,-4 6-1,-1 1 0,2 0-1,-26 38 1,30-37 1,2 0 0,0 1 1,1 1-1,0 0 0,2 0 1,1 0-1,0 1 1,2 0-1,0 0 0,2 0 1,0 38-1,2-49-17,0 0 0,0 0 0,1 0 0,1 0 1,0 0-1,1-1 0,0 1 0,0 0 0,1-1 0,7 13 0,-6-15-9,0 0 1,0-1-1,1 0 0,0 0 0,1-1 0,-1 1 0,1-2 0,1 1 0,-1-1 0,1 0 0,0 0 0,16 7 0,-11-7-96,1 0-1,1-1 0,-1 0 1,28 3-1,61-3-1684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5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258 4 4594,'0'0'382,"-28"8"-276,9-3-103,0 2 0,1 0-1,-1 1 1,-24 14 0,37-17 1,1 0 1,-1 1-1,1-1 1,0 1-1,0 0 1,0 0-1,1 0 1,0 1-1,1 0 1,-1-1-1,1 1 1,-4 12-1,-4 16 103,0 0-1,3 1 1,0 0-1,3 1 0,1-1 1,1 1-1,4 50 0,-1-76-74,1 1 0,0-1 0,1 1-1,1-1 1,-1 1 0,2-1-1,0 0 1,9 18 0,-10-23-7,1 0 0,0-1 1,0 1-1,0-1 0,1 0 0,0-1 1,0 1-1,0-1 0,1 0 0,-1 0 1,1-1-1,0 1 0,0-1 1,0 0-1,0-1 0,9 3 0,-5-2 27,0-1 0,0 0 0,0 0 0,1-1 0,-1 0 0,0-1 0,1 0 0,-1 0 0,0-1 0,0-1 0,1 0 0,-1 0 0,0-1 0,-1 0 0,1-1 0,-1 0 0,1 0 0,-1-1 0,14-10 0,-12 6 9,-1 0 0,0-1-1,0 0 1,-1-1 0,-1 0-1,0 0 1,0 0 0,-1-1-1,0-1 1,-1 1 0,-1-1 0,0 0-1,-1 0 1,4-18 0,-3 8-160,-2 0 1,0 0 0,-1-1 0,-2 1 0,0-1-1,-1 1 1,-2 0 0,0-1 0,-2 1 0,0 0-1,-2 1 1,0-1 0,-2 1 0,0 1-1,-18-30 1,-15-15-3239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6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0 498 1329,'0'0'1686,"1"15"277,0 11-1475,0 1 664,4-67-449,-2 15-665,1 0 0,1 0 1,1 0-1,1 1 0,1 0 1,2 0-1,14-26 0,-17 36-22,0 1-1,1 0 0,1 0 0,0 1 0,1 0 0,0 1 0,0 0 0,2 0 0,-1 1 0,1 1 0,1 0 0,-1 0 0,20-8 0,-26 14-23,0 1 0,0 0 0,0 0 0,0 1 0,1-1 0,-1 1 0,0 1 0,11-1 0,-14 2 2,-1-1 0,1 0 0,0 1 0,0 0 1,-1-1-1,1 1 0,-1 0 0,1 1 1,-1-1-1,1 0 0,-1 1 0,0-1 1,1 1-1,-1 0 0,0-1 0,0 1 0,0 0 1,-1 1-1,1-1 0,0 0 0,-1 0 1,2 4-1,4 9-10,-1-1 0,-1 1-1,0 1 1,-1-1 0,-1 1 0,-1-1 0,1 18 0,-1 122 55,-3-93-29,1 235 118,1-316 429,1 0-1,9-37 1,-3 13-408,-7 37-144,11-63 30,2 1 0,31-87 1,-37 133-57,2 0 0,0 1 1,2 0-1,18-26 1,-21 36-12,-1 0 0,2 1 1,-1 0-1,1 1 1,1 0-1,0 0 0,0 1 1,19-10-1,-21 14-24,-1 0 0,1 1 0,-1 0 0,1 0 0,0 0 0,0 1 0,0 1 0,14-1 0,-17 2 22,-1 0 0,0 0 0,0 1 0,0 0-1,0 0 1,0 0 0,0 1 0,-1 0 0,1-1 0,0 2 0,-1-1 0,1 0 0,-1 1-1,0 0 1,0 0 0,0 0 0,5 6 0,3 6-6,-1 0 0,-1 0 0,0 1 0,-1 1 1,-1 0-1,0 0 0,-2 0 0,9 35 0,25 155 39,-38-189 1,12 121 10,-6-43-1,-6-69 395,-3-55 552,1-16-610,-1 15-303,1 0 0,1 0 0,1 0-1,2 0 1,13-49 0,-6 47-71,2-1-1,2 2 1,1 0 0,24-35-1,-3 12-305,59-64-1,-69 87-206,60-51 0,-77 72 442,1 2 1,0-1-1,0 2 1,1-1-1,0 1 1,0 1-1,0 0 0,1 1 1,-1 1-1,15-3 1,-24 5 92,0 1 0,0 0 0,0 0 0,0 0 1,0 0-1,0 0 0,0 1 0,0 0 0,0-1 0,-1 1 1,1 0-1,0 0 0,0 0 0,-1 1 0,1-1 0,-1 1 1,1-1-1,-1 1 0,0 0 0,1 0 0,-1 0 0,0 0 1,0 0-1,0 1 0,-1-1 0,1 1 0,-1-1 0,1 1 0,-1-1 1,0 1-1,2 5 0,2 9 6,0 0 0,-1 1 0,-1 0 1,1 22-1,-3-21 4,7 99 59,-6-69 271,2 0-1,20 97 1,-20-131-241,1 0 0,0-1 0,1 0 0,1 1 0,0-2 0,1 1 1,0-1-1,1 0 0,1-1 0,0 0 0,0-1 0,1 0 0,23 18 0,-16-17-49,1-1-1,0 0 1,1-1 0,0-1 0,0-1 0,1-1 0,0-1-1,34 6 1,-8-6-278,0-2 0,0-2 0,47-4 0,102-12-3949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7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654 221 1857,'0'0'1006,"-4"-26"-115,-1-1-664,0 1 1,-12-34 0,15 56-196,0-1 0,0 1 1,0 0-1,0 1 0,-1-1 0,0 0 1,0 1-1,0-1 0,0 1 0,0 0 1,-1 0-1,1 0 0,-1 1 0,0-1 1,-5-2-1,0 1 56,0 1 1,-1 0-1,1 0 0,-18-1 0,12 1 23,1 1-1,-1 1 1,1 0-1,-1 1 0,1 1 1,-1 0-1,-19 4 1,23-2-92,1 1 1,0 0 0,0 0-1,0 1 1,0 0-1,1 0 1,0 1 0,0 1-1,0 0 1,-12 12 0,-6 10 43,2 1 0,1 1 0,2 0 0,0 2 0,3 1 0,0 1 0,3 0 0,1 1 0,1 0 0,2 2 0,2-1 0,1 1 0,2 1 0,2 0 0,1-1 0,2 1 0,2 1 0,7 58 1,-4-78-38,1 0 1,1-1 0,1 0 0,1 0 0,0 0 0,2-1 0,0 0 0,1-1 0,22 31 0,-15-28 4,1 0 1,0-2-1,2 0 1,0-1-1,1 0 1,43 24-1,-25-21 5,1-1 0,1-2-1,1-1 1,0-3 0,1-1-1,0-3 1,1-1 0,77 4 0,-87-11-19,0-1 1,0-2 0,55-9 0,-74 8-6,0-1 1,-1 0-1,1-1 0,-1-1 0,0-1 0,0 0 0,-1 0 1,0-1-1,0-1 0,16-14 0,-18 11 0,0 0 0,0 0 0,-1-1 1,0-1-1,-2 1 0,1-2 0,-2 1 0,0-1 0,0 0 0,-2 0 1,0-1-1,-1 0 0,0 0 0,-1 0 0,-1 0 0,0-30 0,-2 20-5,-1 0 0,-2 0 0,0 1 0,-2-1 0,-1 1 0,-1 0 0,-1 1 0,-1 0 0,-1 0 0,-15-24 0,-9-8-12,-3 3 0,-2 0 0,-3 3 0,-1 1 0,-87-74 0,107 104 0,0 1-1,-1 1 1,-41-22-1,54 34-2,-1-1-1,0 2 0,0 0 1,0 0-1,0 1 0,-1 1 1,1 0-1,-1 0 0,1 2 1,-19 0-1,28 0-13,1 0 0,-1 0 0,1 0 0,-1 0 0,1 1-1,-1-1 1,1 1 0,0 0 0,-1-1 0,1 1 0,0 0 0,-1 1 0,1-1 0,0 0 0,0 1 0,0-1-1,0 1 1,0-1 0,1 1 0,-1 0 0,0 0 0,1 0 0,-1 0 0,1 0 0,0 0 0,-1 1-1,1-1 1,0 0 0,1 0 0,-1 1 0,0-1 0,1 1 0,-1-1 0,1 1 0,0-1 0,-1 1-1,1-1 1,1 5 0,-1-4-120,-1-1 0,1 0 1,0 1-1,1-1 0,-1 1 0,0-1 0,1 1 0,-1-1 0,1 0 0,0 1 0,-1-1 0,1 0 0,0 0 0,0 0 0,1 0 0,-1 1 0,0-1 1,1-1-1,2 4 0,4 0-716,0 0 1,0-1 0,0 0 0,0 0-1,18 5 1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7.5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74 260 3714,'0'0'931,"-8"-32"27,-28-104-190,23 84-477,2 12 989,10 44-1233,0-1 1,0 0-1,1 0 1,-1 1-1,1-1 1,0 1 0,0-1-1,0 0 1,1 7-1,-3 238-119,9 366 158,-6-588-86,12 128 18,-9-126-8,1 0-1,2-1 0,13 38 1,-19-61-9,1 1 1,0-1 0,0 1-1,0-1 1,1 0 0,-1 0-1,1 0 1,0 0 0,0-1-1,1 1 1,-1-1 0,1 0-1,-1 0 1,8 5 0,-4-5 6,-1-1 0,1 0 0,0 0 0,-1 0 1,1-1-1,0 0 0,0 0 0,0-1 0,9 0 0,-2-1 22,-1 0 0,0-1 0,1 0 1,-1-2-1,0 1 0,-1-1 0,1-1 0,-1-1 0,1 1 0,-2-2 0,17-10 0,-4 0-296,-1-2-1,0 0 1,-1-2 0,21-26-1,-29 31-591,-1 0 0,19-35 0,10-42-3214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7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1 237 3474,'0'0'322,"36"1"-89,363-20 175,652-112-318,-904 112-74,-134 20 29,-23 14 89,-46 50 216,17-20 6,-50 71 0,78-100-315,1 1 1,1 0-1,1 0 1,1 1-1,0 0 1,1 0-1,1 0 1,-6 38-1,10-49-29,1 0-1,-1 1 0,1-1 0,0 1 0,1-1 0,0 1 1,0-1-1,1 0 0,0 0 0,0 1 0,0-1 0,1-1 1,0 1-1,7 11 0,-5-12 0,0-1-1,0 0 1,0 0 0,1 0-1,-1 0 1,1-1 0,1 0 0,-1 0-1,0-1 1,1 0 0,0 0-1,0 0 1,0-1 0,14 3 0,5 0 31,0-1 1,1-1 0,0-1-1,-1-1 1,1-2 0,0 0-1,0-2 1,-1-1-1,48-14 1,-53 12-27,0-2-1,-1 0 0,-1-1 1,1-1-1,-1-1 1,-1 0-1,0-2 0,-1 0 1,0-1-1,-1 0 1,0-2-1,19-25 1,-27 30-2,-1 0 1,-1-1 0,0 0 0,0 0-1,-1-1 1,-1 1 0,0-1-1,-1 0 1,0 0 0,-1 0 0,0-1-1,-1 1 1,-1 0 0,0-1 0,-1 1-1,0-1 1,-1 1 0,-1 0 0,0 0-1,-7-20 1,3 21 2,0 0-1,-1 1 1,0 0 0,0 1 0,-1-1-1,0 2 1,-1-1 0,0 1-1,-1 1 1,0 0 0,-13-7-1,2 2-9,-1 1 0,1 1-1,-2 1 1,1 1 0,-31-6-1,20 8-150,1 2 0,-1 2 0,-57 1 0,32 5-1836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8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518 89 4050,'0'0'1859,"29"-11"-1554,102-33-167,-122 41-114,0 1 0,0 0 0,1 1 0,-1 0 0,0 0-1,1 1 1,-1 0 0,1 0 0,-1 1 0,0 1 0,0-1 0,0 2 0,1-1-1,-2 1 1,1 0 0,0 1 0,-1 0 0,1 1 0,-1-1 0,-1 2 0,1-1-1,-1 1 1,0 0 0,0 1 0,0-1 0,-1 1 0,0 1 0,0-1 0,7 15-1,-4-5 7,-1 0 0,0 1 0,-1 1 0,-1-1 0,-1 1 0,-1 0 0,0 0-1,-2 0 1,0 1 0,-1-1 0,-1 1 0,-4 32 0,2-37-18,-1 0 0,-1-1 1,0 0-1,-1 0 0,0 0 0,-1 0 1,-1-1-1,0 0 0,-1 0 0,0-1 1,-11 13-1,5-10 4,-1 0 0,0-1 0,-1-1-1,0 0 1,-1-1 0,0-1 0,-27 12 0,13-9 4,0-1 0,-1-2 0,-1-2 0,1 0 0,-2-2 0,1-2 0,-1-1 0,1-2 1,-56-2-1,70-2-7,0 0 1,0-2 0,0 0 0,0-1-1,1-1 1,0 0 0,0-2 0,0 0 0,1-1-1,0 0 1,1-2 0,-25-20 0,31 22 39,0 0-1,0-1 1,1 0 0,1-1 0,0 0 0,0 0 0,1-1 0,0 0 0,1 0 0,1-1 0,0 1 0,0-1 0,2 0 0,-1-1-1,2 1 1,0 0 0,0-1 0,1-22 0,2 24-19,0-1-1,1 1 1,0 0 0,1 0-1,0 0 1,1 0-1,0 0 1,1 1 0,1-1-1,10-16 1,-5 12-24,1 1 1,1 0-1,0 0 1,0 2-1,2-1 1,20-13-1,-5 6-16,1 2-1,1 1 1,1 2-1,1 1 1,0 2-1,70-18 1,-63 21 2,0 3 1,1 1 0,0 2 0,-1 2 0,1 2-1,0 2 1,53 8 0,-72-6-5,0 2 0,-1 0 0,0 1 0,0 1 1,-1 1-1,0 1 0,0 1 0,-1 0 0,-1 2 0,0 0 0,-1 2 0,0 0 0,-1 1 1,25 29-1,-27-24 7,-1 1 0,0 0 0,-2 2 1,0-1-1,-2 1 0,-1 1 0,0-1 1,-2 2-1,-1-1 0,-1 1 0,-2 0 1,0 0-1,-1 0 0,-2 0 1,-1 0-1,-1 0 0,-9 45 0,5-49 12,-1 0 0,-1-1 1,-1 0-1,0-1 0,-2 1 0,-22 31 0,12-25 11,0-1 0,-2-1 0,-51 43-1,24-30 15,-2-1-1,-2-4 0,-1-1 1,-79 32-1,80-40-183,-1-2 1,-1-3-1,-1-2 0,-1-3 1,-117 14-1,103-26-2709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8.8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566 193 3986,'0'0'1595,"31"-10"-992,-12 3-566,-6 2-31,1 0 1,-1 1-1,1 1 1,-1 0 0,18-1-1,-26 3-4,1 1 1,0 0-1,-1 1 1,1 0-1,-1-1 0,1 2 1,-1-1-1,1 1 0,-1 0 1,0 0-1,0 0 0,0 0 1,0 1-1,0 0 0,0 0 1,-1 1-1,1-1 0,-1 1 1,7 8-1,4 8 27,0 0-1,0 2 1,-2 0 0,-1 0-1,-1 1 1,-1 1 0,-1 0 0,-1 0-1,-1 1 1,-1 0 0,-1 0 0,-1 0-1,-2 1 1,0-1 0,-2 1-1,-3 33 1,1-44-21,0 0 0,-1 0 1,-1 0-1,0-1 0,-1 1 0,0-1 0,-2 0 1,1-1-1,-2 0 0,-17 25 0,12-22 4,-1-1 0,-1 0-1,0 0 1,-1-2 0,-1 0 0,0-1-1,-28 15 1,19-14 1,0 0-1,-2-2 0,0-1 0,0-2 1,0 0-1,-1-2 0,0-1 1,0-2-1,0-1 0,-36-1 1,46-1 4,0-2 1,0 0 0,0-1 0,1 0-1,-1-2 1,1 0 0,0-1 0,1-1 0,-1-1-1,1 0 1,1-1 0,-1-1 0,2 0-1,-1-2 1,2 1 0,-22-23 0,28 24 66,0 0 0,1-1 1,0 0-1,1-1 0,0 1 0,1-1 1,0 0-1,1-1 0,0 1 0,1-1 1,0 1-1,1-1 0,0-16 0,1 10 11,2 1 0,0-1 0,1 1 0,0 0 0,2 0 0,0 0 0,1 0 0,1 1 0,9-20 0,-2 13-64,1 0 0,1 1 0,0 1 0,2 0 0,24-24 0,-5 10-32,2 1-1,44-30 0,-45 38 5,2 2-1,0 2 1,2 2-1,0 1 0,1 2 1,1 2-1,1 2 1,0 1-1,0 3 1,1 2-1,1 1 1,86 0-1,-109 7-4,1 2-1,-1 0 0,0 2 1,0 0-1,0 2 1,0 0-1,-1 2 1,0 0-1,-1 2 1,26 14-1,-30-13-2,-1 1-1,0 0 1,-1 2-1,0 0 1,-1 0-1,-1 1 1,0 1 0,-1 0-1,0 1 1,-2 0-1,0 1 1,8 21-1,-4-4 29,-2 1-1,-2 0 1,-1 1-1,-1-1 1,-3 2-1,-1-1 0,-1 1 1,-3-1-1,0 1 1,-8 44-1,2-41 75,-2 1 0,-1-1 0,-2-1-1,-2 1 1,-2-2 0,-1 0 0,-3-1-1,-41 65 1,26-57-40,-2-3-1,-1 0 1,-2-3 0,-2-1-1,-2-2 1,-62 41-1,36-34-11,-2-2 0,-2-4 1,-129 49-1,157-71-156,-48 10 1,75-22-208,1-1 0,0-1 0,-1 0 0,1-2 0,-31-1 0,36-1-844,-1-1 0,0 0 0,-17-7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19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1649 61 6195,'0'0'413,"39"-13"188,0-1-536,0 3 1,57-10 0,-89 20-58,0 1 1,0 0-1,0 0 1,0 0-1,0 1 1,-1 0-1,1 1 0,0-1 1,-1 1-1,1 1 1,-1-1-1,1 1 0,-1 0 1,0 0-1,0 1 1,8 6-1,-2 1 38,-1 1 0,0 0 0,0 0 1,16 26-1,-24-33-30,16 27 85,-1 0 1,-2 2 0,-1 0 0,-1 1 0,-2 0 0,-2 1 0,-1 0-1,-2 0 1,-1 1 0,0 38 0,-5-55-69,0 1-1,-1 0 1,-2 0-1,0-1 1,-1 1 0,-1-1-1,-1 1 1,-13 35-1,10-40-21,0-1 0,0 0 0,-1 0 0,-1-1 0,-1 0 0,0-1 0,0 0 0,-2-1 0,1 0-1,-2-1 1,-15 11 0,4-7 5,0 0 1,-1-2-1,-1-1 0,0 0 0,0-3 0,-1 0 0,-51 9 0,36-12 8,0-1 0,-1-3 0,0-1 0,-66-7-1,87 3-13,-1-1 0,1 0 0,0-2 0,1-1 0,0 0 0,0-2 0,0-1 0,-38-23 0,48 25-2,1 0-1,0-1 1,0-1-1,1 0 0,1 0 1,-1-1-1,2 0 1,-1 0-1,2-1 1,-1 0-1,2-1 0,0 0 1,0 0-1,1 0 1,1-1-1,-4-13 0,6 13-2,0 0-1,0 1 0,2-1 0,-1 0 1,2 0-1,0 0 0,0 0 0,2 0 0,0 0 1,0 1-1,8-20 0,-2 11-3,2 0-1,1 0 0,0 1 1,2 1-1,29-36 1,-12 24-19,0 0-1,2 2 1,2 1 0,0 2 0,2 2 0,1 1 0,61-29-1,-46 29-27,0 3 0,2 2-1,0 3 1,1 2-1,82-10 1,-104 20 44,1 1 0,0 3 1,0 0-1,0 3 1,-1 0-1,1 3 0,-1 0 1,0 3-1,42 15 0,-53-14 22,1 0 0,-2 2 0,1 1 0,-2 1 0,0 0-1,0 2 1,-2 0 0,0 2 0,0 0 0,-2 1 0,0 0-1,-2 1 1,17 28 0,-18-23 33,0 2 0,-2-1 0,-1 2 0,-1-1 0,-2 1 0,0 1 0,-2 0 0,-1 0 0,-1 0 0,-2 0 0,-1 1 0,-5 56 0,-2-48 51,-1 0 0,-1 0 0,-3-1 0,-1 0 0,-1-1 0,-2-1 0,-2 0 0,-1-1 0,-39 55 0,11-29 112,-3-1 0,-2-3 0,-97 81 0,30-43-32,-195 119 0,-236 80-93,-75-44-886,-34-54-3233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24.1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592 1355 3105,'-83'34'74,"-159"61"33,168-70 50,-100 20-1,159-43 180,12-5 214,6 0-368,0 0 1,1 0 0,-1 0 0,1 1 0,0-1 0,7-3 0,122-61 836,106-33-674,116-20-241,99-13-43,611-139-11,18 21-108,-353 84-129,-172 36 147,-65 19 62,-87 24 106,-99 31 77,-218 43-188,148-4 1,-235 18-65,0 0 0,0 0 0,0 0 0,0 0 0,0 0 0,0 1 0,0-1-1,0 1 1,0-1 0,0 1 0,2 1 0,-4-2 32,0 0 0,1 1-1,-1-1 1,0 0-1,0 0 1,0 1 0,0-1-1,0 0 1,0 1-1,0-1 1,0 0 0,0 1-1,0-1 1,0 0-1,0 1 1,0-1 0,0 0-1,0 1 1,0-1-1,0 0 1,0 0 0,0 1-1,0-1 1,0 0-1,0 1 1,-1-1 0,1 0-1,0 0 1,0 1-1,0-1 1,-1 0 0,1 0-1,0 1 1,0-1 0,-1 0-1,1 0 1,0 0-1,0 0 1,-1 1 0,-7 4-303,0 0 1,0 0 0,-17 7 0,-112 34-969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24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5475,'0'0'1131,"-2"18"-1190,1 7 37,1-1 0,1 0 1,7 35-1,22 88 34,-24-121-4,107 566 269,-24 12-133,60 341-84,-116-768-1410,-26-156-2004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24.9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3442,'0'0'2494,"-5"3"-2678,3-1 181,1-1 0,0 0 0,-1 0 0,1 1-1,0-1 1,0 1 0,0-1 0,0 1 0,0-1 0,0 1 0,1-1 0,-1 1 0,0 0-1,1 0 1,0-1 0,-1 1 0,1 0 0,0 0 0,0 0 0,0-1 0,0 1-1,0 0 1,0 3 0,5 27 5,11 46 0,-9-46 10,155 792 379,-83-406-339,161 506 39,-234-907 55,-6-27 392,-1-8-163,-11-131 535,-1-24-830,17-122-62,1 229-57,3 1 0,24-94 0,-13 89-231,41-97 1,-49 141 152,2 0 0,0 1 0,2 1 0,1 0 0,1 1 0,30-32 0,-43 50 101,1 0 0,0 1 0,0-1 1,1 1-1,-1 0 0,1 0 0,0 1 0,0 0 0,0 0 0,1 0 0,-1 1 0,1 0 0,-1 0 1,1 0-1,10 0 0,-12 2 6,-1 1 1,1 0-1,0-1 1,-1 2 0,1-1-1,-1 0 1,0 1-1,1 0 1,-1 0 0,0 0-1,0 1 1,0-1-1,0 1 1,-1 0 0,1 0-1,-1 0 1,1 1-1,-1-1 1,0 1 0,-1 0-1,1-1 1,-1 1-1,3 6 1,7 13-3,0 2 0,-2 0 0,-1 0 0,-1 0 0,-1 1 0,4 30 1,12 168 28,-21-205-15,9 248 124,2 17 180,-12-259-290,1 0-1,2 0 1,0 0 0,1 0-1,2-1 1,0 0 0,17 34-1,-22-53-36,1 0-1,0-1 0,0 0 0,0 1 1,1-1-1,-1-1 0,1 1 0,0 0 1,0-1-1,0 0 0,0 0 0,8 4 1,-5-4-158,0-1 1,0-1-1,0 1 1,0-1 0,0 0-1,0-1 1,12 0-1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25.4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789 126 2721,'0'0'1425,"-35"-18"-1142,-115-55 21,139 67-253,0 1 0,-1 1 0,1 0 0,-1 0 0,1 1-1,-1 1 1,0 0 0,0 1 0,-18 0 0,8 0 21,6 0-22,1 1 0,0 0 0,-1 2 0,1-1-1,-17 6 1,23-5-23,1 1 0,0 0 1,1 1-1,-1 0 0,0 0 0,1 0 0,0 1 1,0 0-1,1 1 0,-11 10 0,-3 7 24,1 0 0,2 2 0,0 0 0,2 0 0,0 2 0,-16 42 0,8-7 71,-28 126-1,35-100-72,5 1 0,3 1-1,5 129 1,3-193-39,2 1-1,1-1 1,1 0 0,1 0-1,2 0 1,13 35 0,-15-50-7,-1 0 1,2-1-1,0 0 1,0 0-1,1-1 1,0 0 0,0 0-1,1 0 1,0-1-1,1 0 1,0-1-1,0 0 1,0 0-1,1-1 1,0 0 0,22 9-1,-19-10 8,1-1-1,-1 0 0,1-1 1,0 0-1,1-1 1,-1-1-1,0 0 0,0-1 1,1-1-1,-1 0 1,0-1-1,0 0 0,0-1 1,16-6-1,-15 3 11,0 0 1,0-1-1,0-1 0,-1-1 0,-1 0 1,1-1-1,-1 0 0,-1-1 0,0 0 1,0-1-1,18-25 0,-16 15-4,0-1 1,-1-1-1,-1 0 1,-2 0-1,0-1 0,-2 0 1,0-1-1,-2 0 1,5-41-1,-3-22 12,-6-134 1,-3 126-18,1 19 68,0 75-51,0-3 85,5 12-88,16 44-60,-3 1 1,-1 1-1,9 57 1,-1-6 60,-22-94-46,48 167 130,-37-136-446,1-1 0,27 49 0,-3-30-2991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25.8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1 495 5426,'0'-35'465,"5"-114"-124,-4 140-337,0 0 1,1 0-1,0 0 0,1 0 0,-1 0 0,2 1 0,-1-1 1,1 1-1,1 0 0,0 0 0,0 0 0,0 0 0,1 1 1,0 0-1,0 0 0,1 1 0,0 0 0,0 0 0,0 0 1,1 1-1,0 0 0,12-5 0,-13 7-7,2 0 1,-1 0-1,0 1 0,0 0 0,1 1 0,-1 0 1,1 0-1,-1 0 0,1 1 0,-1 1 1,1 0-1,-1 0 0,1 0 0,-1 1 0,0 0 1,0 1-1,0 0 0,0 0 0,0 1 1,0 0-1,-1 0 0,10 7 0,-1 4 6,-1-1-1,0 2 0,-1 0 1,0 1-1,-1 0 0,-1 1 1,-1 0-1,-1 1 1,0 0-1,7 23 0,3 13 19,-2 2 0,15 85-1,18 350 70,-47-432-70,-10-181 2706,-2-199-2539,10 271-290,2 1 0,2 0 0,2 0 0,2 1 0,2 0-1,2 1 1,2 1 0,2 0 0,2 1 0,43-70 0,-51 96-68,0 0 0,1 1 0,1 0-1,26-24 1,-35 37 140,0 0 1,0 0-1,1 0 0,0 0 0,-1 1 0,1 0 1,0 0-1,1 1 0,-1-1 0,0 1 1,1 1-1,-1-1 0,1 1 0,0 0 1,-1 1-1,1 0 0,0 0 0,9 1 0,-11 0 23,-1 0-1,1 0 0,-1 0 0,1 1 0,-1-1 0,0 1 0,1 1 0,-1-1 0,0 0 0,0 1 0,-1 0 0,1 0 0,0 0 0,-1 0 0,5 7 0,0 0-4,-1 1 0,-1 0 0,0 1 0,7 18 0,2 12 5,-2-1 0,-2 2 0,9 61 0,4 138 37,0 1 62,-3-141-75,-18-90-13,1 0 1,0-1 0,1 1-1,1-1 1,11 18 0,-15-25-32,0-1 1,1 0 0,-1 0 0,1 0-1,0-1 1,0 1 0,0-1-1,1 1 1,-1-1 0,0 0 0,1 0-1,4 1 1,-2-1-271,0-1 0,0 0 0,0 0 0,0 0-1,11-1 1,-17 0 286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26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5026,'0'0'155,"0"45"-94,0 27-55,9 418 23,32-75 62,-16-188-35,55 421 130,-68-557-148,-1 8 1161,-2 108 0,-10-237-910,1-1-1,2 1 1,0 1-1,3-1 1,0 0-1,2 1 1,15-45-1,55-87-196,115-179 0,-160 286-100,-30 51-6,146-238 55,-101 171-1901,72-83 1,-80 112-1297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26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5410,'0'0'1265,"184"83"-1265,-74-24 48,0 25 16,3 20-16,-18 11 16,-24-2 0,-14-6 0,-16-29 0,-23-34 0,-12-29-32,-6-21-32,-21-62-1793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27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0 629 4114,'0'0'1622,"43"28"-1494,55 39-88,-3 4 0,87 85 0,349 437 49,-356-386-63,-160-190 6,1 3-45,2-1 0,29 26 0,-40-40 66,-1 0 0,1 0 0,0-1 0,1 0 0,-1 0 0,1-1 0,0 0 0,-1 0 0,1-1 0,0 0 0,16 1 0,-18-2 68,0-1 0,-1-1-1,1 1 1,0-1 0,0 0-1,-1 0 1,1-1 0,-1 0 0,1 0-1,-1 0 1,0-1 0,1 1-1,-1-1 1,-1-1 0,1 1-1,0 0 1,5-7 0,7-7 118,-2-1 0,0 0 1,14-22-1,-14 19-103,293-472 869,-158 242-836,17-13-73,266-318 0,-408 552-136,-10 10-70,1 1 0,1 1 0,0 1 0,34-26 0,-42 38-806,-17 25-5272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27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5458,'0'0'1729,"59"163"-1729,-5-14 128,2 35 48,-2 30 193,-4-1-97,-8 1-176,-12-18-16,-1-32-48,-11-37 16,-6-28-16,-9-43-32,-3-50-2289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27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542 1 5571,'-36'6'1077,"31"-6"-1048,-24 5 96,0 1-1,-44 16 0,58-17-100,0 2 0,0 0 0,1 1 1,0 0-1,0 1 0,1 1 0,0 0 0,-21 22 0,11-5 102,1 0 0,1 1-1,1 1 1,2 1 0,1 1 0,1 1-1,-17 49 1,20-38 79,2 0 1,1 1-1,3 0 1,1 0-1,1 66 1,4-78-130,3-1 0,1 1 1,9 43-1,-8-56-52,2-1-1,0 1 0,1-1 1,1-1-1,0 1 1,19 27-1,-13-26-8,1-1 0,1 0-1,0-1 1,1-1 0,1-1 0,0 0-1,1-1 1,1-1 0,0-1 0,1-1-1,0 0 1,0-2 0,1 0 0,1-2-1,-1 0 1,1-2 0,0 0 0,32 1-1,-37-4-1,0-2 1,0 0-1,0-1 0,0-1 0,-1 0 0,1-2 0,-1 0 0,0-1 0,0 0 0,32-16 1,-30 10 2,0 0 0,-1-1 0,-1-1 1,0-1-1,0-1 0,-2 0 1,1-1-1,19-28 0,-20 23 5,-2-1 1,0 0-1,-1-1 0,-1-1 0,-2 1 0,0-2 0,-2 1 1,0-1-1,-2 0 0,4-47 0,-7 44-2,-2 1-1,0-1 1,-2 0-1,-1 1 1,-2-1 0,0 1-1,-2 0 1,-1 1-1,-21-48 1,7 31-34,-3 1-1,-1 1 1,-2 1 0,-1 2-1,-2 0 1,-2 2 0,-74-61-1,94 86-240,-1 1-1,0 1 1,-27-13-1,34 18-433,-1 1 0,0 1 0,0-1 0,-14-1 0,2 2-5084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7T19:39:28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69 503 5779,'0'0'2892,"-12"42"-2794,4-17-65,-29 123 229,32-118-143,2-1-1,0 0 1,2 1 0,4 46 0,3-39-69,2 1 1,1-1-1,1 0 1,3-1-1,1 0 1,1-1-1,2-1 0,1 0 1,2-2-1,2 0 1,27 32-1,-37-49-35,2 0 0,0-1-1,0 0 1,1-1-1,1-1 1,0-1 0,0 0-1,1-1 1,1 0-1,0-2 1,0 0 0,1-1-1,-1-1 1,2-1-1,-1 0 1,0-2 0,1 0-1,20 0 1,-22-2 7,0-1 0,0-1 0,0-1 0,-1 0 0,1-1 0,-1-1 0,0-1 0,0 0 0,31-15 0,-24 7 4,-1-1-1,0-1 1,-1 0-1,-1-2 1,37-38-1,-30 25-7,-1-1 0,-2-2 0,-2-1 0,-1 0 0,20-41 0,-18 22-5,-2 0 0,-2-2-1,13-60 1,-11 12 45,-6-2 1,-3 0-1,-3-158 1,-10 218-11,2 13 85,-3 1 0,0-1-1,-2 0 1,-8-36 0,10 65-76,0-1 0,-1 1 0,1-1 1,-1 1-1,0 0 0,0-1 0,0 1 0,-3-3 0,5 6-48,0-1 0,-1 1 1,1 0-1,-1-1 0,1 1 0,0 0 0,-1-1 0,1 1 0,-1 0 0,1 0 0,-1-1 0,1 1 0,-1 0 0,1 0 0,-1 0 0,1 0 0,-1 0 0,1-1 0,-1 1 0,1 0 0,-1 0 0,1 0 0,-1 1 0,0-1 0,0 0-1,0 1 0,0 0 0,0-1 0,1 1 0,-1 0 0,0 0 0,0-1 0,1 1 0,-1 0 0,1 0-1,-1 0 1,1 0 0,-1 0 0,1 0 0,-1 0 0,1 0 0,-1 2 0,-3 15-11,0 0 0,1 1 0,0 0 0,1 30 0,7 97-97,0-83 205,4-1 0,2-1-1,2 0 1,4 0 0,2-2-1,2 0 1,3-2 0,3 0 0,2-2-1,43 62 1,-32-59-17,4-2 0,1-2 0,3-3 0,2-1 1,2-2-1,3-3 0,1-2 0,2-3 0,67 35 0,-40-32-43,1-5 1,171 52-1,-106-51-6,265 33 0,300-26-186,100-56-1486,30-72-3387,-831 80 4918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F5AFF-1F2D-9799-EE20-5E1D48D0E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D31E0-107F-C6F4-80E2-46006423D8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6813F-0FE3-08DF-CC35-1567904C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6DB0-1049-4761-848F-893BC1A2E5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22F51-D813-8BF2-4FF4-2B6BAED4D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F4F2C-AA22-EA29-164F-7A7FAD24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7A0C-25A1-46AC-94CD-B1F7ED698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98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FF7C-BFBF-B439-46FB-4B567BC8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8D420-FF20-3EF4-5396-216AF3D04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05B76-010A-7D74-1E24-98E735B5D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6DB0-1049-4761-848F-893BC1A2E5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06A33-2777-53B2-DAC5-75C66F52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61657-8681-9DB9-297F-236F6A30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7A0C-25A1-46AC-94CD-B1F7ED698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99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DA7C-6DE4-8C21-0889-DDC11AE4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DE1C4-D03A-90ED-2FFD-4EBE27373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E8BF0-8BC4-C377-1F55-E784155DD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6DB0-1049-4761-848F-893BC1A2E5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6DB6A-584C-E3A9-AA9E-6794BBB9D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AC179-8149-7C8A-751D-28C0618F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7A0C-25A1-46AC-94CD-B1F7ED698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67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077DE-8917-736A-EA5D-BAF295E2F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F2CDE-B0DE-6926-11DC-29565D64F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68C7B-4B4E-6FDA-8CA3-313E99B12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72716-C31D-C120-2A98-253684C29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6DB0-1049-4761-848F-893BC1A2E5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6C39D-92AF-1F8A-0AB7-E218C85D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C0E63-0FB1-1921-1ED5-E622A0578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7A0C-25A1-46AC-94CD-B1F7ED698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58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FC7D1-9AF7-B46E-1024-2F0F33E36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3F1B6-D93F-3BE3-066D-7F014C2BF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6C343-8286-9F5D-DB2B-29C472DF7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C07E5-0361-7113-2A0B-1025FEC9B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6C6912-C2E0-FB5B-450A-77AACACBF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757DF-ED1E-B1FB-9F2D-39CA688C5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6DB0-1049-4761-848F-893BC1A2E5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2777C9-7A69-3914-BB05-20A186EFD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593D5-EB11-5C27-E259-62DF3C9D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7A0C-25A1-46AC-94CD-B1F7ED698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78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C9420-8111-4826-059D-D5564DDF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6FDB0-1612-4587-B58E-E50568CC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6DB0-1049-4761-848F-893BC1A2E5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730F1-2054-1059-7285-CDA203FF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E4864-05B6-5645-79A7-25F56A7F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7A0C-25A1-46AC-94CD-B1F7ED698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78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D9FBD-FC1D-52FA-587C-4A3BBD7AA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6DB0-1049-4761-848F-893BC1A2E5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24FD4B-2AA2-2725-24ED-332939050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E0300-ECAE-0A6C-3F74-8A14C5593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7A0C-25A1-46AC-94CD-B1F7ED698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86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10435-F9A1-0DBB-03E5-39ADA72AD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463D3-AEAA-6D1F-8890-7C8F611CF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081A9F-7DE4-532F-9F77-6871D62B9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45058-3B2B-BBF2-64AC-DC9697675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6DB0-1049-4761-848F-893BC1A2E5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32953-8C1A-F800-D6E3-98D2CD73A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86894-DE30-D767-793C-6D578BBD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7A0C-25A1-46AC-94CD-B1F7ED698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32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A73FE-83B4-3E80-91DA-423F56878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DF7DDC-2B49-9F36-B8DB-6C8EA8B38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F1F83-E529-83D0-45E8-7F5056635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84A04-7282-A60E-3A7F-E3068286A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6DB0-1049-4761-848F-893BC1A2E5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6FEAB-427C-C743-BDD8-69F7DB8D9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554-164A-0537-D43F-AB3465512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7A0C-25A1-46AC-94CD-B1F7ED698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908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972-CCE6-720F-B370-D619560C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62D1D-B004-128E-B748-7C5B8A601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89B93-92C8-E95A-4DBD-562AC2CC3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6DB0-1049-4761-848F-893BC1A2E5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B77A2-C542-EB19-8833-C2805BE92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FE2FD-244B-6A0D-1C8D-4F7F0DB6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7A0C-25A1-46AC-94CD-B1F7ED698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2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1A6F90-6F88-6B83-AF71-EE20934B0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6395B-A9F6-4AEC-1798-5BE64F01A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ADA07-B9AF-D181-30C2-66A174AB6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6DB0-1049-4761-848F-893BC1A2E5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ADD30-0D2E-A07C-40AB-7AE67BA43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0DC08-1B2E-234E-BA7E-51BEE078A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67A0C-25A1-46AC-94CD-B1F7ED698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62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02FFAA-EEB1-E320-04AE-A384F849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AF334-611B-67CA-0588-DC829AC7F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BF81E-6DFD-C2E1-A003-C3B578DF3C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46DB0-1049-4761-848F-893BC1A2E59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86A38-DD35-9658-E3C7-DF242C975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5CCD5-7E93-8032-7B40-F6E630D2F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67A0C-25A1-46AC-94CD-B1F7ED698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47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7.png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46" Type="http://schemas.openxmlformats.org/officeDocument/2006/relationships/image" Target="../media/image23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9.xml"/><Relationship Id="rId18" Type="http://schemas.openxmlformats.org/officeDocument/2006/relationships/image" Target="../media/image32.png"/><Relationship Id="rId26" Type="http://schemas.openxmlformats.org/officeDocument/2006/relationships/image" Target="../media/image36.png"/><Relationship Id="rId39" Type="http://schemas.openxmlformats.org/officeDocument/2006/relationships/customXml" Target="../ink/ink42.xml"/><Relationship Id="rId21" Type="http://schemas.openxmlformats.org/officeDocument/2006/relationships/customXml" Target="../ink/ink33.xml"/><Relationship Id="rId34" Type="http://schemas.openxmlformats.org/officeDocument/2006/relationships/image" Target="../media/image40.png"/><Relationship Id="rId42" Type="http://schemas.openxmlformats.org/officeDocument/2006/relationships/image" Target="../media/image44.png"/><Relationship Id="rId47" Type="http://schemas.openxmlformats.org/officeDocument/2006/relationships/customXml" Target="../ink/ink46.xml"/><Relationship Id="rId7" Type="http://schemas.openxmlformats.org/officeDocument/2006/relationships/customXml" Target="../ink/ink26.xml"/><Relationship Id="rId2" Type="http://schemas.openxmlformats.org/officeDocument/2006/relationships/image" Target="../media/image1.png"/><Relationship Id="rId16" Type="http://schemas.openxmlformats.org/officeDocument/2006/relationships/image" Target="../media/image31.png"/><Relationship Id="rId29" Type="http://schemas.openxmlformats.org/officeDocument/2006/relationships/customXml" Target="../ink/ink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customXml" Target="../ink/ink28.xml"/><Relationship Id="rId24" Type="http://schemas.openxmlformats.org/officeDocument/2006/relationships/image" Target="../media/image35.png"/><Relationship Id="rId32" Type="http://schemas.openxmlformats.org/officeDocument/2006/relationships/image" Target="../media/image39.png"/><Relationship Id="rId37" Type="http://schemas.openxmlformats.org/officeDocument/2006/relationships/customXml" Target="../ink/ink41.xml"/><Relationship Id="rId40" Type="http://schemas.openxmlformats.org/officeDocument/2006/relationships/image" Target="../media/image43.png"/><Relationship Id="rId45" Type="http://schemas.openxmlformats.org/officeDocument/2006/relationships/customXml" Target="../ink/ink45.xml"/><Relationship Id="rId5" Type="http://schemas.openxmlformats.org/officeDocument/2006/relationships/customXml" Target="../ink/ink25.xml"/><Relationship Id="rId15" Type="http://schemas.openxmlformats.org/officeDocument/2006/relationships/customXml" Target="../ink/ink30.xml"/><Relationship Id="rId23" Type="http://schemas.openxmlformats.org/officeDocument/2006/relationships/customXml" Target="../ink/ink34.xml"/><Relationship Id="rId28" Type="http://schemas.openxmlformats.org/officeDocument/2006/relationships/image" Target="../media/image37.png"/><Relationship Id="rId36" Type="http://schemas.openxmlformats.org/officeDocument/2006/relationships/image" Target="../media/image41.png"/><Relationship Id="rId10" Type="http://schemas.openxmlformats.org/officeDocument/2006/relationships/image" Target="../media/image28.png"/><Relationship Id="rId19" Type="http://schemas.openxmlformats.org/officeDocument/2006/relationships/customXml" Target="../ink/ink32.xml"/><Relationship Id="rId31" Type="http://schemas.openxmlformats.org/officeDocument/2006/relationships/customXml" Target="../ink/ink38.xml"/><Relationship Id="rId44" Type="http://schemas.openxmlformats.org/officeDocument/2006/relationships/image" Target="../media/image45.png"/><Relationship Id="rId4" Type="http://schemas.openxmlformats.org/officeDocument/2006/relationships/image" Target="../media/image25.png"/><Relationship Id="rId9" Type="http://schemas.openxmlformats.org/officeDocument/2006/relationships/customXml" Target="../ink/ink27.xml"/><Relationship Id="rId14" Type="http://schemas.openxmlformats.org/officeDocument/2006/relationships/image" Target="../media/image30.png"/><Relationship Id="rId22" Type="http://schemas.openxmlformats.org/officeDocument/2006/relationships/image" Target="../media/image34.png"/><Relationship Id="rId27" Type="http://schemas.openxmlformats.org/officeDocument/2006/relationships/customXml" Target="../ink/ink36.xml"/><Relationship Id="rId30" Type="http://schemas.openxmlformats.org/officeDocument/2006/relationships/image" Target="../media/image38.png"/><Relationship Id="rId35" Type="http://schemas.openxmlformats.org/officeDocument/2006/relationships/customXml" Target="../ink/ink40.xml"/><Relationship Id="rId43" Type="http://schemas.openxmlformats.org/officeDocument/2006/relationships/customXml" Target="../ink/ink44.xml"/><Relationship Id="rId48" Type="http://schemas.openxmlformats.org/officeDocument/2006/relationships/image" Target="../media/image47.png"/><Relationship Id="rId8" Type="http://schemas.openxmlformats.org/officeDocument/2006/relationships/image" Target="../media/image27.png"/><Relationship Id="rId3" Type="http://schemas.openxmlformats.org/officeDocument/2006/relationships/customXml" Target="../ink/ink24.xml"/><Relationship Id="rId12" Type="http://schemas.openxmlformats.org/officeDocument/2006/relationships/image" Target="../media/image29.png"/><Relationship Id="rId17" Type="http://schemas.openxmlformats.org/officeDocument/2006/relationships/customXml" Target="../ink/ink31.xml"/><Relationship Id="rId25" Type="http://schemas.openxmlformats.org/officeDocument/2006/relationships/customXml" Target="../ink/ink35.xml"/><Relationship Id="rId33" Type="http://schemas.openxmlformats.org/officeDocument/2006/relationships/customXml" Target="../ink/ink39.xml"/><Relationship Id="rId38" Type="http://schemas.openxmlformats.org/officeDocument/2006/relationships/image" Target="../media/image42.png"/><Relationship Id="rId46" Type="http://schemas.openxmlformats.org/officeDocument/2006/relationships/image" Target="../media/image46.png"/><Relationship Id="rId20" Type="http://schemas.openxmlformats.org/officeDocument/2006/relationships/image" Target="../media/image33.png"/><Relationship Id="rId41" Type="http://schemas.openxmlformats.org/officeDocument/2006/relationships/customXml" Target="../ink/ink43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9.png"/><Relationship Id="rId21" Type="http://schemas.openxmlformats.org/officeDocument/2006/relationships/customXml" Target="../ink/ink56.xml"/><Relationship Id="rId42" Type="http://schemas.openxmlformats.org/officeDocument/2006/relationships/image" Target="../media/image67.png"/><Relationship Id="rId47" Type="http://schemas.openxmlformats.org/officeDocument/2006/relationships/customXml" Target="../ink/ink69.xml"/><Relationship Id="rId63" Type="http://schemas.openxmlformats.org/officeDocument/2006/relationships/customXml" Target="../ink/ink77.xml"/><Relationship Id="rId68" Type="http://schemas.openxmlformats.org/officeDocument/2006/relationships/image" Target="../media/image80.png"/><Relationship Id="rId84" Type="http://schemas.openxmlformats.org/officeDocument/2006/relationships/image" Target="../media/image88.png"/><Relationship Id="rId89" Type="http://schemas.openxmlformats.org/officeDocument/2006/relationships/customXml" Target="../ink/ink90.xml"/><Relationship Id="rId16" Type="http://schemas.openxmlformats.org/officeDocument/2006/relationships/image" Target="../media/image54.png"/><Relationship Id="rId11" Type="http://schemas.openxmlformats.org/officeDocument/2006/relationships/customXml" Target="../ink/ink51.xml"/><Relationship Id="rId32" Type="http://schemas.openxmlformats.org/officeDocument/2006/relationships/image" Target="../media/image62.png"/><Relationship Id="rId37" Type="http://schemas.openxmlformats.org/officeDocument/2006/relationships/customXml" Target="../ink/ink64.xml"/><Relationship Id="rId53" Type="http://schemas.openxmlformats.org/officeDocument/2006/relationships/customXml" Target="../ink/ink72.xml"/><Relationship Id="rId58" Type="http://schemas.openxmlformats.org/officeDocument/2006/relationships/image" Target="../media/image75.png"/><Relationship Id="rId74" Type="http://schemas.openxmlformats.org/officeDocument/2006/relationships/image" Target="../media/image83.png"/><Relationship Id="rId79" Type="http://schemas.openxmlformats.org/officeDocument/2006/relationships/customXml" Target="../ink/ink85.xml"/><Relationship Id="rId102" Type="http://schemas.openxmlformats.org/officeDocument/2006/relationships/image" Target="../media/image97.png"/><Relationship Id="rId5" Type="http://schemas.openxmlformats.org/officeDocument/2006/relationships/customXml" Target="../ink/ink48.xml"/><Relationship Id="rId90" Type="http://schemas.openxmlformats.org/officeDocument/2006/relationships/image" Target="../media/image91.png"/><Relationship Id="rId95" Type="http://schemas.openxmlformats.org/officeDocument/2006/relationships/customXml" Target="../ink/ink93.xml"/><Relationship Id="rId22" Type="http://schemas.openxmlformats.org/officeDocument/2006/relationships/image" Target="../media/image57.png"/><Relationship Id="rId27" Type="http://schemas.openxmlformats.org/officeDocument/2006/relationships/customXml" Target="../ink/ink59.xml"/><Relationship Id="rId43" Type="http://schemas.openxmlformats.org/officeDocument/2006/relationships/customXml" Target="../ink/ink67.xml"/><Relationship Id="rId48" Type="http://schemas.openxmlformats.org/officeDocument/2006/relationships/image" Target="../media/image70.png"/><Relationship Id="rId64" Type="http://schemas.openxmlformats.org/officeDocument/2006/relationships/image" Target="../media/image78.png"/><Relationship Id="rId69" Type="http://schemas.openxmlformats.org/officeDocument/2006/relationships/customXml" Target="../ink/ink80.xml"/><Relationship Id="rId80" Type="http://schemas.openxmlformats.org/officeDocument/2006/relationships/image" Target="../media/image86.png"/><Relationship Id="rId85" Type="http://schemas.openxmlformats.org/officeDocument/2006/relationships/customXml" Target="../ink/ink88.xml"/><Relationship Id="rId12" Type="http://schemas.openxmlformats.org/officeDocument/2006/relationships/image" Target="../media/image52.png"/><Relationship Id="rId17" Type="http://schemas.openxmlformats.org/officeDocument/2006/relationships/customXml" Target="../ink/ink54.xml"/><Relationship Id="rId25" Type="http://schemas.openxmlformats.org/officeDocument/2006/relationships/customXml" Target="../ink/ink58.xml"/><Relationship Id="rId33" Type="http://schemas.openxmlformats.org/officeDocument/2006/relationships/customXml" Target="../ink/ink62.xml"/><Relationship Id="rId38" Type="http://schemas.openxmlformats.org/officeDocument/2006/relationships/image" Target="../media/image65.png"/><Relationship Id="rId46" Type="http://schemas.openxmlformats.org/officeDocument/2006/relationships/image" Target="../media/image69.png"/><Relationship Id="rId59" Type="http://schemas.openxmlformats.org/officeDocument/2006/relationships/customXml" Target="../ink/ink75.xml"/><Relationship Id="rId67" Type="http://schemas.openxmlformats.org/officeDocument/2006/relationships/customXml" Target="../ink/ink79.xml"/><Relationship Id="rId20" Type="http://schemas.openxmlformats.org/officeDocument/2006/relationships/image" Target="../media/image56.png"/><Relationship Id="rId41" Type="http://schemas.openxmlformats.org/officeDocument/2006/relationships/customXml" Target="../ink/ink66.xml"/><Relationship Id="rId54" Type="http://schemas.openxmlformats.org/officeDocument/2006/relationships/image" Target="../media/image73.png"/><Relationship Id="rId62" Type="http://schemas.openxmlformats.org/officeDocument/2006/relationships/image" Target="../media/image77.png"/><Relationship Id="rId70" Type="http://schemas.openxmlformats.org/officeDocument/2006/relationships/image" Target="../media/image81.png"/><Relationship Id="rId75" Type="http://schemas.openxmlformats.org/officeDocument/2006/relationships/customXml" Target="../ink/ink83.xml"/><Relationship Id="rId83" Type="http://schemas.openxmlformats.org/officeDocument/2006/relationships/customXml" Target="../ink/ink87.xml"/><Relationship Id="rId88" Type="http://schemas.openxmlformats.org/officeDocument/2006/relationships/image" Target="../media/image90.png"/><Relationship Id="rId91" Type="http://schemas.openxmlformats.org/officeDocument/2006/relationships/customXml" Target="../ink/ink91.xml"/><Relationship Id="rId96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5" Type="http://schemas.openxmlformats.org/officeDocument/2006/relationships/customXml" Target="../ink/ink53.xml"/><Relationship Id="rId23" Type="http://schemas.openxmlformats.org/officeDocument/2006/relationships/customXml" Target="../ink/ink57.xml"/><Relationship Id="rId28" Type="http://schemas.openxmlformats.org/officeDocument/2006/relationships/image" Target="../media/image60.png"/><Relationship Id="rId36" Type="http://schemas.openxmlformats.org/officeDocument/2006/relationships/image" Target="../media/image64.png"/><Relationship Id="rId49" Type="http://schemas.openxmlformats.org/officeDocument/2006/relationships/customXml" Target="../ink/ink70.xml"/><Relationship Id="rId57" Type="http://schemas.openxmlformats.org/officeDocument/2006/relationships/customXml" Target="../ink/ink74.xml"/><Relationship Id="rId10" Type="http://schemas.openxmlformats.org/officeDocument/2006/relationships/image" Target="../media/image51.png"/><Relationship Id="rId31" Type="http://schemas.openxmlformats.org/officeDocument/2006/relationships/customXml" Target="../ink/ink61.xml"/><Relationship Id="rId44" Type="http://schemas.openxmlformats.org/officeDocument/2006/relationships/image" Target="../media/image68.png"/><Relationship Id="rId52" Type="http://schemas.openxmlformats.org/officeDocument/2006/relationships/image" Target="../media/image72.png"/><Relationship Id="rId60" Type="http://schemas.openxmlformats.org/officeDocument/2006/relationships/image" Target="../media/image76.png"/><Relationship Id="rId65" Type="http://schemas.openxmlformats.org/officeDocument/2006/relationships/customXml" Target="../ink/ink78.xml"/><Relationship Id="rId73" Type="http://schemas.openxmlformats.org/officeDocument/2006/relationships/customXml" Target="../ink/ink82.xml"/><Relationship Id="rId78" Type="http://schemas.openxmlformats.org/officeDocument/2006/relationships/image" Target="../media/image85.png"/><Relationship Id="rId81" Type="http://schemas.openxmlformats.org/officeDocument/2006/relationships/customXml" Target="../ink/ink86.xml"/><Relationship Id="rId86" Type="http://schemas.openxmlformats.org/officeDocument/2006/relationships/image" Target="../media/image89.png"/><Relationship Id="rId94" Type="http://schemas.openxmlformats.org/officeDocument/2006/relationships/image" Target="../media/image93.png"/><Relationship Id="rId99" Type="http://schemas.openxmlformats.org/officeDocument/2006/relationships/customXml" Target="../ink/ink95.xml"/><Relationship Id="rId101" Type="http://schemas.openxmlformats.org/officeDocument/2006/relationships/customXml" Target="../ink/ink96.xml"/><Relationship Id="rId4" Type="http://schemas.openxmlformats.org/officeDocument/2006/relationships/image" Target="../media/image48.png"/><Relationship Id="rId9" Type="http://schemas.openxmlformats.org/officeDocument/2006/relationships/customXml" Target="../ink/ink50.xml"/><Relationship Id="rId13" Type="http://schemas.openxmlformats.org/officeDocument/2006/relationships/customXml" Target="../ink/ink52.xml"/><Relationship Id="rId18" Type="http://schemas.openxmlformats.org/officeDocument/2006/relationships/image" Target="../media/image55.png"/><Relationship Id="rId39" Type="http://schemas.openxmlformats.org/officeDocument/2006/relationships/customXml" Target="../ink/ink65.xml"/><Relationship Id="rId34" Type="http://schemas.openxmlformats.org/officeDocument/2006/relationships/image" Target="../media/image63.png"/><Relationship Id="rId50" Type="http://schemas.openxmlformats.org/officeDocument/2006/relationships/image" Target="../media/image71.png"/><Relationship Id="rId55" Type="http://schemas.openxmlformats.org/officeDocument/2006/relationships/customXml" Target="../ink/ink73.xml"/><Relationship Id="rId76" Type="http://schemas.openxmlformats.org/officeDocument/2006/relationships/image" Target="../media/image84.png"/><Relationship Id="rId97" Type="http://schemas.openxmlformats.org/officeDocument/2006/relationships/customXml" Target="../ink/ink94.xml"/><Relationship Id="rId7" Type="http://schemas.openxmlformats.org/officeDocument/2006/relationships/customXml" Target="../ink/ink49.xml"/><Relationship Id="rId71" Type="http://schemas.openxmlformats.org/officeDocument/2006/relationships/customXml" Target="../ink/ink81.xml"/><Relationship Id="rId92" Type="http://schemas.openxmlformats.org/officeDocument/2006/relationships/image" Target="../media/image92.png"/><Relationship Id="rId2" Type="http://schemas.openxmlformats.org/officeDocument/2006/relationships/image" Target="../media/image1.png"/><Relationship Id="rId29" Type="http://schemas.openxmlformats.org/officeDocument/2006/relationships/customXml" Target="../ink/ink60.xml"/><Relationship Id="rId24" Type="http://schemas.openxmlformats.org/officeDocument/2006/relationships/image" Target="../media/image58.png"/><Relationship Id="rId40" Type="http://schemas.openxmlformats.org/officeDocument/2006/relationships/image" Target="../media/image66.png"/><Relationship Id="rId45" Type="http://schemas.openxmlformats.org/officeDocument/2006/relationships/customXml" Target="../ink/ink68.xml"/><Relationship Id="rId66" Type="http://schemas.openxmlformats.org/officeDocument/2006/relationships/image" Target="../media/image79.png"/><Relationship Id="rId87" Type="http://schemas.openxmlformats.org/officeDocument/2006/relationships/customXml" Target="../ink/ink89.xml"/><Relationship Id="rId61" Type="http://schemas.openxmlformats.org/officeDocument/2006/relationships/customXml" Target="../ink/ink76.xml"/><Relationship Id="rId82" Type="http://schemas.openxmlformats.org/officeDocument/2006/relationships/image" Target="../media/image87.png"/><Relationship Id="rId19" Type="http://schemas.openxmlformats.org/officeDocument/2006/relationships/customXml" Target="../ink/ink55.xml"/><Relationship Id="rId14" Type="http://schemas.openxmlformats.org/officeDocument/2006/relationships/image" Target="../media/image53.png"/><Relationship Id="rId30" Type="http://schemas.openxmlformats.org/officeDocument/2006/relationships/image" Target="../media/image61.png"/><Relationship Id="rId35" Type="http://schemas.openxmlformats.org/officeDocument/2006/relationships/customXml" Target="../ink/ink63.xml"/><Relationship Id="rId56" Type="http://schemas.openxmlformats.org/officeDocument/2006/relationships/image" Target="../media/image74.png"/><Relationship Id="rId77" Type="http://schemas.openxmlformats.org/officeDocument/2006/relationships/customXml" Target="../ink/ink84.xml"/><Relationship Id="rId100" Type="http://schemas.openxmlformats.org/officeDocument/2006/relationships/image" Target="../media/image96.png"/><Relationship Id="rId8" Type="http://schemas.openxmlformats.org/officeDocument/2006/relationships/image" Target="../media/image50.png"/><Relationship Id="rId51" Type="http://schemas.openxmlformats.org/officeDocument/2006/relationships/customXml" Target="../ink/ink71.xml"/><Relationship Id="rId72" Type="http://schemas.openxmlformats.org/officeDocument/2006/relationships/image" Target="../media/image82.png"/><Relationship Id="rId93" Type="http://schemas.openxmlformats.org/officeDocument/2006/relationships/customXml" Target="../ink/ink92.xml"/><Relationship Id="rId98" Type="http://schemas.openxmlformats.org/officeDocument/2006/relationships/image" Target="../media/image95.png"/><Relationship Id="rId3" Type="http://schemas.openxmlformats.org/officeDocument/2006/relationships/customXml" Target="../ink/ink4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4.png"/><Relationship Id="rId21" Type="http://schemas.openxmlformats.org/officeDocument/2006/relationships/customXml" Target="../ink/ink106.xml"/><Relationship Id="rId42" Type="http://schemas.openxmlformats.org/officeDocument/2006/relationships/image" Target="../media/image117.png"/><Relationship Id="rId63" Type="http://schemas.openxmlformats.org/officeDocument/2006/relationships/customXml" Target="../ink/ink127.xml"/><Relationship Id="rId84" Type="http://schemas.openxmlformats.org/officeDocument/2006/relationships/image" Target="../media/image138.png"/><Relationship Id="rId138" Type="http://schemas.openxmlformats.org/officeDocument/2006/relationships/customXml" Target="../ink/ink165.xml"/><Relationship Id="rId159" Type="http://schemas.openxmlformats.org/officeDocument/2006/relationships/image" Target="../media/image175.png"/><Relationship Id="rId107" Type="http://schemas.openxmlformats.org/officeDocument/2006/relationships/customXml" Target="../ink/ink149.xml"/><Relationship Id="rId11" Type="http://schemas.openxmlformats.org/officeDocument/2006/relationships/customXml" Target="../ink/ink101.xml"/><Relationship Id="rId32" Type="http://schemas.openxmlformats.org/officeDocument/2006/relationships/image" Target="../media/image112.png"/><Relationship Id="rId53" Type="http://schemas.openxmlformats.org/officeDocument/2006/relationships/customXml" Target="../ink/ink122.xml"/><Relationship Id="rId74" Type="http://schemas.openxmlformats.org/officeDocument/2006/relationships/image" Target="../media/image133.png"/><Relationship Id="rId128" Type="http://schemas.openxmlformats.org/officeDocument/2006/relationships/customXml" Target="../ink/ink160.xml"/><Relationship Id="rId149" Type="http://schemas.openxmlformats.org/officeDocument/2006/relationships/image" Target="../media/image170.png"/><Relationship Id="rId5" Type="http://schemas.openxmlformats.org/officeDocument/2006/relationships/customXml" Target="../ink/ink98.xml"/><Relationship Id="rId95" Type="http://schemas.openxmlformats.org/officeDocument/2006/relationships/customXml" Target="../ink/ink143.xml"/><Relationship Id="rId160" Type="http://schemas.openxmlformats.org/officeDocument/2006/relationships/customXml" Target="../ink/ink176.xml"/><Relationship Id="rId22" Type="http://schemas.openxmlformats.org/officeDocument/2006/relationships/image" Target="../media/image107.png"/><Relationship Id="rId43" Type="http://schemas.openxmlformats.org/officeDocument/2006/relationships/customXml" Target="../ink/ink117.xml"/><Relationship Id="rId64" Type="http://schemas.openxmlformats.org/officeDocument/2006/relationships/image" Target="../media/image128.png"/><Relationship Id="rId118" Type="http://schemas.openxmlformats.org/officeDocument/2006/relationships/customXml" Target="../ink/ink155.xml"/><Relationship Id="rId139" Type="http://schemas.openxmlformats.org/officeDocument/2006/relationships/image" Target="../media/image165.png"/><Relationship Id="rId85" Type="http://schemas.openxmlformats.org/officeDocument/2006/relationships/customXml" Target="../ink/ink138.xml"/><Relationship Id="rId150" Type="http://schemas.openxmlformats.org/officeDocument/2006/relationships/customXml" Target="../ink/ink171.xml"/><Relationship Id="rId12" Type="http://schemas.openxmlformats.org/officeDocument/2006/relationships/image" Target="../media/image102.png"/><Relationship Id="rId17" Type="http://schemas.openxmlformats.org/officeDocument/2006/relationships/customXml" Target="../ink/ink104.xml"/><Relationship Id="rId33" Type="http://schemas.openxmlformats.org/officeDocument/2006/relationships/customXml" Target="../ink/ink112.xml"/><Relationship Id="rId38" Type="http://schemas.openxmlformats.org/officeDocument/2006/relationships/image" Target="../media/image115.png"/><Relationship Id="rId59" Type="http://schemas.openxmlformats.org/officeDocument/2006/relationships/customXml" Target="../ink/ink125.xml"/><Relationship Id="rId103" Type="http://schemas.openxmlformats.org/officeDocument/2006/relationships/customXml" Target="../ink/ink147.xml"/><Relationship Id="rId108" Type="http://schemas.openxmlformats.org/officeDocument/2006/relationships/image" Target="../media/image150.png"/><Relationship Id="rId124" Type="http://schemas.openxmlformats.org/officeDocument/2006/relationships/customXml" Target="../ink/ink158.xml"/><Relationship Id="rId129" Type="http://schemas.openxmlformats.org/officeDocument/2006/relationships/image" Target="../media/image160.png"/><Relationship Id="rId54" Type="http://schemas.openxmlformats.org/officeDocument/2006/relationships/image" Target="../media/image123.png"/><Relationship Id="rId70" Type="http://schemas.openxmlformats.org/officeDocument/2006/relationships/image" Target="../media/image131.png"/><Relationship Id="rId75" Type="http://schemas.openxmlformats.org/officeDocument/2006/relationships/customXml" Target="../ink/ink133.xml"/><Relationship Id="rId91" Type="http://schemas.openxmlformats.org/officeDocument/2006/relationships/customXml" Target="../ink/ink141.xml"/><Relationship Id="rId96" Type="http://schemas.openxmlformats.org/officeDocument/2006/relationships/image" Target="../media/image144.png"/><Relationship Id="rId140" Type="http://schemas.openxmlformats.org/officeDocument/2006/relationships/customXml" Target="../ink/ink166.xml"/><Relationship Id="rId145" Type="http://schemas.openxmlformats.org/officeDocument/2006/relationships/image" Target="../media/image168.png"/><Relationship Id="rId161" Type="http://schemas.openxmlformats.org/officeDocument/2006/relationships/image" Target="../media/image1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23" Type="http://schemas.openxmlformats.org/officeDocument/2006/relationships/customXml" Target="../ink/ink107.xml"/><Relationship Id="rId28" Type="http://schemas.openxmlformats.org/officeDocument/2006/relationships/image" Target="../media/image110.png"/><Relationship Id="rId49" Type="http://schemas.openxmlformats.org/officeDocument/2006/relationships/customXml" Target="../ink/ink120.xml"/><Relationship Id="rId114" Type="http://schemas.openxmlformats.org/officeDocument/2006/relationships/customXml" Target="../ink/ink153.xml"/><Relationship Id="rId119" Type="http://schemas.openxmlformats.org/officeDocument/2006/relationships/image" Target="../media/image155.png"/><Relationship Id="rId44" Type="http://schemas.openxmlformats.org/officeDocument/2006/relationships/image" Target="../media/image118.png"/><Relationship Id="rId60" Type="http://schemas.openxmlformats.org/officeDocument/2006/relationships/image" Target="../media/image126.png"/><Relationship Id="rId65" Type="http://schemas.openxmlformats.org/officeDocument/2006/relationships/customXml" Target="../ink/ink128.xml"/><Relationship Id="rId81" Type="http://schemas.openxmlformats.org/officeDocument/2006/relationships/customXml" Target="../ink/ink136.xml"/><Relationship Id="rId86" Type="http://schemas.openxmlformats.org/officeDocument/2006/relationships/image" Target="../media/image139.png"/><Relationship Id="rId130" Type="http://schemas.openxmlformats.org/officeDocument/2006/relationships/customXml" Target="../ink/ink161.xml"/><Relationship Id="rId135" Type="http://schemas.openxmlformats.org/officeDocument/2006/relationships/image" Target="../media/image163.png"/><Relationship Id="rId151" Type="http://schemas.openxmlformats.org/officeDocument/2006/relationships/image" Target="../media/image171.png"/><Relationship Id="rId156" Type="http://schemas.openxmlformats.org/officeDocument/2006/relationships/customXml" Target="../ink/ink174.xml"/><Relationship Id="rId13" Type="http://schemas.openxmlformats.org/officeDocument/2006/relationships/customXml" Target="../ink/ink102.xml"/><Relationship Id="rId18" Type="http://schemas.openxmlformats.org/officeDocument/2006/relationships/image" Target="../media/image105.png"/><Relationship Id="rId39" Type="http://schemas.openxmlformats.org/officeDocument/2006/relationships/customXml" Target="../ink/ink115.xml"/><Relationship Id="rId109" Type="http://schemas.openxmlformats.org/officeDocument/2006/relationships/customXml" Target="../ink/ink150.xml"/><Relationship Id="rId34" Type="http://schemas.openxmlformats.org/officeDocument/2006/relationships/image" Target="../media/image113.png"/><Relationship Id="rId50" Type="http://schemas.openxmlformats.org/officeDocument/2006/relationships/image" Target="../media/image121.png"/><Relationship Id="rId55" Type="http://schemas.openxmlformats.org/officeDocument/2006/relationships/customXml" Target="../ink/ink123.xml"/><Relationship Id="rId76" Type="http://schemas.openxmlformats.org/officeDocument/2006/relationships/image" Target="../media/image134.png"/><Relationship Id="rId97" Type="http://schemas.openxmlformats.org/officeDocument/2006/relationships/customXml" Target="../ink/ink144.xml"/><Relationship Id="rId104" Type="http://schemas.openxmlformats.org/officeDocument/2006/relationships/image" Target="../media/image148.png"/><Relationship Id="rId120" Type="http://schemas.openxmlformats.org/officeDocument/2006/relationships/customXml" Target="../ink/ink156.xml"/><Relationship Id="rId125" Type="http://schemas.openxmlformats.org/officeDocument/2006/relationships/image" Target="../media/image158.png"/><Relationship Id="rId141" Type="http://schemas.openxmlformats.org/officeDocument/2006/relationships/image" Target="../media/image166.png"/><Relationship Id="rId146" Type="http://schemas.openxmlformats.org/officeDocument/2006/relationships/customXml" Target="../ink/ink169.xml"/><Relationship Id="rId7" Type="http://schemas.openxmlformats.org/officeDocument/2006/relationships/customXml" Target="../ink/ink99.xml"/><Relationship Id="rId71" Type="http://schemas.openxmlformats.org/officeDocument/2006/relationships/customXml" Target="../ink/ink131.xml"/><Relationship Id="rId92" Type="http://schemas.openxmlformats.org/officeDocument/2006/relationships/image" Target="../media/image142.png"/><Relationship Id="rId162" Type="http://schemas.openxmlformats.org/officeDocument/2006/relationships/customXml" Target="../ink/ink177.xml"/><Relationship Id="rId2" Type="http://schemas.openxmlformats.org/officeDocument/2006/relationships/image" Target="../media/image1.png"/><Relationship Id="rId29" Type="http://schemas.openxmlformats.org/officeDocument/2006/relationships/customXml" Target="../ink/ink110.xml"/><Relationship Id="rId24" Type="http://schemas.openxmlformats.org/officeDocument/2006/relationships/image" Target="../media/image108.png"/><Relationship Id="rId40" Type="http://schemas.openxmlformats.org/officeDocument/2006/relationships/image" Target="../media/image116.png"/><Relationship Id="rId45" Type="http://schemas.openxmlformats.org/officeDocument/2006/relationships/customXml" Target="../ink/ink118.xml"/><Relationship Id="rId66" Type="http://schemas.openxmlformats.org/officeDocument/2006/relationships/image" Target="../media/image129.png"/><Relationship Id="rId87" Type="http://schemas.openxmlformats.org/officeDocument/2006/relationships/customXml" Target="../ink/ink139.xml"/><Relationship Id="rId110" Type="http://schemas.openxmlformats.org/officeDocument/2006/relationships/image" Target="../media/image151.png"/><Relationship Id="rId115" Type="http://schemas.openxmlformats.org/officeDocument/2006/relationships/image" Target="../media/image153.png"/><Relationship Id="rId131" Type="http://schemas.openxmlformats.org/officeDocument/2006/relationships/image" Target="../media/image161.png"/><Relationship Id="rId136" Type="http://schemas.openxmlformats.org/officeDocument/2006/relationships/customXml" Target="../ink/ink164.xml"/><Relationship Id="rId157" Type="http://schemas.openxmlformats.org/officeDocument/2006/relationships/image" Target="../media/image174.png"/><Relationship Id="rId61" Type="http://schemas.openxmlformats.org/officeDocument/2006/relationships/customXml" Target="../ink/ink126.xml"/><Relationship Id="rId82" Type="http://schemas.openxmlformats.org/officeDocument/2006/relationships/image" Target="../media/image137.png"/><Relationship Id="rId152" Type="http://schemas.openxmlformats.org/officeDocument/2006/relationships/customXml" Target="../ink/ink172.xml"/><Relationship Id="rId19" Type="http://schemas.openxmlformats.org/officeDocument/2006/relationships/customXml" Target="../ink/ink105.xml"/><Relationship Id="rId14" Type="http://schemas.openxmlformats.org/officeDocument/2006/relationships/image" Target="../media/image103.png"/><Relationship Id="rId30" Type="http://schemas.openxmlformats.org/officeDocument/2006/relationships/image" Target="../media/image111.png"/><Relationship Id="rId35" Type="http://schemas.openxmlformats.org/officeDocument/2006/relationships/customXml" Target="../ink/ink113.xml"/><Relationship Id="rId56" Type="http://schemas.openxmlformats.org/officeDocument/2006/relationships/image" Target="../media/image124.png"/><Relationship Id="rId77" Type="http://schemas.openxmlformats.org/officeDocument/2006/relationships/customXml" Target="../ink/ink134.xml"/><Relationship Id="rId100" Type="http://schemas.openxmlformats.org/officeDocument/2006/relationships/image" Target="../media/image146.png"/><Relationship Id="rId105" Type="http://schemas.openxmlformats.org/officeDocument/2006/relationships/customXml" Target="../ink/ink148.xml"/><Relationship Id="rId126" Type="http://schemas.openxmlformats.org/officeDocument/2006/relationships/customXml" Target="../ink/ink159.xml"/><Relationship Id="rId147" Type="http://schemas.openxmlformats.org/officeDocument/2006/relationships/image" Target="../media/image169.png"/><Relationship Id="rId8" Type="http://schemas.openxmlformats.org/officeDocument/2006/relationships/image" Target="../media/image100.png"/><Relationship Id="rId51" Type="http://schemas.openxmlformats.org/officeDocument/2006/relationships/customXml" Target="../ink/ink121.xml"/><Relationship Id="rId72" Type="http://schemas.openxmlformats.org/officeDocument/2006/relationships/image" Target="../media/image132.png"/><Relationship Id="rId93" Type="http://schemas.openxmlformats.org/officeDocument/2006/relationships/customXml" Target="../ink/ink142.xml"/><Relationship Id="rId98" Type="http://schemas.openxmlformats.org/officeDocument/2006/relationships/image" Target="../media/image145.png"/><Relationship Id="rId121" Type="http://schemas.openxmlformats.org/officeDocument/2006/relationships/image" Target="../media/image156.png"/><Relationship Id="rId142" Type="http://schemas.openxmlformats.org/officeDocument/2006/relationships/customXml" Target="../ink/ink167.xml"/><Relationship Id="rId163" Type="http://schemas.openxmlformats.org/officeDocument/2006/relationships/image" Target="../media/image177.png"/><Relationship Id="rId3" Type="http://schemas.openxmlformats.org/officeDocument/2006/relationships/customXml" Target="../ink/ink97.xml"/><Relationship Id="rId25" Type="http://schemas.openxmlformats.org/officeDocument/2006/relationships/customXml" Target="../ink/ink108.xml"/><Relationship Id="rId46" Type="http://schemas.openxmlformats.org/officeDocument/2006/relationships/image" Target="../media/image119.png"/><Relationship Id="rId67" Type="http://schemas.openxmlformats.org/officeDocument/2006/relationships/customXml" Target="../ink/ink129.xml"/><Relationship Id="rId116" Type="http://schemas.openxmlformats.org/officeDocument/2006/relationships/customXml" Target="../ink/ink154.xml"/><Relationship Id="rId137" Type="http://schemas.openxmlformats.org/officeDocument/2006/relationships/image" Target="../media/image164.png"/><Relationship Id="rId158" Type="http://schemas.openxmlformats.org/officeDocument/2006/relationships/customXml" Target="../ink/ink175.xml"/><Relationship Id="rId20" Type="http://schemas.openxmlformats.org/officeDocument/2006/relationships/image" Target="../media/image106.png"/><Relationship Id="rId41" Type="http://schemas.openxmlformats.org/officeDocument/2006/relationships/customXml" Target="../ink/ink116.xml"/><Relationship Id="rId62" Type="http://schemas.openxmlformats.org/officeDocument/2006/relationships/image" Target="../media/image127.png"/><Relationship Id="rId83" Type="http://schemas.openxmlformats.org/officeDocument/2006/relationships/customXml" Target="../ink/ink137.xml"/><Relationship Id="rId88" Type="http://schemas.openxmlformats.org/officeDocument/2006/relationships/image" Target="../media/image140.png"/><Relationship Id="rId111" Type="http://schemas.openxmlformats.org/officeDocument/2006/relationships/customXml" Target="../ink/ink151.xml"/><Relationship Id="rId132" Type="http://schemas.openxmlformats.org/officeDocument/2006/relationships/customXml" Target="../ink/ink162.xml"/><Relationship Id="rId153" Type="http://schemas.openxmlformats.org/officeDocument/2006/relationships/image" Target="../media/image172.png"/><Relationship Id="rId15" Type="http://schemas.openxmlformats.org/officeDocument/2006/relationships/customXml" Target="../ink/ink103.xml"/><Relationship Id="rId36" Type="http://schemas.openxmlformats.org/officeDocument/2006/relationships/image" Target="../media/image114.png"/><Relationship Id="rId57" Type="http://schemas.openxmlformats.org/officeDocument/2006/relationships/customXml" Target="../ink/ink124.xml"/><Relationship Id="rId106" Type="http://schemas.openxmlformats.org/officeDocument/2006/relationships/image" Target="../media/image149.png"/><Relationship Id="rId127" Type="http://schemas.openxmlformats.org/officeDocument/2006/relationships/image" Target="../media/image159.png"/><Relationship Id="rId10" Type="http://schemas.openxmlformats.org/officeDocument/2006/relationships/image" Target="../media/image101.png"/><Relationship Id="rId31" Type="http://schemas.openxmlformats.org/officeDocument/2006/relationships/customXml" Target="../ink/ink111.xml"/><Relationship Id="rId52" Type="http://schemas.openxmlformats.org/officeDocument/2006/relationships/image" Target="../media/image122.png"/><Relationship Id="rId73" Type="http://schemas.openxmlformats.org/officeDocument/2006/relationships/customXml" Target="../ink/ink132.xml"/><Relationship Id="rId78" Type="http://schemas.openxmlformats.org/officeDocument/2006/relationships/image" Target="../media/image135.png"/><Relationship Id="rId94" Type="http://schemas.openxmlformats.org/officeDocument/2006/relationships/image" Target="../media/image143.png"/><Relationship Id="rId99" Type="http://schemas.openxmlformats.org/officeDocument/2006/relationships/customXml" Target="../ink/ink145.xml"/><Relationship Id="rId101" Type="http://schemas.openxmlformats.org/officeDocument/2006/relationships/customXml" Target="../ink/ink146.xml"/><Relationship Id="rId122" Type="http://schemas.openxmlformats.org/officeDocument/2006/relationships/customXml" Target="../ink/ink157.xml"/><Relationship Id="rId143" Type="http://schemas.openxmlformats.org/officeDocument/2006/relationships/image" Target="../media/image167.png"/><Relationship Id="rId148" Type="http://schemas.openxmlformats.org/officeDocument/2006/relationships/customXml" Target="../ink/ink170.xml"/><Relationship Id="rId164" Type="http://schemas.openxmlformats.org/officeDocument/2006/relationships/customXml" Target="../ink/ink178.xml"/><Relationship Id="rId4" Type="http://schemas.openxmlformats.org/officeDocument/2006/relationships/image" Target="../media/image98.png"/><Relationship Id="rId9" Type="http://schemas.openxmlformats.org/officeDocument/2006/relationships/customXml" Target="../ink/ink100.xml"/><Relationship Id="rId26" Type="http://schemas.openxmlformats.org/officeDocument/2006/relationships/image" Target="../media/image109.png"/><Relationship Id="rId47" Type="http://schemas.openxmlformats.org/officeDocument/2006/relationships/customXml" Target="../ink/ink119.xml"/><Relationship Id="rId68" Type="http://schemas.openxmlformats.org/officeDocument/2006/relationships/image" Target="../media/image130.png"/><Relationship Id="rId89" Type="http://schemas.openxmlformats.org/officeDocument/2006/relationships/customXml" Target="../ink/ink140.xml"/><Relationship Id="rId112" Type="http://schemas.openxmlformats.org/officeDocument/2006/relationships/customXml" Target="../ink/ink152.xml"/><Relationship Id="rId133" Type="http://schemas.openxmlformats.org/officeDocument/2006/relationships/image" Target="../media/image162.png"/><Relationship Id="rId154" Type="http://schemas.openxmlformats.org/officeDocument/2006/relationships/customXml" Target="../ink/ink173.xml"/><Relationship Id="rId16" Type="http://schemas.openxmlformats.org/officeDocument/2006/relationships/image" Target="../media/image104.png"/><Relationship Id="rId37" Type="http://schemas.openxmlformats.org/officeDocument/2006/relationships/customXml" Target="../ink/ink114.xml"/><Relationship Id="rId58" Type="http://schemas.openxmlformats.org/officeDocument/2006/relationships/image" Target="../media/image125.png"/><Relationship Id="rId79" Type="http://schemas.openxmlformats.org/officeDocument/2006/relationships/customXml" Target="../ink/ink135.xml"/><Relationship Id="rId102" Type="http://schemas.openxmlformats.org/officeDocument/2006/relationships/image" Target="../media/image147.png"/><Relationship Id="rId123" Type="http://schemas.openxmlformats.org/officeDocument/2006/relationships/image" Target="../media/image157.png"/><Relationship Id="rId144" Type="http://schemas.openxmlformats.org/officeDocument/2006/relationships/customXml" Target="../ink/ink168.xml"/><Relationship Id="rId90" Type="http://schemas.openxmlformats.org/officeDocument/2006/relationships/image" Target="../media/image141.png"/><Relationship Id="rId165" Type="http://schemas.openxmlformats.org/officeDocument/2006/relationships/image" Target="../media/image178.png"/><Relationship Id="rId27" Type="http://schemas.openxmlformats.org/officeDocument/2006/relationships/customXml" Target="../ink/ink109.xml"/><Relationship Id="rId48" Type="http://schemas.openxmlformats.org/officeDocument/2006/relationships/image" Target="../media/image120.png"/><Relationship Id="rId69" Type="http://schemas.openxmlformats.org/officeDocument/2006/relationships/customXml" Target="../ink/ink130.xml"/><Relationship Id="rId113" Type="http://schemas.openxmlformats.org/officeDocument/2006/relationships/image" Target="../media/image152.png"/><Relationship Id="rId134" Type="http://schemas.openxmlformats.org/officeDocument/2006/relationships/customXml" Target="../ink/ink163.xml"/><Relationship Id="rId80" Type="http://schemas.openxmlformats.org/officeDocument/2006/relationships/image" Target="../media/image136.png"/><Relationship Id="rId155" Type="http://schemas.openxmlformats.org/officeDocument/2006/relationships/image" Target="../media/image173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4.xml"/><Relationship Id="rId18" Type="http://schemas.openxmlformats.org/officeDocument/2006/relationships/image" Target="../media/image186.png"/><Relationship Id="rId26" Type="http://schemas.openxmlformats.org/officeDocument/2006/relationships/image" Target="../media/image190.png"/><Relationship Id="rId39" Type="http://schemas.openxmlformats.org/officeDocument/2006/relationships/customXml" Target="../ink/ink197.xml"/><Relationship Id="rId21" Type="http://schemas.openxmlformats.org/officeDocument/2006/relationships/customXml" Target="../ink/ink188.xml"/><Relationship Id="rId34" Type="http://schemas.openxmlformats.org/officeDocument/2006/relationships/image" Target="../media/image194.png"/><Relationship Id="rId42" Type="http://schemas.openxmlformats.org/officeDocument/2006/relationships/image" Target="../media/image198.png"/><Relationship Id="rId47" Type="http://schemas.openxmlformats.org/officeDocument/2006/relationships/customXml" Target="../ink/ink201.xml"/><Relationship Id="rId50" Type="http://schemas.openxmlformats.org/officeDocument/2006/relationships/image" Target="../media/image202.png"/><Relationship Id="rId7" Type="http://schemas.openxmlformats.org/officeDocument/2006/relationships/customXml" Target="../ink/ink181.xml"/><Relationship Id="rId2" Type="http://schemas.openxmlformats.org/officeDocument/2006/relationships/image" Target="../media/image1.png"/><Relationship Id="rId16" Type="http://schemas.openxmlformats.org/officeDocument/2006/relationships/image" Target="../media/image185.png"/><Relationship Id="rId29" Type="http://schemas.openxmlformats.org/officeDocument/2006/relationships/customXml" Target="../ink/ink192.xml"/><Relationship Id="rId11" Type="http://schemas.openxmlformats.org/officeDocument/2006/relationships/customXml" Target="../ink/ink183.xml"/><Relationship Id="rId24" Type="http://schemas.openxmlformats.org/officeDocument/2006/relationships/image" Target="../media/image189.png"/><Relationship Id="rId32" Type="http://schemas.openxmlformats.org/officeDocument/2006/relationships/image" Target="../media/image193.png"/><Relationship Id="rId37" Type="http://schemas.openxmlformats.org/officeDocument/2006/relationships/customXml" Target="../ink/ink196.xml"/><Relationship Id="rId40" Type="http://schemas.openxmlformats.org/officeDocument/2006/relationships/image" Target="../media/image197.png"/><Relationship Id="rId45" Type="http://schemas.openxmlformats.org/officeDocument/2006/relationships/customXml" Target="../ink/ink200.xml"/><Relationship Id="rId5" Type="http://schemas.openxmlformats.org/officeDocument/2006/relationships/customXml" Target="../ink/ink180.xml"/><Relationship Id="rId15" Type="http://schemas.openxmlformats.org/officeDocument/2006/relationships/customXml" Target="../ink/ink185.xml"/><Relationship Id="rId23" Type="http://schemas.openxmlformats.org/officeDocument/2006/relationships/customXml" Target="../ink/ink189.xml"/><Relationship Id="rId28" Type="http://schemas.openxmlformats.org/officeDocument/2006/relationships/image" Target="../media/image191.png"/><Relationship Id="rId36" Type="http://schemas.openxmlformats.org/officeDocument/2006/relationships/image" Target="../media/image195.png"/><Relationship Id="rId49" Type="http://schemas.openxmlformats.org/officeDocument/2006/relationships/customXml" Target="../ink/ink202.xml"/><Relationship Id="rId10" Type="http://schemas.openxmlformats.org/officeDocument/2006/relationships/image" Target="../media/image182.png"/><Relationship Id="rId19" Type="http://schemas.openxmlformats.org/officeDocument/2006/relationships/customXml" Target="../ink/ink187.xml"/><Relationship Id="rId31" Type="http://schemas.openxmlformats.org/officeDocument/2006/relationships/customXml" Target="../ink/ink193.xml"/><Relationship Id="rId44" Type="http://schemas.openxmlformats.org/officeDocument/2006/relationships/image" Target="../media/image199.png"/><Relationship Id="rId4" Type="http://schemas.openxmlformats.org/officeDocument/2006/relationships/image" Target="../media/image179.png"/><Relationship Id="rId9" Type="http://schemas.openxmlformats.org/officeDocument/2006/relationships/customXml" Target="../ink/ink182.xml"/><Relationship Id="rId14" Type="http://schemas.openxmlformats.org/officeDocument/2006/relationships/image" Target="../media/image184.png"/><Relationship Id="rId22" Type="http://schemas.openxmlformats.org/officeDocument/2006/relationships/image" Target="../media/image188.png"/><Relationship Id="rId27" Type="http://schemas.openxmlformats.org/officeDocument/2006/relationships/customXml" Target="../ink/ink191.xml"/><Relationship Id="rId30" Type="http://schemas.openxmlformats.org/officeDocument/2006/relationships/image" Target="../media/image192.png"/><Relationship Id="rId35" Type="http://schemas.openxmlformats.org/officeDocument/2006/relationships/customXml" Target="../ink/ink195.xml"/><Relationship Id="rId43" Type="http://schemas.openxmlformats.org/officeDocument/2006/relationships/customXml" Target="../ink/ink199.xml"/><Relationship Id="rId48" Type="http://schemas.openxmlformats.org/officeDocument/2006/relationships/image" Target="../media/image201.png"/><Relationship Id="rId8" Type="http://schemas.openxmlformats.org/officeDocument/2006/relationships/image" Target="../media/image181.png"/><Relationship Id="rId3" Type="http://schemas.openxmlformats.org/officeDocument/2006/relationships/customXml" Target="../ink/ink179.xml"/><Relationship Id="rId12" Type="http://schemas.openxmlformats.org/officeDocument/2006/relationships/image" Target="../media/image183.png"/><Relationship Id="rId17" Type="http://schemas.openxmlformats.org/officeDocument/2006/relationships/customXml" Target="../ink/ink186.xml"/><Relationship Id="rId25" Type="http://schemas.openxmlformats.org/officeDocument/2006/relationships/customXml" Target="../ink/ink190.xml"/><Relationship Id="rId33" Type="http://schemas.openxmlformats.org/officeDocument/2006/relationships/customXml" Target="../ink/ink194.xml"/><Relationship Id="rId38" Type="http://schemas.openxmlformats.org/officeDocument/2006/relationships/image" Target="../media/image196.png"/><Relationship Id="rId46" Type="http://schemas.openxmlformats.org/officeDocument/2006/relationships/image" Target="../media/image200.png"/><Relationship Id="rId20" Type="http://schemas.openxmlformats.org/officeDocument/2006/relationships/image" Target="../media/image187.png"/><Relationship Id="rId41" Type="http://schemas.openxmlformats.org/officeDocument/2006/relationships/customXml" Target="../ink/ink19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4.png"/><Relationship Id="rId21" Type="http://schemas.openxmlformats.org/officeDocument/2006/relationships/customXml" Target="../ink/ink212.xml"/><Relationship Id="rId42" Type="http://schemas.openxmlformats.org/officeDocument/2006/relationships/image" Target="../media/image222.png"/><Relationship Id="rId47" Type="http://schemas.openxmlformats.org/officeDocument/2006/relationships/customXml" Target="../ink/ink225.xml"/><Relationship Id="rId63" Type="http://schemas.openxmlformats.org/officeDocument/2006/relationships/customXml" Target="../ink/ink233.xml"/><Relationship Id="rId68" Type="http://schemas.openxmlformats.org/officeDocument/2006/relationships/image" Target="../media/image235.png"/><Relationship Id="rId84" Type="http://schemas.openxmlformats.org/officeDocument/2006/relationships/image" Target="../media/image243.png"/><Relationship Id="rId89" Type="http://schemas.openxmlformats.org/officeDocument/2006/relationships/customXml" Target="../ink/ink246.xml"/><Relationship Id="rId16" Type="http://schemas.openxmlformats.org/officeDocument/2006/relationships/image" Target="../media/image209.png"/><Relationship Id="rId11" Type="http://schemas.openxmlformats.org/officeDocument/2006/relationships/customXml" Target="../ink/ink207.xml"/><Relationship Id="rId32" Type="http://schemas.openxmlformats.org/officeDocument/2006/relationships/image" Target="../media/image217.png"/><Relationship Id="rId37" Type="http://schemas.openxmlformats.org/officeDocument/2006/relationships/customXml" Target="../ink/ink220.xml"/><Relationship Id="rId53" Type="http://schemas.openxmlformats.org/officeDocument/2006/relationships/customXml" Target="../ink/ink228.xml"/><Relationship Id="rId58" Type="http://schemas.openxmlformats.org/officeDocument/2006/relationships/image" Target="../media/image230.png"/><Relationship Id="rId74" Type="http://schemas.openxmlformats.org/officeDocument/2006/relationships/image" Target="../media/image238.png"/><Relationship Id="rId79" Type="http://schemas.openxmlformats.org/officeDocument/2006/relationships/customXml" Target="../ink/ink241.xml"/><Relationship Id="rId5" Type="http://schemas.openxmlformats.org/officeDocument/2006/relationships/customXml" Target="../ink/ink204.xml"/><Relationship Id="rId90" Type="http://schemas.openxmlformats.org/officeDocument/2006/relationships/image" Target="../media/image246.png"/><Relationship Id="rId22" Type="http://schemas.openxmlformats.org/officeDocument/2006/relationships/image" Target="../media/image212.png"/><Relationship Id="rId27" Type="http://schemas.openxmlformats.org/officeDocument/2006/relationships/customXml" Target="../ink/ink215.xml"/><Relationship Id="rId43" Type="http://schemas.openxmlformats.org/officeDocument/2006/relationships/customXml" Target="../ink/ink223.xml"/><Relationship Id="rId48" Type="http://schemas.openxmlformats.org/officeDocument/2006/relationships/image" Target="../media/image225.png"/><Relationship Id="rId64" Type="http://schemas.openxmlformats.org/officeDocument/2006/relationships/image" Target="../media/image233.png"/><Relationship Id="rId69" Type="http://schemas.openxmlformats.org/officeDocument/2006/relationships/customXml" Target="../ink/ink236.xml"/><Relationship Id="rId8" Type="http://schemas.openxmlformats.org/officeDocument/2006/relationships/image" Target="../media/image205.png"/><Relationship Id="rId51" Type="http://schemas.openxmlformats.org/officeDocument/2006/relationships/customXml" Target="../ink/ink227.xml"/><Relationship Id="rId72" Type="http://schemas.openxmlformats.org/officeDocument/2006/relationships/image" Target="../media/image237.png"/><Relationship Id="rId80" Type="http://schemas.openxmlformats.org/officeDocument/2006/relationships/image" Target="../media/image241.png"/><Relationship Id="rId85" Type="http://schemas.openxmlformats.org/officeDocument/2006/relationships/customXml" Target="../ink/ink244.xml"/><Relationship Id="rId93" Type="http://schemas.openxmlformats.org/officeDocument/2006/relationships/customXml" Target="../ink/ink248.xml"/><Relationship Id="rId3" Type="http://schemas.openxmlformats.org/officeDocument/2006/relationships/customXml" Target="../ink/ink203.xml"/><Relationship Id="rId12" Type="http://schemas.openxmlformats.org/officeDocument/2006/relationships/image" Target="../media/image207.png"/><Relationship Id="rId17" Type="http://schemas.openxmlformats.org/officeDocument/2006/relationships/customXml" Target="../ink/ink210.xml"/><Relationship Id="rId25" Type="http://schemas.openxmlformats.org/officeDocument/2006/relationships/customXml" Target="../ink/ink214.xml"/><Relationship Id="rId33" Type="http://schemas.openxmlformats.org/officeDocument/2006/relationships/customXml" Target="../ink/ink218.xml"/><Relationship Id="rId38" Type="http://schemas.openxmlformats.org/officeDocument/2006/relationships/image" Target="../media/image220.png"/><Relationship Id="rId46" Type="http://schemas.openxmlformats.org/officeDocument/2006/relationships/image" Target="../media/image224.png"/><Relationship Id="rId59" Type="http://schemas.openxmlformats.org/officeDocument/2006/relationships/customXml" Target="../ink/ink231.xml"/><Relationship Id="rId67" Type="http://schemas.openxmlformats.org/officeDocument/2006/relationships/customXml" Target="../ink/ink235.xml"/><Relationship Id="rId20" Type="http://schemas.openxmlformats.org/officeDocument/2006/relationships/image" Target="../media/image211.png"/><Relationship Id="rId41" Type="http://schemas.openxmlformats.org/officeDocument/2006/relationships/customXml" Target="../ink/ink222.xml"/><Relationship Id="rId54" Type="http://schemas.openxmlformats.org/officeDocument/2006/relationships/image" Target="../media/image228.png"/><Relationship Id="rId62" Type="http://schemas.openxmlformats.org/officeDocument/2006/relationships/image" Target="../media/image232.png"/><Relationship Id="rId70" Type="http://schemas.openxmlformats.org/officeDocument/2006/relationships/image" Target="../media/image236.png"/><Relationship Id="rId75" Type="http://schemas.openxmlformats.org/officeDocument/2006/relationships/customXml" Target="../ink/ink239.xml"/><Relationship Id="rId83" Type="http://schemas.openxmlformats.org/officeDocument/2006/relationships/customXml" Target="../ink/ink243.xml"/><Relationship Id="rId88" Type="http://schemas.openxmlformats.org/officeDocument/2006/relationships/image" Target="../media/image245.png"/><Relationship Id="rId91" Type="http://schemas.openxmlformats.org/officeDocument/2006/relationships/customXml" Target="../ink/ink2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4.png"/><Relationship Id="rId15" Type="http://schemas.openxmlformats.org/officeDocument/2006/relationships/customXml" Target="../ink/ink209.xml"/><Relationship Id="rId23" Type="http://schemas.openxmlformats.org/officeDocument/2006/relationships/customXml" Target="../ink/ink213.xml"/><Relationship Id="rId28" Type="http://schemas.openxmlformats.org/officeDocument/2006/relationships/image" Target="../media/image215.png"/><Relationship Id="rId36" Type="http://schemas.openxmlformats.org/officeDocument/2006/relationships/image" Target="../media/image219.png"/><Relationship Id="rId49" Type="http://schemas.openxmlformats.org/officeDocument/2006/relationships/customXml" Target="../ink/ink226.xml"/><Relationship Id="rId57" Type="http://schemas.openxmlformats.org/officeDocument/2006/relationships/customXml" Target="../ink/ink230.xml"/><Relationship Id="rId10" Type="http://schemas.openxmlformats.org/officeDocument/2006/relationships/image" Target="../media/image206.png"/><Relationship Id="rId31" Type="http://schemas.openxmlformats.org/officeDocument/2006/relationships/customXml" Target="../ink/ink217.xml"/><Relationship Id="rId44" Type="http://schemas.openxmlformats.org/officeDocument/2006/relationships/image" Target="../media/image223.png"/><Relationship Id="rId52" Type="http://schemas.openxmlformats.org/officeDocument/2006/relationships/image" Target="../media/image227.png"/><Relationship Id="rId60" Type="http://schemas.openxmlformats.org/officeDocument/2006/relationships/image" Target="../media/image231.png"/><Relationship Id="rId65" Type="http://schemas.openxmlformats.org/officeDocument/2006/relationships/customXml" Target="../ink/ink234.xml"/><Relationship Id="rId73" Type="http://schemas.openxmlformats.org/officeDocument/2006/relationships/customXml" Target="../ink/ink238.xml"/><Relationship Id="rId78" Type="http://schemas.openxmlformats.org/officeDocument/2006/relationships/image" Target="../media/image240.png"/><Relationship Id="rId81" Type="http://schemas.openxmlformats.org/officeDocument/2006/relationships/customXml" Target="../ink/ink242.xml"/><Relationship Id="rId86" Type="http://schemas.openxmlformats.org/officeDocument/2006/relationships/image" Target="../media/image244.png"/><Relationship Id="rId94" Type="http://schemas.openxmlformats.org/officeDocument/2006/relationships/image" Target="../media/image248.png"/><Relationship Id="rId4" Type="http://schemas.openxmlformats.org/officeDocument/2006/relationships/image" Target="../media/image203.png"/><Relationship Id="rId9" Type="http://schemas.openxmlformats.org/officeDocument/2006/relationships/customXml" Target="../ink/ink206.xml"/><Relationship Id="rId13" Type="http://schemas.openxmlformats.org/officeDocument/2006/relationships/customXml" Target="../ink/ink208.xml"/><Relationship Id="rId18" Type="http://schemas.openxmlformats.org/officeDocument/2006/relationships/image" Target="../media/image210.png"/><Relationship Id="rId39" Type="http://schemas.openxmlformats.org/officeDocument/2006/relationships/customXml" Target="../ink/ink221.xml"/><Relationship Id="rId34" Type="http://schemas.openxmlformats.org/officeDocument/2006/relationships/image" Target="../media/image218.png"/><Relationship Id="rId50" Type="http://schemas.openxmlformats.org/officeDocument/2006/relationships/image" Target="../media/image226.png"/><Relationship Id="rId55" Type="http://schemas.openxmlformats.org/officeDocument/2006/relationships/customXml" Target="../ink/ink229.xml"/><Relationship Id="rId76" Type="http://schemas.openxmlformats.org/officeDocument/2006/relationships/image" Target="../media/image239.png"/><Relationship Id="rId7" Type="http://schemas.openxmlformats.org/officeDocument/2006/relationships/customXml" Target="../ink/ink205.xml"/><Relationship Id="rId71" Type="http://schemas.openxmlformats.org/officeDocument/2006/relationships/customXml" Target="../ink/ink237.xml"/><Relationship Id="rId92" Type="http://schemas.openxmlformats.org/officeDocument/2006/relationships/image" Target="../media/image247.png"/><Relationship Id="rId2" Type="http://schemas.openxmlformats.org/officeDocument/2006/relationships/image" Target="../media/image1.png"/><Relationship Id="rId29" Type="http://schemas.openxmlformats.org/officeDocument/2006/relationships/customXml" Target="../ink/ink216.xml"/><Relationship Id="rId24" Type="http://schemas.openxmlformats.org/officeDocument/2006/relationships/image" Target="../media/image213.png"/><Relationship Id="rId40" Type="http://schemas.openxmlformats.org/officeDocument/2006/relationships/image" Target="../media/image221.png"/><Relationship Id="rId45" Type="http://schemas.openxmlformats.org/officeDocument/2006/relationships/customXml" Target="../ink/ink224.xml"/><Relationship Id="rId66" Type="http://schemas.openxmlformats.org/officeDocument/2006/relationships/image" Target="../media/image234.png"/><Relationship Id="rId87" Type="http://schemas.openxmlformats.org/officeDocument/2006/relationships/customXml" Target="../ink/ink245.xml"/><Relationship Id="rId61" Type="http://schemas.openxmlformats.org/officeDocument/2006/relationships/customXml" Target="../ink/ink232.xml"/><Relationship Id="rId82" Type="http://schemas.openxmlformats.org/officeDocument/2006/relationships/image" Target="../media/image242.png"/><Relationship Id="rId19" Type="http://schemas.openxmlformats.org/officeDocument/2006/relationships/customXml" Target="../ink/ink211.xml"/><Relationship Id="rId14" Type="http://schemas.openxmlformats.org/officeDocument/2006/relationships/image" Target="../media/image208.png"/><Relationship Id="rId30" Type="http://schemas.openxmlformats.org/officeDocument/2006/relationships/image" Target="../media/image216.png"/><Relationship Id="rId35" Type="http://schemas.openxmlformats.org/officeDocument/2006/relationships/customXml" Target="../ink/ink219.xml"/><Relationship Id="rId56" Type="http://schemas.openxmlformats.org/officeDocument/2006/relationships/image" Target="../media/image229.png"/><Relationship Id="rId77" Type="http://schemas.openxmlformats.org/officeDocument/2006/relationships/customXml" Target="../ink/ink240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06.xml"/><Relationship Id="rId21" Type="http://schemas.openxmlformats.org/officeDocument/2006/relationships/customXml" Target="../ink/ink258.xml"/><Relationship Id="rId42" Type="http://schemas.openxmlformats.org/officeDocument/2006/relationships/image" Target="../media/image222.png"/><Relationship Id="rId63" Type="http://schemas.openxmlformats.org/officeDocument/2006/relationships/customXml" Target="../ink/ink279.xml"/><Relationship Id="rId84" Type="http://schemas.openxmlformats.org/officeDocument/2006/relationships/image" Target="../media/image243.png"/><Relationship Id="rId138" Type="http://schemas.openxmlformats.org/officeDocument/2006/relationships/image" Target="../media/image270.png"/><Relationship Id="rId107" Type="http://schemas.openxmlformats.org/officeDocument/2006/relationships/customXml" Target="../ink/ink301.xml"/><Relationship Id="rId11" Type="http://schemas.openxmlformats.org/officeDocument/2006/relationships/customXml" Target="../ink/ink253.xml"/><Relationship Id="rId32" Type="http://schemas.openxmlformats.org/officeDocument/2006/relationships/image" Target="../media/image217.png"/><Relationship Id="rId53" Type="http://schemas.openxmlformats.org/officeDocument/2006/relationships/customXml" Target="../ink/ink274.xml"/><Relationship Id="rId74" Type="http://schemas.openxmlformats.org/officeDocument/2006/relationships/image" Target="../media/image238.png"/><Relationship Id="rId128" Type="http://schemas.openxmlformats.org/officeDocument/2006/relationships/image" Target="../media/image265.png"/><Relationship Id="rId149" Type="http://schemas.openxmlformats.org/officeDocument/2006/relationships/customXml" Target="../ink/ink322.xml"/><Relationship Id="rId5" Type="http://schemas.openxmlformats.org/officeDocument/2006/relationships/customXml" Target="../ink/ink250.xml"/><Relationship Id="rId95" Type="http://schemas.openxmlformats.org/officeDocument/2006/relationships/customXml" Target="../ink/ink295.xml"/><Relationship Id="rId22" Type="http://schemas.openxmlformats.org/officeDocument/2006/relationships/image" Target="../media/image212.png"/><Relationship Id="rId43" Type="http://schemas.openxmlformats.org/officeDocument/2006/relationships/customXml" Target="../ink/ink269.xml"/><Relationship Id="rId64" Type="http://schemas.openxmlformats.org/officeDocument/2006/relationships/image" Target="../media/image233.png"/><Relationship Id="rId118" Type="http://schemas.openxmlformats.org/officeDocument/2006/relationships/image" Target="../media/image260.png"/><Relationship Id="rId139" Type="http://schemas.openxmlformats.org/officeDocument/2006/relationships/customXml" Target="../ink/ink317.xml"/><Relationship Id="rId80" Type="http://schemas.openxmlformats.org/officeDocument/2006/relationships/image" Target="../media/image241.png"/><Relationship Id="rId85" Type="http://schemas.openxmlformats.org/officeDocument/2006/relationships/customXml" Target="../ink/ink290.xml"/><Relationship Id="rId150" Type="http://schemas.openxmlformats.org/officeDocument/2006/relationships/image" Target="../media/image276.png"/><Relationship Id="rId155" Type="http://schemas.openxmlformats.org/officeDocument/2006/relationships/customXml" Target="../ink/ink325.xml"/><Relationship Id="rId12" Type="http://schemas.openxmlformats.org/officeDocument/2006/relationships/image" Target="../media/image207.png"/><Relationship Id="rId17" Type="http://schemas.openxmlformats.org/officeDocument/2006/relationships/customXml" Target="../ink/ink256.xml"/><Relationship Id="rId33" Type="http://schemas.openxmlformats.org/officeDocument/2006/relationships/customXml" Target="../ink/ink264.xml"/><Relationship Id="rId38" Type="http://schemas.openxmlformats.org/officeDocument/2006/relationships/image" Target="../media/image220.png"/><Relationship Id="rId59" Type="http://schemas.openxmlformats.org/officeDocument/2006/relationships/customXml" Target="../ink/ink277.xml"/><Relationship Id="rId103" Type="http://schemas.openxmlformats.org/officeDocument/2006/relationships/customXml" Target="../ink/ink299.xml"/><Relationship Id="rId108" Type="http://schemas.openxmlformats.org/officeDocument/2006/relationships/image" Target="../media/image255.png"/><Relationship Id="rId124" Type="http://schemas.openxmlformats.org/officeDocument/2006/relationships/image" Target="../media/image263.png"/><Relationship Id="rId129" Type="http://schemas.openxmlformats.org/officeDocument/2006/relationships/customXml" Target="../ink/ink312.xml"/><Relationship Id="rId54" Type="http://schemas.openxmlformats.org/officeDocument/2006/relationships/image" Target="../media/image228.png"/><Relationship Id="rId70" Type="http://schemas.openxmlformats.org/officeDocument/2006/relationships/image" Target="../media/image236.png"/><Relationship Id="rId75" Type="http://schemas.openxmlformats.org/officeDocument/2006/relationships/customXml" Target="../ink/ink285.xml"/><Relationship Id="rId91" Type="http://schemas.openxmlformats.org/officeDocument/2006/relationships/customXml" Target="../ink/ink293.xml"/><Relationship Id="rId96" Type="http://schemas.openxmlformats.org/officeDocument/2006/relationships/image" Target="../media/image249.png"/><Relationship Id="rId140" Type="http://schemas.openxmlformats.org/officeDocument/2006/relationships/image" Target="../media/image271.png"/><Relationship Id="rId145" Type="http://schemas.openxmlformats.org/officeDocument/2006/relationships/customXml" Target="../ink/ink3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4.png"/><Relationship Id="rId23" Type="http://schemas.openxmlformats.org/officeDocument/2006/relationships/customXml" Target="../ink/ink259.xml"/><Relationship Id="rId28" Type="http://schemas.openxmlformats.org/officeDocument/2006/relationships/image" Target="../media/image215.png"/><Relationship Id="rId49" Type="http://schemas.openxmlformats.org/officeDocument/2006/relationships/customXml" Target="../ink/ink272.xml"/><Relationship Id="rId114" Type="http://schemas.openxmlformats.org/officeDocument/2006/relationships/image" Target="../media/image258.png"/><Relationship Id="rId119" Type="http://schemas.openxmlformats.org/officeDocument/2006/relationships/customXml" Target="../ink/ink307.xml"/><Relationship Id="rId44" Type="http://schemas.openxmlformats.org/officeDocument/2006/relationships/image" Target="../media/image223.png"/><Relationship Id="rId60" Type="http://schemas.openxmlformats.org/officeDocument/2006/relationships/image" Target="../media/image231.png"/><Relationship Id="rId65" Type="http://schemas.openxmlformats.org/officeDocument/2006/relationships/customXml" Target="../ink/ink280.xml"/><Relationship Id="rId81" Type="http://schemas.openxmlformats.org/officeDocument/2006/relationships/customXml" Target="../ink/ink288.xml"/><Relationship Id="rId86" Type="http://schemas.openxmlformats.org/officeDocument/2006/relationships/image" Target="../media/image244.png"/><Relationship Id="rId130" Type="http://schemas.openxmlformats.org/officeDocument/2006/relationships/image" Target="../media/image266.png"/><Relationship Id="rId135" Type="http://schemas.openxmlformats.org/officeDocument/2006/relationships/customXml" Target="../ink/ink315.xml"/><Relationship Id="rId151" Type="http://schemas.openxmlformats.org/officeDocument/2006/relationships/customXml" Target="../ink/ink323.xml"/><Relationship Id="rId156" Type="http://schemas.openxmlformats.org/officeDocument/2006/relationships/image" Target="../media/image279.png"/><Relationship Id="rId13" Type="http://schemas.openxmlformats.org/officeDocument/2006/relationships/customXml" Target="../ink/ink254.xml"/><Relationship Id="rId18" Type="http://schemas.openxmlformats.org/officeDocument/2006/relationships/image" Target="../media/image210.png"/><Relationship Id="rId39" Type="http://schemas.openxmlformats.org/officeDocument/2006/relationships/customXml" Target="../ink/ink267.xml"/><Relationship Id="rId109" Type="http://schemas.openxmlformats.org/officeDocument/2006/relationships/customXml" Target="../ink/ink302.xml"/><Relationship Id="rId34" Type="http://schemas.openxmlformats.org/officeDocument/2006/relationships/image" Target="../media/image218.png"/><Relationship Id="rId50" Type="http://schemas.openxmlformats.org/officeDocument/2006/relationships/image" Target="../media/image226.png"/><Relationship Id="rId55" Type="http://schemas.openxmlformats.org/officeDocument/2006/relationships/customXml" Target="../ink/ink275.xml"/><Relationship Id="rId76" Type="http://schemas.openxmlformats.org/officeDocument/2006/relationships/image" Target="../media/image239.png"/><Relationship Id="rId97" Type="http://schemas.openxmlformats.org/officeDocument/2006/relationships/customXml" Target="../ink/ink296.xml"/><Relationship Id="rId104" Type="http://schemas.openxmlformats.org/officeDocument/2006/relationships/image" Target="../media/image253.png"/><Relationship Id="rId120" Type="http://schemas.openxmlformats.org/officeDocument/2006/relationships/image" Target="../media/image261.png"/><Relationship Id="rId125" Type="http://schemas.openxmlformats.org/officeDocument/2006/relationships/customXml" Target="../ink/ink310.xml"/><Relationship Id="rId141" Type="http://schemas.openxmlformats.org/officeDocument/2006/relationships/customXml" Target="../ink/ink318.xml"/><Relationship Id="rId146" Type="http://schemas.openxmlformats.org/officeDocument/2006/relationships/image" Target="../media/image274.png"/><Relationship Id="rId7" Type="http://schemas.openxmlformats.org/officeDocument/2006/relationships/customXml" Target="../ink/ink251.xml"/><Relationship Id="rId71" Type="http://schemas.openxmlformats.org/officeDocument/2006/relationships/customXml" Target="../ink/ink283.xml"/><Relationship Id="rId92" Type="http://schemas.openxmlformats.org/officeDocument/2006/relationships/image" Target="../media/image247.png"/><Relationship Id="rId2" Type="http://schemas.openxmlformats.org/officeDocument/2006/relationships/image" Target="../media/image1.png"/><Relationship Id="rId29" Type="http://schemas.openxmlformats.org/officeDocument/2006/relationships/customXml" Target="../ink/ink262.xml"/><Relationship Id="rId24" Type="http://schemas.openxmlformats.org/officeDocument/2006/relationships/image" Target="../media/image213.png"/><Relationship Id="rId40" Type="http://schemas.openxmlformats.org/officeDocument/2006/relationships/image" Target="../media/image221.png"/><Relationship Id="rId45" Type="http://schemas.openxmlformats.org/officeDocument/2006/relationships/customXml" Target="../ink/ink270.xml"/><Relationship Id="rId66" Type="http://schemas.openxmlformats.org/officeDocument/2006/relationships/image" Target="../media/image234.png"/><Relationship Id="rId87" Type="http://schemas.openxmlformats.org/officeDocument/2006/relationships/customXml" Target="../ink/ink291.xml"/><Relationship Id="rId110" Type="http://schemas.openxmlformats.org/officeDocument/2006/relationships/image" Target="../media/image256.png"/><Relationship Id="rId115" Type="http://schemas.openxmlformats.org/officeDocument/2006/relationships/customXml" Target="../ink/ink305.xml"/><Relationship Id="rId131" Type="http://schemas.openxmlformats.org/officeDocument/2006/relationships/customXml" Target="../ink/ink313.xml"/><Relationship Id="rId136" Type="http://schemas.openxmlformats.org/officeDocument/2006/relationships/image" Target="../media/image269.png"/><Relationship Id="rId157" Type="http://schemas.openxmlformats.org/officeDocument/2006/relationships/customXml" Target="../ink/ink326.xml"/><Relationship Id="rId61" Type="http://schemas.openxmlformats.org/officeDocument/2006/relationships/customXml" Target="../ink/ink278.xml"/><Relationship Id="rId82" Type="http://schemas.openxmlformats.org/officeDocument/2006/relationships/image" Target="../media/image242.png"/><Relationship Id="rId152" Type="http://schemas.openxmlformats.org/officeDocument/2006/relationships/image" Target="../media/image277.png"/><Relationship Id="rId19" Type="http://schemas.openxmlformats.org/officeDocument/2006/relationships/customXml" Target="../ink/ink257.xml"/><Relationship Id="rId14" Type="http://schemas.openxmlformats.org/officeDocument/2006/relationships/image" Target="../media/image208.png"/><Relationship Id="rId30" Type="http://schemas.openxmlformats.org/officeDocument/2006/relationships/image" Target="../media/image216.png"/><Relationship Id="rId35" Type="http://schemas.openxmlformats.org/officeDocument/2006/relationships/customXml" Target="../ink/ink265.xml"/><Relationship Id="rId56" Type="http://schemas.openxmlformats.org/officeDocument/2006/relationships/image" Target="../media/image229.png"/><Relationship Id="rId77" Type="http://schemas.openxmlformats.org/officeDocument/2006/relationships/customXml" Target="../ink/ink286.xml"/><Relationship Id="rId100" Type="http://schemas.openxmlformats.org/officeDocument/2006/relationships/image" Target="../media/image251.png"/><Relationship Id="rId105" Type="http://schemas.openxmlformats.org/officeDocument/2006/relationships/customXml" Target="../ink/ink300.xml"/><Relationship Id="rId126" Type="http://schemas.openxmlformats.org/officeDocument/2006/relationships/image" Target="../media/image264.png"/><Relationship Id="rId147" Type="http://schemas.openxmlformats.org/officeDocument/2006/relationships/customXml" Target="../ink/ink321.xml"/><Relationship Id="rId8" Type="http://schemas.openxmlformats.org/officeDocument/2006/relationships/image" Target="../media/image205.png"/><Relationship Id="rId51" Type="http://schemas.openxmlformats.org/officeDocument/2006/relationships/customXml" Target="../ink/ink273.xml"/><Relationship Id="rId72" Type="http://schemas.openxmlformats.org/officeDocument/2006/relationships/image" Target="../media/image237.png"/><Relationship Id="rId93" Type="http://schemas.openxmlformats.org/officeDocument/2006/relationships/customXml" Target="../ink/ink294.xml"/><Relationship Id="rId98" Type="http://schemas.openxmlformats.org/officeDocument/2006/relationships/image" Target="../media/image250.png"/><Relationship Id="rId121" Type="http://schemas.openxmlformats.org/officeDocument/2006/relationships/customXml" Target="../ink/ink308.xml"/><Relationship Id="rId142" Type="http://schemas.openxmlformats.org/officeDocument/2006/relationships/image" Target="../media/image272.png"/><Relationship Id="rId3" Type="http://schemas.openxmlformats.org/officeDocument/2006/relationships/customXml" Target="../ink/ink249.xml"/><Relationship Id="rId25" Type="http://schemas.openxmlformats.org/officeDocument/2006/relationships/customXml" Target="../ink/ink260.xml"/><Relationship Id="rId46" Type="http://schemas.openxmlformats.org/officeDocument/2006/relationships/image" Target="../media/image224.png"/><Relationship Id="rId67" Type="http://schemas.openxmlformats.org/officeDocument/2006/relationships/customXml" Target="../ink/ink281.xml"/><Relationship Id="rId116" Type="http://schemas.openxmlformats.org/officeDocument/2006/relationships/image" Target="../media/image259.png"/><Relationship Id="rId137" Type="http://schemas.openxmlformats.org/officeDocument/2006/relationships/customXml" Target="../ink/ink316.xml"/><Relationship Id="rId158" Type="http://schemas.openxmlformats.org/officeDocument/2006/relationships/image" Target="../media/image280.png"/><Relationship Id="rId20" Type="http://schemas.openxmlformats.org/officeDocument/2006/relationships/image" Target="../media/image211.png"/><Relationship Id="rId41" Type="http://schemas.openxmlformats.org/officeDocument/2006/relationships/customXml" Target="../ink/ink268.xml"/><Relationship Id="rId62" Type="http://schemas.openxmlformats.org/officeDocument/2006/relationships/image" Target="../media/image232.png"/><Relationship Id="rId83" Type="http://schemas.openxmlformats.org/officeDocument/2006/relationships/customXml" Target="../ink/ink289.xml"/><Relationship Id="rId88" Type="http://schemas.openxmlformats.org/officeDocument/2006/relationships/image" Target="../media/image245.png"/><Relationship Id="rId111" Type="http://schemas.openxmlformats.org/officeDocument/2006/relationships/customXml" Target="../ink/ink303.xml"/><Relationship Id="rId132" Type="http://schemas.openxmlformats.org/officeDocument/2006/relationships/image" Target="../media/image267.png"/><Relationship Id="rId153" Type="http://schemas.openxmlformats.org/officeDocument/2006/relationships/customXml" Target="../ink/ink324.xml"/><Relationship Id="rId15" Type="http://schemas.openxmlformats.org/officeDocument/2006/relationships/customXml" Target="../ink/ink255.xml"/><Relationship Id="rId36" Type="http://schemas.openxmlformats.org/officeDocument/2006/relationships/image" Target="../media/image219.png"/><Relationship Id="rId57" Type="http://schemas.openxmlformats.org/officeDocument/2006/relationships/customXml" Target="../ink/ink276.xml"/><Relationship Id="rId106" Type="http://schemas.openxmlformats.org/officeDocument/2006/relationships/image" Target="../media/image254.png"/><Relationship Id="rId127" Type="http://schemas.openxmlformats.org/officeDocument/2006/relationships/customXml" Target="../ink/ink311.xml"/><Relationship Id="rId10" Type="http://schemas.openxmlformats.org/officeDocument/2006/relationships/image" Target="../media/image206.png"/><Relationship Id="rId31" Type="http://schemas.openxmlformats.org/officeDocument/2006/relationships/customXml" Target="../ink/ink263.xml"/><Relationship Id="rId52" Type="http://schemas.openxmlformats.org/officeDocument/2006/relationships/image" Target="../media/image227.png"/><Relationship Id="rId73" Type="http://schemas.openxmlformats.org/officeDocument/2006/relationships/customXml" Target="../ink/ink284.xml"/><Relationship Id="rId78" Type="http://schemas.openxmlformats.org/officeDocument/2006/relationships/image" Target="../media/image240.png"/><Relationship Id="rId94" Type="http://schemas.openxmlformats.org/officeDocument/2006/relationships/image" Target="../media/image248.png"/><Relationship Id="rId99" Type="http://schemas.openxmlformats.org/officeDocument/2006/relationships/customXml" Target="../ink/ink297.xml"/><Relationship Id="rId101" Type="http://schemas.openxmlformats.org/officeDocument/2006/relationships/customXml" Target="../ink/ink298.xml"/><Relationship Id="rId122" Type="http://schemas.openxmlformats.org/officeDocument/2006/relationships/image" Target="../media/image262.png"/><Relationship Id="rId143" Type="http://schemas.openxmlformats.org/officeDocument/2006/relationships/customXml" Target="../ink/ink319.xml"/><Relationship Id="rId148" Type="http://schemas.openxmlformats.org/officeDocument/2006/relationships/image" Target="../media/image275.png"/><Relationship Id="rId4" Type="http://schemas.openxmlformats.org/officeDocument/2006/relationships/image" Target="../media/image203.png"/><Relationship Id="rId9" Type="http://schemas.openxmlformats.org/officeDocument/2006/relationships/customXml" Target="../ink/ink252.xml"/><Relationship Id="rId26" Type="http://schemas.openxmlformats.org/officeDocument/2006/relationships/image" Target="../media/image214.png"/><Relationship Id="rId47" Type="http://schemas.openxmlformats.org/officeDocument/2006/relationships/customXml" Target="../ink/ink271.xml"/><Relationship Id="rId68" Type="http://schemas.openxmlformats.org/officeDocument/2006/relationships/image" Target="../media/image235.png"/><Relationship Id="rId89" Type="http://schemas.openxmlformats.org/officeDocument/2006/relationships/customXml" Target="../ink/ink292.xml"/><Relationship Id="rId112" Type="http://schemas.openxmlformats.org/officeDocument/2006/relationships/image" Target="../media/image257.png"/><Relationship Id="rId133" Type="http://schemas.openxmlformats.org/officeDocument/2006/relationships/customXml" Target="../ink/ink314.xml"/><Relationship Id="rId154" Type="http://schemas.openxmlformats.org/officeDocument/2006/relationships/image" Target="../media/image278.png"/><Relationship Id="rId16" Type="http://schemas.openxmlformats.org/officeDocument/2006/relationships/image" Target="../media/image209.png"/><Relationship Id="rId37" Type="http://schemas.openxmlformats.org/officeDocument/2006/relationships/customXml" Target="../ink/ink266.xml"/><Relationship Id="rId58" Type="http://schemas.openxmlformats.org/officeDocument/2006/relationships/image" Target="../media/image230.png"/><Relationship Id="rId79" Type="http://schemas.openxmlformats.org/officeDocument/2006/relationships/customXml" Target="../ink/ink287.xml"/><Relationship Id="rId102" Type="http://schemas.openxmlformats.org/officeDocument/2006/relationships/image" Target="../media/image252.png"/><Relationship Id="rId123" Type="http://schemas.openxmlformats.org/officeDocument/2006/relationships/customXml" Target="../ink/ink309.xml"/><Relationship Id="rId144" Type="http://schemas.openxmlformats.org/officeDocument/2006/relationships/image" Target="../media/image273.png"/><Relationship Id="rId90" Type="http://schemas.openxmlformats.org/officeDocument/2006/relationships/image" Target="../media/image246.png"/><Relationship Id="rId27" Type="http://schemas.openxmlformats.org/officeDocument/2006/relationships/customXml" Target="../ink/ink261.xml"/><Relationship Id="rId48" Type="http://schemas.openxmlformats.org/officeDocument/2006/relationships/image" Target="../media/image225.png"/><Relationship Id="rId69" Type="http://schemas.openxmlformats.org/officeDocument/2006/relationships/customXml" Target="../ink/ink282.xml"/><Relationship Id="rId113" Type="http://schemas.openxmlformats.org/officeDocument/2006/relationships/customXml" Target="../ink/ink304.xml"/><Relationship Id="rId134" Type="http://schemas.openxmlformats.org/officeDocument/2006/relationships/image" Target="../media/image268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84.xml"/><Relationship Id="rId21" Type="http://schemas.openxmlformats.org/officeDocument/2006/relationships/customXml" Target="../ink/ink336.xml"/><Relationship Id="rId42" Type="http://schemas.openxmlformats.org/officeDocument/2006/relationships/image" Target="../media/image268.png"/><Relationship Id="rId63" Type="http://schemas.openxmlformats.org/officeDocument/2006/relationships/customXml" Target="../ink/ink357.xml"/><Relationship Id="rId84" Type="http://schemas.openxmlformats.org/officeDocument/2006/relationships/image" Target="../media/image289.png"/><Relationship Id="rId138" Type="http://schemas.openxmlformats.org/officeDocument/2006/relationships/image" Target="../media/image316.png"/><Relationship Id="rId159" Type="http://schemas.openxmlformats.org/officeDocument/2006/relationships/customXml" Target="../ink/ink405.xml"/><Relationship Id="rId107" Type="http://schemas.openxmlformats.org/officeDocument/2006/relationships/customXml" Target="../ink/ink379.xml"/><Relationship Id="rId11" Type="http://schemas.openxmlformats.org/officeDocument/2006/relationships/customXml" Target="../ink/ink331.xml"/><Relationship Id="rId32" Type="http://schemas.openxmlformats.org/officeDocument/2006/relationships/image" Target="../media/image263.png"/><Relationship Id="rId53" Type="http://schemas.openxmlformats.org/officeDocument/2006/relationships/customXml" Target="../ink/ink352.xml"/><Relationship Id="rId74" Type="http://schemas.openxmlformats.org/officeDocument/2006/relationships/image" Target="../media/image284.png"/><Relationship Id="rId128" Type="http://schemas.openxmlformats.org/officeDocument/2006/relationships/image" Target="../media/image311.png"/><Relationship Id="rId149" Type="http://schemas.openxmlformats.org/officeDocument/2006/relationships/customXml" Target="../ink/ink400.xml"/><Relationship Id="rId5" Type="http://schemas.openxmlformats.org/officeDocument/2006/relationships/customXml" Target="../ink/ink328.xml"/><Relationship Id="rId95" Type="http://schemas.openxmlformats.org/officeDocument/2006/relationships/customXml" Target="../ink/ink373.xml"/><Relationship Id="rId160" Type="http://schemas.openxmlformats.org/officeDocument/2006/relationships/image" Target="../media/image327.png"/><Relationship Id="rId22" Type="http://schemas.openxmlformats.org/officeDocument/2006/relationships/image" Target="../media/image258.png"/><Relationship Id="rId43" Type="http://schemas.openxmlformats.org/officeDocument/2006/relationships/customXml" Target="../ink/ink347.xml"/><Relationship Id="rId64" Type="http://schemas.openxmlformats.org/officeDocument/2006/relationships/image" Target="../media/image279.png"/><Relationship Id="rId118" Type="http://schemas.openxmlformats.org/officeDocument/2006/relationships/image" Target="../media/image306.png"/><Relationship Id="rId139" Type="http://schemas.openxmlformats.org/officeDocument/2006/relationships/customXml" Target="../ink/ink395.xml"/><Relationship Id="rId85" Type="http://schemas.openxmlformats.org/officeDocument/2006/relationships/customXml" Target="../ink/ink368.xml"/><Relationship Id="rId150" Type="http://schemas.openxmlformats.org/officeDocument/2006/relationships/image" Target="../media/image322.png"/><Relationship Id="rId12" Type="http://schemas.openxmlformats.org/officeDocument/2006/relationships/image" Target="../media/image253.png"/><Relationship Id="rId17" Type="http://schemas.openxmlformats.org/officeDocument/2006/relationships/customXml" Target="../ink/ink334.xml"/><Relationship Id="rId33" Type="http://schemas.openxmlformats.org/officeDocument/2006/relationships/customXml" Target="../ink/ink342.xml"/><Relationship Id="rId38" Type="http://schemas.openxmlformats.org/officeDocument/2006/relationships/image" Target="../media/image266.png"/><Relationship Id="rId59" Type="http://schemas.openxmlformats.org/officeDocument/2006/relationships/customXml" Target="../ink/ink355.xml"/><Relationship Id="rId103" Type="http://schemas.openxmlformats.org/officeDocument/2006/relationships/customXml" Target="../ink/ink377.xml"/><Relationship Id="rId108" Type="http://schemas.openxmlformats.org/officeDocument/2006/relationships/image" Target="../media/image301.png"/><Relationship Id="rId124" Type="http://schemas.openxmlformats.org/officeDocument/2006/relationships/image" Target="../media/image309.png"/><Relationship Id="rId129" Type="http://schemas.openxmlformats.org/officeDocument/2006/relationships/customXml" Target="../ink/ink390.xml"/><Relationship Id="rId54" Type="http://schemas.openxmlformats.org/officeDocument/2006/relationships/image" Target="../media/image274.png"/><Relationship Id="rId70" Type="http://schemas.openxmlformats.org/officeDocument/2006/relationships/image" Target="../media/image282.png"/><Relationship Id="rId75" Type="http://schemas.openxmlformats.org/officeDocument/2006/relationships/customXml" Target="../ink/ink363.xml"/><Relationship Id="rId91" Type="http://schemas.openxmlformats.org/officeDocument/2006/relationships/customXml" Target="../ink/ink371.xml"/><Relationship Id="rId96" Type="http://schemas.openxmlformats.org/officeDocument/2006/relationships/image" Target="../media/image295.png"/><Relationship Id="rId140" Type="http://schemas.openxmlformats.org/officeDocument/2006/relationships/image" Target="../media/image317.png"/><Relationship Id="rId145" Type="http://schemas.openxmlformats.org/officeDocument/2006/relationships/customXml" Target="../ink/ink398.xml"/><Relationship Id="rId161" Type="http://schemas.openxmlformats.org/officeDocument/2006/relationships/customXml" Target="../ink/ink406.xml"/><Relationship Id="rId166" Type="http://schemas.openxmlformats.org/officeDocument/2006/relationships/image" Target="../media/image3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png"/><Relationship Id="rId23" Type="http://schemas.openxmlformats.org/officeDocument/2006/relationships/customXml" Target="../ink/ink337.xml"/><Relationship Id="rId28" Type="http://schemas.openxmlformats.org/officeDocument/2006/relationships/image" Target="../media/image261.png"/><Relationship Id="rId49" Type="http://schemas.openxmlformats.org/officeDocument/2006/relationships/customXml" Target="../ink/ink350.xml"/><Relationship Id="rId114" Type="http://schemas.openxmlformats.org/officeDocument/2006/relationships/image" Target="../media/image304.png"/><Relationship Id="rId119" Type="http://schemas.openxmlformats.org/officeDocument/2006/relationships/customXml" Target="../ink/ink385.xml"/><Relationship Id="rId44" Type="http://schemas.openxmlformats.org/officeDocument/2006/relationships/image" Target="../media/image269.png"/><Relationship Id="rId60" Type="http://schemas.openxmlformats.org/officeDocument/2006/relationships/image" Target="../media/image277.png"/><Relationship Id="rId65" Type="http://schemas.openxmlformats.org/officeDocument/2006/relationships/customXml" Target="../ink/ink358.xml"/><Relationship Id="rId81" Type="http://schemas.openxmlformats.org/officeDocument/2006/relationships/customXml" Target="../ink/ink366.xml"/><Relationship Id="rId86" Type="http://schemas.openxmlformats.org/officeDocument/2006/relationships/image" Target="../media/image290.png"/><Relationship Id="rId130" Type="http://schemas.openxmlformats.org/officeDocument/2006/relationships/image" Target="../media/image312.png"/><Relationship Id="rId135" Type="http://schemas.openxmlformats.org/officeDocument/2006/relationships/customXml" Target="../ink/ink393.xml"/><Relationship Id="rId151" Type="http://schemas.openxmlformats.org/officeDocument/2006/relationships/customXml" Target="../ink/ink401.xml"/><Relationship Id="rId156" Type="http://schemas.openxmlformats.org/officeDocument/2006/relationships/image" Target="../media/image325.png"/><Relationship Id="rId13" Type="http://schemas.openxmlformats.org/officeDocument/2006/relationships/customXml" Target="../ink/ink332.xml"/><Relationship Id="rId18" Type="http://schemas.openxmlformats.org/officeDocument/2006/relationships/image" Target="../media/image256.png"/><Relationship Id="rId39" Type="http://schemas.openxmlformats.org/officeDocument/2006/relationships/customXml" Target="../ink/ink345.xml"/><Relationship Id="rId109" Type="http://schemas.openxmlformats.org/officeDocument/2006/relationships/customXml" Target="../ink/ink380.xml"/><Relationship Id="rId34" Type="http://schemas.openxmlformats.org/officeDocument/2006/relationships/image" Target="../media/image264.png"/><Relationship Id="rId50" Type="http://schemas.openxmlformats.org/officeDocument/2006/relationships/image" Target="../media/image272.png"/><Relationship Id="rId55" Type="http://schemas.openxmlformats.org/officeDocument/2006/relationships/customXml" Target="../ink/ink353.xml"/><Relationship Id="rId76" Type="http://schemas.openxmlformats.org/officeDocument/2006/relationships/image" Target="../media/image285.png"/><Relationship Id="rId97" Type="http://schemas.openxmlformats.org/officeDocument/2006/relationships/customXml" Target="../ink/ink374.xml"/><Relationship Id="rId104" Type="http://schemas.openxmlformats.org/officeDocument/2006/relationships/image" Target="../media/image299.png"/><Relationship Id="rId120" Type="http://schemas.openxmlformats.org/officeDocument/2006/relationships/image" Target="../media/image307.png"/><Relationship Id="rId125" Type="http://schemas.openxmlformats.org/officeDocument/2006/relationships/customXml" Target="../ink/ink388.xml"/><Relationship Id="rId141" Type="http://schemas.openxmlformats.org/officeDocument/2006/relationships/customXml" Target="../ink/ink396.xml"/><Relationship Id="rId146" Type="http://schemas.openxmlformats.org/officeDocument/2006/relationships/image" Target="../media/image320.png"/><Relationship Id="rId7" Type="http://schemas.openxmlformats.org/officeDocument/2006/relationships/customXml" Target="../ink/ink329.xml"/><Relationship Id="rId71" Type="http://schemas.openxmlformats.org/officeDocument/2006/relationships/customXml" Target="../ink/ink361.xml"/><Relationship Id="rId92" Type="http://schemas.openxmlformats.org/officeDocument/2006/relationships/image" Target="../media/image293.png"/><Relationship Id="rId162" Type="http://schemas.openxmlformats.org/officeDocument/2006/relationships/image" Target="../media/image328.png"/><Relationship Id="rId2" Type="http://schemas.openxmlformats.org/officeDocument/2006/relationships/image" Target="../media/image1.png"/><Relationship Id="rId29" Type="http://schemas.openxmlformats.org/officeDocument/2006/relationships/customXml" Target="../ink/ink340.xml"/><Relationship Id="rId24" Type="http://schemas.openxmlformats.org/officeDocument/2006/relationships/image" Target="../media/image259.png"/><Relationship Id="rId40" Type="http://schemas.openxmlformats.org/officeDocument/2006/relationships/image" Target="../media/image267.png"/><Relationship Id="rId45" Type="http://schemas.openxmlformats.org/officeDocument/2006/relationships/customXml" Target="../ink/ink348.xml"/><Relationship Id="rId66" Type="http://schemas.openxmlformats.org/officeDocument/2006/relationships/image" Target="../media/image280.png"/><Relationship Id="rId87" Type="http://schemas.openxmlformats.org/officeDocument/2006/relationships/customXml" Target="../ink/ink369.xml"/><Relationship Id="rId110" Type="http://schemas.openxmlformats.org/officeDocument/2006/relationships/image" Target="../media/image302.png"/><Relationship Id="rId115" Type="http://schemas.openxmlformats.org/officeDocument/2006/relationships/customXml" Target="../ink/ink383.xml"/><Relationship Id="rId131" Type="http://schemas.openxmlformats.org/officeDocument/2006/relationships/customXml" Target="../ink/ink391.xml"/><Relationship Id="rId136" Type="http://schemas.openxmlformats.org/officeDocument/2006/relationships/image" Target="../media/image315.png"/><Relationship Id="rId157" Type="http://schemas.openxmlformats.org/officeDocument/2006/relationships/customXml" Target="../ink/ink404.xml"/><Relationship Id="rId61" Type="http://schemas.openxmlformats.org/officeDocument/2006/relationships/customXml" Target="../ink/ink356.xml"/><Relationship Id="rId82" Type="http://schemas.openxmlformats.org/officeDocument/2006/relationships/image" Target="../media/image288.png"/><Relationship Id="rId152" Type="http://schemas.openxmlformats.org/officeDocument/2006/relationships/image" Target="../media/image323.png"/><Relationship Id="rId19" Type="http://schemas.openxmlformats.org/officeDocument/2006/relationships/customXml" Target="../ink/ink335.xml"/><Relationship Id="rId14" Type="http://schemas.openxmlformats.org/officeDocument/2006/relationships/image" Target="../media/image254.png"/><Relationship Id="rId30" Type="http://schemas.openxmlformats.org/officeDocument/2006/relationships/image" Target="../media/image262.png"/><Relationship Id="rId35" Type="http://schemas.openxmlformats.org/officeDocument/2006/relationships/customXml" Target="../ink/ink343.xml"/><Relationship Id="rId56" Type="http://schemas.openxmlformats.org/officeDocument/2006/relationships/image" Target="../media/image275.png"/><Relationship Id="rId77" Type="http://schemas.openxmlformats.org/officeDocument/2006/relationships/customXml" Target="../ink/ink364.xml"/><Relationship Id="rId100" Type="http://schemas.openxmlformats.org/officeDocument/2006/relationships/image" Target="../media/image297.png"/><Relationship Id="rId105" Type="http://schemas.openxmlformats.org/officeDocument/2006/relationships/customXml" Target="../ink/ink378.xml"/><Relationship Id="rId126" Type="http://schemas.openxmlformats.org/officeDocument/2006/relationships/image" Target="../media/image310.png"/><Relationship Id="rId147" Type="http://schemas.openxmlformats.org/officeDocument/2006/relationships/customXml" Target="../ink/ink399.xml"/><Relationship Id="rId8" Type="http://schemas.openxmlformats.org/officeDocument/2006/relationships/image" Target="../media/image251.png"/><Relationship Id="rId51" Type="http://schemas.openxmlformats.org/officeDocument/2006/relationships/customXml" Target="../ink/ink351.xml"/><Relationship Id="rId72" Type="http://schemas.openxmlformats.org/officeDocument/2006/relationships/image" Target="../media/image283.png"/><Relationship Id="rId93" Type="http://schemas.openxmlformats.org/officeDocument/2006/relationships/customXml" Target="../ink/ink372.xml"/><Relationship Id="rId98" Type="http://schemas.openxmlformats.org/officeDocument/2006/relationships/image" Target="../media/image296.png"/><Relationship Id="rId121" Type="http://schemas.openxmlformats.org/officeDocument/2006/relationships/customXml" Target="../ink/ink386.xml"/><Relationship Id="rId142" Type="http://schemas.openxmlformats.org/officeDocument/2006/relationships/image" Target="../media/image318.png"/><Relationship Id="rId163" Type="http://schemas.openxmlformats.org/officeDocument/2006/relationships/customXml" Target="../ink/ink407.xml"/><Relationship Id="rId3" Type="http://schemas.openxmlformats.org/officeDocument/2006/relationships/customXml" Target="../ink/ink327.xml"/><Relationship Id="rId25" Type="http://schemas.openxmlformats.org/officeDocument/2006/relationships/customXml" Target="../ink/ink338.xml"/><Relationship Id="rId46" Type="http://schemas.openxmlformats.org/officeDocument/2006/relationships/image" Target="../media/image270.png"/><Relationship Id="rId67" Type="http://schemas.openxmlformats.org/officeDocument/2006/relationships/customXml" Target="../ink/ink359.xml"/><Relationship Id="rId116" Type="http://schemas.openxmlformats.org/officeDocument/2006/relationships/image" Target="../media/image305.png"/><Relationship Id="rId137" Type="http://schemas.openxmlformats.org/officeDocument/2006/relationships/customXml" Target="../ink/ink394.xml"/><Relationship Id="rId158" Type="http://schemas.openxmlformats.org/officeDocument/2006/relationships/image" Target="../media/image326.png"/><Relationship Id="rId20" Type="http://schemas.openxmlformats.org/officeDocument/2006/relationships/image" Target="../media/image257.png"/><Relationship Id="rId41" Type="http://schemas.openxmlformats.org/officeDocument/2006/relationships/customXml" Target="../ink/ink346.xml"/><Relationship Id="rId62" Type="http://schemas.openxmlformats.org/officeDocument/2006/relationships/image" Target="../media/image278.png"/><Relationship Id="rId83" Type="http://schemas.openxmlformats.org/officeDocument/2006/relationships/customXml" Target="../ink/ink367.xml"/><Relationship Id="rId88" Type="http://schemas.openxmlformats.org/officeDocument/2006/relationships/image" Target="../media/image291.png"/><Relationship Id="rId111" Type="http://schemas.openxmlformats.org/officeDocument/2006/relationships/customXml" Target="../ink/ink381.xml"/><Relationship Id="rId132" Type="http://schemas.openxmlformats.org/officeDocument/2006/relationships/image" Target="../media/image313.png"/><Relationship Id="rId153" Type="http://schemas.openxmlformats.org/officeDocument/2006/relationships/customXml" Target="../ink/ink402.xml"/><Relationship Id="rId15" Type="http://schemas.openxmlformats.org/officeDocument/2006/relationships/customXml" Target="../ink/ink333.xml"/><Relationship Id="rId36" Type="http://schemas.openxmlformats.org/officeDocument/2006/relationships/image" Target="../media/image265.png"/><Relationship Id="rId57" Type="http://schemas.openxmlformats.org/officeDocument/2006/relationships/customXml" Target="../ink/ink354.xml"/><Relationship Id="rId106" Type="http://schemas.openxmlformats.org/officeDocument/2006/relationships/image" Target="../media/image300.png"/><Relationship Id="rId127" Type="http://schemas.openxmlformats.org/officeDocument/2006/relationships/customXml" Target="../ink/ink389.xml"/><Relationship Id="rId10" Type="http://schemas.openxmlformats.org/officeDocument/2006/relationships/image" Target="../media/image252.png"/><Relationship Id="rId31" Type="http://schemas.openxmlformats.org/officeDocument/2006/relationships/customXml" Target="../ink/ink341.xml"/><Relationship Id="rId52" Type="http://schemas.openxmlformats.org/officeDocument/2006/relationships/image" Target="../media/image273.png"/><Relationship Id="rId73" Type="http://schemas.openxmlformats.org/officeDocument/2006/relationships/customXml" Target="../ink/ink362.xml"/><Relationship Id="rId78" Type="http://schemas.openxmlformats.org/officeDocument/2006/relationships/image" Target="../media/image286.png"/><Relationship Id="rId94" Type="http://schemas.openxmlformats.org/officeDocument/2006/relationships/image" Target="../media/image294.png"/><Relationship Id="rId99" Type="http://schemas.openxmlformats.org/officeDocument/2006/relationships/customXml" Target="../ink/ink375.xml"/><Relationship Id="rId101" Type="http://schemas.openxmlformats.org/officeDocument/2006/relationships/customXml" Target="../ink/ink376.xml"/><Relationship Id="rId122" Type="http://schemas.openxmlformats.org/officeDocument/2006/relationships/image" Target="../media/image308.png"/><Relationship Id="rId143" Type="http://schemas.openxmlformats.org/officeDocument/2006/relationships/customXml" Target="../ink/ink397.xml"/><Relationship Id="rId148" Type="http://schemas.openxmlformats.org/officeDocument/2006/relationships/image" Target="../media/image321.png"/><Relationship Id="rId164" Type="http://schemas.openxmlformats.org/officeDocument/2006/relationships/image" Target="../media/image329.png"/><Relationship Id="rId4" Type="http://schemas.openxmlformats.org/officeDocument/2006/relationships/image" Target="../media/image249.png"/><Relationship Id="rId9" Type="http://schemas.openxmlformats.org/officeDocument/2006/relationships/customXml" Target="../ink/ink330.xml"/><Relationship Id="rId26" Type="http://schemas.openxmlformats.org/officeDocument/2006/relationships/image" Target="../media/image260.png"/><Relationship Id="rId47" Type="http://schemas.openxmlformats.org/officeDocument/2006/relationships/customXml" Target="../ink/ink349.xml"/><Relationship Id="rId68" Type="http://schemas.openxmlformats.org/officeDocument/2006/relationships/image" Target="../media/image281.png"/><Relationship Id="rId89" Type="http://schemas.openxmlformats.org/officeDocument/2006/relationships/customXml" Target="../ink/ink370.xml"/><Relationship Id="rId112" Type="http://schemas.openxmlformats.org/officeDocument/2006/relationships/image" Target="../media/image303.png"/><Relationship Id="rId133" Type="http://schemas.openxmlformats.org/officeDocument/2006/relationships/customXml" Target="../ink/ink392.xml"/><Relationship Id="rId154" Type="http://schemas.openxmlformats.org/officeDocument/2006/relationships/image" Target="../media/image324.png"/><Relationship Id="rId16" Type="http://schemas.openxmlformats.org/officeDocument/2006/relationships/image" Target="../media/image255.png"/><Relationship Id="rId37" Type="http://schemas.openxmlformats.org/officeDocument/2006/relationships/customXml" Target="../ink/ink344.xml"/><Relationship Id="rId58" Type="http://schemas.openxmlformats.org/officeDocument/2006/relationships/image" Target="../media/image276.png"/><Relationship Id="rId79" Type="http://schemas.openxmlformats.org/officeDocument/2006/relationships/customXml" Target="../ink/ink365.xml"/><Relationship Id="rId102" Type="http://schemas.openxmlformats.org/officeDocument/2006/relationships/image" Target="../media/image298.png"/><Relationship Id="rId123" Type="http://schemas.openxmlformats.org/officeDocument/2006/relationships/customXml" Target="../ink/ink387.xml"/><Relationship Id="rId144" Type="http://schemas.openxmlformats.org/officeDocument/2006/relationships/image" Target="../media/image319.png"/><Relationship Id="rId90" Type="http://schemas.openxmlformats.org/officeDocument/2006/relationships/image" Target="../media/image292.png"/><Relationship Id="rId165" Type="http://schemas.openxmlformats.org/officeDocument/2006/relationships/customXml" Target="../ink/ink408.xml"/><Relationship Id="rId27" Type="http://schemas.openxmlformats.org/officeDocument/2006/relationships/customXml" Target="../ink/ink339.xml"/><Relationship Id="rId48" Type="http://schemas.openxmlformats.org/officeDocument/2006/relationships/image" Target="../media/image271.png"/><Relationship Id="rId69" Type="http://schemas.openxmlformats.org/officeDocument/2006/relationships/customXml" Target="../ink/ink360.xml"/><Relationship Id="rId113" Type="http://schemas.openxmlformats.org/officeDocument/2006/relationships/customXml" Target="../ink/ink382.xml"/><Relationship Id="rId134" Type="http://schemas.openxmlformats.org/officeDocument/2006/relationships/image" Target="../media/image314.png"/><Relationship Id="rId80" Type="http://schemas.openxmlformats.org/officeDocument/2006/relationships/image" Target="../media/image287.png"/><Relationship Id="rId155" Type="http://schemas.openxmlformats.org/officeDocument/2006/relationships/customXml" Target="../ink/ink403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42.png"/><Relationship Id="rId117" Type="http://schemas.openxmlformats.org/officeDocument/2006/relationships/customXml" Target="../ink/ink466.xml"/><Relationship Id="rId21" Type="http://schemas.openxmlformats.org/officeDocument/2006/relationships/customXml" Target="../ink/ink418.xml"/><Relationship Id="rId42" Type="http://schemas.openxmlformats.org/officeDocument/2006/relationships/image" Target="../media/image350.png"/><Relationship Id="rId47" Type="http://schemas.openxmlformats.org/officeDocument/2006/relationships/customXml" Target="../ink/ink431.xml"/><Relationship Id="rId63" Type="http://schemas.openxmlformats.org/officeDocument/2006/relationships/customXml" Target="../ink/ink439.xml"/><Relationship Id="rId68" Type="http://schemas.openxmlformats.org/officeDocument/2006/relationships/image" Target="../media/image363.png"/><Relationship Id="rId84" Type="http://schemas.openxmlformats.org/officeDocument/2006/relationships/image" Target="../media/image371.png"/><Relationship Id="rId89" Type="http://schemas.openxmlformats.org/officeDocument/2006/relationships/customXml" Target="../ink/ink452.xml"/><Relationship Id="rId112" Type="http://schemas.openxmlformats.org/officeDocument/2006/relationships/image" Target="../media/image385.png"/><Relationship Id="rId16" Type="http://schemas.openxmlformats.org/officeDocument/2006/relationships/image" Target="../media/image337.png"/><Relationship Id="rId107" Type="http://schemas.openxmlformats.org/officeDocument/2006/relationships/customXml" Target="../ink/ink461.xml"/><Relationship Id="rId11" Type="http://schemas.openxmlformats.org/officeDocument/2006/relationships/customXml" Target="../ink/ink413.xml"/><Relationship Id="rId32" Type="http://schemas.openxmlformats.org/officeDocument/2006/relationships/image" Target="../media/image345.png"/><Relationship Id="rId37" Type="http://schemas.openxmlformats.org/officeDocument/2006/relationships/customXml" Target="../ink/ink426.xml"/><Relationship Id="rId53" Type="http://schemas.openxmlformats.org/officeDocument/2006/relationships/customXml" Target="../ink/ink434.xml"/><Relationship Id="rId58" Type="http://schemas.openxmlformats.org/officeDocument/2006/relationships/image" Target="../media/image358.png"/><Relationship Id="rId74" Type="http://schemas.openxmlformats.org/officeDocument/2006/relationships/image" Target="../media/image366.png"/><Relationship Id="rId79" Type="http://schemas.openxmlformats.org/officeDocument/2006/relationships/customXml" Target="../ink/ink447.xml"/><Relationship Id="rId102" Type="http://schemas.openxmlformats.org/officeDocument/2006/relationships/image" Target="../media/image380.png"/><Relationship Id="rId123" Type="http://schemas.openxmlformats.org/officeDocument/2006/relationships/customXml" Target="../ink/ink469.xml"/><Relationship Id="rId128" Type="http://schemas.openxmlformats.org/officeDocument/2006/relationships/image" Target="../media/image393.png"/><Relationship Id="rId5" Type="http://schemas.openxmlformats.org/officeDocument/2006/relationships/customXml" Target="../ink/ink410.xml"/><Relationship Id="rId90" Type="http://schemas.openxmlformats.org/officeDocument/2006/relationships/image" Target="../media/image374.png"/><Relationship Id="rId95" Type="http://schemas.openxmlformats.org/officeDocument/2006/relationships/customXml" Target="../ink/ink455.xml"/><Relationship Id="rId22" Type="http://schemas.openxmlformats.org/officeDocument/2006/relationships/image" Target="../media/image340.png"/><Relationship Id="rId27" Type="http://schemas.openxmlformats.org/officeDocument/2006/relationships/customXml" Target="../ink/ink421.xml"/><Relationship Id="rId43" Type="http://schemas.openxmlformats.org/officeDocument/2006/relationships/customXml" Target="../ink/ink429.xml"/><Relationship Id="rId48" Type="http://schemas.openxmlformats.org/officeDocument/2006/relationships/image" Target="../media/image353.png"/><Relationship Id="rId64" Type="http://schemas.openxmlformats.org/officeDocument/2006/relationships/image" Target="../media/image361.png"/><Relationship Id="rId69" Type="http://schemas.openxmlformats.org/officeDocument/2006/relationships/customXml" Target="../ink/ink442.xml"/><Relationship Id="rId113" Type="http://schemas.openxmlformats.org/officeDocument/2006/relationships/customXml" Target="../ink/ink464.xml"/><Relationship Id="rId118" Type="http://schemas.openxmlformats.org/officeDocument/2006/relationships/image" Target="../media/image388.png"/><Relationship Id="rId80" Type="http://schemas.openxmlformats.org/officeDocument/2006/relationships/image" Target="../media/image369.png"/><Relationship Id="rId85" Type="http://schemas.openxmlformats.org/officeDocument/2006/relationships/customXml" Target="../ink/ink450.xml"/><Relationship Id="rId12" Type="http://schemas.openxmlformats.org/officeDocument/2006/relationships/image" Target="../media/image335.png"/><Relationship Id="rId17" Type="http://schemas.openxmlformats.org/officeDocument/2006/relationships/customXml" Target="../ink/ink416.xml"/><Relationship Id="rId33" Type="http://schemas.openxmlformats.org/officeDocument/2006/relationships/customXml" Target="../ink/ink424.xml"/><Relationship Id="rId38" Type="http://schemas.openxmlformats.org/officeDocument/2006/relationships/image" Target="../media/image348.png"/><Relationship Id="rId59" Type="http://schemas.openxmlformats.org/officeDocument/2006/relationships/customXml" Target="../ink/ink437.xml"/><Relationship Id="rId103" Type="http://schemas.openxmlformats.org/officeDocument/2006/relationships/customXml" Target="../ink/ink459.xml"/><Relationship Id="rId108" Type="http://schemas.openxmlformats.org/officeDocument/2006/relationships/image" Target="../media/image383.png"/><Relationship Id="rId124" Type="http://schemas.openxmlformats.org/officeDocument/2006/relationships/image" Target="../media/image391.png"/><Relationship Id="rId54" Type="http://schemas.openxmlformats.org/officeDocument/2006/relationships/image" Target="../media/image356.png"/><Relationship Id="rId70" Type="http://schemas.openxmlformats.org/officeDocument/2006/relationships/image" Target="../media/image364.png"/><Relationship Id="rId75" Type="http://schemas.openxmlformats.org/officeDocument/2006/relationships/customXml" Target="../ink/ink445.xml"/><Relationship Id="rId91" Type="http://schemas.openxmlformats.org/officeDocument/2006/relationships/customXml" Target="../ink/ink453.xml"/><Relationship Id="rId96" Type="http://schemas.openxmlformats.org/officeDocument/2006/relationships/image" Target="../media/image3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2.png"/><Relationship Id="rId23" Type="http://schemas.openxmlformats.org/officeDocument/2006/relationships/customXml" Target="../ink/ink419.xml"/><Relationship Id="rId28" Type="http://schemas.openxmlformats.org/officeDocument/2006/relationships/image" Target="../media/image343.png"/><Relationship Id="rId49" Type="http://schemas.openxmlformats.org/officeDocument/2006/relationships/customXml" Target="../ink/ink432.xml"/><Relationship Id="rId114" Type="http://schemas.openxmlformats.org/officeDocument/2006/relationships/image" Target="../media/image386.png"/><Relationship Id="rId119" Type="http://schemas.openxmlformats.org/officeDocument/2006/relationships/customXml" Target="../ink/ink467.xml"/><Relationship Id="rId44" Type="http://schemas.openxmlformats.org/officeDocument/2006/relationships/image" Target="../media/image351.png"/><Relationship Id="rId60" Type="http://schemas.openxmlformats.org/officeDocument/2006/relationships/image" Target="../media/image359.png"/><Relationship Id="rId65" Type="http://schemas.openxmlformats.org/officeDocument/2006/relationships/customXml" Target="../ink/ink440.xml"/><Relationship Id="rId81" Type="http://schemas.openxmlformats.org/officeDocument/2006/relationships/customXml" Target="../ink/ink448.xml"/><Relationship Id="rId86" Type="http://schemas.openxmlformats.org/officeDocument/2006/relationships/image" Target="../media/image372.png"/><Relationship Id="rId13" Type="http://schemas.openxmlformats.org/officeDocument/2006/relationships/customXml" Target="../ink/ink414.xml"/><Relationship Id="rId18" Type="http://schemas.openxmlformats.org/officeDocument/2006/relationships/image" Target="../media/image338.png"/><Relationship Id="rId39" Type="http://schemas.openxmlformats.org/officeDocument/2006/relationships/customXml" Target="../ink/ink427.xml"/><Relationship Id="rId109" Type="http://schemas.openxmlformats.org/officeDocument/2006/relationships/customXml" Target="../ink/ink462.xml"/><Relationship Id="rId34" Type="http://schemas.openxmlformats.org/officeDocument/2006/relationships/image" Target="../media/image346.png"/><Relationship Id="rId50" Type="http://schemas.openxmlformats.org/officeDocument/2006/relationships/image" Target="../media/image354.png"/><Relationship Id="rId55" Type="http://schemas.openxmlformats.org/officeDocument/2006/relationships/customXml" Target="../ink/ink435.xml"/><Relationship Id="rId76" Type="http://schemas.openxmlformats.org/officeDocument/2006/relationships/image" Target="../media/image367.png"/><Relationship Id="rId97" Type="http://schemas.openxmlformats.org/officeDocument/2006/relationships/customXml" Target="../ink/ink456.xml"/><Relationship Id="rId104" Type="http://schemas.openxmlformats.org/officeDocument/2006/relationships/image" Target="../media/image381.png"/><Relationship Id="rId120" Type="http://schemas.openxmlformats.org/officeDocument/2006/relationships/image" Target="../media/image389.png"/><Relationship Id="rId125" Type="http://schemas.openxmlformats.org/officeDocument/2006/relationships/customXml" Target="../ink/ink470.xml"/><Relationship Id="rId7" Type="http://schemas.openxmlformats.org/officeDocument/2006/relationships/customXml" Target="../ink/ink411.xml"/><Relationship Id="rId71" Type="http://schemas.openxmlformats.org/officeDocument/2006/relationships/customXml" Target="../ink/ink443.xml"/><Relationship Id="rId92" Type="http://schemas.openxmlformats.org/officeDocument/2006/relationships/image" Target="../media/image375.png"/><Relationship Id="rId2" Type="http://schemas.openxmlformats.org/officeDocument/2006/relationships/image" Target="../media/image1.png"/><Relationship Id="rId29" Type="http://schemas.openxmlformats.org/officeDocument/2006/relationships/customXml" Target="../ink/ink422.xml"/><Relationship Id="rId24" Type="http://schemas.openxmlformats.org/officeDocument/2006/relationships/image" Target="../media/image341.png"/><Relationship Id="rId40" Type="http://schemas.openxmlformats.org/officeDocument/2006/relationships/image" Target="../media/image349.png"/><Relationship Id="rId45" Type="http://schemas.openxmlformats.org/officeDocument/2006/relationships/customXml" Target="../ink/ink430.xml"/><Relationship Id="rId66" Type="http://schemas.openxmlformats.org/officeDocument/2006/relationships/image" Target="../media/image362.png"/><Relationship Id="rId87" Type="http://schemas.openxmlformats.org/officeDocument/2006/relationships/customXml" Target="../ink/ink451.xml"/><Relationship Id="rId110" Type="http://schemas.openxmlformats.org/officeDocument/2006/relationships/image" Target="../media/image384.png"/><Relationship Id="rId115" Type="http://schemas.openxmlformats.org/officeDocument/2006/relationships/customXml" Target="../ink/ink465.xml"/><Relationship Id="rId61" Type="http://schemas.openxmlformats.org/officeDocument/2006/relationships/customXml" Target="../ink/ink438.xml"/><Relationship Id="rId82" Type="http://schemas.openxmlformats.org/officeDocument/2006/relationships/image" Target="../media/image370.png"/><Relationship Id="rId19" Type="http://schemas.openxmlformats.org/officeDocument/2006/relationships/customXml" Target="../ink/ink417.xml"/><Relationship Id="rId14" Type="http://schemas.openxmlformats.org/officeDocument/2006/relationships/image" Target="../media/image336.png"/><Relationship Id="rId30" Type="http://schemas.openxmlformats.org/officeDocument/2006/relationships/image" Target="../media/image344.png"/><Relationship Id="rId35" Type="http://schemas.openxmlformats.org/officeDocument/2006/relationships/customXml" Target="../ink/ink425.xml"/><Relationship Id="rId56" Type="http://schemas.openxmlformats.org/officeDocument/2006/relationships/image" Target="../media/image357.png"/><Relationship Id="rId77" Type="http://schemas.openxmlformats.org/officeDocument/2006/relationships/customXml" Target="../ink/ink446.xml"/><Relationship Id="rId100" Type="http://schemas.openxmlformats.org/officeDocument/2006/relationships/image" Target="../media/image379.png"/><Relationship Id="rId105" Type="http://schemas.openxmlformats.org/officeDocument/2006/relationships/customXml" Target="../ink/ink460.xml"/><Relationship Id="rId126" Type="http://schemas.openxmlformats.org/officeDocument/2006/relationships/image" Target="../media/image392.png"/><Relationship Id="rId8" Type="http://schemas.openxmlformats.org/officeDocument/2006/relationships/image" Target="../media/image333.png"/><Relationship Id="rId51" Type="http://schemas.openxmlformats.org/officeDocument/2006/relationships/customXml" Target="../ink/ink433.xml"/><Relationship Id="rId72" Type="http://schemas.openxmlformats.org/officeDocument/2006/relationships/image" Target="../media/image365.png"/><Relationship Id="rId93" Type="http://schemas.openxmlformats.org/officeDocument/2006/relationships/customXml" Target="../ink/ink454.xml"/><Relationship Id="rId98" Type="http://schemas.openxmlformats.org/officeDocument/2006/relationships/image" Target="../media/image378.png"/><Relationship Id="rId121" Type="http://schemas.openxmlformats.org/officeDocument/2006/relationships/customXml" Target="../ink/ink468.xml"/><Relationship Id="rId3" Type="http://schemas.openxmlformats.org/officeDocument/2006/relationships/customXml" Target="../ink/ink409.xml"/><Relationship Id="rId25" Type="http://schemas.openxmlformats.org/officeDocument/2006/relationships/customXml" Target="../ink/ink420.xml"/><Relationship Id="rId46" Type="http://schemas.openxmlformats.org/officeDocument/2006/relationships/image" Target="../media/image352.png"/><Relationship Id="rId67" Type="http://schemas.openxmlformats.org/officeDocument/2006/relationships/customXml" Target="../ink/ink441.xml"/><Relationship Id="rId116" Type="http://schemas.openxmlformats.org/officeDocument/2006/relationships/image" Target="../media/image387.png"/><Relationship Id="rId20" Type="http://schemas.openxmlformats.org/officeDocument/2006/relationships/image" Target="../media/image339.png"/><Relationship Id="rId41" Type="http://schemas.openxmlformats.org/officeDocument/2006/relationships/customXml" Target="../ink/ink428.xml"/><Relationship Id="rId62" Type="http://schemas.openxmlformats.org/officeDocument/2006/relationships/image" Target="../media/image360.png"/><Relationship Id="rId83" Type="http://schemas.openxmlformats.org/officeDocument/2006/relationships/customXml" Target="../ink/ink449.xml"/><Relationship Id="rId88" Type="http://schemas.openxmlformats.org/officeDocument/2006/relationships/image" Target="../media/image373.png"/><Relationship Id="rId111" Type="http://schemas.openxmlformats.org/officeDocument/2006/relationships/customXml" Target="../ink/ink463.xml"/><Relationship Id="rId15" Type="http://schemas.openxmlformats.org/officeDocument/2006/relationships/customXml" Target="../ink/ink415.xml"/><Relationship Id="rId36" Type="http://schemas.openxmlformats.org/officeDocument/2006/relationships/image" Target="../media/image347.png"/><Relationship Id="rId57" Type="http://schemas.openxmlformats.org/officeDocument/2006/relationships/customXml" Target="../ink/ink436.xml"/><Relationship Id="rId106" Type="http://schemas.openxmlformats.org/officeDocument/2006/relationships/image" Target="../media/image382.png"/><Relationship Id="rId127" Type="http://schemas.openxmlformats.org/officeDocument/2006/relationships/customXml" Target="../ink/ink471.xml"/><Relationship Id="rId10" Type="http://schemas.openxmlformats.org/officeDocument/2006/relationships/image" Target="../media/image334.png"/><Relationship Id="rId31" Type="http://schemas.openxmlformats.org/officeDocument/2006/relationships/customXml" Target="../ink/ink423.xml"/><Relationship Id="rId52" Type="http://schemas.openxmlformats.org/officeDocument/2006/relationships/image" Target="../media/image355.png"/><Relationship Id="rId73" Type="http://schemas.openxmlformats.org/officeDocument/2006/relationships/customXml" Target="../ink/ink444.xml"/><Relationship Id="rId78" Type="http://schemas.openxmlformats.org/officeDocument/2006/relationships/image" Target="../media/image368.png"/><Relationship Id="rId94" Type="http://schemas.openxmlformats.org/officeDocument/2006/relationships/image" Target="../media/image376.png"/><Relationship Id="rId99" Type="http://schemas.openxmlformats.org/officeDocument/2006/relationships/customXml" Target="../ink/ink457.xml"/><Relationship Id="rId101" Type="http://schemas.openxmlformats.org/officeDocument/2006/relationships/customXml" Target="../ink/ink458.xml"/><Relationship Id="rId122" Type="http://schemas.openxmlformats.org/officeDocument/2006/relationships/image" Target="../media/image390.png"/><Relationship Id="rId4" Type="http://schemas.openxmlformats.org/officeDocument/2006/relationships/image" Target="../media/image331.png"/><Relationship Id="rId9" Type="http://schemas.openxmlformats.org/officeDocument/2006/relationships/customXml" Target="../ink/ink412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29.xml"/><Relationship Id="rId21" Type="http://schemas.openxmlformats.org/officeDocument/2006/relationships/customXml" Target="../ink/ink481.xml"/><Relationship Id="rId42" Type="http://schemas.openxmlformats.org/officeDocument/2006/relationships/image" Target="../media/image413.png"/><Relationship Id="rId63" Type="http://schemas.openxmlformats.org/officeDocument/2006/relationships/customXml" Target="../ink/ink502.xml"/><Relationship Id="rId84" Type="http://schemas.openxmlformats.org/officeDocument/2006/relationships/image" Target="../media/image434.png"/><Relationship Id="rId138" Type="http://schemas.openxmlformats.org/officeDocument/2006/relationships/image" Target="../media/image332.png"/><Relationship Id="rId159" Type="http://schemas.openxmlformats.org/officeDocument/2006/relationships/customXml" Target="../ink/ink550.xml"/><Relationship Id="rId170" Type="http://schemas.openxmlformats.org/officeDocument/2006/relationships/image" Target="../media/image348.png"/><Relationship Id="rId191" Type="http://schemas.openxmlformats.org/officeDocument/2006/relationships/customXml" Target="../ink/ink566.xml"/><Relationship Id="rId205" Type="http://schemas.openxmlformats.org/officeDocument/2006/relationships/customXml" Target="../ink/ink573.xml"/><Relationship Id="rId226" Type="http://schemas.openxmlformats.org/officeDocument/2006/relationships/image" Target="../media/image376.png"/><Relationship Id="rId247" Type="http://schemas.openxmlformats.org/officeDocument/2006/relationships/customXml" Target="../ink/ink594.xml"/><Relationship Id="rId107" Type="http://schemas.openxmlformats.org/officeDocument/2006/relationships/customXml" Target="../ink/ink524.xml"/><Relationship Id="rId11" Type="http://schemas.openxmlformats.org/officeDocument/2006/relationships/customXml" Target="../ink/ink476.xml"/><Relationship Id="rId32" Type="http://schemas.openxmlformats.org/officeDocument/2006/relationships/image" Target="../media/image408.png"/><Relationship Id="rId53" Type="http://schemas.openxmlformats.org/officeDocument/2006/relationships/customXml" Target="../ink/ink497.xml"/><Relationship Id="rId74" Type="http://schemas.openxmlformats.org/officeDocument/2006/relationships/image" Target="../media/image429.png"/><Relationship Id="rId128" Type="http://schemas.openxmlformats.org/officeDocument/2006/relationships/image" Target="../media/image456.png"/><Relationship Id="rId149" Type="http://schemas.openxmlformats.org/officeDocument/2006/relationships/customXml" Target="../ink/ink545.xml"/><Relationship Id="rId5" Type="http://schemas.openxmlformats.org/officeDocument/2006/relationships/customXml" Target="../ink/ink473.xml"/><Relationship Id="rId95" Type="http://schemas.openxmlformats.org/officeDocument/2006/relationships/customXml" Target="../ink/ink518.xml"/><Relationship Id="rId160" Type="http://schemas.openxmlformats.org/officeDocument/2006/relationships/image" Target="../media/image343.png"/><Relationship Id="rId181" Type="http://schemas.openxmlformats.org/officeDocument/2006/relationships/customXml" Target="../ink/ink561.xml"/><Relationship Id="rId216" Type="http://schemas.openxmlformats.org/officeDocument/2006/relationships/image" Target="../media/image371.png"/><Relationship Id="rId237" Type="http://schemas.openxmlformats.org/officeDocument/2006/relationships/customXml" Target="../ink/ink589.xml"/><Relationship Id="rId258" Type="http://schemas.openxmlformats.org/officeDocument/2006/relationships/image" Target="../media/image392.png"/><Relationship Id="rId22" Type="http://schemas.openxmlformats.org/officeDocument/2006/relationships/image" Target="../media/image403.png"/><Relationship Id="rId43" Type="http://schemas.openxmlformats.org/officeDocument/2006/relationships/customXml" Target="../ink/ink492.xml"/><Relationship Id="rId64" Type="http://schemas.openxmlformats.org/officeDocument/2006/relationships/image" Target="../media/image424.png"/><Relationship Id="rId118" Type="http://schemas.openxmlformats.org/officeDocument/2006/relationships/image" Target="../media/image451.png"/><Relationship Id="rId139" Type="http://schemas.openxmlformats.org/officeDocument/2006/relationships/customXml" Target="../ink/ink540.xml"/><Relationship Id="rId85" Type="http://schemas.openxmlformats.org/officeDocument/2006/relationships/customXml" Target="../ink/ink513.xml"/><Relationship Id="rId150" Type="http://schemas.openxmlformats.org/officeDocument/2006/relationships/image" Target="../media/image338.png"/><Relationship Id="rId171" Type="http://schemas.openxmlformats.org/officeDocument/2006/relationships/customXml" Target="../ink/ink556.xml"/><Relationship Id="rId192" Type="http://schemas.openxmlformats.org/officeDocument/2006/relationships/image" Target="../media/image359.png"/><Relationship Id="rId206" Type="http://schemas.openxmlformats.org/officeDocument/2006/relationships/image" Target="../media/image366.png"/><Relationship Id="rId227" Type="http://schemas.openxmlformats.org/officeDocument/2006/relationships/customXml" Target="../ink/ink584.xml"/><Relationship Id="rId248" Type="http://schemas.openxmlformats.org/officeDocument/2006/relationships/image" Target="../media/image387.png"/><Relationship Id="rId12" Type="http://schemas.openxmlformats.org/officeDocument/2006/relationships/image" Target="../media/image398.png"/><Relationship Id="rId33" Type="http://schemas.openxmlformats.org/officeDocument/2006/relationships/customXml" Target="../ink/ink487.xml"/><Relationship Id="rId108" Type="http://schemas.openxmlformats.org/officeDocument/2006/relationships/image" Target="../media/image446.png"/><Relationship Id="rId129" Type="http://schemas.openxmlformats.org/officeDocument/2006/relationships/customXml" Target="../ink/ink535.xml"/><Relationship Id="rId54" Type="http://schemas.openxmlformats.org/officeDocument/2006/relationships/image" Target="../media/image419.png"/><Relationship Id="rId75" Type="http://schemas.openxmlformats.org/officeDocument/2006/relationships/customXml" Target="../ink/ink508.xml"/><Relationship Id="rId96" Type="http://schemas.openxmlformats.org/officeDocument/2006/relationships/image" Target="../media/image440.png"/><Relationship Id="rId140" Type="http://schemas.openxmlformats.org/officeDocument/2006/relationships/image" Target="../media/image333.png"/><Relationship Id="rId161" Type="http://schemas.openxmlformats.org/officeDocument/2006/relationships/customXml" Target="../ink/ink551.xml"/><Relationship Id="rId182" Type="http://schemas.openxmlformats.org/officeDocument/2006/relationships/image" Target="../media/image354.png"/><Relationship Id="rId217" Type="http://schemas.openxmlformats.org/officeDocument/2006/relationships/customXml" Target="../ink/ink579.xml"/><Relationship Id="rId6" Type="http://schemas.openxmlformats.org/officeDocument/2006/relationships/image" Target="../media/image395.png"/><Relationship Id="rId238" Type="http://schemas.openxmlformats.org/officeDocument/2006/relationships/image" Target="../media/image382.png"/><Relationship Id="rId259" Type="http://schemas.openxmlformats.org/officeDocument/2006/relationships/customXml" Target="../ink/ink600.xml"/><Relationship Id="rId23" Type="http://schemas.openxmlformats.org/officeDocument/2006/relationships/customXml" Target="../ink/ink482.xml"/><Relationship Id="rId119" Type="http://schemas.openxmlformats.org/officeDocument/2006/relationships/customXml" Target="../ink/ink530.xml"/><Relationship Id="rId44" Type="http://schemas.openxmlformats.org/officeDocument/2006/relationships/image" Target="../media/image414.png"/><Relationship Id="rId65" Type="http://schemas.openxmlformats.org/officeDocument/2006/relationships/customXml" Target="../ink/ink503.xml"/><Relationship Id="rId86" Type="http://schemas.openxmlformats.org/officeDocument/2006/relationships/image" Target="../media/image435.png"/><Relationship Id="rId130" Type="http://schemas.openxmlformats.org/officeDocument/2006/relationships/image" Target="../media/image457.png"/><Relationship Id="rId151" Type="http://schemas.openxmlformats.org/officeDocument/2006/relationships/customXml" Target="../ink/ink546.xml"/><Relationship Id="rId172" Type="http://schemas.openxmlformats.org/officeDocument/2006/relationships/image" Target="../media/image349.png"/><Relationship Id="rId193" Type="http://schemas.openxmlformats.org/officeDocument/2006/relationships/customXml" Target="../ink/ink567.xml"/><Relationship Id="rId207" Type="http://schemas.openxmlformats.org/officeDocument/2006/relationships/customXml" Target="../ink/ink574.xml"/><Relationship Id="rId228" Type="http://schemas.openxmlformats.org/officeDocument/2006/relationships/image" Target="../media/image377.png"/><Relationship Id="rId249" Type="http://schemas.openxmlformats.org/officeDocument/2006/relationships/customXml" Target="../ink/ink595.xml"/><Relationship Id="rId13" Type="http://schemas.openxmlformats.org/officeDocument/2006/relationships/customXml" Target="../ink/ink477.xml"/><Relationship Id="rId109" Type="http://schemas.openxmlformats.org/officeDocument/2006/relationships/customXml" Target="../ink/ink525.xml"/><Relationship Id="rId260" Type="http://schemas.openxmlformats.org/officeDocument/2006/relationships/image" Target="../media/image393.png"/><Relationship Id="rId34" Type="http://schemas.openxmlformats.org/officeDocument/2006/relationships/image" Target="../media/image409.png"/><Relationship Id="rId55" Type="http://schemas.openxmlformats.org/officeDocument/2006/relationships/customXml" Target="../ink/ink498.xml"/><Relationship Id="rId76" Type="http://schemas.openxmlformats.org/officeDocument/2006/relationships/image" Target="../media/image430.png"/><Relationship Id="rId97" Type="http://schemas.openxmlformats.org/officeDocument/2006/relationships/customXml" Target="../ink/ink519.xml"/><Relationship Id="rId120" Type="http://schemas.openxmlformats.org/officeDocument/2006/relationships/image" Target="../media/image452.png"/><Relationship Id="rId141" Type="http://schemas.openxmlformats.org/officeDocument/2006/relationships/customXml" Target="../ink/ink541.xml"/><Relationship Id="rId7" Type="http://schemas.openxmlformats.org/officeDocument/2006/relationships/customXml" Target="../ink/ink474.xml"/><Relationship Id="rId162" Type="http://schemas.openxmlformats.org/officeDocument/2006/relationships/image" Target="../media/image344.png"/><Relationship Id="rId183" Type="http://schemas.openxmlformats.org/officeDocument/2006/relationships/customXml" Target="../ink/ink562.xml"/><Relationship Id="rId218" Type="http://schemas.openxmlformats.org/officeDocument/2006/relationships/image" Target="../media/image372.png"/><Relationship Id="rId239" Type="http://schemas.openxmlformats.org/officeDocument/2006/relationships/customXml" Target="../ink/ink590.xml"/><Relationship Id="rId250" Type="http://schemas.openxmlformats.org/officeDocument/2006/relationships/image" Target="../media/image388.png"/><Relationship Id="rId24" Type="http://schemas.openxmlformats.org/officeDocument/2006/relationships/image" Target="../media/image404.png"/><Relationship Id="rId45" Type="http://schemas.openxmlformats.org/officeDocument/2006/relationships/customXml" Target="../ink/ink493.xml"/><Relationship Id="rId66" Type="http://schemas.openxmlformats.org/officeDocument/2006/relationships/image" Target="../media/image425.png"/><Relationship Id="rId87" Type="http://schemas.openxmlformats.org/officeDocument/2006/relationships/customXml" Target="../ink/ink514.xml"/><Relationship Id="rId110" Type="http://schemas.openxmlformats.org/officeDocument/2006/relationships/image" Target="../media/image447.png"/><Relationship Id="rId131" Type="http://schemas.openxmlformats.org/officeDocument/2006/relationships/customXml" Target="../ink/ink536.xml"/><Relationship Id="rId152" Type="http://schemas.openxmlformats.org/officeDocument/2006/relationships/image" Target="../media/image339.png"/><Relationship Id="rId173" Type="http://schemas.openxmlformats.org/officeDocument/2006/relationships/customXml" Target="../ink/ink557.xml"/><Relationship Id="rId194" Type="http://schemas.openxmlformats.org/officeDocument/2006/relationships/image" Target="../media/image360.png"/><Relationship Id="rId208" Type="http://schemas.openxmlformats.org/officeDocument/2006/relationships/image" Target="../media/image367.png"/><Relationship Id="rId229" Type="http://schemas.openxmlformats.org/officeDocument/2006/relationships/customXml" Target="../ink/ink585.xml"/><Relationship Id="rId240" Type="http://schemas.openxmlformats.org/officeDocument/2006/relationships/image" Target="../media/image383.png"/><Relationship Id="rId14" Type="http://schemas.openxmlformats.org/officeDocument/2006/relationships/image" Target="../media/image399.png"/><Relationship Id="rId35" Type="http://schemas.openxmlformats.org/officeDocument/2006/relationships/customXml" Target="../ink/ink488.xml"/><Relationship Id="rId56" Type="http://schemas.openxmlformats.org/officeDocument/2006/relationships/image" Target="../media/image420.png"/><Relationship Id="rId77" Type="http://schemas.openxmlformats.org/officeDocument/2006/relationships/customXml" Target="../ink/ink509.xml"/><Relationship Id="rId100" Type="http://schemas.openxmlformats.org/officeDocument/2006/relationships/image" Target="../media/image442.png"/><Relationship Id="rId8" Type="http://schemas.openxmlformats.org/officeDocument/2006/relationships/image" Target="../media/image396.png"/><Relationship Id="rId98" Type="http://schemas.openxmlformats.org/officeDocument/2006/relationships/image" Target="../media/image441.png"/><Relationship Id="rId121" Type="http://schemas.openxmlformats.org/officeDocument/2006/relationships/customXml" Target="../ink/ink531.xml"/><Relationship Id="rId142" Type="http://schemas.openxmlformats.org/officeDocument/2006/relationships/image" Target="../media/image334.png"/><Relationship Id="rId163" Type="http://schemas.openxmlformats.org/officeDocument/2006/relationships/customXml" Target="../ink/ink552.xml"/><Relationship Id="rId184" Type="http://schemas.openxmlformats.org/officeDocument/2006/relationships/image" Target="../media/image355.png"/><Relationship Id="rId219" Type="http://schemas.openxmlformats.org/officeDocument/2006/relationships/customXml" Target="../ink/ink580.xml"/><Relationship Id="rId230" Type="http://schemas.openxmlformats.org/officeDocument/2006/relationships/image" Target="../media/image378.png"/><Relationship Id="rId251" Type="http://schemas.openxmlformats.org/officeDocument/2006/relationships/customXml" Target="../ink/ink596.xml"/><Relationship Id="rId25" Type="http://schemas.openxmlformats.org/officeDocument/2006/relationships/customXml" Target="../ink/ink483.xml"/><Relationship Id="rId46" Type="http://schemas.openxmlformats.org/officeDocument/2006/relationships/image" Target="../media/image415.png"/><Relationship Id="rId67" Type="http://schemas.openxmlformats.org/officeDocument/2006/relationships/customXml" Target="../ink/ink504.xml"/><Relationship Id="rId88" Type="http://schemas.openxmlformats.org/officeDocument/2006/relationships/image" Target="../media/image436.png"/><Relationship Id="rId111" Type="http://schemas.openxmlformats.org/officeDocument/2006/relationships/customXml" Target="../ink/ink526.xml"/><Relationship Id="rId132" Type="http://schemas.openxmlformats.org/officeDocument/2006/relationships/image" Target="../media/image458.png"/><Relationship Id="rId153" Type="http://schemas.openxmlformats.org/officeDocument/2006/relationships/customXml" Target="../ink/ink547.xml"/><Relationship Id="rId174" Type="http://schemas.openxmlformats.org/officeDocument/2006/relationships/image" Target="../media/image350.png"/><Relationship Id="rId195" Type="http://schemas.openxmlformats.org/officeDocument/2006/relationships/customXml" Target="../ink/ink568.xml"/><Relationship Id="rId209" Type="http://schemas.openxmlformats.org/officeDocument/2006/relationships/customXml" Target="../ink/ink575.xml"/><Relationship Id="rId220" Type="http://schemas.openxmlformats.org/officeDocument/2006/relationships/image" Target="../media/image373.png"/><Relationship Id="rId241" Type="http://schemas.openxmlformats.org/officeDocument/2006/relationships/customXml" Target="../ink/ink591.xml"/><Relationship Id="rId15" Type="http://schemas.openxmlformats.org/officeDocument/2006/relationships/customXml" Target="../ink/ink478.xml"/><Relationship Id="rId36" Type="http://schemas.openxmlformats.org/officeDocument/2006/relationships/image" Target="../media/image410.png"/><Relationship Id="rId57" Type="http://schemas.openxmlformats.org/officeDocument/2006/relationships/customXml" Target="../ink/ink499.xml"/><Relationship Id="rId78" Type="http://schemas.openxmlformats.org/officeDocument/2006/relationships/image" Target="../media/image431.png"/><Relationship Id="rId99" Type="http://schemas.openxmlformats.org/officeDocument/2006/relationships/customXml" Target="../ink/ink520.xml"/><Relationship Id="rId101" Type="http://schemas.openxmlformats.org/officeDocument/2006/relationships/customXml" Target="../ink/ink521.xml"/><Relationship Id="rId122" Type="http://schemas.openxmlformats.org/officeDocument/2006/relationships/image" Target="../media/image453.png"/><Relationship Id="rId143" Type="http://schemas.openxmlformats.org/officeDocument/2006/relationships/customXml" Target="../ink/ink542.xml"/><Relationship Id="rId164" Type="http://schemas.openxmlformats.org/officeDocument/2006/relationships/image" Target="../media/image345.png"/><Relationship Id="rId185" Type="http://schemas.openxmlformats.org/officeDocument/2006/relationships/customXml" Target="../ink/ink563.xml"/><Relationship Id="rId9" Type="http://schemas.openxmlformats.org/officeDocument/2006/relationships/customXml" Target="../ink/ink475.xml"/><Relationship Id="rId210" Type="http://schemas.openxmlformats.org/officeDocument/2006/relationships/image" Target="../media/image368.png"/><Relationship Id="rId26" Type="http://schemas.openxmlformats.org/officeDocument/2006/relationships/image" Target="../media/image405.png"/><Relationship Id="rId231" Type="http://schemas.openxmlformats.org/officeDocument/2006/relationships/customXml" Target="../ink/ink586.xml"/><Relationship Id="rId252" Type="http://schemas.openxmlformats.org/officeDocument/2006/relationships/image" Target="../media/image389.png"/><Relationship Id="rId47" Type="http://schemas.openxmlformats.org/officeDocument/2006/relationships/customXml" Target="../ink/ink494.xml"/><Relationship Id="rId68" Type="http://schemas.openxmlformats.org/officeDocument/2006/relationships/image" Target="../media/image426.png"/><Relationship Id="rId89" Type="http://schemas.openxmlformats.org/officeDocument/2006/relationships/customXml" Target="../ink/ink515.xml"/><Relationship Id="rId112" Type="http://schemas.openxmlformats.org/officeDocument/2006/relationships/image" Target="../media/image448.png"/><Relationship Id="rId133" Type="http://schemas.openxmlformats.org/officeDocument/2006/relationships/customXml" Target="../ink/ink537.xml"/><Relationship Id="rId154" Type="http://schemas.openxmlformats.org/officeDocument/2006/relationships/image" Target="../media/image340.png"/><Relationship Id="rId175" Type="http://schemas.openxmlformats.org/officeDocument/2006/relationships/customXml" Target="../ink/ink558.xml"/><Relationship Id="rId196" Type="http://schemas.openxmlformats.org/officeDocument/2006/relationships/image" Target="../media/image361.png"/><Relationship Id="rId200" Type="http://schemas.openxmlformats.org/officeDocument/2006/relationships/image" Target="../media/image363.png"/><Relationship Id="rId16" Type="http://schemas.openxmlformats.org/officeDocument/2006/relationships/image" Target="../media/image400.png"/><Relationship Id="rId221" Type="http://schemas.openxmlformats.org/officeDocument/2006/relationships/customXml" Target="../ink/ink581.xml"/><Relationship Id="rId242" Type="http://schemas.openxmlformats.org/officeDocument/2006/relationships/image" Target="../media/image384.png"/><Relationship Id="rId37" Type="http://schemas.openxmlformats.org/officeDocument/2006/relationships/customXml" Target="../ink/ink489.xml"/><Relationship Id="rId58" Type="http://schemas.openxmlformats.org/officeDocument/2006/relationships/image" Target="../media/image421.png"/><Relationship Id="rId79" Type="http://schemas.openxmlformats.org/officeDocument/2006/relationships/customXml" Target="../ink/ink510.xml"/><Relationship Id="rId102" Type="http://schemas.openxmlformats.org/officeDocument/2006/relationships/image" Target="../media/image443.png"/><Relationship Id="rId123" Type="http://schemas.openxmlformats.org/officeDocument/2006/relationships/customXml" Target="../ink/ink532.xml"/><Relationship Id="rId144" Type="http://schemas.openxmlformats.org/officeDocument/2006/relationships/image" Target="../media/image335.png"/><Relationship Id="rId90" Type="http://schemas.openxmlformats.org/officeDocument/2006/relationships/image" Target="../media/image437.png"/><Relationship Id="rId165" Type="http://schemas.openxmlformats.org/officeDocument/2006/relationships/customXml" Target="../ink/ink553.xml"/><Relationship Id="rId186" Type="http://schemas.openxmlformats.org/officeDocument/2006/relationships/image" Target="../media/image356.png"/><Relationship Id="rId211" Type="http://schemas.openxmlformats.org/officeDocument/2006/relationships/customXml" Target="../ink/ink576.xml"/><Relationship Id="rId232" Type="http://schemas.openxmlformats.org/officeDocument/2006/relationships/image" Target="../media/image379.png"/><Relationship Id="rId253" Type="http://schemas.openxmlformats.org/officeDocument/2006/relationships/customXml" Target="../ink/ink597.xml"/><Relationship Id="rId27" Type="http://schemas.openxmlformats.org/officeDocument/2006/relationships/customXml" Target="../ink/ink484.xml"/><Relationship Id="rId48" Type="http://schemas.openxmlformats.org/officeDocument/2006/relationships/image" Target="../media/image416.png"/><Relationship Id="rId69" Type="http://schemas.openxmlformats.org/officeDocument/2006/relationships/customXml" Target="../ink/ink505.xml"/><Relationship Id="rId113" Type="http://schemas.openxmlformats.org/officeDocument/2006/relationships/customXml" Target="../ink/ink527.xml"/><Relationship Id="rId134" Type="http://schemas.openxmlformats.org/officeDocument/2006/relationships/image" Target="../media/image459.png"/><Relationship Id="rId80" Type="http://schemas.openxmlformats.org/officeDocument/2006/relationships/image" Target="../media/image432.png"/><Relationship Id="rId155" Type="http://schemas.openxmlformats.org/officeDocument/2006/relationships/customXml" Target="../ink/ink548.xml"/><Relationship Id="rId176" Type="http://schemas.openxmlformats.org/officeDocument/2006/relationships/image" Target="../media/image351.png"/><Relationship Id="rId197" Type="http://schemas.openxmlformats.org/officeDocument/2006/relationships/customXml" Target="../ink/ink569.xml"/><Relationship Id="rId201" Type="http://schemas.openxmlformats.org/officeDocument/2006/relationships/customXml" Target="../ink/ink571.xml"/><Relationship Id="rId222" Type="http://schemas.openxmlformats.org/officeDocument/2006/relationships/image" Target="../media/image374.png"/><Relationship Id="rId243" Type="http://schemas.openxmlformats.org/officeDocument/2006/relationships/customXml" Target="../ink/ink592.xml"/><Relationship Id="rId17" Type="http://schemas.openxmlformats.org/officeDocument/2006/relationships/customXml" Target="../ink/ink479.xml"/><Relationship Id="rId38" Type="http://schemas.openxmlformats.org/officeDocument/2006/relationships/image" Target="../media/image411.png"/><Relationship Id="rId59" Type="http://schemas.openxmlformats.org/officeDocument/2006/relationships/customXml" Target="../ink/ink500.xml"/><Relationship Id="rId103" Type="http://schemas.openxmlformats.org/officeDocument/2006/relationships/customXml" Target="../ink/ink522.xml"/><Relationship Id="rId124" Type="http://schemas.openxmlformats.org/officeDocument/2006/relationships/image" Target="../media/image454.png"/><Relationship Id="rId70" Type="http://schemas.openxmlformats.org/officeDocument/2006/relationships/image" Target="../media/image427.png"/><Relationship Id="rId91" Type="http://schemas.openxmlformats.org/officeDocument/2006/relationships/customXml" Target="../ink/ink516.xml"/><Relationship Id="rId145" Type="http://schemas.openxmlformats.org/officeDocument/2006/relationships/customXml" Target="../ink/ink543.xml"/><Relationship Id="rId166" Type="http://schemas.openxmlformats.org/officeDocument/2006/relationships/image" Target="../media/image346.png"/><Relationship Id="rId187" Type="http://schemas.openxmlformats.org/officeDocument/2006/relationships/customXml" Target="../ink/ink564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369.png"/><Relationship Id="rId233" Type="http://schemas.openxmlformats.org/officeDocument/2006/relationships/customXml" Target="../ink/ink587.xml"/><Relationship Id="rId254" Type="http://schemas.openxmlformats.org/officeDocument/2006/relationships/image" Target="../media/image390.png"/><Relationship Id="rId28" Type="http://schemas.openxmlformats.org/officeDocument/2006/relationships/image" Target="../media/image406.png"/><Relationship Id="rId49" Type="http://schemas.openxmlformats.org/officeDocument/2006/relationships/customXml" Target="../ink/ink495.xml"/><Relationship Id="rId114" Type="http://schemas.openxmlformats.org/officeDocument/2006/relationships/image" Target="../media/image449.png"/><Relationship Id="rId60" Type="http://schemas.openxmlformats.org/officeDocument/2006/relationships/image" Target="../media/image422.png"/><Relationship Id="rId81" Type="http://schemas.openxmlformats.org/officeDocument/2006/relationships/customXml" Target="../ink/ink511.xml"/><Relationship Id="rId135" Type="http://schemas.openxmlformats.org/officeDocument/2006/relationships/customXml" Target="../ink/ink538.xml"/><Relationship Id="rId156" Type="http://schemas.openxmlformats.org/officeDocument/2006/relationships/image" Target="../media/image341.png"/><Relationship Id="rId177" Type="http://schemas.openxmlformats.org/officeDocument/2006/relationships/customXml" Target="../ink/ink559.xml"/><Relationship Id="rId198" Type="http://schemas.openxmlformats.org/officeDocument/2006/relationships/image" Target="../media/image362.png"/><Relationship Id="rId202" Type="http://schemas.openxmlformats.org/officeDocument/2006/relationships/image" Target="../media/image364.png"/><Relationship Id="rId223" Type="http://schemas.openxmlformats.org/officeDocument/2006/relationships/customXml" Target="../ink/ink582.xml"/><Relationship Id="rId244" Type="http://schemas.openxmlformats.org/officeDocument/2006/relationships/image" Target="../media/image385.png"/><Relationship Id="rId18" Type="http://schemas.openxmlformats.org/officeDocument/2006/relationships/image" Target="../media/image401.png"/><Relationship Id="rId39" Type="http://schemas.openxmlformats.org/officeDocument/2006/relationships/customXml" Target="../ink/ink490.xml"/><Relationship Id="rId50" Type="http://schemas.openxmlformats.org/officeDocument/2006/relationships/image" Target="../media/image417.png"/><Relationship Id="rId104" Type="http://schemas.openxmlformats.org/officeDocument/2006/relationships/image" Target="../media/image444.png"/><Relationship Id="rId125" Type="http://schemas.openxmlformats.org/officeDocument/2006/relationships/customXml" Target="../ink/ink533.xml"/><Relationship Id="rId146" Type="http://schemas.openxmlformats.org/officeDocument/2006/relationships/image" Target="../media/image336.png"/><Relationship Id="rId167" Type="http://schemas.openxmlformats.org/officeDocument/2006/relationships/customXml" Target="../ink/ink554.xml"/><Relationship Id="rId188" Type="http://schemas.openxmlformats.org/officeDocument/2006/relationships/image" Target="../media/image357.png"/><Relationship Id="rId71" Type="http://schemas.openxmlformats.org/officeDocument/2006/relationships/customXml" Target="../ink/ink506.xml"/><Relationship Id="rId92" Type="http://schemas.openxmlformats.org/officeDocument/2006/relationships/image" Target="../media/image438.png"/><Relationship Id="rId213" Type="http://schemas.openxmlformats.org/officeDocument/2006/relationships/customXml" Target="../ink/ink577.xml"/><Relationship Id="rId234" Type="http://schemas.openxmlformats.org/officeDocument/2006/relationships/image" Target="../media/image380.png"/><Relationship Id="rId2" Type="http://schemas.openxmlformats.org/officeDocument/2006/relationships/image" Target="../media/image1.png"/><Relationship Id="rId29" Type="http://schemas.openxmlformats.org/officeDocument/2006/relationships/customXml" Target="../ink/ink485.xml"/><Relationship Id="rId255" Type="http://schemas.openxmlformats.org/officeDocument/2006/relationships/customXml" Target="../ink/ink598.xml"/><Relationship Id="rId40" Type="http://schemas.openxmlformats.org/officeDocument/2006/relationships/image" Target="../media/image412.png"/><Relationship Id="rId115" Type="http://schemas.openxmlformats.org/officeDocument/2006/relationships/customXml" Target="../ink/ink528.xml"/><Relationship Id="rId136" Type="http://schemas.openxmlformats.org/officeDocument/2006/relationships/image" Target="../media/image331.png"/><Relationship Id="rId157" Type="http://schemas.openxmlformats.org/officeDocument/2006/relationships/customXml" Target="../ink/ink549.xml"/><Relationship Id="rId178" Type="http://schemas.openxmlformats.org/officeDocument/2006/relationships/image" Target="../media/image352.png"/><Relationship Id="rId61" Type="http://schemas.openxmlformats.org/officeDocument/2006/relationships/customXml" Target="../ink/ink501.xml"/><Relationship Id="rId82" Type="http://schemas.openxmlformats.org/officeDocument/2006/relationships/image" Target="../media/image433.png"/><Relationship Id="rId199" Type="http://schemas.openxmlformats.org/officeDocument/2006/relationships/customXml" Target="../ink/ink570.xml"/><Relationship Id="rId203" Type="http://schemas.openxmlformats.org/officeDocument/2006/relationships/customXml" Target="../ink/ink572.xml"/><Relationship Id="rId19" Type="http://schemas.openxmlformats.org/officeDocument/2006/relationships/customXml" Target="../ink/ink480.xml"/><Relationship Id="rId224" Type="http://schemas.openxmlformats.org/officeDocument/2006/relationships/image" Target="../media/image375.png"/><Relationship Id="rId245" Type="http://schemas.openxmlformats.org/officeDocument/2006/relationships/customXml" Target="../ink/ink593.xml"/><Relationship Id="rId30" Type="http://schemas.openxmlformats.org/officeDocument/2006/relationships/image" Target="../media/image407.png"/><Relationship Id="rId105" Type="http://schemas.openxmlformats.org/officeDocument/2006/relationships/customXml" Target="../ink/ink523.xml"/><Relationship Id="rId126" Type="http://schemas.openxmlformats.org/officeDocument/2006/relationships/image" Target="../media/image455.png"/><Relationship Id="rId147" Type="http://schemas.openxmlformats.org/officeDocument/2006/relationships/customXml" Target="../ink/ink544.xml"/><Relationship Id="rId168" Type="http://schemas.openxmlformats.org/officeDocument/2006/relationships/image" Target="../media/image347.png"/><Relationship Id="rId51" Type="http://schemas.openxmlformats.org/officeDocument/2006/relationships/customXml" Target="../ink/ink496.xml"/><Relationship Id="rId72" Type="http://schemas.openxmlformats.org/officeDocument/2006/relationships/image" Target="../media/image428.png"/><Relationship Id="rId93" Type="http://schemas.openxmlformats.org/officeDocument/2006/relationships/customXml" Target="../ink/ink517.xml"/><Relationship Id="rId189" Type="http://schemas.openxmlformats.org/officeDocument/2006/relationships/customXml" Target="../ink/ink565.xml"/><Relationship Id="rId3" Type="http://schemas.openxmlformats.org/officeDocument/2006/relationships/customXml" Target="../ink/ink472.xml"/><Relationship Id="rId214" Type="http://schemas.openxmlformats.org/officeDocument/2006/relationships/image" Target="../media/image370.png"/><Relationship Id="rId235" Type="http://schemas.openxmlformats.org/officeDocument/2006/relationships/customXml" Target="../ink/ink588.xml"/><Relationship Id="rId256" Type="http://schemas.openxmlformats.org/officeDocument/2006/relationships/image" Target="../media/image391.png"/><Relationship Id="rId116" Type="http://schemas.openxmlformats.org/officeDocument/2006/relationships/image" Target="../media/image450.png"/><Relationship Id="rId137" Type="http://schemas.openxmlformats.org/officeDocument/2006/relationships/customXml" Target="../ink/ink539.xml"/><Relationship Id="rId158" Type="http://schemas.openxmlformats.org/officeDocument/2006/relationships/image" Target="../media/image342.png"/><Relationship Id="rId20" Type="http://schemas.openxmlformats.org/officeDocument/2006/relationships/image" Target="../media/image402.png"/><Relationship Id="rId41" Type="http://schemas.openxmlformats.org/officeDocument/2006/relationships/customXml" Target="../ink/ink491.xml"/><Relationship Id="rId62" Type="http://schemas.openxmlformats.org/officeDocument/2006/relationships/image" Target="../media/image423.png"/><Relationship Id="rId83" Type="http://schemas.openxmlformats.org/officeDocument/2006/relationships/customXml" Target="../ink/ink512.xml"/><Relationship Id="rId179" Type="http://schemas.openxmlformats.org/officeDocument/2006/relationships/customXml" Target="../ink/ink560.xml"/><Relationship Id="rId190" Type="http://schemas.openxmlformats.org/officeDocument/2006/relationships/image" Target="../media/image358.png"/><Relationship Id="rId204" Type="http://schemas.openxmlformats.org/officeDocument/2006/relationships/image" Target="../media/image365.png"/><Relationship Id="rId225" Type="http://schemas.openxmlformats.org/officeDocument/2006/relationships/customXml" Target="../ink/ink583.xml"/><Relationship Id="rId246" Type="http://schemas.openxmlformats.org/officeDocument/2006/relationships/image" Target="../media/image386.png"/><Relationship Id="rId106" Type="http://schemas.openxmlformats.org/officeDocument/2006/relationships/image" Target="../media/image445.png"/><Relationship Id="rId127" Type="http://schemas.openxmlformats.org/officeDocument/2006/relationships/customXml" Target="../ink/ink534.xml"/><Relationship Id="rId10" Type="http://schemas.openxmlformats.org/officeDocument/2006/relationships/image" Target="../media/image397.png"/><Relationship Id="rId31" Type="http://schemas.openxmlformats.org/officeDocument/2006/relationships/customXml" Target="../ink/ink486.xml"/><Relationship Id="rId52" Type="http://schemas.openxmlformats.org/officeDocument/2006/relationships/image" Target="../media/image418.png"/><Relationship Id="rId73" Type="http://schemas.openxmlformats.org/officeDocument/2006/relationships/customXml" Target="../ink/ink507.xml"/><Relationship Id="rId94" Type="http://schemas.openxmlformats.org/officeDocument/2006/relationships/image" Target="../media/image439.png"/><Relationship Id="rId148" Type="http://schemas.openxmlformats.org/officeDocument/2006/relationships/image" Target="../media/image337.png"/><Relationship Id="rId169" Type="http://schemas.openxmlformats.org/officeDocument/2006/relationships/customXml" Target="../ink/ink555.xml"/><Relationship Id="rId4" Type="http://schemas.openxmlformats.org/officeDocument/2006/relationships/image" Target="../media/image394.png"/><Relationship Id="rId180" Type="http://schemas.openxmlformats.org/officeDocument/2006/relationships/image" Target="../media/image353.png"/><Relationship Id="rId215" Type="http://schemas.openxmlformats.org/officeDocument/2006/relationships/customXml" Target="../ink/ink578.xml"/><Relationship Id="rId236" Type="http://schemas.openxmlformats.org/officeDocument/2006/relationships/image" Target="../media/image381.png"/><Relationship Id="rId257" Type="http://schemas.openxmlformats.org/officeDocument/2006/relationships/customXml" Target="../ink/ink599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58.xml"/><Relationship Id="rId21" Type="http://schemas.openxmlformats.org/officeDocument/2006/relationships/customXml" Target="../ink/ink610.xml"/><Relationship Id="rId42" Type="http://schemas.openxmlformats.org/officeDocument/2006/relationships/image" Target="../media/image413.png"/><Relationship Id="rId63" Type="http://schemas.openxmlformats.org/officeDocument/2006/relationships/customXml" Target="../ink/ink631.xml"/><Relationship Id="rId84" Type="http://schemas.openxmlformats.org/officeDocument/2006/relationships/image" Target="../media/image434.png"/><Relationship Id="rId138" Type="http://schemas.openxmlformats.org/officeDocument/2006/relationships/image" Target="../media/image332.png"/><Relationship Id="rId159" Type="http://schemas.openxmlformats.org/officeDocument/2006/relationships/customXml" Target="../ink/ink679.xml"/><Relationship Id="rId170" Type="http://schemas.openxmlformats.org/officeDocument/2006/relationships/image" Target="../media/image348.png"/><Relationship Id="rId191" Type="http://schemas.openxmlformats.org/officeDocument/2006/relationships/customXml" Target="../ink/ink695.xml"/><Relationship Id="rId205" Type="http://schemas.openxmlformats.org/officeDocument/2006/relationships/customXml" Target="../ink/ink702.xml"/><Relationship Id="rId226" Type="http://schemas.openxmlformats.org/officeDocument/2006/relationships/image" Target="../media/image376.png"/><Relationship Id="rId247" Type="http://schemas.openxmlformats.org/officeDocument/2006/relationships/customXml" Target="../ink/ink723.xml"/><Relationship Id="rId107" Type="http://schemas.openxmlformats.org/officeDocument/2006/relationships/customXml" Target="../ink/ink653.xml"/><Relationship Id="rId11" Type="http://schemas.openxmlformats.org/officeDocument/2006/relationships/customXml" Target="../ink/ink605.xml"/><Relationship Id="rId32" Type="http://schemas.openxmlformats.org/officeDocument/2006/relationships/image" Target="../media/image408.png"/><Relationship Id="rId53" Type="http://schemas.openxmlformats.org/officeDocument/2006/relationships/customXml" Target="../ink/ink626.xml"/><Relationship Id="rId74" Type="http://schemas.openxmlformats.org/officeDocument/2006/relationships/image" Target="../media/image429.png"/><Relationship Id="rId128" Type="http://schemas.openxmlformats.org/officeDocument/2006/relationships/image" Target="../media/image456.png"/><Relationship Id="rId149" Type="http://schemas.openxmlformats.org/officeDocument/2006/relationships/customXml" Target="../ink/ink674.xml"/><Relationship Id="rId5" Type="http://schemas.openxmlformats.org/officeDocument/2006/relationships/customXml" Target="../ink/ink602.xml"/><Relationship Id="rId95" Type="http://schemas.openxmlformats.org/officeDocument/2006/relationships/customXml" Target="../ink/ink647.xml"/><Relationship Id="rId160" Type="http://schemas.openxmlformats.org/officeDocument/2006/relationships/image" Target="../media/image343.png"/><Relationship Id="rId181" Type="http://schemas.openxmlformats.org/officeDocument/2006/relationships/customXml" Target="../ink/ink690.xml"/><Relationship Id="rId216" Type="http://schemas.openxmlformats.org/officeDocument/2006/relationships/image" Target="../media/image371.png"/><Relationship Id="rId237" Type="http://schemas.openxmlformats.org/officeDocument/2006/relationships/customXml" Target="../ink/ink718.xml"/><Relationship Id="rId258" Type="http://schemas.openxmlformats.org/officeDocument/2006/relationships/image" Target="../media/image392.png"/><Relationship Id="rId22" Type="http://schemas.openxmlformats.org/officeDocument/2006/relationships/image" Target="../media/image403.png"/><Relationship Id="rId43" Type="http://schemas.openxmlformats.org/officeDocument/2006/relationships/customXml" Target="../ink/ink621.xml"/><Relationship Id="rId64" Type="http://schemas.openxmlformats.org/officeDocument/2006/relationships/image" Target="../media/image424.png"/><Relationship Id="rId118" Type="http://schemas.openxmlformats.org/officeDocument/2006/relationships/image" Target="../media/image451.png"/><Relationship Id="rId139" Type="http://schemas.openxmlformats.org/officeDocument/2006/relationships/customXml" Target="../ink/ink669.xml"/><Relationship Id="rId85" Type="http://schemas.openxmlformats.org/officeDocument/2006/relationships/customXml" Target="../ink/ink642.xml"/><Relationship Id="rId150" Type="http://schemas.openxmlformats.org/officeDocument/2006/relationships/image" Target="../media/image338.png"/><Relationship Id="rId171" Type="http://schemas.openxmlformats.org/officeDocument/2006/relationships/customXml" Target="../ink/ink685.xml"/><Relationship Id="rId192" Type="http://schemas.openxmlformats.org/officeDocument/2006/relationships/image" Target="../media/image359.png"/><Relationship Id="rId206" Type="http://schemas.openxmlformats.org/officeDocument/2006/relationships/image" Target="../media/image366.png"/><Relationship Id="rId227" Type="http://schemas.openxmlformats.org/officeDocument/2006/relationships/customXml" Target="../ink/ink713.xml"/><Relationship Id="rId248" Type="http://schemas.openxmlformats.org/officeDocument/2006/relationships/image" Target="../media/image387.png"/><Relationship Id="rId12" Type="http://schemas.openxmlformats.org/officeDocument/2006/relationships/image" Target="../media/image398.png"/><Relationship Id="rId33" Type="http://schemas.openxmlformats.org/officeDocument/2006/relationships/customXml" Target="../ink/ink616.xml"/><Relationship Id="rId108" Type="http://schemas.openxmlformats.org/officeDocument/2006/relationships/image" Target="../media/image446.png"/><Relationship Id="rId129" Type="http://schemas.openxmlformats.org/officeDocument/2006/relationships/customXml" Target="../ink/ink664.xml"/><Relationship Id="rId54" Type="http://schemas.openxmlformats.org/officeDocument/2006/relationships/image" Target="../media/image419.png"/><Relationship Id="rId75" Type="http://schemas.openxmlformats.org/officeDocument/2006/relationships/customXml" Target="../ink/ink637.xml"/><Relationship Id="rId96" Type="http://schemas.openxmlformats.org/officeDocument/2006/relationships/image" Target="../media/image440.png"/><Relationship Id="rId140" Type="http://schemas.openxmlformats.org/officeDocument/2006/relationships/image" Target="../media/image333.png"/><Relationship Id="rId161" Type="http://schemas.openxmlformats.org/officeDocument/2006/relationships/customXml" Target="../ink/ink680.xml"/><Relationship Id="rId182" Type="http://schemas.openxmlformats.org/officeDocument/2006/relationships/image" Target="../media/image354.png"/><Relationship Id="rId217" Type="http://schemas.openxmlformats.org/officeDocument/2006/relationships/customXml" Target="../ink/ink708.xml"/><Relationship Id="rId6" Type="http://schemas.openxmlformats.org/officeDocument/2006/relationships/image" Target="../media/image395.png"/><Relationship Id="rId238" Type="http://schemas.openxmlformats.org/officeDocument/2006/relationships/image" Target="../media/image382.png"/><Relationship Id="rId259" Type="http://schemas.openxmlformats.org/officeDocument/2006/relationships/customXml" Target="../ink/ink729.xml"/><Relationship Id="rId23" Type="http://schemas.openxmlformats.org/officeDocument/2006/relationships/customXml" Target="../ink/ink611.xml"/><Relationship Id="rId119" Type="http://schemas.openxmlformats.org/officeDocument/2006/relationships/customXml" Target="../ink/ink659.xml"/><Relationship Id="rId44" Type="http://schemas.openxmlformats.org/officeDocument/2006/relationships/image" Target="../media/image414.png"/><Relationship Id="rId65" Type="http://schemas.openxmlformats.org/officeDocument/2006/relationships/customXml" Target="../ink/ink632.xml"/><Relationship Id="rId86" Type="http://schemas.openxmlformats.org/officeDocument/2006/relationships/image" Target="../media/image435.png"/><Relationship Id="rId130" Type="http://schemas.openxmlformats.org/officeDocument/2006/relationships/image" Target="../media/image457.png"/><Relationship Id="rId151" Type="http://schemas.openxmlformats.org/officeDocument/2006/relationships/customXml" Target="../ink/ink675.xml"/><Relationship Id="rId172" Type="http://schemas.openxmlformats.org/officeDocument/2006/relationships/image" Target="../media/image349.png"/><Relationship Id="rId193" Type="http://schemas.openxmlformats.org/officeDocument/2006/relationships/customXml" Target="../ink/ink696.xml"/><Relationship Id="rId207" Type="http://schemas.openxmlformats.org/officeDocument/2006/relationships/customXml" Target="../ink/ink703.xml"/><Relationship Id="rId228" Type="http://schemas.openxmlformats.org/officeDocument/2006/relationships/image" Target="../media/image377.png"/><Relationship Id="rId249" Type="http://schemas.openxmlformats.org/officeDocument/2006/relationships/customXml" Target="../ink/ink724.xml"/><Relationship Id="rId13" Type="http://schemas.openxmlformats.org/officeDocument/2006/relationships/customXml" Target="../ink/ink606.xml"/><Relationship Id="rId109" Type="http://schemas.openxmlformats.org/officeDocument/2006/relationships/customXml" Target="../ink/ink654.xml"/><Relationship Id="rId260" Type="http://schemas.openxmlformats.org/officeDocument/2006/relationships/image" Target="../media/image393.png"/><Relationship Id="rId34" Type="http://schemas.openxmlformats.org/officeDocument/2006/relationships/image" Target="../media/image409.png"/><Relationship Id="rId55" Type="http://schemas.openxmlformats.org/officeDocument/2006/relationships/customXml" Target="../ink/ink627.xml"/><Relationship Id="rId76" Type="http://schemas.openxmlformats.org/officeDocument/2006/relationships/image" Target="../media/image430.png"/><Relationship Id="rId97" Type="http://schemas.openxmlformats.org/officeDocument/2006/relationships/customXml" Target="../ink/ink648.xml"/><Relationship Id="rId120" Type="http://schemas.openxmlformats.org/officeDocument/2006/relationships/image" Target="../media/image452.png"/><Relationship Id="rId141" Type="http://schemas.openxmlformats.org/officeDocument/2006/relationships/customXml" Target="../ink/ink670.xml"/><Relationship Id="rId7" Type="http://schemas.openxmlformats.org/officeDocument/2006/relationships/customXml" Target="../ink/ink603.xml"/><Relationship Id="rId162" Type="http://schemas.openxmlformats.org/officeDocument/2006/relationships/image" Target="../media/image344.png"/><Relationship Id="rId183" Type="http://schemas.openxmlformats.org/officeDocument/2006/relationships/customXml" Target="../ink/ink691.xml"/><Relationship Id="rId218" Type="http://schemas.openxmlformats.org/officeDocument/2006/relationships/image" Target="../media/image372.png"/><Relationship Id="rId239" Type="http://schemas.openxmlformats.org/officeDocument/2006/relationships/customXml" Target="../ink/ink719.xml"/><Relationship Id="rId250" Type="http://schemas.openxmlformats.org/officeDocument/2006/relationships/image" Target="../media/image388.png"/><Relationship Id="rId24" Type="http://schemas.openxmlformats.org/officeDocument/2006/relationships/image" Target="../media/image404.png"/><Relationship Id="rId45" Type="http://schemas.openxmlformats.org/officeDocument/2006/relationships/customXml" Target="../ink/ink622.xml"/><Relationship Id="rId66" Type="http://schemas.openxmlformats.org/officeDocument/2006/relationships/image" Target="../media/image425.png"/><Relationship Id="rId87" Type="http://schemas.openxmlformats.org/officeDocument/2006/relationships/customXml" Target="../ink/ink643.xml"/><Relationship Id="rId110" Type="http://schemas.openxmlformats.org/officeDocument/2006/relationships/image" Target="../media/image447.png"/><Relationship Id="rId131" Type="http://schemas.openxmlformats.org/officeDocument/2006/relationships/customXml" Target="../ink/ink665.xml"/><Relationship Id="rId152" Type="http://schemas.openxmlformats.org/officeDocument/2006/relationships/image" Target="../media/image339.png"/><Relationship Id="rId173" Type="http://schemas.openxmlformats.org/officeDocument/2006/relationships/customXml" Target="../ink/ink686.xml"/><Relationship Id="rId194" Type="http://schemas.openxmlformats.org/officeDocument/2006/relationships/image" Target="../media/image360.png"/><Relationship Id="rId208" Type="http://schemas.openxmlformats.org/officeDocument/2006/relationships/image" Target="../media/image367.png"/><Relationship Id="rId229" Type="http://schemas.openxmlformats.org/officeDocument/2006/relationships/customXml" Target="../ink/ink714.xml"/><Relationship Id="rId240" Type="http://schemas.openxmlformats.org/officeDocument/2006/relationships/image" Target="../media/image383.png"/><Relationship Id="rId14" Type="http://schemas.openxmlformats.org/officeDocument/2006/relationships/image" Target="../media/image399.png"/><Relationship Id="rId35" Type="http://schemas.openxmlformats.org/officeDocument/2006/relationships/customXml" Target="../ink/ink617.xml"/><Relationship Id="rId56" Type="http://schemas.openxmlformats.org/officeDocument/2006/relationships/image" Target="../media/image420.png"/><Relationship Id="rId77" Type="http://schemas.openxmlformats.org/officeDocument/2006/relationships/customXml" Target="../ink/ink638.xml"/><Relationship Id="rId100" Type="http://schemas.openxmlformats.org/officeDocument/2006/relationships/image" Target="../media/image442.png"/><Relationship Id="rId8" Type="http://schemas.openxmlformats.org/officeDocument/2006/relationships/image" Target="../media/image396.png"/><Relationship Id="rId98" Type="http://schemas.openxmlformats.org/officeDocument/2006/relationships/image" Target="../media/image441.png"/><Relationship Id="rId121" Type="http://schemas.openxmlformats.org/officeDocument/2006/relationships/customXml" Target="../ink/ink660.xml"/><Relationship Id="rId142" Type="http://schemas.openxmlformats.org/officeDocument/2006/relationships/image" Target="../media/image334.png"/><Relationship Id="rId163" Type="http://schemas.openxmlformats.org/officeDocument/2006/relationships/customXml" Target="../ink/ink681.xml"/><Relationship Id="rId184" Type="http://schemas.openxmlformats.org/officeDocument/2006/relationships/image" Target="../media/image355.png"/><Relationship Id="rId219" Type="http://schemas.openxmlformats.org/officeDocument/2006/relationships/customXml" Target="../ink/ink709.xml"/><Relationship Id="rId230" Type="http://schemas.openxmlformats.org/officeDocument/2006/relationships/image" Target="../media/image378.png"/><Relationship Id="rId251" Type="http://schemas.openxmlformats.org/officeDocument/2006/relationships/customXml" Target="../ink/ink725.xml"/><Relationship Id="rId25" Type="http://schemas.openxmlformats.org/officeDocument/2006/relationships/customXml" Target="../ink/ink612.xml"/><Relationship Id="rId46" Type="http://schemas.openxmlformats.org/officeDocument/2006/relationships/image" Target="../media/image415.png"/><Relationship Id="rId67" Type="http://schemas.openxmlformats.org/officeDocument/2006/relationships/customXml" Target="../ink/ink633.xml"/><Relationship Id="rId88" Type="http://schemas.openxmlformats.org/officeDocument/2006/relationships/image" Target="../media/image436.png"/><Relationship Id="rId111" Type="http://schemas.openxmlformats.org/officeDocument/2006/relationships/customXml" Target="../ink/ink655.xml"/><Relationship Id="rId132" Type="http://schemas.openxmlformats.org/officeDocument/2006/relationships/image" Target="../media/image458.png"/><Relationship Id="rId153" Type="http://schemas.openxmlformats.org/officeDocument/2006/relationships/customXml" Target="../ink/ink676.xml"/><Relationship Id="rId174" Type="http://schemas.openxmlformats.org/officeDocument/2006/relationships/image" Target="../media/image350.png"/><Relationship Id="rId195" Type="http://schemas.openxmlformats.org/officeDocument/2006/relationships/customXml" Target="../ink/ink697.xml"/><Relationship Id="rId209" Type="http://schemas.openxmlformats.org/officeDocument/2006/relationships/customXml" Target="../ink/ink704.xml"/><Relationship Id="rId220" Type="http://schemas.openxmlformats.org/officeDocument/2006/relationships/image" Target="../media/image373.png"/><Relationship Id="rId241" Type="http://schemas.openxmlformats.org/officeDocument/2006/relationships/customXml" Target="../ink/ink720.xml"/><Relationship Id="rId15" Type="http://schemas.openxmlformats.org/officeDocument/2006/relationships/customXml" Target="../ink/ink607.xml"/><Relationship Id="rId36" Type="http://schemas.openxmlformats.org/officeDocument/2006/relationships/image" Target="../media/image410.png"/><Relationship Id="rId57" Type="http://schemas.openxmlformats.org/officeDocument/2006/relationships/customXml" Target="../ink/ink628.xml"/><Relationship Id="rId78" Type="http://schemas.openxmlformats.org/officeDocument/2006/relationships/image" Target="../media/image431.png"/><Relationship Id="rId99" Type="http://schemas.openxmlformats.org/officeDocument/2006/relationships/customXml" Target="../ink/ink649.xml"/><Relationship Id="rId101" Type="http://schemas.openxmlformats.org/officeDocument/2006/relationships/customXml" Target="../ink/ink650.xml"/><Relationship Id="rId122" Type="http://schemas.openxmlformats.org/officeDocument/2006/relationships/image" Target="../media/image453.png"/><Relationship Id="rId143" Type="http://schemas.openxmlformats.org/officeDocument/2006/relationships/customXml" Target="../ink/ink671.xml"/><Relationship Id="rId164" Type="http://schemas.openxmlformats.org/officeDocument/2006/relationships/image" Target="../media/image345.png"/><Relationship Id="rId185" Type="http://schemas.openxmlformats.org/officeDocument/2006/relationships/customXml" Target="../ink/ink692.xml"/><Relationship Id="rId9" Type="http://schemas.openxmlformats.org/officeDocument/2006/relationships/customXml" Target="../ink/ink604.xml"/><Relationship Id="rId210" Type="http://schemas.openxmlformats.org/officeDocument/2006/relationships/image" Target="../media/image368.png"/><Relationship Id="rId26" Type="http://schemas.openxmlformats.org/officeDocument/2006/relationships/image" Target="../media/image405.png"/><Relationship Id="rId231" Type="http://schemas.openxmlformats.org/officeDocument/2006/relationships/customXml" Target="../ink/ink715.xml"/><Relationship Id="rId252" Type="http://schemas.openxmlformats.org/officeDocument/2006/relationships/image" Target="../media/image389.png"/><Relationship Id="rId47" Type="http://schemas.openxmlformats.org/officeDocument/2006/relationships/customXml" Target="../ink/ink623.xml"/><Relationship Id="rId68" Type="http://schemas.openxmlformats.org/officeDocument/2006/relationships/image" Target="../media/image426.png"/><Relationship Id="rId89" Type="http://schemas.openxmlformats.org/officeDocument/2006/relationships/customXml" Target="../ink/ink644.xml"/><Relationship Id="rId112" Type="http://schemas.openxmlformats.org/officeDocument/2006/relationships/image" Target="../media/image448.png"/><Relationship Id="rId133" Type="http://schemas.openxmlformats.org/officeDocument/2006/relationships/customXml" Target="../ink/ink666.xml"/><Relationship Id="rId154" Type="http://schemas.openxmlformats.org/officeDocument/2006/relationships/image" Target="../media/image340.png"/><Relationship Id="rId175" Type="http://schemas.openxmlformats.org/officeDocument/2006/relationships/customXml" Target="../ink/ink687.xml"/><Relationship Id="rId196" Type="http://schemas.openxmlformats.org/officeDocument/2006/relationships/image" Target="../media/image361.png"/><Relationship Id="rId200" Type="http://schemas.openxmlformats.org/officeDocument/2006/relationships/image" Target="../media/image363.png"/><Relationship Id="rId16" Type="http://schemas.openxmlformats.org/officeDocument/2006/relationships/image" Target="../media/image400.png"/><Relationship Id="rId221" Type="http://schemas.openxmlformats.org/officeDocument/2006/relationships/customXml" Target="../ink/ink710.xml"/><Relationship Id="rId242" Type="http://schemas.openxmlformats.org/officeDocument/2006/relationships/image" Target="../media/image384.png"/><Relationship Id="rId37" Type="http://schemas.openxmlformats.org/officeDocument/2006/relationships/customXml" Target="../ink/ink618.xml"/><Relationship Id="rId58" Type="http://schemas.openxmlformats.org/officeDocument/2006/relationships/image" Target="../media/image421.png"/><Relationship Id="rId79" Type="http://schemas.openxmlformats.org/officeDocument/2006/relationships/customXml" Target="../ink/ink639.xml"/><Relationship Id="rId102" Type="http://schemas.openxmlformats.org/officeDocument/2006/relationships/image" Target="../media/image443.png"/><Relationship Id="rId123" Type="http://schemas.openxmlformats.org/officeDocument/2006/relationships/customXml" Target="../ink/ink661.xml"/><Relationship Id="rId144" Type="http://schemas.openxmlformats.org/officeDocument/2006/relationships/image" Target="../media/image335.png"/><Relationship Id="rId90" Type="http://schemas.openxmlformats.org/officeDocument/2006/relationships/image" Target="../media/image437.png"/><Relationship Id="rId165" Type="http://schemas.openxmlformats.org/officeDocument/2006/relationships/customXml" Target="../ink/ink682.xml"/><Relationship Id="rId186" Type="http://schemas.openxmlformats.org/officeDocument/2006/relationships/image" Target="../media/image356.png"/><Relationship Id="rId211" Type="http://schemas.openxmlformats.org/officeDocument/2006/relationships/customXml" Target="../ink/ink705.xml"/><Relationship Id="rId232" Type="http://schemas.openxmlformats.org/officeDocument/2006/relationships/image" Target="../media/image379.png"/><Relationship Id="rId253" Type="http://schemas.openxmlformats.org/officeDocument/2006/relationships/customXml" Target="../ink/ink726.xml"/><Relationship Id="rId27" Type="http://schemas.openxmlformats.org/officeDocument/2006/relationships/customXml" Target="../ink/ink613.xml"/><Relationship Id="rId48" Type="http://schemas.openxmlformats.org/officeDocument/2006/relationships/image" Target="../media/image416.png"/><Relationship Id="rId69" Type="http://schemas.openxmlformats.org/officeDocument/2006/relationships/customXml" Target="../ink/ink634.xml"/><Relationship Id="rId113" Type="http://schemas.openxmlformats.org/officeDocument/2006/relationships/customXml" Target="../ink/ink656.xml"/><Relationship Id="rId134" Type="http://schemas.openxmlformats.org/officeDocument/2006/relationships/image" Target="../media/image459.png"/><Relationship Id="rId80" Type="http://schemas.openxmlformats.org/officeDocument/2006/relationships/image" Target="../media/image432.png"/><Relationship Id="rId155" Type="http://schemas.openxmlformats.org/officeDocument/2006/relationships/customXml" Target="../ink/ink677.xml"/><Relationship Id="rId176" Type="http://schemas.openxmlformats.org/officeDocument/2006/relationships/image" Target="../media/image351.png"/><Relationship Id="rId197" Type="http://schemas.openxmlformats.org/officeDocument/2006/relationships/customXml" Target="../ink/ink698.xml"/><Relationship Id="rId201" Type="http://schemas.openxmlformats.org/officeDocument/2006/relationships/customXml" Target="../ink/ink700.xml"/><Relationship Id="rId222" Type="http://schemas.openxmlformats.org/officeDocument/2006/relationships/image" Target="../media/image374.png"/><Relationship Id="rId243" Type="http://schemas.openxmlformats.org/officeDocument/2006/relationships/customXml" Target="../ink/ink721.xml"/><Relationship Id="rId17" Type="http://schemas.openxmlformats.org/officeDocument/2006/relationships/customXml" Target="../ink/ink608.xml"/><Relationship Id="rId38" Type="http://schemas.openxmlformats.org/officeDocument/2006/relationships/image" Target="../media/image411.png"/><Relationship Id="rId59" Type="http://schemas.openxmlformats.org/officeDocument/2006/relationships/customXml" Target="../ink/ink629.xml"/><Relationship Id="rId103" Type="http://schemas.openxmlformats.org/officeDocument/2006/relationships/customXml" Target="../ink/ink651.xml"/><Relationship Id="rId124" Type="http://schemas.openxmlformats.org/officeDocument/2006/relationships/image" Target="../media/image454.png"/><Relationship Id="rId70" Type="http://schemas.openxmlformats.org/officeDocument/2006/relationships/image" Target="../media/image427.png"/><Relationship Id="rId91" Type="http://schemas.openxmlformats.org/officeDocument/2006/relationships/customXml" Target="../ink/ink645.xml"/><Relationship Id="rId145" Type="http://schemas.openxmlformats.org/officeDocument/2006/relationships/customXml" Target="../ink/ink672.xml"/><Relationship Id="rId166" Type="http://schemas.openxmlformats.org/officeDocument/2006/relationships/image" Target="../media/image346.png"/><Relationship Id="rId187" Type="http://schemas.openxmlformats.org/officeDocument/2006/relationships/customXml" Target="../ink/ink693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369.png"/><Relationship Id="rId233" Type="http://schemas.openxmlformats.org/officeDocument/2006/relationships/customXml" Target="../ink/ink716.xml"/><Relationship Id="rId254" Type="http://schemas.openxmlformats.org/officeDocument/2006/relationships/image" Target="../media/image390.png"/><Relationship Id="rId28" Type="http://schemas.openxmlformats.org/officeDocument/2006/relationships/image" Target="../media/image406.png"/><Relationship Id="rId49" Type="http://schemas.openxmlformats.org/officeDocument/2006/relationships/customXml" Target="../ink/ink624.xml"/><Relationship Id="rId114" Type="http://schemas.openxmlformats.org/officeDocument/2006/relationships/image" Target="../media/image449.png"/><Relationship Id="rId60" Type="http://schemas.openxmlformats.org/officeDocument/2006/relationships/image" Target="../media/image422.png"/><Relationship Id="rId81" Type="http://schemas.openxmlformats.org/officeDocument/2006/relationships/customXml" Target="../ink/ink640.xml"/><Relationship Id="rId135" Type="http://schemas.openxmlformats.org/officeDocument/2006/relationships/customXml" Target="../ink/ink667.xml"/><Relationship Id="rId156" Type="http://schemas.openxmlformats.org/officeDocument/2006/relationships/image" Target="../media/image341.png"/><Relationship Id="rId177" Type="http://schemas.openxmlformats.org/officeDocument/2006/relationships/customXml" Target="../ink/ink688.xml"/><Relationship Id="rId198" Type="http://schemas.openxmlformats.org/officeDocument/2006/relationships/image" Target="../media/image362.png"/><Relationship Id="rId202" Type="http://schemas.openxmlformats.org/officeDocument/2006/relationships/image" Target="../media/image364.png"/><Relationship Id="rId223" Type="http://schemas.openxmlformats.org/officeDocument/2006/relationships/customXml" Target="../ink/ink711.xml"/><Relationship Id="rId244" Type="http://schemas.openxmlformats.org/officeDocument/2006/relationships/image" Target="../media/image385.png"/><Relationship Id="rId18" Type="http://schemas.openxmlformats.org/officeDocument/2006/relationships/image" Target="../media/image401.png"/><Relationship Id="rId39" Type="http://schemas.openxmlformats.org/officeDocument/2006/relationships/customXml" Target="../ink/ink619.xml"/><Relationship Id="rId50" Type="http://schemas.openxmlformats.org/officeDocument/2006/relationships/image" Target="../media/image417.png"/><Relationship Id="rId104" Type="http://schemas.openxmlformats.org/officeDocument/2006/relationships/image" Target="../media/image444.png"/><Relationship Id="rId125" Type="http://schemas.openxmlformats.org/officeDocument/2006/relationships/customXml" Target="../ink/ink662.xml"/><Relationship Id="rId146" Type="http://schemas.openxmlformats.org/officeDocument/2006/relationships/image" Target="../media/image336.png"/><Relationship Id="rId167" Type="http://schemas.openxmlformats.org/officeDocument/2006/relationships/customXml" Target="../ink/ink683.xml"/><Relationship Id="rId188" Type="http://schemas.openxmlformats.org/officeDocument/2006/relationships/image" Target="../media/image357.png"/><Relationship Id="rId71" Type="http://schemas.openxmlformats.org/officeDocument/2006/relationships/customXml" Target="../ink/ink635.xml"/><Relationship Id="rId92" Type="http://schemas.openxmlformats.org/officeDocument/2006/relationships/image" Target="../media/image438.png"/><Relationship Id="rId213" Type="http://schemas.openxmlformats.org/officeDocument/2006/relationships/customXml" Target="../ink/ink706.xml"/><Relationship Id="rId234" Type="http://schemas.openxmlformats.org/officeDocument/2006/relationships/image" Target="../media/image380.png"/><Relationship Id="rId2" Type="http://schemas.openxmlformats.org/officeDocument/2006/relationships/image" Target="../media/image1.png"/><Relationship Id="rId29" Type="http://schemas.openxmlformats.org/officeDocument/2006/relationships/customXml" Target="../ink/ink614.xml"/><Relationship Id="rId255" Type="http://schemas.openxmlformats.org/officeDocument/2006/relationships/customXml" Target="../ink/ink727.xml"/><Relationship Id="rId40" Type="http://schemas.openxmlformats.org/officeDocument/2006/relationships/image" Target="../media/image412.png"/><Relationship Id="rId115" Type="http://schemas.openxmlformats.org/officeDocument/2006/relationships/customXml" Target="../ink/ink657.xml"/><Relationship Id="rId136" Type="http://schemas.openxmlformats.org/officeDocument/2006/relationships/image" Target="../media/image331.png"/><Relationship Id="rId157" Type="http://schemas.openxmlformats.org/officeDocument/2006/relationships/customXml" Target="../ink/ink678.xml"/><Relationship Id="rId178" Type="http://schemas.openxmlformats.org/officeDocument/2006/relationships/image" Target="../media/image352.png"/><Relationship Id="rId61" Type="http://schemas.openxmlformats.org/officeDocument/2006/relationships/customXml" Target="../ink/ink630.xml"/><Relationship Id="rId82" Type="http://schemas.openxmlformats.org/officeDocument/2006/relationships/image" Target="../media/image433.png"/><Relationship Id="rId199" Type="http://schemas.openxmlformats.org/officeDocument/2006/relationships/customXml" Target="../ink/ink699.xml"/><Relationship Id="rId203" Type="http://schemas.openxmlformats.org/officeDocument/2006/relationships/customXml" Target="../ink/ink701.xml"/><Relationship Id="rId19" Type="http://schemas.openxmlformats.org/officeDocument/2006/relationships/customXml" Target="../ink/ink609.xml"/><Relationship Id="rId224" Type="http://schemas.openxmlformats.org/officeDocument/2006/relationships/image" Target="../media/image375.png"/><Relationship Id="rId245" Type="http://schemas.openxmlformats.org/officeDocument/2006/relationships/customXml" Target="../ink/ink722.xml"/><Relationship Id="rId30" Type="http://schemas.openxmlformats.org/officeDocument/2006/relationships/image" Target="../media/image407.png"/><Relationship Id="rId105" Type="http://schemas.openxmlformats.org/officeDocument/2006/relationships/customXml" Target="../ink/ink652.xml"/><Relationship Id="rId126" Type="http://schemas.openxmlformats.org/officeDocument/2006/relationships/image" Target="../media/image455.png"/><Relationship Id="rId147" Type="http://schemas.openxmlformats.org/officeDocument/2006/relationships/customXml" Target="../ink/ink673.xml"/><Relationship Id="rId168" Type="http://schemas.openxmlformats.org/officeDocument/2006/relationships/image" Target="../media/image347.png"/><Relationship Id="rId51" Type="http://schemas.openxmlformats.org/officeDocument/2006/relationships/customXml" Target="../ink/ink625.xml"/><Relationship Id="rId72" Type="http://schemas.openxmlformats.org/officeDocument/2006/relationships/image" Target="../media/image428.png"/><Relationship Id="rId93" Type="http://schemas.openxmlformats.org/officeDocument/2006/relationships/customXml" Target="../ink/ink646.xml"/><Relationship Id="rId189" Type="http://schemas.openxmlformats.org/officeDocument/2006/relationships/customXml" Target="../ink/ink694.xml"/><Relationship Id="rId3" Type="http://schemas.openxmlformats.org/officeDocument/2006/relationships/customXml" Target="../ink/ink601.xml"/><Relationship Id="rId214" Type="http://schemas.openxmlformats.org/officeDocument/2006/relationships/image" Target="../media/image370.png"/><Relationship Id="rId235" Type="http://schemas.openxmlformats.org/officeDocument/2006/relationships/customXml" Target="../ink/ink717.xml"/><Relationship Id="rId256" Type="http://schemas.openxmlformats.org/officeDocument/2006/relationships/image" Target="../media/image391.png"/><Relationship Id="rId116" Type="http://schemas.openxmlformats.org/officeDocument/2006/relationships/image" Target="../media/image450.png"/><Relationship Id="rId137" Type="http://schemas.openxmlformats.org/officeDocument/2006/relationships/customXml" Target="../ink/ink668.xml"/><Relationship Id="rId158" Type="http://schemas.openxmlformats.org/officeDocument/2006/relationships/image" Target="../media/image342.png"/><Relationship Id="rId20" Type="http://schemas.openxmlformats.org/officeDocument/2006/relationships/image" Target="../media/image402.png"/><Relationship Id="rId41" Type="http://schemas.openxmlformats.org/officeDocument/2006/relationships/customXml" Target="../ink/ink620.xml"/><Relationship Id="rId62" Type="http://schemas.openxmlformats.org/officeDocument/2006/relationships/image" Target="../media/image423.png"/><Relationship Id="rId83" Type="http://schemas.openxmlformats.org/officeDocument/2006/relationships/customXml" Target="../ink/ink641.xml"/><Relationship Id="rId179" Type="http://schemas.openxmlformats.org/officeDocument/2006/relationships/customXml" Target="../ink/ink689.xml"/><Relationship Id="rId190" Type="http://schemas.openxmlformats.org/officeDocument/2006/relationships/image" Target="../media/image358.png"/><Relationship Id="rId204" Type="http://schemas.openxmlformats.org/officeDocument/2006/relationships/image" Target="../media/image365.png"/><Relationship Id="rId225" Type="http://schemas.openxmlformats.org/officeDocument/2006/relationships/customXml" Target="../ink/ink712.xml"/><Relationship Id="rId246" Type="http://schemas.openxmlformats.org/officeDocument/2006/relationships/image" Target="../media/image386.png"/><Relationship Id="rId106" Type="http://schemas.openxmlformats.org/officeDocument/2006/relationships/image" Target="../media/image445.png"/><Relationship Id="rId127" Type="http://schemas.openxmlformats.org/officeDocument/2006/relationships/customXml" Target="../ink/ink663.xml"/><Relationship Id="rId10" Type="http://schemas.openxmlformats.org/officeDocument/2006/relationships/image" Target="../media/image397.png"/><Relationship Id="rId31" Type="http://schemas.openxmlformats.org/officeDocument/2006/relationships/customXml" Target="../ink/ink615.xml"/><Relationship Id="rId52" Type="http://schemas.openxmlformats.org/officeDocument/2006/relationships/image" Target="../media/image418.png"/><Relationship Id="rId73" Type="http://schemas.openxmlformats.org/officeDocument/2006/relationships/customXml" Target="../ink/ink636.xml"/><Relationship Id="rId94" Type="http://schemas.openxmlformats.org/officeDocument/2006/relationships/image" Target="../media/image439.png"/><Relationship Id="rId148" Type="http://schemas.openxmlformats.org/officeDocument/2006/relationships/image" Target="../media/image337.png"/><Relationship Id="rId169" Type="http://schemas.openxmlformats.org/officeDocument/2006/relationships/customXml" Target="../ink/ink684.xml"/><Relationship Id="rId4" Type="http://schemas.openxmlformats.org/officeDocument/2006/relationships/image" Target="../media/image394.png"/><Relationship Id="rId180" Type="http://schemas.openxmlformats.org/officeDocument/2006/relationships/image" Target="../media/image353.png"/><Relationship Id="rId215" Type="http://schemas.openxmlformats.org/officeDocument/2006/relationships/customXml" Target="../ink/ink707.xml"/><Relationship Id="rId236" Type="http://schemas.openxmlformats.org/officeDocument/2006/relationships/image" Target="../media/image381.png"/><Relationship Id="rId257" Type="http://schemas.openxmlformats.org/officeDocument/2006/relationships/customXml" Target="../ink/ink728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87.xml"/><Relationship Id="rId21" Type="http://schemas.openxmlformats.org/officeDocument/2006/relationships/customXml" Target="../ink/ink739.xml"/><Relationship Id="rId42" Type="http://schemas.openxmlformats.org/officeDocument/2006/relationships/image" Target="../media/image350.png"/><Relationship Id="rId63" Type="http://schemas.openxmlformats.org/officeDocument/2006/relationships/customXml" Target="../ink/ink760.xml"/><Relationship Id="rId84" Type="http://schemas.openxmlformats.org/officeDocument/2006/relationships/image" Target="../media/image371.png"/><Relationship Id="rId138" Type="http://schemas.openxmlformats.org/officeDocument/2006/relationships/image" Target="../media/image464.png"/><Relationship Id="rId159" Type="http://schemas.openxmlformats.org/officeDocument/2006/relationships/customXml" Target="../ink/ink808.xml"/><Relationship Id="rId170" Type="http://schemas.openxmlformats.org/officeDocument/2006/relationships/image" Target="../media/image479.png"/><Relationship Id="rId191" Type="http://schemas.openxmlformats.org/officeDocument/2006/relationships/customXml" Target="../ink/ink824.xml"/><Relationship Id="rId205" Type="http://schemas.openxmlformats.org/officeDocument/2006/relationships/customXml" Target="../ink/ink831.xml"/><Relationship Id="rId107" Type="http://schemas.openxmlformats.org/officeDocument/2006/relationships/customXml" Target="../ink/ink782.xml"/><Relationship Id="rId11" Type="http://schemas.openxmlformats.org/officeDocument/2006/relationships/customXml" Target="../ink/ink734.xml"/><Relationship Id="rId32" Type="http://schemas.openxmlformats.org/officeDocument/2006/relationships/image" Target="../media/image345.png"/><Relationship Id="rId53" Type="http://schemas.openxmlformats.org/officeDocument/2006/relationships/customXml" Target="../ink/ink755.xml"/><Relationship Id="rId74" Type="http://schemas.openxmlformats.org/officeDocument/2006/relationships/image" Target="../media/image366.png"/><Relationship Id="rId128" Type="http://schemas.openxmlformats.org/officeDocument/2006/relationships/image" Target="../media/image393.png"/><Relationship Id="rId149" Type="http://schemas.openxmlformats.org/officeDocument/2006/relationships/customXml" Target="../ink/ink803.xml"/><Relationship Id="rId5" Type="http://schemas.openxmlformats.org/officeDocument/2006/relationships/customXml" Target="../ink/ink731.xml"/><Relationship Id="rId95" Type="http://schemas.openxmlformats.org/officeDocument/2006/relationships/customXml" Target="../ink/ink776.xml"/><Relationship Id="rId160" Type="http://schemas.openxmlformats.org/officeDocument/2006/relationships/image" Target="../media/image474.png"/><Relationship Id="rId181" Type="http://schemas.openxmlformats.org/officeDocument/2006/relationships/customXml" Target="../ink/ink819.xml"/><Relationship Id="rId216" Type="http://schemas.openxmlformats.org/officeDocument/2006/relationships/image" Target="../media/image502.png"/><Relationship Id="rId22" Type="http://schemas.openxmlformats.org/officeDocument/2006/relationships/image" Target="../media/image340.png"/><Relationship Id="rId43" Type="http://schemas.openxmlformats.org/officeDocument/2006/relationships/customXml" Target="../ink/ink750.xml"/><Relationship Id="rId64" Type="http://schemas.openxmlformats.org/officeDocument/2006/relationships/image" Target="../media/image361.png"/><Relationship Id="rId118" Type="http://schemas.openxmlformats.org/officeDocument/2006/relationships/image" Target="../media/image388.png"/><Relationship Id="rId139" Type="http://schemas.openxmlformats.org/officeDocument/2006/relationships/customXml" Target="../ink/ink798.xml"/><Relationship Id="rId85" Type="http://schemas.openxmlformats.org/officeDocument/2006/relationships/customXml" Target="../ink/ink771.xml"/><Relationship Id="rId150" Type="http://schemas.openxmlformats.org/officeDocument/2006/relationships/image" Target="../media/image470.png"/><Relationship Id="rId171" Type="http://schemas.openxmlformats.org/officeDocument/2006/relationships/customXml" Target="../ink/ink814.xml"/><Relationship Id="rId192" Type="http://schemas.openxmlformats.org/officeDocument/2006/relationships/image" Target="../media/image490.png"/><Relationship Id="rId206" Type="http://schemas.openxmlformats.org/officeDocument/2006/relationships/image" Target="../media/image497.png"/><Relationship Id="rId12" Type="http://schemas.openxmlformats.org/officeDocument/2006/relationships/image" Target="../media/image335.png"/><Relationship Id="rId33" Type="http://schemas.openxmlformats.org/officeDocument/2006/relationships/customXml" Target="../ink/ink745.xml"/><Relationship Id="rId108" Type="http://schemas.openxmlformats.org/officeDocument/2006/relationships/image" Target="../media/image383.png"/><Relationship Id="rId129" Type="http://schemas.openxmlformats.org/officeDocument/2006/relationships/customXml" Target="../ink/ink793.xml"/><Relationship Id="rId54" Type="http://schemas.openxmlformats.org/officeDocument/2006/relationships/image" Target="../media/image356.png"/><Relationship Id="rId75" Type="http://schemas.openxmlformats.org/officeDocument/2006/relationships/customXml" Target="../ink/ink766.xml"/><Relationship Id="rId96" Type="http://schemas.openxmlformats.org/officeDocument/2006/relationships/image" Target="../media/image377.png"/><Relationship Id="rId140" Type="http://schemas.openxmlformats.org/officeDocument/2006/relationships/image" Target="../media/image465.png"/><Relationship Id="rId161" Type="http://schemas.openxmlformats.org/officeDocument/2006/relationships/customXml" Target="../ink/ink809.xml"/><Relationship Id="rId182" Type="http://schemas.openxmlformats.org/officeDocument/2006/relationships/image" Target="../media/image485.png"/><Relationship Id="rId217" Type="http://schemas.openxmlformats.org/officeDocument/2006/relationships/customXml" Target="../ink/ink837.xml"/><Relationship Id="rId6" Type="http://schemas.openxmlformats.org/officeDocument/2006/relationships/image" Target="../media/image332.png"/><Relationship Id="rId23" Type="http://schemas.openxmlformats.org/officeDocument/2006/relationships/customXml" Target="../ink/ink740.xml"/><Relationship Id="rId119" Type="http://schemas.openxmlformats.org/officeDocument/2006/relationships/customXml" Target="../ink/ink788.xml"/><Relationship Id="rId44" Type="http://schemas.openxmlformats.org/officeDocument/2006/relationships/image" Target="../media/image351.png"/><Relationship Id="rId65" Type="http://schemas.openxmlformats.org/officeDocument/2006/relationships/customXml" Target="../ink/ink761.xml"/><Relationship Id="rId86" Type="http://schemas.openxmlformats.org/officeDocument/2006/relationships/image" Target="../media/image372.png"/><Relationship Id="rId130" Type="http://schemas.openxmlformats.org/officeDocument/2006/relationships/image" Target="../media/image460.png"/><Relationship Id="rId151" Type="http://schemas.openxmlformats.org/officeDocument/2006/relationships/customXml" Target="../ink/ink804.xml"/><Relationship Id="rId172" Type="http://schemas.openxmlformats.org/officeDocument/2006/relationships/image" Target="../media/image480.png"/><Relationship Id="rId193" Type="http://schemas.openxmlformats.org/officeDocument/2006/relationships/customXml" Target="../ink/ink825.xml"/><Relationship Id="rId207" Type="http://schemas.openxmlformats.org/officeDocument/2006/relationships/customXml" Target="../ink/ink832.xml"/><Relationship Id="rId13" Type="http://schemas.openxmlformats.org/officeDocument/2006/relationships/customXml" Target="../ink/ink735.xml"/><Relationship Id="rId109" Type="http://schemas.openxmlformats.org/officeDocument/2006/relationships/customXml" Target="../ink/ink783.xml"/><Relationship Id="rId34" Type="http://schemas.openxmlformats.org/officeDocument/2006/relationships/image" Target="../media/image346.png"/><Relationship Id="rId55" Type="http://schemas.openxmlformats.org/officeDocument/2006/relationships/customXml" Target="../ink/ink756.xml"/><Relationship Id="rId76" Type="http://schemas.openxmlformats.org/officeDocument/2006/relationships/image" Target="../media/image367.png"/><Relationship Id="rId97" Type="http://schemas.openxmlformats.org/officeDocument/2006/relationships/customXml" Target="../ink/ink777.xml"/><Relationship Id="rId120" Type="http://schemas.openxmlformats.org/officeDocument/2006/relationships/image" Target="../media/image389.png"/><Relationship Id="rId141" Type="http://schemas.openxmlformats.org/officeDocument/2006/relationships/customXml" Target="../ink/ink799.xml"/><Relationship Id="rId7" Type="http://schemas.openxmlformats.org/officeDocument/2006/relationships/customXml" Target="../ink/ink732.xml"/><Relationship Id="rId162" Type="http://schemas.openxmlformats.org/officeDocument/2006/relationships/image" Target="../media/image475.png"/><Relationship Id="rId183" Type="http://schemas.openxmlformats.org/officeDocument/2006/relationships/customXml" Target="../ink/ink820.xml"/><Relationship Id="rId218" Type="http://schemas.openxmlformats.org/officeDocument/2006/relationships/image" Target="../media/image503.png"/><Relationship Id="rId24" Type="http://schemas.openxmlformats.org/officeDocument/2006/relationships/image" Target="../media/image341.png"/><Relationship Id="rId45" Type="http://schemas.openxmlformats.org/officeDocument/2006/relationships/customXml" Target="../ink/ink751.xml"/><Relationship Id="rId66" Type="http://schemas.openxmlformats.org/officeDocument/2006/relationships/image" Target="../media/image362.png"/><Relationship Id="rId87" Type="http://schemas.openxmlformats.org/officeDocument/2006/relationships/customXml" Target="../ink/ink772.xml"/><Relationship Id="rId110" Type="http://schemas.openxmlformats.org/officeDocument/2006/relationships/image" Target="../media/image384.png"/><Relationship Id="rId131" Type="http://schemas.openxmlformats.org/officeDocument/2006/relationships/customXml" Target="../ink/ink794.xml"/><Relationship Id="rId152" Type="http://schemas.openxmlformats.org/officeDocument/2006/relationships/image" Target="../media/image471.png"/><Relationship Id="rId173" Type="http://schemas.openxmlformats.org/officeDocument/2006/relationships/customXml" Target="../ink/ink815.xml"/><Relationship Id="rId194" Type="http://schemas.openxmlformats.org/officeDocument/2006/relationships/image" Target="../media/image491.png"/><Relationship Id="rId208" Type="http://schemas.openxmlformats.org/officeDocument/2006/relationships/image" Target="../media/image498.png"/><Relationship Id="rId14" Type="http://schemas.openxmlformats.org/officeDocument/2006/relationships/image" Target="../media/image336.png"/><Relationship Id="rId35" Type="http://schemas.openxmlformats.org/officeDocument/2006/relationships/customXml" Target="../ink/ink746.xml"/><Relationship Id="rId56" Type="http://schemas.openxmlformats.org/officeDocument/2006/relationships/image" Target="../media/image357.png"/><Relationship Id="rId77" Type="http://schemas.openxmlformats.org/officeDocument/2006/relationships/customXml" Target="../ink/ink767.xml"/><Relationship Id="rId100" Type="http://schemas.openxmlformats.org/officeDocument/2006/relationships/image" Target="../media/image379.png"/><Relationship Id="rId8" Type="http://schemas.openxmlformats.org/officeDocument/2006/relationships/image" Target="../media/image333.png"/><Relationship Id="rId51" Type="http://schemas.openxmlformats.org/officeDocument/2006/relationships/customXml" Target="../ink/ink754.xml"/><Relationship Id="rId72" Type="http://schemas.openxmlformats.org/officeDocument/2006/relationships/image" Target="../media/image365.png"/><Relationship Id="rId93" Type="http://schemas.openxmlformats.org/officeDocument/2006/relationships/customXml" Target="../ink/ink775.xml"/><Relationship Id="rId98" Type="http://schemas.openxmlformats.org/officeDocument/2006/relationships/image" Target="../media/image378.png"/><Relationship Id="rId121" Type="http://schemas.openxmlformats.org/officeDocument/2006/relationships/customXml" Target="../ink/ink789.xml"/><Relationship Id="rId142" Type="http://schemas.openxmlformats.org/officeDocument/2006/relationships/image" Target="../media/image466.png"/><Relationship Id="rId163" Type="http://schemas.openxmlformats.org/officeDocument/2006/relationships/customXml" Target="../ink/ink810.xml"/><Relationship Id="rId184" Type="http://schemas.openxmlformats.org/officeDocument/2006/relationships/image" Target="../media/image486.png"/><Relationship Id="rId189" Type="http://schemas.openxmlformats.org/officeDocument/2006/relationships/customXml" Target="../ink/ink823.xml"/><Relationship Id="rId219" Type="http://schemas.openxmlformats.org/officeDocument/2006/relationships/customXml" Target="../ink/ink838.xml"/><Relationship Id="rId3" Type="http://schemas.openxmlformats.org/officeDocument/2006/relationships/customXml" Target="../ink/ink730.xml"/><Relationship Id="rId214" Type="http://schemas.openxmlformats.org/officeDocument/2006/relationships/image" Target="../media/image501.png"/><Relationship Id="rId25" Type="http://schemas.openxmlformats.org/officeDocument/2006/relationships/customXml" Target="../ink/ink741.xml"/><Relationship Id="rId46" Type="http://schemas.openxmlformats.org/officeDocument/2006/relationships/image" Target="../media/image352.png"/><Relationship Id="rId67" Type="http://schemas.openxmlformats.org/officeDocument/2006/relationships/customXml" Target="../ink/ink762.xml"/><Relationship Id="rId116" Type="http://schemas.openxmlformats.org/officeDocument/2006/relationships/image" Target="../media/image387.png"/><Relationship Id="rId137" Type="http://schemas.openxmlformats.org/officeDocument/2006/relationships/customXml" Target="../ink/ink797.xml"/><Relationship Id="rId158" Type="http://schemas.openxmlformats.org/officeDocument/2006/relationships/image" Target="../media/image473.png"/><Relationship Id="rId20" Type="http://schemas.openxmlformats.org/officeDocument/2006/relationships/image" Target="../media/image339.png"/><Relationship Id="rId41" Type="http://schemas.openxmlformats.org/officeDocument/2006/relationships/customXml" Target="../ink/ink749.xml"/><Relationship Id="rId62" Type="http://schemas.openxmlformats.org/officeDocument/2006/relationships/image" Target="../media/image360.png"/><Relationship Id="rId83" Type="http://schemas.openxmlformats.org/officeDocument/2006/relationships/customXml" Target="../ink/ink770.xml"/><Relationship Id="rId88" Type="http://schemas.openxmlformats.org/officeDocument/2006/relationships/image" Target="../media/image373.png"/><Relationship Id="rId111" Type="http://schemas.openxmlformats.org/officeDocument/2006/relationships/customXml" Target="../ink/ink784.xml"/><Relationship Id="rId132" Type="http://schemas.openxmlformats.org/officeDocument/2006/relationships/image" Target="../media/image461.png"/><Relationship Id="rId153" Type="http://schemas.openxmlformats.org/officeDocument/2006/relationships/customXml" Target="../ink/ink805.xml"/><Relationship Id="rId174" Type="http://schemas.openxmlformats.org/officeDocument/2006/relationships/image" Target="../media/image481.png"/><Relationship Id="rId179" Type="http://schemas.openxmlformats.org/officeDocument/2006/relationships/customXml" Target="../ink/ink818.xml"/><Relationship Id="rId195" Type="http://schemas.openxmlformats.org/officeDocument/2006/relationships/customXml" Target="../ink/ink826.xml"/><Relationship Id="rId209" Type="http://schemas.openxmlformats.org/officeDocument/2006/relationships/customXml" Target="../ink/ink833.xml"/><Relationship Id="rId190" Type="http://schemas.openxmlformats.org/officeDocument/2006/relationships/image" Target="../media/image489.png"/><Relationship Id="rId204" Type="http://schemas.openxmlformats.org/officeDocument/2006/relationships/image" Target="../media/image496.png"/><Relationship Id="rId220" Type="http://schemas.openxmlformats.org/officeDocument/2006/relationships/image" Target="../media/image504.png"/><Relationship Id="rId15" Type="http://schemas.openxmlformats.org/officeDocument/2006/relationships/customXml" Target="../ink/ink736.xml"/><Relationship Id="rId36" Type="http://schemas.openxmlformats.org/officeDocument/2006/relationships/image" Target="../media/image347.png"/><Relationship Id="rId57" Type="http://schemas.openxmlformats.org/officeDocument/2006/relationships/customXml" Target="../ink/ink757.xml"/><Relationship Id="rId106" Type="http://schemas.openxmlformats.org/officeDocument/2006/relationships/image" Target="../media/image382.png"/><Relationship Id="rId127" Type="http://schemas.openxmlformats.org/officeDocument/2006/relationships/customXml" Target="../ink/ink792.xml"/><Relationship Id="rId10" Type="http://schemas.openxmlformats.org/officeDocument/2006/relationships/image" Target="../media/image334.png"/><Relationship Id="rId31" Type="http://schemas.openxmlformats.org/officeDocument/2006/relationships/customXml" Target="../ink/ink744.xml"/><Relationship Id="rId52" Type="http://schemas.openxmlformats.org/officeDocument/2006/relationships/image" Target="../media/image355.png"/><Relationship Id="rId73" Type="http://schemas.openxmlformats.org/officeDocument/2006/relationships/customXml" Target="../ink/ink765.xml"/><Relationship Id="rId78" Type="http://schemas.openxmlformats.org/officeDocument/2006/relationships/image" Target="../media/image368.png"/><Relationship Id="rId94" Type="http://schemas.openxmlformats.org/officeDocument/2006/relationships/image" Target="../media/image376.png"/><Relationship Id="rId99" Type="http://schemas.openxmlformats.org/officeDocument/2006/relationships/customXml" Target="../ink/ink778.xml"/><Relationship Id="rId101" Type="http://schemas.openxmlformats.org/officeDocument/2006/relationships/customXml" Target="../ink/ink779.xml"/><Relationship Id="rId122" Type="http://schemas.openxmlformats.org/officeDocument/2006/relationships/image" Target="../media/image390.png"/><Relationship Id="rId143" Type="http://schemas.openxmlformats.org/officeDocument/2006/relationships/customXml" Target="../ink/ink800.xml"/><Relationship Id="rId148" Type="http://schemas.openxmlformats.org/officeDocument/2006/relationships/image" Target="../media/image469.png"/><Relationship Id="rId164" Type="http://schemas.openxmlformats.org/officeDocument/2006/relationships/image" Target="../media/image476.png"/><Relationship Id="rId169" Type="http://schemas.openxmlformats.org/officeDocument/2006/relationships/customXml" Target="../ink/ink813.xml"/><Relationship Id="rId185" Type="http://schemas.openxmlformats.org/officeDocument/2006/relationships/customXml" Target="../ink/ink821.xml"/><Relationship Id="rId4" Type="http://schemas.openxmlformats.org/officeDocument/2006/relationships/image" Target="../media/image331.png"/><Relationship Id="rId9" Type="http://schemas.openxmlformats.org/officeDocument/2006/relationships/customXml" Target="../ink/ink733.xml"/><Relationship Id="rId180" Type="http://schemas.openxmlformats.org/officeDocument/2006/relationships/image" Target="../media/image484.png"/><Relationship Id="rId210" Type="http://schemas.openxmlformats.org/officeDocument/2006/relationships/image" Target="../media/image499.png"/><Relationship Id="rId215" Type="http://schemas.openxmlformats.org/officeDocument/2006/relationships/customXml" Target="../ink/ink836.xml"/><Relationship Id="rId26" Type="http://schemas.openxmlformats.org/officeDocument/2006/relationships/image" Target="../media/image342.png"/><Relationship Id="rId47" Type="http://schemas.openxmlformats.org/officeDocument/2006/relationships/customXml" Target="../ink/ink752.xml"/><Relationship Id="rId68" Type="http://schemas.openxmlformats.org/officeDocument/2006/relationships/image" Target="../media/image363.png"/><Relationship Id="rId89" Type="http://schemas.openxmlformats.org/officeDocument/2006/relationships/customXml" Target="../ink/ink773.xml"/><Relationship Id="rId112" Type="http://schemas.openxmlformats.org/officeDocument/2006/relationships/image" Target="../media/image385.png"/><Relationship Id="rId133" Type="http://schemas.openxmlformats.org/officeDocument/2006/relationships/customXml" Target="../ink/ink795.xml"/><Relationship Id="rId154" Type="http://schemas.openxmlformats.org/officeDocument/2006/relationships/image" Target="../media/image472.png"/><Relationship Id="rId175" Type="http://schemas.openxmlformats.org/officeDocument/2006/relationships/customXml" Target="../ink/ink816.xml"/><Relationship Id="rId196" Type="http://schemas.openxmlformats.org/officeDocument/2006/relationships/image" Target="../media/image492.png"/><Relationship Id="rId200" Type="http://schemas.openxmlformats.org/officeDocument/2006/relationships/image" Target="../media/image494.png"/><Relationship Id="rId16" Type="http://schemas.openxmlformats.org/officeDocument/2006/relationships/image" Target="../media/image337.png"/><Relationship Id="rId221" Type="http://schemas.openxmlformats.org/officeDocument/2006/relationships/customXml" Target="../ink/ink839.xml"/><Relationship Id="rId37" Type="http://schemas.openxmlformats.org/officeDocument/2006/relationships/customXml" Target="../ink/ink747.xml"/><Relationship Id="rId58" Type="http://schemas.openxmlformats.org/officeDocument/2006/relationships/image" Target="../media/image358.png"/><Relationship Id="rId79" Type="http://schemas.openxmlformats.org/officeDocument/2006/relationships/customXml" Target="../ink/ink768.xml"/><Relationship Id="rId102" Type="http://schemas.openxmlformats.org/officeDocument/2006/relationships/image" Target="../media/image380.png"/><Relationship Id="rId123" Type="http://schemas.openxmlformats.org/officeDocument/2006/relationships/customXml" Target="../ink/ink790.xml"/><Relationship Id="rId144" Type="http://schemas.openxmlformats.org/officeDocument/2006/relationships/image" Target="../media/image467.png"/><Relationship Id="rId90" Type="http://schemas.openxmlformats.org/officeDocument/2006/relationships/image" Target="../media/image374.png"/><Relationship Id="rId165" Type="http://schemas.openxmlformats.org/officeDocument/2006/relationships/customXml" Target="../ink/ink811.xml"/><Relationship Id="rId186" Type="http://schemas.openxmlformats.org/officeDocument/2006/relationships/image" Target="../media/image487.png"/><Relationship Id="rId211" Type="http://schemas.openxmlformats.org/officeDocument/2006/relationships/customXml" Target="../ink/ink834.xml"/><Relationship Id="rId27" Type="http://schemas.openxmlformats.org/officeDocument/2006/relationships/customXml" Target="../ink/ink742.xml"/><Relationship Id="rId48" Type="http://schemas.openxmlformats.org/officeDocument/2006/relationships/image" Target="../media/image353.png"/><Relationship Id="rId69" Type="http://schemas.openxmlformats.org/officeDocument/2006/relationships/customXml" Target="../ink/ink763.xml"/><Relationship Id="rId113" Type="http://schemas.openxmlformats.org/officeDocument/2006/relationships/customXml" Target="../ink/ink785.xml"/><Relationship Id="rId134" Type="http://schemas.openxmlformats.org/officeDocument/2006/relationships/image" Target="../media/image462.png"/><Relationship Id="rId80" Type="http://schemas.openxmlformats.org/officeDocument/2006/relationships/image" Target="../media/image369.png"/><Relationship Id="rId155" Type="http://schemas.openxmlformats.org/officeDocument/2006/relationships/customXml" Target="../ink/ink806.xml"/><Relationship Id="rId176" Type="http://schemas.openxmlformats.org/officeDocument/2006/relationships/image" Target="../media/image482.png"/><Relationship Id="rId197" Type="http://schemas.openxmlformats.org/officeDocument/2006/relationships/customXml" Target="../ink/ink827.xml"/><Relationship Id="rId201" Type="http://schemas.openxmlformats.org/officeDocument/2006/relationships/customXml" Target="../ink/ink829.xml"/><Relationship Id="rId222" Type="http://schemas.openxmlformats.org/officeDocument/2006/relationships/image" Target="../media/image505.png"/><Relationship Id="rId17" Type="http://schemas.openxmlformats.org/officeDocument/2006/relationships/customXml" Target="../ink/ink737.xml"/><Relationship Id="rId38" Type="http://schemas.openxmlformats.org/officeDocument/2006/relationships/image" Target="../media/image348.png"/><Relationship Id="rId59" Type="http://schemas.openxmlformats.org/officeDocument/2006/relationships/customXml" Target="../ink/ink758.xml"/><Relationship Id="rId103" Type="http://schemas.openxmlformats.org/officeDocument/2006/relationships/customXml" Target="../ink/ink780.xml"/><Relationship Id="rId124" Type="http://schemas.openxmlformats.org/officeDocument/2006/relationships/image" Target="../media/image391.png"/><Relationship Id="rId70" Type="http://schemas.openxmlformats.org/officeDocument/2006/relationships/image" Target="../media/image364.png"/><Relationship Id="rId91" Type="http://schemas.openxmlformats.org/officeDocument/2006/relationships/customXml" Target="../ink/ink774.xml"/><Relationship Id="rId145" Type="http://schemas.openxmlformats.org/officeDocument/2006/relationships/customXml" Target="../ink/ink801.xml"/><Relationship Id="rId166" Type="http://schemas.openxmlformats.org/officeDocument/2006/relationships/image" Target="../media/image477.png"/><Relationship Id="rId187" Type="http://schemas.openxmlformats.org/officeDocument/2006/relationships/customXml" Target="../ink/ink822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500.png"/><Relationship Id="rId28" Type="http://schemas.openxmlformats.org/officeDocument/2006/relationships/image" Target="../media/image343.png"/><Relationship Id="rId49" Type="http://schemas.openxmlformats.org/officeDocument/2006/relationships/customXml" Target="../ink/ink753.xml"/><Relationship Id="rId114" Type="http://schemas.openxmlformats.org/officeDocument/2006/relationships/image" Target="../media/image386.png"/><Relationship Id="rId60" Type="http://schemas.openxmlformats.org/officeDocument/2006/relationships/image" Target="../media/image359.png"/><Relationship Id="rId81" Type="http://schemas.openxmlformats.org/officeDocument/2006/relationships/customXml" Target="../ink/ink769.xml"/><Relationship Id="rId135" Type="http://schemas.openxmlformats.org/officeDocument/2006/relationships/customXml" Target="../ink/ink796.xml"/><Relationship Id="rId156" Type="http://schemas.openxmlformats.org/officeDocument/2006/relationships/image" Target="../media/image134.png"/><Relationship Id="rId177" Type="http://schemas.openxmlformats.org/officeDocument/2006/relationships/customXml" Target="../ink/ink817.xml"/><Relationship Id="rId198" Type="http://schemas.openxmlformats.org/officeDocument/2006/relationships/image" Target="../media/image493.png"/><Relationship Id="rId202" Type="http://schemas.openxmlformats.org/officeDocument/2006/relationships/image" Target="../media/image495.png"/><Relationship Id="rId223" Type="http://schemas.openxmlformats.org/officeDocument/2006/relationships/customXml" Target="../ink/ink840.xml"/><Relationship Id="rId18" Type="http://schemas.openxmlformats.org/officeDocument/2006/relationships/image" Target="../media/image338.png"/><Relationship Id="rId39" Type="http://schemas.openxmlformats.org/officeDocument/2006/relationships/customXml" Target="../ink/ink748.xml"/><Relationship Id="rId50" Type="http://schemas.openxmlformats.org/officeDocument/2006/relationships/image" Target="../media/image354.png"/><Relationship Id="rId104" Type="http://schemas.openxmlformats.org/officeDocument/2006/relationships/image" Target="../media/image381.png"/><Relationship Id="rId125" Type="http://schemas.openxmlformats.org/officeDocument/2006/relationships/customXml" Target="../ink/ink791.xml"/><Relationship Id="rId146" Type="http://schemas.openxmlformats.org/officeDocument/2006/relationships/image" Target="../media/image468.png"/><Relationship Id="rId167" Type="http://schemas.openxmlformats.org/officeDocument/2006/relationships/customXml" Target="../ink/ink812.xml"/><Relationship Id="rId188" Type="http://schemas.openxmlformats.org/officeDocument/2006/relationships/image" Target="../media/image488.png"/><Relationship Id="rId71" Type="http://schemas.openxmlformats.org/officeDocument/2006/relationships/customXml" Target="../ink/ink764.xml"/><Relationship Id="rId92" Type="http://schemas.openxmlformats.org/officeDocument/2006/relationships/image" Target="../media/image375.png"/><Relationship Id="rId213" Type="http://schemas.openxmlformats.org/officeDocument/2006/relationships/customXml" Target="../ink/ink835.xml"/><Relationship Id="rId2" Type="http://schemas.openxmlformats.org/officeDocument/2006/relationships/image" Target="../media/image1.png"/><Relationship Id="rId29" Type="http://schemas.openxmlformats.org/officeDocument/2006/relationships/customXml" Target="../ink/ink743.xml"/><Relationship Id="rId40" Type="http://schemas.openxmlformats.org/officeDocument/2006/relationships/image" Target="../media/image349.png"/><Relationship Id="rId115" Type="http://schemas.openxmlformats.org/officeDocument/2006/relationships/customXml" Target="../ink/ink786.xml"/><Relationship Id="rId136" Type="http://schemas.openxmlformats.org/officeDocument/2006/relationships/image" Target="../media/image463.png"/><Relationship Id="rId157" Type="http://schemas.openxmlformats.org/officeDocument/2006/relationships/customXml" Target="../ink/ink807.xml"/><Relationship Id="rId178" Type="http://schemas.openxmlformats.org/officeDocument/2006/relationships/image" Target="../media/image483.png"/><Relationship Id="rId61" Type="http://schemas.openxmlformats.org/officeDocument/2006/relationships/customXml" Target="../ink/ink759.xml"/><Relationship Id="rId82" Type="http://schemas.openxmlformats.org/officeDocument/2006/relationships/image" Target="../media/image370.png"/><Relationship Id="rId199" Type="http://schemas.openxmlformats.org/officeDocument/2006/relationships/customXml" Target="../ink/ink828.xml"/><Relationship Id="rId203" Type="http://schemas.openxmlformats.org/officeDocument/2006/relationships/customXml" Target="../ink/ink830.xml"/><Relationship Id="rId19" Type="http://schemas.openxmlformats.org/officeDocument/2006/relationships/customXml" Target="../ink/ink738.xml"/><Relationship Id="rId224" Type="http://schemas.openxmlformats.org/officeDocument/2006/relationships/image" Target="../media/image506.png"/><Relationship Id="rId30" Type="http://schemas.openxmlformats.org/officeDocument/2006/relationships/image" Target="../media/image344.png"/><Relationship Id="rId105" Type="http://schemas.openxmlformats.org/officeDocument/2006/relationships/customXml" Target="../ink/ink781.xml"/><Relationship Id="rId126" Type="http://schemas.openxmlformats.org/officeDocument/2006/relationships/image" Target="../media/image392.png"/><Relationship Id="rId147" Type="http://schemas.openxmlformats.org/officeDocument/2006/relationships/customXml" Target="../ink/ink802.xml"/><Relationship Id="rId168" Type="http://schemas.openxmlformats.org/officeDocument/2006/relationships/image" Target="../media/image478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98.xml"/><Relationship Id="rId21" Type="http://schemas.openxmlformats.org/officeDocument/2006/relationships/customXml" Target="../ink/ink850.xml"/><Relationship Id="rId42" Type="http://schemas.openxmlformats.org/officeDocument/2006/relationships/image" Target="../media/image350.png"/><Relationship Id="rId63" Type="http://schemas.openxmlformats.org/officeDocument/2006/relationships/customXml" Target="../ink/ink871.xml"/><Relationship Id="rId84" Type="http://schemas.openxmlformats.org/officeDocument/2006/relationships/image" Target="../media/image371.png"/><Relationship Id="rId138" Type="http://schemas.openxmlformats.org/officeDocument/2006/relationships/image" Target="../media/image511.png"/><Relationship Id="rId159" Type="http://schemas.openxmlformats.org/officeDocument/2006/relationships/customXml" Target="../ink/ink919.xml"/><Relationship Id="rId170" Type="http://schemas.openxmlformats.org/officeDocument/2006/relationships/image" Target="../media/image527.png"/><Relationship Id="rId191" Type="http://schemas.openxmlformats.org/officeDocument/2006/relationships/customXml" Target="../ink/ink935.xml"/><Relationship Id="rId205" Type="http://schemas.openxmlformats.org/officeDocument/2006/relationships/customXml" Target="../ink/ink942.xml"/><Relationship Id="rId226" Type="http://schemas.openxmlformats.org/officeDocument/2006/relationships/image" Target="../media/image555.png"/><Relationship Id="rId107" Type="http://schemas.openxmlformats.org/officeDocument/2006/relationships/customXml" Target="../ink/ink893.xml"/><Relationship Id="rId11" Type="http://schemas.openxmlformats.org/officeDocument/2006/relationships/customXml" Target="../ink/ink845.xml"/><Relationship Id="rId32" Type="http://schemas.openxmlformats.org/officeDocument/2006/relationships/image" Target="../media/image345.png"/><Relationship Id="rId53" Type="http://schemas.openxmlformats.org/officeDocument/2006/relationships/customXml" Target="../ink/ink866.xml"/><Relationship Id="rId74" Type="http://schemas.openxmlformats.org/officeDocument/2006/relationships/image" Target="../media/image366.png"/><Relationship Id="rId128" Type="http://schemas.openxmlformats.org/officeDocument/2006/relationships/image" Target="../media/image393.png"/><Relationship Id="rId149" Type="http://schemas.openxmlformats.org/officeDocument/2006/relationships/customXml" Target="../ink/ink914.xml"/><Relationship Id="rId5" Type="http://schemas.openxmlformats.org/officeDocument/2006/relationships/customXml" Target="../ink/ink842.xml"/><Relationship Id="rId95" Type="http://schemas.openxmlformats.org/officeDocument/2006/relationships/customXml" Target="../ink/ink887.xml"/><Relationship Id="rId160" Type="http://schemas.openxmlformats.org/officeDocument/2006/relationships/image" Target="../media/image522.png"/><Relationship Id="rId181" Type="http://schemas.openxmlformats.org/officeDocument/2006/relationships/customXml" Target="../ink/ink930.xml"/><Relationship Id="rId216" Type="http://schemas.openxmlformats.org/officeDocument/2006/relationships/image" Target="../media/image550.png"/><Relationship Id="rId237" Type="http://schemas.openxmlformats.org/officeDocument/2006/relationships/customXml" Target="../ink/ink958.xml"/><Relationship Id="rId22" Type="http://schemas.openxmlformats.org/officeDocument/2006/relationships/image" Target="../media/image340.png"/><Relationship Id="rId43" Type="http://schemas.openxmlformats.org/officeDocument/2006/relationships/customXml" Target="../ink/ink861.xml"/><Relationship Id="rId64" Type="http://schemas.openxmlformats.org/officeDocument/2006/relationships/image" Target="../media/image361.png"/><Relationship Id="rId118" Type="http://schemas.openxmlformats.org/officeDocument/2006/relationships/image" Target="../media/image388.png"/><Relationship Id="rId139" Type="http://schemas.openxmlformats.org/officeDocument/2006/relationships/customXml" Target="../ink/ink909.xml"/><Relationship Id="rId85" Type="http://schemas.openxmlformats.org/officeDocument/2006/relationships/customXml" Target="../ink/ink882.xml"/><Relationship Id="rId150" Type="http://schemas.openxmlformats.org/officeDocument/2006/relationships/image" Target="../media/image517.png"/><Relationship Id="rId171" Type="http://schemas.openxmlformats.org/officeDocument/2006/relationships/customXml" Target="../ink/ink925.xml"/><Relationship Id="rId192" Type="http://schemas.openxmlformats.org/officeDocument/2006/relationships/image" Target="../media/image538.png"/><Relationship Id="rId206" Type="http://schemas.openxmlformats.org/officeDocument/2006/relationships/image" Target="../media/image545.png"/><Relationship Id="rId227" Type="http://schemas.openxmlformats.org/officeDocument/2006/relationships/customXml" Target="../ink/ink953.xml"/><Relationship Id="rId12" Type="http://schemas.openxmlformats.org/officeDocument/2006/relationships/image" Target="../media/image335.png"/><Relationship Id="rId33" Type="http://schemas.openxmlformats.org/officeDocument/2006/relationships/customXml" Target="../ink/ink856.xml"/><Relationship Id="rId108" Type="http://schemas.openxmlformats.org/officeDocument/2006/relationships/image" Target="../media/image383.png"/><Relationship Id="rId129" Type="http://schemas.openxmlformats.org/officeDocument/2006/relationships/customXml" Target="../ink/ink904.xml"/><Relationship Id="rId54" Type="http://schemas.openxmlformats.org/officeDocument/2006/relationships/image" Target="../media/image356.png"/><Relationship Id="rId75" Type="http://schemas.openxmlformats.org/officeDocument/2006/relationships/customXml" Target="../ink/ink877.xml"/><Relationship Id="rId96" Type="http://schemas.openxmlformats.org/officeDocument/2006/relationships/image" Target="../media/image377.png"/><Relationship Id="rId140" Type="http://schemas.openxmlformats.org/officeDocument/2006/relationships/image" Target="../media/image512.png"/><Relationship Id="rId161" Type="http://schemas.openxmlformats.org/officeDocument/2006/relationships/customXml" Target="../ink/ink920.xml"/><Relationship Id="rId182" Type="http://schemas.openxmlformats.org/officeDocument/2006/relationships/image" Target="../media/image533.png"/><Relationship Id="rId217" Type="http://schemas.openxmlformats.org/officeDocument/2006/relationships/customXml" Target="../ink/ink948.xml"/><Relationship Id="rId6" Type="http://schemas.openxmlformats.org/officeDocument/2006/relationships/image" Target="../media/image332.png"/><Relationship Id="rId238" Type="http://schemas.openxmlformats.org/officeDocument/2006/relationships/image" Target="../media/image561.png"/><Relationship Id="rId23" Type="http://schemas.openxmlformats.org/officeDocument/2006/relationships/customXml" Target="../ink/ink851.xml"/><Relationship Id="rId119" Type="http://schemas.openxmlformats.org/officeDocument/2006/relationships/customXml" Target="../ink/ink899.xml"/><Relationship Id="rId44" Type="http://schemas.openxmlformats.org/officeDocument/2006/relationships/image" Target="../media/image351.png"/><Relationship Id="rId65" Type="http://schemas.openxmlformats.org/officeDocument/2006/relationships/customXml" Target="../ink/ink872.xml"/><Relationship Id="rId86" Type="http://schemas.openxmlformats.org/officeDocument/2006/relationships/image" Target="../media/image372.png"/><Relationship Id="rId130" Type="http://schemas.openxmlformats.org/officeDocument/2006/relationships/image" Target="../media/image507.png"/><Relationship Id="rId151" Type="http://schemas.openxmlformats.org/officeDocument/2006/relationships/customXml" Target="../ink/ink915.xml"/><Relationship Id="rId172" Type="http://schemas.openxmlformats.org/officeDocument/2006/relationships/image" Target="../media/image528.png"/><Relationship Id="rId193" Type="http://schemas.openxmlformats.org/officeDocument/2006/relationships/customXml" Target="../ink/ink936.xml"/><Relationship Id="rId207" Type="http://schemas.openxmlformats.org/officeDocument/2006/relationships/customXml" Target="../ink/ink943.xml"/><Relationship Id="rId228" Type="http://schemas.openxmlformats.org/officeDocument/2006/relationships/image" Target="../media/image556.png"/><Relationship Id="rId13" Type="http://schemas.openxmlformats.org/officeDocument/2006/relationships/customXml" Target="../ink/ink846.xml"/><Relationship Id="rId109" Type="http://schemas.openxmlformats.org/officeDocument/2006/relationships/customXml" Target="../ink/ink894.xml"/><Relationship Id="rId34" Type="http://schemas.openxmlformats.org/officeDocument/2006/relationships/image" Target="../media/image346.png"/><Relationship Id="rId55" Type="http://schemas.openxmlformats.org/officeDocument/2006/relationships/customXml" Target="../ink/ink867.xml"/><Relationship Id="rId76" Type="http://schemas.openxmlformats.org/officeDocument/2006/relationships/image" Target="../media/image367.png"/><Relationship Id="rId97" Type="http://schemas.openxmlformats.org/officeDocument/2006/relationships/customXml" Target="../ink/ink888.xml"/><Relationship Id="rId120" Type="http://schemas.openxmlformats.org/officeDocument/2006/relationships/image" Target="../media/image389.png"/><Relationship Id="rId141" Type="http://schemas.openxmlformats.org/officeDocument/2006/relationships/customXml" Target="../ink/ink910.xml"/><Relationship Id="rId7" Type="http://schemas.openxmlformats.org/officeDocument/2006/relationships/customXml" Target="../ink/ink843.xml"/><Relationship Id="rId162" Type="http://schemas.openxmlformats.org/officeDocument/2006/relationships/image" Target="../media/image523.png"/><Relationship Id="rId183" Type="http://schemas.openxmlformats.org/officeDocument/2006/relationships/customXml" Target="../ink/ink931.xml"/><Relationship Id="rId218" Type="http://schemas.openxmlformats.org/officeDocument/2006/relationships/image" Target="../media/image551.png"/><Relationship Id="rId24" Type="http://schemas.openxmlformats.org/officeDocument/2006/relationships/image" Target="../media/image341.png"/><Relationship Id="rId45" Type="http://schemas.openxmlformats.org/officeDocument/2006/relationships/customXml" Target="../ink/ink862.xml"/><Relationship Id="rId66" Type="http://schemas.openxmlformats.org/officeDocument/2006/relationships/image" Target="../media/image362.png"/><Relationship Id="rId87" Type="http://schemas.openxmlformats.org/officeDocument/2006/relationships/customXml" Target="../ink/ink883.xml"/><Relationship Id="rId110" Type="http://schemas.openxmlformats.org/officeDocument/2006/relationships/image" Target="../media/image384.png"/><Relationship Id="rId131" Type="http://schemas.openxmlformats.org/officeDocument/2006/relationships/customXml" Target="../ink/ink905.xml"/><Relationship Id="rId152" Type="http://schemas.openxmlformats.org/officeDocument/2006/relationships/image" Target="../media/image518.png"/><Relationship Id="rId173" Type="http://schemas.openxmlformats.org/officeDocument/2006/relationships/customXml" Target="../ink/ink926.xml"/><Relationship Id="rId194" Type="http://schemas.openxmlformats.org/officeDocument/2006/relationships/image" Target="../media/image539.png"/><Relationship Id="rId208" Type="http://schemas.openxmlformats.org/officeDocument/2006/relationships/image" Target="../media/image546.png"/><Relationship Id="rId229" Type="http://schemas.openxmlformats.org/officeDocument/2006/relationships/customXml" Target="../ink/ink954.xml"/><Relationship Id="rId14" Type="http://schemas.openxmlformats.org/officeDocument/2006/relationships/image" Target="../media/image336.png"/><Relationship Id="rId35" Type="http://schemas.openxmlformats.org/officeDocument/2006/relationships/customXml" Target="../ink/ink857.xml"/><Relationship Id="rId56" Type="http://schemas.openxmlformats.org/officeDocument/2006/relationships/image" Target="../media/image357.png"/><Relationship Id="rId77" Type="http://schemas.openxmlformats.org/officeDocument/2006/relationships/customXml" Target="../ink/ink878.xml"/><Relationship Id="rId100" Type="http://schemas.openxmlformats.org/officeDocument/2006/relationships/image" Target="../media/image379.png"/><Relationship Id="rId8" Type="http://schemas.openxmlformats.org/officeDocument/2006/relationships/image" Target="../media/image333.png"/><Relationship Id="rId98" Type="http://schemas.openxmlformats.org/officeDocument/2006/relationships/image" Target="../media/image378.png"/><Relationship Id="rId121" Type="http://schemas.openxmlformats.org/officeDocument/2006/relationships/customXml" Target="../ink/ink900.xml"/><Relationship Id="rId142" Type="http://schemas.openxmlformats.org/officeDocument/2006/relationships/image" Target="../media/image513.png"/><Relationship Id="rId163" Type="http://schemas.openxmlformats.org/officeDocument/2006/relationships/customXml" Target="../ink/ink921.xml"/><Relationship Id="rId184" Type="http://schemas.openxmlformats.org/officeDocument/2006/relationships/image" Target="../media/image534.png"/><Relationship Id="rId219" Type="http://schemas.openxmlformats.org/officeDocument/2006/relationships/customXml" Target="../ink/ink949.xml"/><Relationship Id="rId230" Type="http://schemas.openxmlformats.org/officeDocument/2006/relationships/image" Target="../media/image557.png"/><Relationship Id="rId25" Type="http://schemas.openxmlformats.org/officeDocument/2006/relationships/customXml" Target="../ink/ink852.xml"/><Relationship Id="rId46" Type="http://schemas.openxmlformats.org/officeDocument/2006/relationships/image" Target="../media/image352.png"/><Relationship Id="rId67" Type="http://schemas.openxmlformats.org/officeDocument/2006/relationships/customXml" Target="../ink/ink873.xml"/><Relationship Id="rId88" Type="http://schemas.openxmlformats.org/officeDocument/2006/relationships/image" Target="../media/image373.png"/><Relationship Id="rId111" Type="http://schemas.openxmlformats.org/officeDocument/2006/relationships/customXml" Target="../ink/ink895.xml"/><Relationship Id="rId132" Type="http://schemas.openxmlformats.org/officeDocument/2006/relationships/image" Target="../media/image508.png"/><Relationship Id="rId153" Type="http://schemas.openxmlformats.org/officeDocument/2006/relationships/customXml" Target="../ink/ink916.xml"/><Relationship Id="rId174" Type="http://schemas.openxmlformats.org/officeDocument/2006/relationships/image" Target="../media/image529.png"/><Relationship Id="rId195" Type="http://schemas.openxmlformats.org/officeDocument/2006/relationships/customXml" Target="../ink/ink937.xml"/><Relationship Id="rId209" Type="http://schemas.openxmlformats.org/officeDocument/2006/relationships/customXml" Target="../ink/ink944.xml"/><Relationship Id="rId190" Type="http://schemas.openxmlformats.org/officeDocument/2006/relationships/image" Target="../media/image537.png"/><Relationship Id="rId204" Type="http://schemas.openxmlformats.org/officeDocument/2006/relationships/image" Target="../media/image544.png"/><Relationship Id="rId220" Type="http://schemas.openxmlformats.org/officeDocument/2006/relationships/image" Target="../media/image552.png"/><Relationship Id="rId225" Type="http://schemas.openxmlformats.org/officeDocument/2006/relationships/customXml" Target="../ink/ink952.xml"/><Relationship Id="rId15" Type="http://schemas.openxmlformats.org/officeDocument/2006/relationships/customXml" Target="../ink/ink847.xml"/><Relationship Id="rId36" Type="http://schemas.openxmlformats.org/officeDocument/2006/relationships/image" Target="../media/image347.png"/><Relationship Id="rId57" Type="http://schemas.openxmlformats.org/officeDocument/2006/relationships/customXml" Target="../ink/ink868.xml"/><Relationship Id="rId106" Type="http://schemas.openxmlformats.org/officeDocument/2006/relationships/image" Target="../media/image382.png"/><Relationship Id="rId127" Type="http://schemas.openxmlformats.org/officeDocument/2006/relationships/customXml" Target="../ink/ink903.xml"/><Relationship Id="rId10" Type="http://schemas.openxmlformats.org/officeDocument/2006/relationships/image" Target="../media/image334.png"/><Relationship Id="rId31" Type="http://schemas.openxmlformats.org/officeDocument/2006/relationships/customXml" Target="../ink/ink855.xml"/><Relationship Id="rId52" Type="http://schemas.openxmlformats.org/officeDocument/2006/relationships/image" Target="../media/image355.png"/><Relationship Id="rId73" Type="http://schemas.openxmlformats.org/officeDocument/2006/relationships/customXml" Target="../ink/ink876.xml"/><Relationship Id="rId78" Type="http://schemas.openxmlformats.org/officeDocument/2006/relationships/image" Target="../media/image368.png"/><Relationship Id="rId94" Type="http://schemas.openxmlformats.org/officeDocument/2006/relationships/image" Target="../media/image376.png"/><Relationship Id="rId99" Type="http://schemas.openxmlformats.org/officeDocument/2006/relationships/customXml" Target="../ink/ink889.xml"/><Relationship Id="rId101" Type="http://schemas.openxmlformats.org/officeDocument/2006/relationships/customXml" Target="../ink/ink890.xml"/><Relationship Id="rId122" Type="http://schemas.openxmlformats.org/officeDocument/2006/relationships/image" Target="../media/image390.png"/><Relationship Id="rId143" Type="http://schemas.openxmlformats.org/officeDocument/2006/relationships/customXml" Target="../ink/ink911.xml"/><Relationship Id="rId148" Type="http://schemas.openxmlformats.org/officeDocument/2006/relationships/image" Target="../media/image516.png"/><Relationship Id="rId164" Type="http://schemas.openxmlformats.org/officeDocument/2006/relationships/image" Target="../media/image524.png"/><Relationship Id="rId169" Type="http://schemas.openxmlformats.org/officeDocument/2006/relationships/customXml" Target="../ink/ink924.xml"/><Relationship Id="rId185" Type="http://schemas.openxmlformats.org/officeDocument/2006/relationships/customXml" Target="../ink/ink932.xml"/><Relationship Id="rId4" Type="http://schemas.openxmlformats.org/officeDocument/2006/relationships/image" Target="../media/image331.png"/><Relationship Id="rId9" Type="http://schemas.openxmlformats.org/officeDocument/2006/relationships/customXml" Target="../ink/ink844.xml"/><Relationship Id="rId180" Type="http://schemas.openxmlformats.org/officeDocument/2006/relationships/image" Target="../media/image532.png"/><Relationship Id="rId210" Type="http://schemas.openxmlformats.org/officeDocument/2006/relationships/image" Target="../media/image547.png"/><Relationship Id="rId215" Type="http://schemas.openxmlformats.org/officeDocument/2006/relationships/customXml" Target="../ink/ink947.xml"/><Relationship Id="rId236" Type="http://schemas.openxmlformats.org/officeDocument/2006/relationships/image" Target="../media/image560.png"/><Relationship Id="rId26" Type="http://schemas.openxmlformats.org/officeDocument/2006/relationships/image" Target="../media/image342.png"/><Relationship Id="rId231" Type="http://schemas.openxmlformats.org/officeDocument/2006/relationships/customXml" Target="../ink/ink955.xml"/><Relationship Id="rId47" Type="http://schemas.openxmlformats.org/officeDocument/2006/relationships/customXml" Target="../ink/ink863.xml"/><Relationship Id="rId68" Type="http://schemas.openxmlformats.org/officeDocument/2006/relationships/image" Target="../media/image363.png"/><Relationship Id="rId89" Type="http://schemas.openxmlformats.org/officeDocument/2006/relationships/customXml" Target="../ink/ink884.xml"/><Relationship Id="rId112" Type="http://schemas.openxmlformats.org/officeDocument/2006/relationships/image" Target="../media/image385.png"/><Relationship Id="rId133" Type="http://schemas.openxmlformats.org/officeDocument/2006/relationships/customXml" Target="../ink/ink906.xml"/><Relationship Id="rId154" Type="http://schemas.openxmlformats.org/officeDocument/2006/relationships/image" Target="../media/image519.png"/><Relationship Id="rId175" Type="http://schemas.openxmlformats.org/officeDocument/2006/relationships/customXml" Target="../ink/ink927.xml"/><Relationship Id="rId196" Type="http://schemas.openxmlformats.org/officeDocument/2006/relationships/image" Target="../media/image540.png"/><Relationship Id="rId200" Type="http://schemas.openxmlformats.org/officeDocument/2006/relationships/image" Target="../media/image542.png"/><Relationship Id="rId16" Type="http://schemas.openxmlformats.org/officeDocument/2006/relationships/image" Target="../media/image337.png"/><Relationship Id="rId221" Type="http://schemas.openxmlformats.org/officeDocument/2006/relationships/customXml" Target="../ink/ink950.xml"/><Relationship Id="rId37" Type="http://schemas.openxmlformats.org/officeDocument/2006/relationships/customXml" Target="../ink/ink858.xml"/><Relationship Id="rId58" Type="http://schemas.openxmlformats.org/officeDocument/2006/relationships/image" Target="../media/image358.png"/><Relationship Id="rId79" Type="http://schemas.openxmlformats.org/officeDocument/2006/relationships/customXml" Target="../ink/ink879.xml"/><Relationship Id="rId102" Type="http://schemas.openxmlformats.org/officeDocument/2006/relationships/image" Target="../media/image380.png"/><Relationship Id="rId123" Type="http://schemas.openxmlformats.org/officeDocument/2006/relationships/customXml" Target="../ink/ink901.xml"/><Relationship Id="rId144" Type="http://schemas.openxmlformats.org/officeDocument/2006/relationships/image" Target="../media/image514.png"/><Relationship Id="rId90" Type="http://schemas.openxmlformats.org/officeDocument/2006/relationships/image" Target="../media/image374.png"/><Relationship Id="rId165" Type="http://schemas.openxmlformats.org/officeDocument/2006/relationships/customXml" Target="../ink/ink922.xml"/><Relationship Id="rId186" Type="http://schemas.openxmlformats.org/officeDocument/2006/relationships/image" Target="../media/image535.png"/><Relationship Id="rId211" Type="http://schemas.openxmlformats.org/officeDocument/2006/relationships/customXml" Target="../ink/ink945.xml"/><Relationship Id="rId232" Type="http://schemas.openxmlformats.org/officeDocument/2006/relationships/image" Target="../media/image558.png"/><Relationship Id="rId27" Type="http://schemas.openxmlformats.org/officeDocument/2006/relationships/customXml" Target="../ink/ink853.xml"/><Relationship Id="rId48" Type="http://schemas.openxmlformats.org/officeDocument/2006/relationships/image" Target="../media/image353.png"/><Relationship Id="rId69" Type="http://schemas.openxmlformats.org/officeDocument/2006/relationships/customXml" Target="../ink/ink874.xml"/><Relationship Id="rId113" Type="http://schemas.openxmlformats.org/officeDocument/2006/relationships/customXml" Target="../ink/ink896.xml"/><Relationship Id="rId134" Type="http://schemas.openxmlformats.org/officeDocument/2006/relationships/image" Target="../media/image509.png"/><Relationship Id="rId80" Type="http://schemas.openxmlformats.org/officeDocument/2006/relationships/image" Target="../media/image369.png"/><Relationship Id="rId155" Type="http://schemas.openxmlformats.org/officeDocument/2006/relationships/customXml" Target="../ink/ink917.xml"/><Relationship Id="rId176" Type="http://schemas.openxmlformats.org/officeDocument/2006/relationships/image" Target="../media/image530.png"/><Relationship Id="rId197" Type="http://schemas.openxmlformats.org/officeDocument/2006/relationships/customXml" Target="../ink/ink938.xml"/><Relationship Id="rId201" Type="http://schemas.openxmlformats.org/officeDocument/2006/relationships/customXml" Target="../ink/ink940.xml"/><Relationship Id="rId222" Type="http://schemas.openxmlformats.org/officeDocument/2006/relationships/image" Target="../media/image553.png"/><Relationship Id="rId17" Type="http://schemas.openxmlformats.org/officeDocument/2006/relationships/customXml" Target="../ink/ink848.xml"/><Relationship Id="rId38" Type="http://schemas.openxmlformats.org/officeDocument/2006/relationships/image" Target="../media/image348.png"/><Relationship Id="rId59" Type="http://schemas.openxmlformats.org/officeDocument/2006/relationships/customXml" Target="../ink/ink869.xml"/><Relationship Id="rId103" Type="http://schemas.openxmlformats.org/officeDocument/2006/relationships/customXml" Target="../ink/ink891.xml"/><Relationship Id="rId124" Type="http://schemas.openxmlformats.org/officeDocument/2006/relationships/image" Target="../media/image391.png"/><Relationship Id="rId70" Type="http://schemas.openxmlformats.org/officeDocument/2006/relationships/image" Target="../media/image364.png"/><Relationship Id="rId91" Type="http://schemas.openxmlformats.org/officeDocument/2006/relationships/customXml" Target="../ink/ink885.xml"/><Relationship Id="rId145" Type="http://schemas.openxmlformats.org/officeDocument/2006/relationships/customXml" Target="../ink/ink912.xml"/><Relationship Id="rId166" Type="http://schemas.openxmlformats.org/officeDocument/2006/relationships/image" Target="../media/image525.png"/><Relationship Id="rId187" Type="http://schemas.openxmlformats.org/officeDocument/2006/relationships/customXml" Target="../ink/ink933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548.png"/><Relationship Id="rId233" Type="http://schemas.openxmlformats.org/officeDocument/2006/relationships/customXml" Target="../ink/ink956.xml"/><Relationship Id="rId28" Type="http://schemas.openxmlformats.org/officeDocument/2006/relationships/image" Target="../media/image343.png"/><Relationship Id="rId49" Type="http://schemas.openxmlformats.org/officeDocument/2006/relationships/customXml" Target="../ink/ink864.xml"/><Relationship Id="rId114" Type="http://schemas.openxmlformats.org/officeDocument/2006/relationships/image" Target="../media/image386.png"/><Relationship Id="rId60" Type="http://schemas.openxmlformats.org/officeDocument/2006/relationships/image" Target="../media/image359.png"/><Relationship Id="rId81" Type="http://schemas.openxmlformats.org/officeDocument/2006/relationships/customXml" Target="../ink/ink880.xml"/><Relationship Id="rId135" Type="http://schemas.openxmlformats.org/officeDocument/2006/relationships/customXml" Target="../ink/ink907.xml"/><Relationship Id="rId156" Type="http://schemas.openxmlformats.org/officeDocument/2006/relationships/image" Target="../media/image520.png"/><Relationship Id="rId177" Type="http://schemas.openxmlformats.org/officeDocument/2006/relationships/customXml" Target="../ink/ink928.xml"/><Relationship Id="rId198" Type="http://schemas.openxmlformats.org/officeDocument/2006/relationships/image" Target="../media/image541.png"/><Relationship Id="rId202" Type="http://schemas.openxmlformats.org/officeDocument/2006/relationships/image" Target="../media/image543.png"/><Relationship Id="rId223" Type="http://schemas.openxmlformats.org/officeDocument/2006/relationships/customXml" Target="../ink/ink951.xml"/><Relationship Id="rId18" Type="http://schemas.openxmlformats.org/officeDocument/2006/relationships/image" Target="../media/image338.png"/><Relationship Id="rId39" Type="http://schemas.openxmlformats.org/officeDocument/2006/relationships/customXml" Target="../ink/ink859.xml"/><Relationship Id="rId50" Type="http://schemas.openxmlformats.org/officeDocument/2006/relationships/image" Target="../media/image354.png"/><Relationship Id="rId104" Type="http://schemas.openxmlformats.org/officeDocument/2006/relationships/image" Target="../media/image381.png"/><Relationship Id="rId125" Type="http://schemas.openxmlformats.org/officeDocument/2006/relationships/customXml" Target="../ink/ink902.xml"/><Relationship Id="rId146" Type="http://schemas.openxmlformats.org/officeDocument/2006/relationships/image" Target="../media/image515.png"/><Relationship Id="rId167" Type="http://schemas.openxmlformats.org/officeDocument/2006/relationships/customXml" Target="../ink/ink923.xml"/><Relationship Id="rId188" Type="http://schemas.openxmlformats.org/officeDocument/2006/relationships/image" Target="../media/image536.png"/><Relationship Id="rId71" Type="http://schemas.openxmlformats.org/officeDocument/2006/relationships/customXml" Target="../ink/ink875.xml"/><Relationship Id="rId92" Type="http://schemas.openxmlformats.org/officeDocument/2006/relationships/image" Target="../media/image375.png"/><Relationship Id="rId213" Type="http://schemas.openxmlformats.org/officeDocument/2006/relationships/customXml" Target="../ink/ink946.xml"/><Relationship Id="rId234" Type="http://schemas.openxmlformats.org/officeDocument/2006/relationships/image" Target="../media/image559.png"/><Relationship Id="rId2" Type="http://schemas.openxmlformats.org/officeDocument/2006/relationships/image" Target="../media/image1.png"/><Relationship Id="rId29" Type="http://schemas.openxmlformats.org/officeDocument/2006/relationships/customXml" Target="../ink/ink854.xml"/><Relationship Id="rId40" Type="http://schemas.openxmlformats.org/officeDocument/2006/relationships/image" Target="../media/image349.png"/><Relationship Id="rId115" Type="http://schemas.openxmlformats.org/officeDocument/2006/relationships/customXml" Target="../ink/ink897.xml"/><Relationship Id="rId136" Type="http://schemas.openxmlformats.org/officeDocument/2006/relationships/image" Target="../media/image510.png"/><Relationship Id="rId157" Type="http://schemas.openxmlformats.org/officeDocument/2006/relationships/customXml" Target="../ink/ink918.xml"/><Relationship Id="rId178" Type="http://schemas.openxmlformats.org/officeDocument/2006/relationships/image" Target="../media/image531.png"/><Relationship Id="rId61" Type="http://schemas.openxmlformats.org/officeDocument/2006/relationships/customXml" Target="../ink/ink870.xml"/><Relationship Id="rId82" Type="http://schemas.openxmlformats.org/officeDocument/2006/relationships/image" Target="../media/image370.png"/><Relationship Id="rId199" Type="http://schemas.openxmlformats.org/officeDocument/2006/relationships/customXml" Target="../ink/ink939.xml"/><Relationship Id="rId203" Type="http://schemas.openxmlformats.org/officeDocument/2006/relationships/customXml" Target="../ink/ink941.xml"/><Relationship Id="rId19" Type="http://schemas.openxmlformats.org/officeDocument/2006/relationships/customXml" Target="../ink/ink849.xml"/><Relationship Id="rId224" Type="http://schemas.openxmlformats.org/officeDocument/2006/relationships/image" Target="../media/image554.png"/><Relationship Id="rId30" Type="http://schemas.openxmlformats.org/officeDocument/2006/relationships/image" Target="../media/image344.png"/><Relationship Id="rId105" Type="http://schemas.openxmlformats.org/officeDocument/2006/relationships/customXml" Target="../ink/ink892.xml"/><Relationship Id="rId126" Type="http://schemas.openxmlformats.org/officeDocument/2006/relationships/image" Target="../media/image392.png"/><Relationship Id="rId147" Type="http://schemas.openxmlformats.org/officeDocument/2006/relationships/customXml" Target="../ink/ink913.xml"/><Relationship Id="rId168" Type="http://schemas.openxmlformats.org/officeDocument/2006/relationships/image" Target="../media/image526.png"/><Relationship Id="rId51" Type="http://schemas.openxmlformats.org/officeDocument/2006/relationships/customXml" Target="../ink/ink865.xml"/><Relationship Id="rId72" Type="http://schemas.openxmlformats.org/officeDocument/2006/relationships/image" Target="../media/image365.png"/><Relationship Id="rId93" Type="http://schemas.openxmlformats.org/officeDocument/2006/relationships/customXml" Target="../ink/ink886.xml"/><Relationship Id="rId189" Type="http://schemas.openxmlformats.org/officeDocument/2006/relationships/customXml" Target="../ink/ink934.xml"/><Relationship Id="rId3" Type="http://schemas.openxmlformats.org/officeDocument/2006/relationships/customXml" Target="../ink/ink841.xml"/><Relationship Id="rId214" Type="http://schemas.openxmlformats.org/officeDocument/2006/relationships/image" Target="../media/image549.png"/><Relationship Id="rId235" Type="http://schemas.openxmlformats.org/officeDocument/2006/relationships/customXml" Target="../ink/ink957.xml"/><Relationship Id="rId116" Type="http://schemas.openxmlformats.org/officeDocument/2006/relationships/image" Target="../media/image387.png"/><Relationship Id="rId137" Type="http://schemas.openxmlformats.org/officeDocument/2006/relationships/customXml" Target="../ink/ink908.xml"/><Relationship Id="rId158" Type="http://schemas.openxmlformats.org/officeDocument/2006/relationships/image" Target="../media/image521.png"/><Relationship Id="rId20" Type="http://schemas.openxmlformats.org/officeDocument/2006/relationships/image" Target="../media/image339.png"/><Relationship Id="rId41" Type="http://schemas.openxmlformats.org/officeDocument/2006/relationships/customXml" Target="../ink/ink860.xml"/><Relationship Id="rId62" Type="http://schemas.openxmlformats.org/officeDocument/2006/relationships/image" Target="../media/image360.png"/><Relationship Id="rId83" Type="http://schemas.openxmlformats.org/officeDocument/2006/relationships/customXml" Target="../ink/ink881.xml"/><Relationship Id="rId179" Type="http://schemas.openxmlformats.org/officeDocument/2006/relationships/customXml" Target="../ink/ink929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16.xml"/><Relationship Id="rId21" Type="http://schemas.openxmlformats.org/officeDocument/2006/relationships/customXml" Target="../ink/ink968.xml"/><Relationship Id="rId42" Type="http://schemas.openxmlformats.org/officeDocument/2006/relationships/image" Target="../media/image350.png"/><Relationship Id="rId63" Type="http://schemas.openxmlformats.org/officeDocument/2006/relationships/customXml" Target="../ink/ink989.xml"/><Relationship Id="rId84" Type="http://schemas.openxmlformats.org/officeDocument/2006/relationships/image" Target="../media/image371.png"/><Relationship Id="rId138" Type="http://schemas.openxmlformats.org/officeDocument/2006/relationships/image" Target="../media/image524.png"/><Relationship Id="rId159" Type="http://schemas.openxmlformats.org/officeDocument/2006/relationships/customXml" Target="../ink/ink1037.xml"/><Relationship Id="rId170" Type="http://schemas.openxmlformats.org/officeDocument/2006/relationships/image" Target="../media/image571.png"/><Relationship Id="rId191" Type="http://schemas.openxmlformats.org/officeDocument/2006/relationships/customXml" Target="../ink/ink1053.xml"/><Relationship Id="rId205" Type="http://schemas.openxmlformats.org/officeDocument/2006/relationships/customXml" Target="../ink/ink1060.xml"/><Relationship Id="rId107" Type="http://schemas.openxmlformats.org/officeDocument/2006/relationships/customXml" Target="../ink/ink1011.xml"/><Relationship Id="rId11" Type="http://schemas.openxmlformats.org/officeDocument/2006/relationships/customXml" Target="../ink/ink963.xml"/><Relationship Id="rId32" Type="http://schemas.openxmlformats.org/officeDocument/2006/relationships/image" Target="../media/image345.png"/><Relationship Id="rId53" Type="http://schemas.openxmlformats.org/officeDocument/2006/relationships/customXml" Target="../ink/ink984.xml"/><Relationship Id="rId74" Type="http://schemas.openxmlformats.org/officeDocument/2006/relationships/image" Target="../media/image366.png"/><Relationship Id="rId128" Type="http://schemas.openxmlformats.org/officeDocument/2006/relationships/image" Target="../media/image393.png"/><Relationship Id="rId149" Type="http://schemas.openxmlformats.org/officeDocument/2006/relationships/customXml" Target="../ink/ink1032.xml"/><Relationship Id="rId5" Type="http://schemas.openxmlformats.org/officeDocument/2006/relationships/customXml" Target="../ink/ink960.xml"/><Relationship Id="rId95" Type="http://schemas.openxmlformats.org/officeDocument/2006/relationships/customXml" Target="../ink/ink1005.xml"/><Relationship Id="rId160" Type="http://schemas.openxmlformats.org/officeDocument/2006/relationships/image" Target="../media/image566.png"/><Relationship Id="rId181" Type="http://schemas.openxmlformats.org/officeDocument/2006/relationships/customXml" Target="../ink/ink1048.xml"/><Relationship Id="rId22" Type="http://schemas.openxmlformats.org/officeDocument/2006/relationships/image" Target="../media/image340.png"/><Relationship Id="rId43" Type="http://schemas.openxmlformats.org/officeDocument/2006/relationships/customXml" Target="../ink/ink979.xml"/><Relationship Id="rId64" Type="http://schemas.openxmlformats.org/officeDocument/2006/relationships/image" Target="../media/image361.png"/><Relationship Id="rId118" Type="http://schemas.openxmlformats.org/officeDocument/2006/relationships/image" Target="../media/image388.png"/><Relationship Id="rId139" Type="http://schemas.openxmlformats.org/officeDocument/2006/relationships/customXml" Target="../ink/ink1027.xml"/><Relationship Id="rId85" Type="http://schemas.openxmlformats.org/officeDocument/2006/relationships/customXml" Target="../ink/ink1000.xml"/><Relationship Id="rId150" Type="http://schemas.openxmlformats.org/officeDocument/2006/relationships/image" Target="../media/image530.png"/><Relationship Id="rId171" Type="http://schemas.openxmlformats.org/officeDocument/2006/relationships/customXml" Target="../ink/ink1043.xml"/><Relationship Id="rId192" Type="http://schemas.openxmlformats.org/officeDocument/2006/relationships/image" Target="../media/image582.png"/><Relationship Id="rId206" Type="http://schemas.openxmlformats.org/officeDocument/2006/relationships/image" Target="../media/image589.png"/><Relationship Id="rId12" Type="http://schemas.openxmlformats.org/officeDocument/2006/relationships/image" Target="../media/image335.png"/><Relationship Id="rId33" Type="http://schemas.openxmlformats.org/officeDocument/2006/relationships/customXml" Target="../ink/ink974.xml"/><Relationship Id="rId108" Type="http://schemas.openxmlformats.org/officeDocument/2006/relationships/image" Target="../media/image383.png"/><Relationship Id="rId129" Type="http://schemas.openxmlformats.org/officeDocument/2006/relationships/customXml" Target="../ink/ink1022.xml"/><Relationship Id="rId54" Type="http://schemas.openxmlformats.org/officeDocument/2006/relationships/image" Target="../media/image356.png"/><Relationship Id="rId75" Type="http://schemas.openxmlformats.org/officeDocument/2006/relationships/customXml" Target="../ink/ink995.xml"/><Relationship Id="rId96" Type="http://schemas.openxmlformats.org/officeDocument/2006/relationships/image" Target="../media/image377.png"/><Relationship Id="rId140" Type="http://schemas.openxmlformats.org/officeDocument/2006/relationships/image" Target="../media/image525.png"/><Relationship Id="rId161" Type="http://schemas.openxmlformats.org/officeDocument/2006/relationships/customXml" Target="../ink/ink1038.xml"/><Relationship Id="rId182" Type="http://schemas.openxmlformats.org/officeDocument/2006/relationships/image" Target="../media/image577.png"/><Relationship Id="rId6" Type="http://schemas.openxmlformats.org/officeDocument/2006/relationships/image" Target="../media/image332.png"/><Relationship Id="rId23" Type="http://schemas.openxmlformats.org/officeDocument/2006/relationships/customXml" Target="../ink/ink969.xml"/><Relationship Id="rId119" Type="http://schemas.openxmlformats.org/officeDocument/2006/relationships/customXml" Target="../ink/ink1017.xml"/><Relationship Id="rId44" Type="http://schemas.openxmlformats.org/officeDocument/2006/relationships/image" Target="../media/image351.png"/><Relationship Id="rId65" Type="http://schemas.openxmlformats.org/officeDocument/2006/relationships/customXml" Target="../ink/ink990.xml"/><Relationship Id="rId86" Type="http://schemas.openxmlformats.org/officeDocument/2006/relationships/image" Target="../media/image372.png"/><Relationship Id="rId130" Type="http://schemas.openxmlformats.org/officeDocument/2006/relationships/image" Target="../media/image507.png"/><Relationship Id="rId151" Type="http://schemas.openxmlformats.org/officeDocument/2006/relationships/customXml" Target="../ink/ink1033.xml"/><Relationship Id="rId172" Type="http://schemas.openxmlformats.org/officeDocument/2006/relationships/image" Target="../media/image572.png"/><Relationship Id="rId193" Type="http://schemas.openxmlformats.org/officeDocument/2006/relationships/customXml" Target="../ink/ink1054.xml"/><Relationship Id="rId207" Type="http://schemas.openxmlformats.org/officeDocument/2006/relationships/customXml" Target="../ink/ink1061.xml"/><Relationship Id="rId13" Type="http://schemas.openxmlformats.org/officeDocument/2006/relationships/customXml" Target="../ink/ink964.xml"/><Relationship Id="rId109" Type="http://schemas.openxmlformats.org/officeDocument/2006/relationships/customXml" Target="../ink/ink1012.xml"/><Relationship Id="rId34" Type="http://schemas.openxmlformats.org/officeDocument/2006/relationships/image" Target="../media/image346.png"/><Relationship Id="rId55" Type="http://schemas.openxmlformats.org/officeDocument/2006/relationships/customXml" Target="../ink/ink985.xml"/><Relationship Id="rId76" Type="http://schemas.openxmlformats.org/officeDocument/2006/relationships/image" Target="../media/image367.png"/><Relationship Id="rId97" Type="http://schemas.openxmlformats.org/officeDocument/2006/relationships/customXml" Target="../ink/ink1006.xml"/><Relationship Id="rId120" Type="http://schemas.openxmlformats.org/officeDocument/2006/relationships/image" Target="../media/image389.png"/><Relationship Id="rId141" Type="http://schemas.openxmlformats.org/officeDocument/2006/relationships/customXml" Target="../ink/ink1028.xml"/><Relationship Id="rId7" Type="http://schemas.openxmlformats.org/officeDocument/2006/relationships/customXml" Target="../ink/ink961.xml"/><Relationship Id="rId162" Type="http://schemas.openxmlformats.org/officeDocument/2006/relationships/image" Target="../media/image567.png"/><Relationship Id="rId183" Type="http://schemas.openxmlformats.org/officeDocument/2006/relationships/customXml" Target="../ink/ink1049.xml"/><Relationship Id="rId24" Type="http://schemas.openxmlformats.org/officeDocument/2006/relationships/image" Target="../media/image341.png"/><Relationship Id="rId45" Type="http://schemas.openxmlformats.org/officeDocument/2006/relationships/customXml" Target="../ink/ink980.xml"/><Relationship Id="rId66" Type="http://schemas.openxmlformats.org/officeDocument/2006/relationships/image" Target="../media/image362.png"/><Relationship Id="rId87" Type="http://schemas.openxmlformats.org/officeDocument/2006/relationships/customXml" Target="../ink/ink1001.xml"/><Relationship Id="rId110" Type="http://schemas.openxmlformats.org/officeDocument/2006/relationships/image" Target="../media/image384.png"/><Relationship Id="rId131" Type="http://schemas.openxmlformats.org/officeDocument/2006/relationships/customXml" Target="../ink/ink1023.xml"/><Relationship Id="rId152" Type="http://schemas.openxmlformats.org/officeDocument/2006/relationships/image" Target="../media/image562.png"/><Relationship Id="rId173" Type="http://schemas.openxmlformats.org/officeDocument/2006/relationships/customXml" Target="../ink/ink1044.xml"/><Relationship Id="rId194" Type="http://schemas.openxmlformats.org/officeDocument/2006/relationships/image" Target="../media/image583.png"/><Relationship Id="rId208" Type="http://schemas.openxmlformats.org/officeDocument/2006/relationships/image" Target="../media/image590.png"/><Relationship Id="rId19" Type="http://schemas.openxmlformats.org/officeDocument/2006/relationships/customXml" Target="../ink/ink967.xml"/><Relationship Id="rId14" Type="http://schemas.openxmlformats.org/officeDocument/2006/relationships/image" Target="../media/image336.png"/><Relationship Id="rId30" Type="http://schemas.openxmlformats.org/officeDocument/2006/relationships/image" Target="../media/image344.png"/><Relationship Id="rId35" Type="http://schemas.openxmlformats.org/officeDocument/2006/relationships/customXml" Target="../ink/ink975.xml"/><Relationship Id="rId56" Type="http://schemas.openxmlformats.org/officeDocument/2006/relationships/image" Target="../media/image357.png"/><Relationship Id="rId77" Type="http://schemas.openxmlformats.org/officeDocument/2006/relationships/customXml" Target="../ink/ink996.xml"/><Relationship Id="rId100" Type="http://schemas.openxmlformats.org/officeDocument/2006/relationships/image" Target="../media/image379.png"/><Relationship Id="rId105" Type="http://schemas.openxmlformats.org/officeDocument/2006/relationships/customXml" Target="../ink/ink1010.xml"/><Relationship Id="rId126" Type="http://schemas.openxmlformats.org/officeDocument/2006/relationships/image" Target="../media/image392.png"/><Relationship Id="rId147" Type="http://schemas.openxmlformats.org/officeDocument/2006/relationships/customXml" Target="../ink/ink1031.xml"/><Relationship Id="rId168" Type="http://schemas.openxmlformats.org/officeDocument/2006/relationships/image" Target="../media/image570.png"/><Relationship Id="rId8" Type="http://schemas.openxmlformats.org/officeDocument/2006/relationships/image" Target="../media/image333.png"/><Relationship Id="rId51" Type="http://schemas.openxmlformats.org/officeDocument/2006/relationships/customXml" Target="../ink/ink983.xml"/><Relationship Id="rId72" Type="http://schemas.openxmlformats.org/officeDocument/2006/relationships/image" Target="../media/image365.png"/><Relationship Id="rId93" Type="http://schemas.openxmlformats.org/officeDocument/2006/relationships/customXml" Target="../ink/ink1004.xml"/><Relationship Id="rId98" Type="http://schemas.openxmlformats.org/officeDocument/2006/relationships/image" Target="../media/image378.png"/><Relationship Id="rId121" Type="http://schemas.openxmlformats.org/officeDocument/2006/relationships/customXml" Target="../ink/ink1018.xml"/><Relationship Id="rId142" Type="http://schemas.openxmlformats.org/officeDocument/2006/relationships/image" Target="../media/image526.png"/><Relationship Id="rId163" Type="http://schemas.openxmlformats.org/officeDocument/2006/relationships/customXml" Target="../ink/ink1039.xml"/><Relationship Id="rId184" Type="http://schemas.openxmlformats.org/officeDocument/2006/relationships/image" Target="../media/image578.png"/><Relationship Id="rId189" Type="http://schemas.openxmlformats.org/officeDocument/2006/relationships/customXml" Target="../ink/ink1052.xml"/><Relationship Id="rId3" Type="http://schemas.openxmlformats.org/officeDocument/2006/relationships/customXml" Target="../ink/ink959.xml"/><Relationship Id="rId214" Type="http://schemas.openxmlformats.org/officeDocument/2006/relationships/image" Target="../media/image593.png"/><Relationship Id="rId25" Type="http://schemas.openxmlformats.org/officeDocument/2006/relationships/customXml" Target="../ink/ink970.xml"/><Relationship Id="rId46" Type="http://schemas.openxmlformats.org/officeDocument/2006/relationships/image" Target="../media/image352.png"/><Relationship Id="rId67" Type="http://schemas.openxmlformats.org/officeDocument/2006/relationships/customXml" Target="../ink/ink991.xml"/><Relationship Id="rId116" Type="http://schemas.openxmlformats.org/officeDocument/2006/relationships/image" Target="../media/image387.png"/><Relationship Id="rId137" Type="http://schemas.openxmlformats.org/officeDocument/2006/relationships/customXml" Target="../ink/ink1026.xml"/><Relationship Id="rId158" Type="http://schemas.openxmlformats.org/officeDocument/2006/relationships/image" Target="../media/image565.png"/><Relationship Id="rId20" Type="http://schemas.openxmlformats.org/officeDocument/2006/relationships/image" Target="../media/image339.png"/><Relationship Id="rId41" Type="http://schemas.openxmlformats.org/officeDocument/2006/relationships/customXml" Target="../ink/ink978.xml"/><Relationship Id="rId62" Type="http://schemas.openxmlformats.org/officeDocument/2006/relationships/image" Target="../media/image360.png"/><Relationship Id="rId83" Type="http://schemas.openxmlformats.org/officeDocument/2006/relationships/customXml" Target="../ink/ink999.xml"/><Relationship Id="rId88" Type="http://schemas.openxmlformats.org/officeDocument/2006/relationships/image" Target="../media/image373.png"/><Relationship Id="rId111" Type="http://schemas.openxmlformats.org/officeDocument/2006/relationships/customXml" Target="../ink/ink1013.xml"/><Relationship Id="rId132" Type="http://schemas.openxmlformats.org/officeDocument/2006/relationships/image" Target="../media/image508.png"/><Relationship Id="rId153" Type="http://schemas.openxmlformats.org/officeDocument/2006/relationships/customXml" Target="../ink/ink1034.xml"/><Relationship Id="rId174" Type="http://schemas.openxmlformats.org/officeDocument/2006/relationships/image" Target="../media/image573.png"/><Relationship Id="rId179" Type="http://schemas.openxmlformats.org/officeDocument/2006/relationships/customXml" Target="../ink/ink1047.xml"/><Relationship Id="rId195" Type="http://schemas.openxmlformats.org/officeDocument/2006/relationships/customXml" Target="../ink/ink1055.xml"/><Relationship Id="rId209" Type="http://schemas.openxmlformats.org/officeDocument/2006/relationships/customXml" Target="../ink/ink1062.xml"/><Relationship Id="rId190" Type="http://schemas.openxmlformats.org/officeDocument/2006/relationships/image" Target="../media/image581.png"/><Relationship Id="rId204" Type="http://schemas.openxmlformats.org/officeDocument/2006/relationships/image" Target="../media/image588.png"/><Relationship Id="rId15" Type="http://schemas.openxmlformats.org/officeDocument/2006/relationships/customXml" Target="../ink/ink965.xml"/><Relationship Id="rId36" Type="http://schemas.openxmlformats.org/officeDocument/2006/relationships/image" Target="../media/image347.png"/><Relationship Id="rId57" Type="http://schemas.openxmlformats.org/officeDocument/2006/relationships/customXml" Target="../ink/ink986.xml"/><Relationship Id="rId106" Type="http://schemas.openxmlformats.org/officeDocument/2006/relationships/image" Target="../media/image382.png"/><Relationship Id="rId127" Type="http://schemas.openxmlformats.org/officeDocument/2006/relationships/customXml" Target="../ink/ink1021.xml"/><Relationship Id="rId10" Type="http://schemas.openxmlformats.org/officeDocument/2006/relationships/image" Target="../media/image334.png"/><Relationship Id="rId31" Type="http://schemas.openxmlformats.org/officeDocument/2006/relationships/customXml" Target="../ink/ink973.xml"/><Relationship Id="rId52" Type="http://schemas.openxmlformats.org/officeDocument/2006/relationships/image" Target="../media/image355.png"/><Relationship Id="rId73" Type="http://schemas.openxmlformats.org/officeDocument/2006/relationships/customXml" Target="../ink/ink994.xml"/><Relationship Id="rId78" Type="http://schemas.openxmlformats.org/officeDocument/2006/relationships/image" Target="../media/image368.png"/><Relationship Id="rId94" Type="http://schemas.openxmlformats.org/officeDocument/2006/relationships/image" Target="../media/image376.png"/><Relationship Id="rId99" Type="http://schemas.openxmlformats.org/officeDocument/2006/relationships/customXml" Target="../ink/ink1007.xml"/><Relationship Id="rId101" Type="http://schemas.openxmlformats.org/officeDocument/2006/relationships/customXml" Target="../ink/ink1008.xml"/><Relationship Id="rId122" Type="http://schemas.openxmlformats.org/officeDocument/2006/relationships/image" Target="../media/image390.png"/><Relationship Id="rId143" Type="http://schemas.openxmlformats.org/officeDocument/2006/relationships/customXml" Target="../ink/ink1029.xml"/><Relationship Id="rId148" Type="http://schemas.openxmlformats.org/officeDocument/2006/relationships/image" Target="../media/image529.png"/><Relationship Id="rId164" Type="http://schemas.openxmlformats.org/officeDocument/2006/relationships/image" Target="../media/image568.png"/><Relationship Id="rId169" Type="http://schemas.openxmlformats.org/officeDocument/2006/relationships/customXml" Target="../ink/ink1042.xml"/><Relationship Id="rId185" Type="http://schemas.openxmlformats.org/officeDocument/2006/relationships/customXml" Target="../ink/ink1050.xml"/><Relationship Id="rId4" Type="http://schemas.openxmlformats.org/officeDocument/2006/relationships/image" Target="../media/image331.png"/><Relationship Id="rId9" Type="http://schemas.openxmlformats.org/officeDocument/2006/relationships/customXml" Target="../ink/ink962.xml"/><Relationship Id="rId180" Type="http://schemas.openxmlformats.org/officeDocument/2006/relationships/image" Target="../media/image576.png"/><Relationship Id="rId210" Type="http://schemas.openxmlformats.org/officeDocument/2006/relationships/image" Target="../media/image591.png"/><Relationship Id="rId26" Type="http://schemas.openxmlformats.org/officeDocument/2006/relationships/image" Target="../media/image342.png"/><Relationship Id="rId47" Type="http://schemas.openxmlformats.org/officeDocument/2006/relationships/customXml" Target="../ink/ink981.xml"/><Relationship Id="rId68" Type="http://schemas.openxmlformats.org/officeDocument/2006/relationships/image" Target="../media/image363.png"/><Relationship Id="rId89" Type="http://schemas.openxmlformats.org/officeDocument/2006/relationships/customXml" Target="../ink/ink1002.xml"/><Relationship Id="rId112" Type="http://schemas.openxmlformats.org/officeDocument/2006/relationships/image" Target="../media/image385.png"/><Relationship Id="rId133" Type="http://schemas.openxmlformats.org/officeDocument/2006/relationships/customXml" Target="../ink/ink1024.xml"/><Relationship Id="rId154" Type="http://schemas.openxmlformats.org/officeDocument/2006/relationships/image" Target="../media/image563.png"/><Relationship Id="rId175" Type="http://schemas.openxmlformats.org/officeDocument/2006/relationships/customXml" Target="../ink/ink1045.xml"/><Relationship Id="rId196" Type="http://schemas.openxmlformats.org/officeDocument/2006/relationships/image" Target="../media/image584.png"/><Relationship Id="rId200" Type="http://schemas.openxmlformats.org/officeDocument/2006/relationships/image" Target="../media/image586.png"/><Relationship Id="rId16" Type="http://schemas.openxmlformats.org/officeDocument/2006/relationships/image" Target="../media/image337.png"/><Relationship Id="rId37" Type="http://schemas.openxmlformats.org/officeDocument/2006/relationships/customXml" Target="../ink/ink976.xml"/><Relationship Id="rId58" Type="http://schemas.openxmlformats.org/officeDocument/2006/relationships/image" Target="../media/image358.png"/><Relationship Id="rId79" Type="http://schemas.openxmlformats.org/officeDocument/2006/relationships/customXml" Target="../ink/ink997.xml"/><Relationship Id="rId102" Type="http://schemas.openxmlformats.org/officeDocument/2006/relationships/image" Target="../media/image380.png"/><Relationship Id="rId123" Type="http://schemas.openxmlformats.org/officeDocument/2006/relationships/customXml" Target="../ink/ink1019.xml"/><Relationship Id="rId144" Type="http://schemas.openxmlformats.org/officeDocument/2006/relationships/image" Target="../media/image527.png"/><Relationship Id="rId90" Type="http://schemas.openxmlformats.org/officeDocument/2006/relationships/image" Target="../media/image374.png"/><Relationship Id="rId165" Type="http://schemas.openxmlformats.org/officeDocument/2006/relationships/customXml" Target="../ink/ink1040.xml"/><Relationship Id="rId186" Type="http://schemas.openxmlformats.org/officeDocument/2006/relationships/image" Target="../media/image579.png"/><Relationship Id="rId211" Type="http://schemas.openxmlformats.org/officeDocument/2006/relationships/customXml" Target="../ink/ink1063.xml"/><Relationship Id="rId27" Type="http://schemas.openxmlformats.org/officeDocument/2006/relationships/customXml" Target="../ink/ink971.xml"/><Relationship Id="rId48" Type="http://schemas.openxmlformats.org/officeDocument/2006/relationships/image" Target="../media/image353.png"/><Relationship Id="rId69" Type="http://schemas.openxmlformats.org/officeDocument/2006/relationships/customXml" Target="../ink/ink992.xml"/><Relationship Id="rId113" Type="http://schemas.openxmlformats.org/officeDocument/2006/relationships/customXml" Target="../ink/ink1014.xml"/><Relationship Id="rId134" Type="http://schemas.openxmlformats.org/officeDocument/2006/relationships/image" Target="../media/image522.png"/><Relationship Id="rId80" Type="http://schemas.openxmlformats.org/officeDocument/2006/relationships/image" Target="../media/image369.png"/><Relationship Id="rId155" Type="http://schemas.openxmlformats.org/officeDocument/2006/relationships/customXml" Target="../ink/ink1035.xml"/><Relationship Id="rId176" Type="http://schemas.openxmlformats.org/officeDocument/2006/relationships/image" Target="../media/image574.png"/><Relationship Id="rId197" Type="http://schemas.openxmlformats.org/officeDocument/2006/relationships/customXml" Target="../ink/ink1056.xml"/><Relationship Id="rId201" Type="http://schemas.openxmlformats.org/officeDocument/2006/relationships/customXml" Target="../ink/ink1058.xml"/><Relationship Id="rId17" Type="http://schemas.openxmlformats.org/officeDocument/2006/relationships/customXml" Target="../ink/ink966.xml"/><Relationship Id="rId38" Type="http://schemas.openxmlformats.org/officeDocument/2006/relationships/image" Target="../media/image348.png"/><Relationship Id="rId59" Type="http://schemas.openxmlformats.org/officeDocument/2006/relationships/customXml" Target="../ink/ink987.xml"/><Relationship Id="rId103" Type="http://schemas.openxmlformats.org/officeDocument/2006/relationships/customXml" Target="../ink/ink1009.xml"/><Relationship Id="rId124" Type="http://schemas.openxmlformats.org/officeDocument/2006/relationships/image" Target="../media/image391.png"/><Relationship Id="rId70" Type="http://schemas.openxmlformats.org/officeDocument/2006/relationships/image" Target="../media/image364.png"/><Relationship Id="rId91" Type="http://schemas.openxmlformats.org/officeDocument/2006/relationships/customXml" Target="../ink/ink1003.xml"/><Relationship Id="rId145" Type="http://schemas.openxmlformats.org/officeDocument/2006/relationships/customXml" Target="../ink/ink1030.xml"/><Relationship Id="rId166" Type="http://schemas.openxmlformats.org/officeDocument/2006/relationships/image" Target="../media/image569.png"/><Relationship Id="rId187" Type="http://schemas.openxmlformats.org/officeDocument/2006/relationships/customXml" Target="../ink/ink1051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592.png"/><Relationship Id="rId28" Type="http://schemas.openxmlformats.org/officeDocument/2006/relationships/image" Target="../media/image343.png"/><Relationship Id="rId49" Type="http://schemas.openxmlformats.org/officeDocument/2006/relationships/customXml" Target="../ink/ink982.xml"/><Relationship Id="rId114" Type="http://schemas.openxmlformats.org/officeDocument/2006/relationships/image" Target="../media/image386.png"/><Relationship Id="rId60" Type="http://schemas.openxmlformats.org/officeDocument/2006/relationships/image" Target="../media/image359.png"/><Relationship Id="rId81" Type="http://schemas.openxmlformats.org/officeDocument/2006/relationships/customXml" Target="../ink/ink998.xml"/><Relationship Id="rId135" Type="http://schemas.openxmlformats.org/officeDocument/2006/relationships/customXml" Target="../ink/ink1025.xml"/><Relationship Id="rId156" Type="http://schemas.openxmlformats.org/officeDocument/2006/relationships/image" Target="../media/image564.png"/><Relationship Id="rId177" Type="http://schemas.openxmlformats.org/officeDocument/2006/relationships/customXml" Target="../ink/ink1046.xml"/><Relationship Id="rId198" Type="http://schemas.openxmlformats.org/officeDocument/2006/relationships/image" Target="../media/image585.png"/><Relationship Id="rId202" Type="http://schemas.openxmlformats.org/officeDocument/2006/relationships/image" Target="../media/image587.png"/><Relationship Id="rId18" Type="http://schemas.openxmlformats.org/officeDocument/2006/relationships/image" Target="../media/image338.png"/><Relationship Id="rId39" Type="http://schemas.openxmlformats.org/officeDocument/2006/relationships/customXml" Target="../ink/ink977.xml"/><Relationship Id="rId50" Type="http://schemas.openxmlformats.org/officeDocument/2006/relationships/image" Target="../media/image354.png"/><Relationship Id="rId104" Type="http://schemas.openxmlformats.org/officeDocument/2006/relationships/image" Target="../media/image381.png"/><Relationship Id="rId125" Type="http://schemas.openxmlformats.org/officeDocument/2006/relationships/customXml" Target="../ink/ink1020.xml"/><Relationship Id="rId146" Type="http://schemas.openxmlformats.org/officeDocument/2006/relationships/image" Target="../media/image528.png"/><Relationship Id="rId167" Type="http://schemas.openxmlformats.org/officeDocument/2006/relationships/customXml" Target="../ink/ink1041.xml"/><Relationship Id="rId188" Type="http://schemas.openxmlformats.org/officeDocument/2006/relationships/image" Target="../media/image580.png"/><Relationship Id="rId71" Type="http://schemas.openxmlformats.org/officeDocument/2006/relationships/customXml" Target="../ink/ink993.xml"/><Relationship Id="rId92" Type="http://schemas.openxmlformats.org/officeDocument/2006/relationships/image" Target="../media/image375.png"/><Relationship Id="rId213" Type="http://schemas.openxmlformats.org/officeDocument/2006/relationships/customXml" Target="../ink/ink1064.xml"/><Relationship Id="rId2" Type="http://schemas.openxmlformats.org/officeDocument/2006/relationships/image" Target="../media/image1.png"/><Relationship Id="rId29" Type="http://schemas.openxmlformats.org/officeDocument/2006/relationships/customXml" Target="../ink/ink972.xml"/><Relationship Id="rId40" Type="http://schemas.openxmlformats.org/officeDocument/2006/relationships/image" Target="../media/image349.png"/><Relationship Id="rId115" Type="http://schemas.openxmlformats.org/officeDocument/2006/relationships/customXml" Target="../ink/ink1015.xml"/><Relationship Id="rId136" Type="http://schemas.openxmlformats.org/officeDocument/2006/relationships/image" Target="../media/image523.png"/><Relationship Id="rId157" Type="http://schemas.openxmlformats.org/officeDocument/2006/relationships/customXml" Target="../ink/ink1036.xml"/><Relationship Id="rId178" Type="http://schemas.openxmlformats.org/officeDocument/2006/relationships/image" Target="../media/image575.png"/><Relationship Id="rId61" Type="http://schemas.openxmlformats.org/officeDocument/2006/relationships/customXml" Target="../ink/ink988.xml"/><Relationship Id="rId82" Type="http://schemas.openxmlformats.org/officeDocument/2006/relationships/image" Target="../media/image370.png"/><Relationship Id="rId199" Type="http://schemas.openxmlformats.org/officeDocument/2006/relationships/customXml" Target="../ink/ink1057.xml"/><Relationship Id="rId203" Type="http://schemas.openxmlformats.org/officeDocument/2006/relationships/customXml" Target="../ink/ink1059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22.xml"/><Relationship Id="rId21" Type="http://schemas.openxmlformats.org/officeDocument/2006/relationships/customXml" Target="../ink/ink1074.xml"/><Relationship Id="rId42" Type="http://schemas.openxmlformats.org/officeDocument/2006/relationships/image" Target="../media/image350.png"/><Relationship Id="rId63" Type="http://schemas.openxmlformats.org/officeDocument/2006/relationships/customXml" Target="../ink/ink1095.xml"/><Relationship Id="rId84" Type="http://schemas.openxmlformats.org/officeDocument/2006/relationships/image" Target="../media/image371.png"/><Relationship Id="rId138" Type="http://schemas.openxmlformats.org/officeDocument/2006/relationships/image" Target="../media/image526.png"/><Relationship Id="rId159" Type="http://schemas.openxmlformats.org/officeDocument/2006/relationships/customXml" Target="../ink/ink1143.xml"/><Relationship Id="rId170" Type="http://schemas.openxmlformats.org/officeDocument/2006/relationships/image" Target="../media/image605.png"/><Relationship Id="rId191" Type="http://schemas.openxmlformats.org/officeDocument/2006/relationships/customXml" Target="../ink/ink1159.xml"/><Relationship Id="rId205" Type="http://schemas.openxmlformats.org/officeDocument/2006/relationships/customXml" Target="../ink/ink1166.xml"/><Relationship Id="rId226" Type="http://schemas.openxmlformats.org/officeDocument/2006/relationships/image" Target="../media/image633.png"/><Relationship Id="rId107" Type="http://schemas.openxmlformats.org/officeDocument/2006/relationships/customXml" Target="../ink/ink1117.xml"/><Relationship Id="rId11" Type="http://schemas.openxmlformats.org/officeDocument/2006/relationships/customXml" Target="../ink/ink1069.xml"/><Relationship Id="rId32" Type="http://schemas.openxmlformats.org/officeDocument/2006/relationships/image" Target="../media/image345.png"/><Relationship Id="rId53" Type="http://schemas.openxmlformats.org/officeDocument/2006/relationships/customXml" Target="../ink/ink1090.xml"/><Relationship Id="rId74" Type="http://schemas.openxmlformats.org/officeDocument/2006/relationships/image" Target="../media/image366.png"/><Relationship Id="rId128" Type="http://schemas.openxmlformats.org/officeDocument/2006/relationships/image" Target="../media/image393.png"/><Relationship Id="rId149" Type="http://schemas.openxmlformats.org/officeDocument/2006/relationships/customXml" Target="../ink/ink1138.xml"/><Relationship Id="rId5" Type="http://schemas.openxmlformats.org/officeDocument/2006/relationships/customXml" Target="../ink/ink1066.xml"/><Relationship Id="rId95" Type="http://schemas.openxmlformats.org/officeDocument/2006/relationships/customXml" Target="../ink/ink1111.xml"/><Relationship Id="rId160" Type="http://schemas.openxmlformats.org/officeDocument/2006/relationships/image" Target="../media/image600.png"/><Relationship Id="rId181" Type="http://schemas.openxmlformats.org/officeDocument/2006/relationships/customXml" Target="../ink/ink1154.xml"/><Relationship Id="rId216" Type="http://schemas.openxmlformats.org/officeDocument/2006/relationships/image" Target="../media/image628.png"/><Relationship Id="rId22" Type="http://schemas.openxmlformats.org/officeDocument/2006/relationships/image" Target="../media/image340.png"/><Relationship Id="rId43" Type="http://schemas.openxmlformats.org/officeDocument/2006/relationships/customXml" Target="../ink/ink1085.xml"/><Relationship Id="rId64" Type="http://schemas.openxmlformats.org/officeDocument/2006/relationships/image" Target="../media/image361.png"/><Relationship Id="rId118" Type="http://schemas.openxmlformats.org/officeDocument/2006/relationships/image" Target="../media/image388.png"/><Relationship Id="rId139" Type="http://schemas.openxmlformats.org/officeDocument/2006/relationships/customXml" Target="../ink/ink1133.xml"/><Relationship Id="rId85" Type="http://schemas.openxmlformats.org/officeDocument/2006/relationships/customXml" Target="../ink/ink1106.xml"/><Relationship Id="rId150" Type="http://schemas.openxmlformats.org/officeDocument/2006/relationships/image" Target="../media/image595.png"/><Relationship Id="rId171" Type="http://schemas.openxmlformats.org/officeDocument/2006/relationships/customXml" Target="../ink/ink1149.xml"/><Relationship Id="rId192" Type="http://schemas.openxmlformats.org/officeDocument/2006/relationships/image" Target="../media/image616.png"/><Relationship Id="rId206" Type="http://schemas.openxmlformats.org/officeDocument/2006/relationships/image" Target="../media/image623.png"/><Relationship Id="rId227" Type="http://schemas.openxmlformats.org/officeDocument/2006/relationships/customXml" Target="../ink/ink1177.xml"/><Relationship Id="rId12" Type="http://schemas.openxmlformats.org/officeDocument/2006/relationships/image" Target="../media/image335.png"/><Relationship Id="rId33" Type="http://schemas.openxmlformats.org/officeDocument/2006/relationships/customXml" Target="../ink/ink1080.xml"/><Relationship Id="rId108" Type="http://schemas.openxmlformats.org/officeDocument/2006/relationships/image" Target="../media/image383.png"/><Relationship Id="rId129" Type="http://schemas.openxmlformats.org/officeDocument/2006/relationships/customXml" Target="../ink/ink1128.xml"/><Relationship Id="rId54" Type="http://schemas.openxmlformats.org/officeDocument/2006/relationships/image" Target="../media/image356.png"/><Relationship Id="rId75" Type="http://schemas.openxmlformats.org/officeDocument/2006/relationships/customXml" Target="../ink/ink1101.xml"/><Relationship Id="rId96" Type="http://schemas.openxmlformats.org/officeDocument/2006/relationships/image" Target="../media/image377.png"/><Relationship Id="rId140" Type="http://schemas.openxmlformats.org/officeDocument/2006/relationships/image" Target="../media/image527.png"/><Relationship Id="rId161" Type="http://schemas.openxmlformats.org/officeDocument/2006/relationships/customXml" Target="../ink/ink1144.xml"/><Relationship Id="rId182" Type="http://schemas.openxmlformats.org/officeDocument/2006/relationships/image" Target="../media/image611.png"/><Relationship Id="rId217" Type="http://schemas.openxmlformats.org/officeDocument/2006/relationships/customXml" Target="../ink/ink1172.xml"/><Relationship Id="rId6" Type="http://schemas.openxmlformats.org/officeDocument/2006/relationships/image" Target="../media/image332.png"/><Relationship Id="rId23" Type="http://schemas.openxmlformats.org/officeDocument/2006/relationships/customXml" Target="../ink/ink1075.xml"/><Relationship Id="rId119" Type="http://schemas.openxmlformats.org/officeDocument/2006/relationships/customXml" Target="../ink/ink1123.xml"/><Relationship Id="rId44" Type="http://schemas.openxmlformats.org/officeDocument/2006/relationships/image" Target="../media/image351.png"/><Relationship Id="rId65" Type="http://schemas.openxmlformats.org/officeDocument/2006/relationships/customXml" Target="../ink/ink1096.xml"/><Relationship Id="rId86" Type="http://schemas.openxmlformats.org/officeDocument/2006/relationships/image" Target="../media/image372.png"/><Relationship Id="rId130" Type="http://schemas.openxmlformats.org/officeDocument/2006/relationships/image" Target="../media/image522.png"/><Relationship Id="rId151" Type="http://schemas.openxmlformats.org/officeDocument/2006/relationships/customXml" Target="../ink/ink1139.xml"/><Relationship Id="rId172" Type="http://schemas.openxmlformats.org/officeDocument/2006/relationships/image" Target="../media/image606.png"/><Relationship Id="rId193" Type="http://schemas.openxmlformats.org/officeDocument/2006/relationships/customXml" Target="../ink/ink1160.xml"/><Relationship Id="rId207" Type="http://schemas.openxmlformats.org/officeDocument/2006/relationships/customXml" Target="../ink/ink1167.xml"/><Relationship Id="rId228" Type="http://schemas.openxmlformats.org/officeDocument/2006/relationships/image" Target="../media/image634.png"/><Relationship Id="rId13" Type="http://schemas.openxmlformats.org/officeDocument/2006/relationships/customXml" Target="../ink/ink1070.xml"/><Relationship Id="rId109" Type="http://schemas.openxmlformats.org/officeDocument/2006/relationships/customXml" Target="../ink/ink1118.xml"/><Relationship Id="rId34" Type="http://schemas.openxmlformats.org/officeDocument/2006/relationships/image" Target="../media/image346.png"/><Relationship Id="rId55" Type="http://schemas.openxmlformats.org/officeDocument/2006/relationships/customXml" Target="../ink/ink1091.xml"/><Relationship Id="rId76" Type="http://schemas.openxmlformats.org/officeDocument/2006/relationships/image" Target="../media/image367.png"/><Relationship Id="rId97" Type="http://schemas.openxmlformats.org/officeDocument/2006/relationships/customXml" Target="../ink/ink1112.xml"/><Relationship Id="rId120" Type="http://schemas.openxmlformats.org/officeDocument/2006/relationships/image" Target="../media/image389.png"/><Relationship Id="rId141" Type="http://schemas.openxmlformats.org/officeDocument/2006/relationships/customXml" Target="../ink/ink1134.xml"/><Relationship Id="rId7" Type="http://schemas.openxmlformats.org/officeDocument/2006/relationships/customXml" Target="../ink/ink1067.xml"/><Relationship Id="rId162" Type="http://schemas.openxmlformats.org/officeDocument/2006/relationships/image" Target="../media/image601.png"/><Relationship Id="rId183" Type="http://schemas.openxmlformats.org/officeDocument/2006/relationships/customXml" Target="../ink/ink1155.xml"/><Relationship Id="rId218" Type="http://schemas.openxmlformats.org/officeDocument/2006/relationships/image" Target="../media/image629.png"/><Relationship Id="rId24" Type="http://schemas.openxmlformats.org/officeDocument/2006/relationships/image" Target="../media/image341.png"/><Relationship Id="rId45" Type="http://schemas.openxmlformats.org/officeDocument/2006/relationships/customXml" Target="../ink/ink1086.xml"/><Relationship Id="rId66" Type="http://schemas.openxmlformats.org/officeDocument/2006/relationships/image" Target="../media/image362.png"/><Relationship Id="rId87" Type="http://schemas.openxmlformats.org/officeDocument/2006/relationships/customXml" Target="../ink/ink1107.xml"/><Relationship Id="rId110" Type="http://schemas.openxmlformats.org/officeDocument/2006/relationships/image" Target="../media/image384.png"/><Relationship Id="rId131" Type="http://schemas.openxmlformats.org/officeDocument/2006/relationships/customXml" Target="../ink/ink1129.xml"/><Relationship Id="rId152" Type="http://schemas.openxmlformats.org/officeDocument/2006/relationships/image" Target="../media/image596.png"/><Relationship Id="rId173" Type="http://schemas.openxmlformats.org/officeDocument/2006/relationships/customXml" Target="../ink/ink1150.xml"/><Relationship Id="rId194" Type="http://schemas.openxmlformats.org/officeDocument/2006/relationships/image" Target="../media/image617.png"/><Relationship Id="rId208" Type="http://schemas.openxmlformats.org/officeDocument/2006/relationships/image" Target="../media/image624.png"/><Relationship Id="rId229" Type="http://schemas.openxmlformats.org/officeDocument/2006/relationships/customXml" Target="../ink/ink1178.xml"/><Relationship Id="rId14" Type="http://schemas.openxmlformats.org/officeDocument/2006/relationships/image" Target="../media/image336.png"/><Relationship Id="rId35" Type="http://schemas.openxmlformats.org/officeDocument/2006/relationships/customXml" Target="../ink/ink1081.xml"/><Relationship Id="rId56" Type="http://schemas.openxmlformats.org/officeDocument/2006/relationships/image" Target="../media/image357.png"/><Relationship Id="rId77" Type="http://schemas.openxmlformats.org/officeDocument/2006/relationships/customXml" Target="../ink/ink1102.xml"/><Relationship Id="rId100" Type="http://schemas.openxmlformats.org/officeDocument/2006/relationships/image" Target="../media/image379.png"/><Relationship Id="rId8" Type="http://schemas.openxmlformats.org/officeDocument/2006/relationships/image" Target="../media/image333.png"/><Relationship Id="rId98" Type="http://schemas.openxmlformats.org/officeDocument/2006/relationships/image" Target="../media/image378.png"/><Relationship Id="rId121" Type="http://schemas.openxmlformats.org/officeDocument/2006/relationships/customXml" Target="../ink/ink1124.xml"/><Relationship Id="rId142" Type="http://schemas.openxmlformats.org/officeDocument/2006/relationships/image" Target="../media/image528.png"/><Relationship Id="rId163" Type="http://schemas.openxmlformats.org/officeDocument/2006/relationships/customXml" Target="../ink/ink1145.xml"/><Relationship Id="rId184" Type="http://schemas.openxmlformats.org/officeDocument/2006/relationships/image" Target="../media/image612.png"/><Relationship Id="rId219" Type="http://schemas.openxmlformats.org/officeDocument/2006/relationships/customXml" Target="../ink/ink1173.xml"/><Relationship Id="rId230" Type="http://schemas.openxmlformats.org/officeDocument/2006/relationships/image" Target="../media/image635.png"/><Relationship Id="rId25" Type="http://schemas.openxmlformats.org/officeDocument/2006/relationships/customXml" Target="../ink/ink1076.xml"/><Relationship Id="rId46" Type="http://schemas.openxmlformats.org/officeDocument/2006/relationships/image" Target="../media/image352.png"/><Relationship Id="rId67" Type="http://schemas.openxmlformats.org/officeDocument/2006/relationships/customXml" Target="../ink/ink1097.xml"/><Relationship Id="rId20" Type="http://schemas.openxmlformats.org/officeDocument/2006/relationships/image" Target="../media/image339.png"/><Relationship Id="rId41" Type="http://schemas.openxmlformats.org/officeDocument/2006/relationships/customXml" Target="../ink/ink1084.xml"/><Relationship Id="rId62" Type="http://schemas.openxmlformats.org/officeDocument/2006/relationships/image" Target="../media/image360.png"/><Relationship Id="rId83" Type="http://schemas.openxmlformats.org/officeDocument/2006/relationships/customXml" Target="../ink/ink1105.xml"/><Relationship Id="rId88" Type="http://schemas.openxmlformats.org/officeDocument/2006/relationships/image" Target="../media/image373.png"/><Relationship Id="rId111" Type="http://schemas.openxmlformats.org/officeDocument/2006/relationships/customXml" Target="../ink/ink1119.xml"/><Relationship Id="rId132" Type="http://schemas.openxmlformats.org/officeDocument/2006/relationships/image" Target="../media/image523.png"/><Relationship Id="rId153" Type="http://schemas.openxmlformats.org/officeDocument/2006/relationships/customXml" Target="../ink/ink1140.xml"/><Relationship Id="rId174" Type="http://schemas.openxmlformats.org/officeDocument/2006/relationships/image" Target="../media/image607.png"/><Relationship Id="rId179" Type="http://schemas.openxmlformats.org/officeDocument/2006/relationships/customXml" Target="../ink/ink1153.xml"/><Relationship Id="rId195" Type="http://schemas.openxmlformats.org/officeDocument/2006/relationships/customXml" Target="../ink/ink1161.xml"/><Relationship Id="rId209" Type="http://schemas.openxmlformats.org/officeDocument/2006/relationships/customXml" Target="../ink/ink1168.xml"/><Relationship Id="rId190" Type="http://schemas.openxmlformats.org/officeDocument/2006/relationships/image" Target="../media/image615.png"/><Relationship Id="rId204" Type="http://schemas.openxmlformats.org/officeDocument/2006/relationships/image" Target="../media/image622.png"/><Relationship Id="rId220" Type="http://schemas.openxmlformats.org/officeDocument/2006/relationships/image" Target="../media/image630.png"/><Relationship Id="rId225" Type="http://schemas.openxmlformats.org/officeDocument/2006/relationships/customXml" Target="../ink/ink1176.xml"/><Relationship Id="rId15" Type="http://schemas.openxmlformats.org/officeDocument/2006/relationships/customXml" Target="../ink/ink1071.xml"/><Relationship Id="rId36" Type="http://schemas.openxmlformats.org/officeDocument/2006/relationships/image" Target="../media/image347.png"/><Relationship Id="rId57" Type="http://schemas.openxmlformats.org/officeDocument/2006/relationships/customXml" Target="../ink/ink1092.xml"/><Relationship Id="rId106" Type="http://schemas.openxmlformats.org/officeDocument/2006/relationships/image" Target="../media/image382.png"/><Relationship Id="rId127" Type="http://schemas.openxmlformats.org/officeDocument/2006/relationships/customXml" Target="../ink/ink1127.xml"/><Relationship Id="rId10" Type="http://schemas.openxmlformats.org/officeDocument/2006/relationships/image" Target="../media/image334.png"/><Relationship Id="rId31" Type="http://schemas.openxmlformats.org/officeDocument/2006/relationships/customXml" Target="../ink/ink1079.xml"/><Relationship Id="rId52" Type="http://schemas.openxmlformats.org/officeDocument/2006/relationships/image" Target="../media/image355.png"/><Relationship Id="rId73" Type="http://schemas.openxmlformats.org/officeDocument/2006/relationships/customXml" Target="../ink/ink1100.xml"/><Relationship Id="rId78" Type="http://schemas.openxmlformats.org/officeDocument/2006/relationships/image" Target="../media/image368.png"/><Relationship Id="rId94" Type="http://schemas.openxmlformats.org/officeDocument/2006/relationships/image" Target="../media/image376.png"/><Relationship Id="rId99" Type="http://schemas.openxmlformats.org/officeDocument/2006/relationships/customXml" Target="../ink/ink1113.xml"/><Relationship Id="rId101" Type="http://schemas.openxmlformats.org/officeDocument/2006/relationships/customXml" Target="../ink/ink1114.xml"/><Relationship Id="rId122" Type="http://schemas.openxmlformats.org/officeDocument/2006/relationships/image" Target="../media/image390.png"/><Relationship Id="rId143" Type="http://schemas.openxmlformats.org/officeDocument/2006/relationships/customXml" Target="../ink/ink1135.xml"/><Relationship Id="rId148" Type="http://schemas.openxmlformats.org/officeDocument/2006/relationships/image" Target="../media/image594.png"/><Relationship Id="rId164" Type="http://schemas.openxmlformats.org/officeDocument/2006/relationships/image" Target="../media/image602.png"/><Relationship Id="rId169" Type="http://schemas.openxmlformats.org/officeDocument/2006/relationships/customXml" Target="../ink/ink1148.xml"/><Relationship Id="rId185" Type="http://schemas.openxmlformats.org/officeDocument/2006/relationships/customXml" Target="../ink/ink1156.xml"/><Relationship Id="rId4" Type="http://schemas.openxmlformats.org/officeDocument/2006/relationships/image" Target="../media/image331.png"/><Relationship Id="rId9" Type="http://schemas.openxmlformats.org/officeDocument/2006/relationships/customXml" Target="../ink/ink1068.xml"/><Relationship Id="rId180" Type="http://schemas.openxmlformats.org/officeDocument/2006/relationships/image" Target="../media/image610.png"/><Relationship Id="rId210" Type="http://schemas.openxmlformats.org/officeDocument/2006/relationships/image" Target="../media/image625.png"/><Relationship Id="rId215" Type="http://schemas.openxmlformats.org/officeDocument/2006/relationships/customXml" Target="../ink/ink1171.xml"/><Relationship Id="rId26" Type="http://schemas.openxmlformats.org/officeDocument/2006/relationships/image" Target="../media/image342.png"/><Relationship Id="rId231" Type="http://schemas.openxmlformats.org/officeDocument/2006/relationships/customXml" Target="../ink/ink1179.xml"/><Relationship Id="rId47" Type="http://schemas.openxmlformats.org/officeDocument/2006/relationships/customXml" Target="../ink/ink1087.xml"/><Relationship Id="rId68" Type="http://schemas.openxmlformats.org/officeDocument/2006/relationships/image" Target="../media/image363.png"/><Relationship Id="rId89" Type="http://schemas.openxmlformats.org/officeDocument/2006/relationships/customXml" Target="../ink/ink1108.xml"/><Relationship Id="rId112" Type="http://schemas.openxmlformats.org/officeDocument/2006/relationships/image" Target="../media/image385.png"/><Relationship Id="rId133" Type="http://schemas.openxmlformats.org/officeDocument/2006/relationships/customXml" Target="../ink/ink1130.xml"/><Relationship Id="rId154" Type="http://schemas.openxmlformats.org/officeDocument/2006/relationships/image" Target="../media/image597.png"/><Relationship Id="rId175" Type="http://schemas.openxmlformats.org/officeDocument/2006/relationships/customXml" Target="../ink/ink1151.xml"/><Relationship Id="rId196" Type="http://schemas.openxmlformats.org/officeDocument/2006/relationships/image" Target="../media/image618.png"/><Relationship Id="rId200" Type="http://schemas.openxmlformats.org/officeDocument/2006/relationships/image" Target="../media/image620.png"/><Relationship Id="rId16" Type="http://schemas.openxmlformats.org/officeDocument/2006/relationships/image" Target="../media/image337.png"/><Relationship Id="rId221" Type="http://schemas.openxmlformats.org/officeDocument/2006/relationships/customXml" Target="../ink/ink1174.xml"/><Relationship Id="rId37" Type="http://schemas.openxmlformats.org/officeDocument/2006/relationships/customXml" Target="../ink/ink1082.xml"/><Relationship Id="rId58" Type="http://schemas.openxmlformats.org/officeDocument/2006/relationships/image" Target="../media/image358.png"/><Relationship Id="rId79" Type="http://schemas.openxmlformats.org/officeDocument/2006/relationships/customXml" Target="../ink/ink1103.xml"/><Relationship Id="rId102" Type="http://schemas.openxmlformats.org/officeDocument/2006/relationships/image" Target="../media/image380.png"/><Relationship Id="rId123" Type="http://schemas.openxmlformats.org/officeDocument/2006/relationships/customXml" Target="../ink/ink1125.xml"/><Relationship Id="rId144" Type="http://schemas.openxmlformats.org/officeDocument/2006/relationships/image" Target="../media/image529.png"/><Relationship Id="rId90" Type="http://schemas.openxmlformats.org/officeDocument/2006/relationships/image" Target="../media/image374.png"/><Relationship Id="rId165" Type="http://schemas.openxmlformats.org/officeDocument/2006/relationships/customXml" Target="../ink/ink1146.xml"/><Relationship Id="rId186" Type="http://schemas.openxmlformats.org/officeDocument/2006/relationships/image" Target="../media/image613.png"/><Relationship Id="rId211" Type="http://schemas.openxmlformats.org/officeDocument/2006/relationships/customXml" Target="../ink/ink1169.xml"/><Relationship Id="rId232" Type="http://schemas.openxmlformats.org/officeDocument/2006/relationships/image" Target="../media/image636.png"/><Relationship Id="rId27" Type="http://schemas.openxmlformats.org/officeDocument/2006/relationships/customXml" Target="../ink/ink1077.xml"/><Relationship Id="rId48" Type="http://schemas.openxmlformats.org/officeDocument/2006/relationships/image" Target="../media/image353.png"/><Relationship Id="rId69" Type="http://schemas.openxmlformats.org/officeDocument/2006/relationships/customXml" Target="../ink/ink1098.xml"/><Relationship Id="rId113" Type="http://schemas.openxmlformats.org/officeDocument/2006/relationships/customXml" Target="../ink/ink1120.xml"/><Relationship Id="rId134" Type="http://schemas.openxmlformats.org/officeDocument/2006/relationships/image" Target="../media/image524.png"/><Relationship Id="rId80" Type="http://schemas.openxmlformats.org/officeDocument/2006/relationships/image" Target="../media/image369.png"/><Relationship Id="rId155" Type="http://schemas.openxmlformats.org/officeDocument/2006/relationships/customXml" Target="../ink/ink1141.xml"/><Relationship Id="rId176" Type="http://schemas.openxmlformats.org/officeDocument/2006/relationships/image" Target="../media/image608.png"/><Relationship Id="rId197" Type="http://schemas.openxmlformats.org/officeDocument/2006/relationships/customXml" Target="../ink/ink1162.xml"/><Relationship Id="rId201" Type="http://schemas.openxmlformats.org/officeDocument/2006/relationships/customXml" Target="../ink/ink1164.xml"/><Relationship Id="rId222" Type="http://schemas.openxmlformats.org/officeDocument/2006/relationships/image" Target="../media/image631.png"/><Relationship Id="rId17" Type="http://schemas.openxmlformats.org/officeDocument/2006/relationships/customXml" Target="../ink/ink1072.xml"/><Relationship Id="rId38" Type="http://schemas.openxmlformats.org/officeDocument/2006/relationships/image" Target="../media/image348.png"/><Relationship Id="rId59" Type="http://schemas.openxmlformats.org/officeDocument/2006/relationships/customXml" Target="../ink/ink1093.xml"/><Relationship Id="rId103" Type="http://schemas.openxmlformats.org/officeDocument/2006/relationships/customXml" Target="../ink/ink1115.xml"/><Relationship Id="rId124" Type="http://schemas.openxmlformats.org/officeDocument/2006/relationships/image" Target="../media/image391.png"/><Relationship Id="rId70" Type="http://schemas.openxmlformats.org/officeDocument/2006/relationships/image" Target="../media/image364.png"/><Relationship Id="rId91" Type="http://schemas.openxmlformats.org/officeDocument/2006/relationships/customXml" Target="../ink/ink1109.xml"/><Relationship Id="rId145" Type="http://schemas.openxmlformats.org/officeDocument/2006/relationships/customXml" Target="../ink/ink1136.xml"/><Relationship Id="rId166" Type="http://schemas.openxmlformats.org/officeDocument/2006/relationships/image" Target="../media/image603.png"/><Relationship Id="rId187" Type="http://schemas.openxmlformats.org/officeDocument/2006/relationships/customXml" Target="../ink/ink1157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626.png"/><Relationship Id="rId233" Type="http://schemas.openxmlformats.org/officeDocument/2006/relationships/customXml" Target="../ink/ink1180.xml"/><Relationship Id="rId28" Type="http://schemas.openxmlformats.org/officeDocument/2006/relationships/image" Target="../media/image343.png"/><Relationship Id="rId49" Type="http://schemas.openxmlformats.org/officeDocument/2006/relationships/customXml" Target="../ink/ink1088.xml"/><Relationship Id="rId114" Type="http://schemas.openxmlformats.org/officeDocument/2006/relationships/image" Target="../media/image386.png"/><Relationship Id="rId60" Type="http://schemas.openxmlformats.org/officeDocument/2006/relationships/image" Target="../media/image359.png"/><Relationship Id="rId81" Type="http://schemas.openxmlformats.org/officeDocument/2006/relationships/customXml" Target="../ink/ink1104.xml"/><Relationship Id="rId135" Type="http://schemas.openxmlformats.org/officeDocument/2006/relationships/customXml" Target="../ink/ink1131.xml"/><Relationship Id="rId156" Type="http://schemas.openxmlformats.org/officeDocument/2006/relationships/image" Target="../media/image598.png"/><Relationship Id="rId177" Type="http://schemas.openxmlformats.org/officeDocument/2006/relationships/customXml" Target="../ink/ink1152.xml"/><Relationship Id="rId198" Type="http://schemas.openxmlformats.org/officeDocument/2006/relationships/image" Target="../media/image619.png"/><Relationship Id="rId202" Type="http://schemas.openxmlformats.org/officeDocument/2006/relationships/image" Target="../media/image621.png"/><Relationship Id="rId223" Type="http://schemas.openxmlformats.org/officeDocument/2006/relationships/customXml" Target="../ink/ink1175.xml"/><Relationship Id="rId18" Type="http://schemas.openxmlformats.org/officeDocument/2006/relationships/image" Target="../media/image338.png"/><Relationship Id="rId39" Type="http://schemas.openxmlformats.org/officeDocument/2006/relationships/customXml" Target="../ink/ink1083.xml"/><Relationship Id="rId50" Type="http://schemas.openxmlformats.org/officeDocument/2006/relationships/image" Target="../media/image354.png"/><Relationship Id="rId104" Type="http://schemas.openxmlformats.org/officeDocument/2006/relationships/image" Target="../media/image381.png"/><Relationship Id="rId125" Type="http://schemas.openxmlformats.org/officeDocument/2006/relationships/customXml" Target="../ink/ink1126.xml"/><Relationship Id="rId146" Type="http://schemas.openxmlformats.org/officeDocument/2006/relationships/image" Target="../media/image530.png"/><Relationship Id="rId167" Type="http://schemas.openxmlformats.org/officeDocument/2006/relationships/customXml" Target="../ink/ink1147.xml"/><Relationship Id="rId188" Type="http://schemas.openxmlformats.org/officeDocument/2006/relationships/image" Target="../media/image614.png"/><Relationship Id="rId71" Type="http://schemas.openxmlformats.org/officeDocument/2006/relationships/customXml" Target="../ink/ink1099.xml"/><Relationship Id="rId92" Type="http://schemas.openxmlformats.org/officeDocument/2006/relationships/image" Target="../media/image375.png"/><Relationship Id="rId213" Type="http://schemas.openxmlformats.org/officeDocument/2006/relationships/customXml" Target="../ink/ink1170.xml"/><Relationship Id="rId234" Type="http://schemas.openxmlformats.org/officeDocument/2006/relationships/image" Target="../media/image637.png"/><Relationship Id="rId2" Type="http://schemas.openxmlformats.org/officeDocument/2006/relationships/image" Target="../media/image1.png"/><Relationship Id="rId29" Type="http://schemas.openxmlformats.org/officeDocument/2006/relationships/customXml" Target="../ink/ink1078.xml"/><Relationship Id="rId40" Type="http://schemas.openxmlformats.org/officeDocument/2006/relationships/image" Target="../media/image349.png"/><Relationship Id="rId115" Type="http://schemas.openxmlformats.org/officeDocument/2006/relationships/customXml" Target="../ink/ink1121.xml"/><Relationship Id="rId136" Type="http://schemas.openxmlformats.org/officeDocument/2006/relationships/image" Target="../media/image525.png"/><Relationship Id="rId157" Type="http://schemas.openxmlformats.org/officeDocument/2006/relationships/customXml" Target="../ink/ink1142.xml"/><Relationship Id="rId178" Type="http://schemas.openxmlformats.org/officeDocument/2006/relationships/image" Target="../media/image609.png"/><Relationship Id="rId61" Type="http://schemas.openxmlformats.org/officeDocument/2006/relationships/customXml" Target="../ink/ink1094.xml"/><Relationship Id="rId82" Type="http://schemas.openxmlformats.org/officeDocument/2006/relationships/image" Target="../media/image370.png"/><Relationship Id="rId199" Type="http://schemas.openxmlformats.org/officeDocument/2006/relationships/customXml" Target="../ink/ink1163.xml"/><Relationship Id="rId203" Type="http://schemas.openxmlformats.org/officeDocument/2006/relationships/customXml" Target="../ink/ink1165.xml"/><Relationship Id="rId19" Type="http://schemas.openxmlformats.org/officeDocument/2006/relationships/customXml" Target="../ink/ink1073.xml"/><Relationship Id="rId224" Type="http://schemas.openxmlformats.org/officeDocument/2006/relationships/image" Target="../media/image632.png"/><Relationship Id="rId30" Type="http://schemas.openxmlformats.org/officeDocument/2006/relationships/image" Target="../media/image344.png"/><Relationship Id="rId105" Type="http://schemas.openxmlformats.org/officeDocument/2006/relationships/customXml" Target="../ink/ink1116.xml"/><Relationship Id="rId126" Type="http://schemas.openxmlformats.org/officeDocument/2006/relationships/image" Target="../media/image392.png"/><Relationship Id="rId147" Type="http://schemas.openxmlformats.org/officeDocument/2006/relationships/customXml" Target="../ink/ink1137.xml"/><Relationship Id="rId168" Type="http://schemas.openxmlformats.org/officeDocument/2006/relationships/image" Target="../media/image604.png"/><Relationship Id="rId51" Type="http://schemas.openxmlformats.org/officeDocument/2006/relationships/customXml" Target="../ink/ink1089.xml"/><Relationship Id="rId72" Type="http://schemas.openxmlformats.org/officeDocument/2006/relationships/image" Target="../media/image365.png"/><Relationship Id="rId93" Type="http://schemas.openxmlformats.org/officeDocument/2006/relationships/customXml" Target="../ink/ink1110.xml"/><Relationship Id="rId189" Type="http://schemas.openxmlformats.org/officeDocument/2006/relationships/customXml" Target="../ink/ink1158.xml"/><Relationship Id="rId3" Type="http://schemas.openxmlformats.org/officeDocument/2006/relationships/customXml" Target="../ink/ink1065.xml"/><Relationship Id="rId214" Type="http://schemas.openxmlformats.org/officeDocument/2006/relationships/image" Target="../media/image627.png"/><Relationship Id="rId116" Type="http://schemas.openxmlformats.org/officeDocument/2006/relationships/image" Target="../media/image387.png"/><Relationship Id="rId137" Type="http://schemas.openxmlformats.org/officeDocument/2006/relationships/customXml" Target="../ink/ink1132.xml"/><Relationship Id="rId158" Type="http://schemas.openxmlformats.org/officeDocument/2006/relationships/image" Target="../media/image599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38.xml"/><Relationship Id="rId21" Type="http://schemas.openxmlformats.org/officeDocument/2006/relationships/customXml" Target="../ink/ink1190.xml"/><Relationship Id="rId42" Type="http://schemas.openxmlformats.org/officeDocument/2006/relationships/image" Target="../media/image350.png"/><Relationship Id="rId63" Type="http://schemas.openxmlformats.org/officeDocument/2006/relationships/customXml" Target="../ink/ink1211.xml"/><Relationship Id="rId84" Type="http://schemas.openxmlformats.org/officeDocument/2006/relationships/image" Target="../media/image371.png"/><Relationship Id="rId138" Type="http://schemas.openxmlformats.org/officeDocument/2006/relationships/image" Target="../media/image526.png"/><Relationship Id="rId159" Type="http://schemas.openxmlformats.org/officeDocument/2006/relationships/customXml" Target="../ink/ink1259.xml"/><Relationship Id="rId170" Type="http://schemas.openxmlformats.org/officeDocument/2006/relationships/image" Target="../media/image649.png"/><Relationship Id="rId191" Type="http://schemas.openxmlformats.org/officeDocument/2006/relationships/customXml" Target="../ink/ink1275.xml"/><Relationship Id="rId107" Type="http://schemas.openxmlformats.org/officeDocument/2006/relationships/customXml" Target="../ink/ink1233.xml"/><Relationship Id="rId11" Type="http://schemas.openxmlformats.org/officeDocument/2006/relationships/customXml" Target="../ink/ink1185.xml"/><Relationship Id="rId32" Type="http://schemas.openxmlformats.org/officeDocument/2006/relationships/image" Target="../media/image345.png"/><Relationship Id="rId53" Type="http://schemas.openxmlformats.org/officeDocument/2006/relationships/customXml" Target="../ink/ink1206.xml"/><Relationship Id="rId74" Type="http://schemas.openxmlformats.org/officeDocument/2006/relationships/image" Target="../media/image366.png"/><Relationship Id="rId128" Type="http://schemas.openxmlformats.org/officeDocument/2006/relationships/image" Target="../media/image393.png"/><Relationship Id="rId149" Type="http://schemas.openxmlformats.org/officeDocument/2006/relationships/customXml" Target="../ink/ink1254.xml"/><Relationship Id="rId5" Type="http://schemas.openxmlformats.org/officeDocument/2006/relationships/customXml" Target="../ink/ink1182.xml"/><Relationship Id="rId95" Type="http://schemas.openxmlformats.org/officeDocument/2006/relationships/customXml" Target="../ink/ink1227.xml"/><Relationship Id="rId160" Type="http://schemas.openxmlformats.org/officeDocument/2006/relationships/image" Target="../media/image644.png"/><Relationship Id="rId181" Type="http://schemas.openxmlformats.org/officeDocument/2006/relationships/customXml" Target="../ink/ink1270.xml"/><Relationship Id="rId22" Type="http://schemas.openxmlformats.org/officeDocument/2006/relationships/image" Target="../media/image340.png"/><Relationship Id="rId43" Type="http://schemas.openxmlformats.org/officeDocument/2006/relationships/customXml" Target="../ink/ink1201.xml"/><Relationship Id="rId64" Type="http://schemas.openxmlformats.org/officeDocument/2006/relationships/image" Target="../media/image361.png"/><Relationship Id="rId118" Type="http://schemas.openxmlformats.org/officeDocument/2006/relationships/image" Target="../media/image388.png"/><Relationship Id="rId139" Type="http://schemas.openxmlformats.org/officeDocument/2006/relationships/customXml" Target="../ink/ink1249.xml"/><Relationship Id="rId85" Type="http://schemas.openxmlformats.org/officeDocument/2006/relationships/customXml" Target="../ink/ink1222.xml"/><Relationship Id="rId150" Type="http://schemas.openxmlformats.org/officeDocument/2006/relationships/image" Target="../media/image639.png"/><Relationship Id="rId171" Type="http://schemas.openxmlformats.org/officeDocument/2006/relationships/customXml" Target="../ink/ink1265.xml"/><Relationship Id="rId192" Type="http://schemas.openxmlformats.org/officeDocument/2006/relationships/image" Target="../media/image660.png"/><Relationship Id="rId12" Type="http://schemas.openxmlformats.org/officeDocument/2006/relationships/image" Target="../media/image335.png"/><Relationship Id="rId33" Type="http://schemas.openxmlformats.org/officeDocument/2006/relationships/customXml" Target="../ink/ink1196.xml"/><Relationship Id="rId108" Type="http://schemas.openxmlformats.org/officeDocument/2006/relationships/image" Target="../media/image383.png"/><Relationship Id="rId129" Type="http://schemas.openxmlformats.org/officeDocument/2006/relationships/customXml" Target="../ink/ink1244.xml"/><Relationship Id="rId54" Type="http://schemas.openxmlformats.org/officeDocument/2006/relationships/image" Target="../media/image356.png"/><Relationship Id="rId75" Type="http://schemas.openxmlformats.org/officeDocument/2006/relationships/customXml" Target="../ink/ink1217.xml"/><Relationship Id="rId96" Type="http://schemas.openxmlformats.org/officeDocument/2006/relationships/image" Target="../media/image377.png"/><Relationship Id="rId140" Type="http://schemas.openxmlformats.org/officeDocument/2006/relationships/image" Target="../media/image527.png"/><Relationship Id="rId161" Type="http://schemas.openxmlformats.org/officeDocument/2006/relationships/customXml" Target="../ink/ink1260.xml"/><Relationship Id="rId182" Type="http://schemas.openxmlformats.org/officeDocument/2006/relationships/image" Target="../media/image655.png"/><Relationship Id="rId6" Type="http://schemas.openxmlformats.org/officeDocument/2006/relationships/image" Target="../media/image332.png"/><Relationship Id="rId23" Type="http://schemas.openxmlformats.org/officeDocument/2006/relationships/customXml" Target="../ink/ink1191.xml"/><Relationship Id="rId119" Type="http://schemas.openxmlformats.org/officeDocument/2006/relationships/customXml" Target="../ink/ink1239.xml"/><Relationship Id="rId44" Type="http://schemas.openxmlformats.org/officeDocument/2006/relationships/image" Target="../media/image351.png"/><Relationship Id="rId65" Type="http://schemas.openxmlformats.org/officeDocument/2006/relationships/customXml" Target="../ink/ink1212.xml"/><Relationship Id="rId86" Type="http://schemas.openxmlformats.org/officeDocument/2006/relationships/image" Target="../media/image372.png"/><Relationship Id="rId130" Type="http://schemas.openxmlformats.org/officeDocument/2006/relationships/image" Target="../media/image522.png"/><Relationship Id="rId151" Type="http://schemas.openxmlformats.org/officeDocument/2006/relationships/customXml" Target="../ink/ink1255.xml"/><Relationship Id="rId172" Type="http://schemas.openxmlformats.org/officeDocument/2006/relationships/image" Target="../media/image650.png"/><Relationship Id="rId193" Type="http://schemas.openxmlformats.org/officeDocument/2006/relationships/customXml" Target="../ink/ink1276.xml"/><Relationship Id="rId13" Type="http://schemas.openxmlformats.org/officeDocument/2006/relationships/customXml" Target="../ink/ink1186.xml"/><Relationship Id="rId109" Type="http://schemas.openxmlformats.org/officeDocument/2006/relationships/customXml" Target="../ink/ink1234.xml"/><Relationship Id="rId34" Type="http://schemas.openxmlformats.org/officeDocument/2006/relationships/image" Target="../media/image346.png"/><Relationship Id="rId55" Type="http://schemas.openxmlformats.org/officeDocument/2006/relationships/customXml" Target="../ink/ink1207.xml"/><Relationship Id="rId76" Type="http://schemas.openxmlformats.org/officeDocument/2006/relationships/image" Target="../media/image367.png"/><Relationship Id="rId97" Type="http://schemas.openxmlformats.org/officeDocument/2006/relationships/customXml" Target="../ink/ink1228.xml"/><Relationship Id="rId120" Type="http://schemas.openxmlformats.org/officeDocument/2006/relationships/image" Target="../media/image389.png"/><Relationship Id="rId141" Type="http://schemas.openxmlformats.org/officeDocument/2006/relationships/customXml" Target="../ink/ink1250.xml"/><Relationship Id="rId7" Type="http://schemas.openxmlformats.org/officeDocument/2006/relationships/customXml" Target="../ink/ink1183.xml"/><Relationship Id="rId71" Type="http://schemas.openxmlformats.org/officeDocument/2006/relationships/customXml" Target="../ink/ink1215.xml"/><Relationship Id="rId92" Type="http://schemas.openxmlformats.org/officeDocument/2006/relationships/image" Target="../media/image375.png"/><Relationship Id="rId162" Type="http://schemas.openxmlformats.org/officeDocument/2006/relationships/image" Target="../media/image645.png"/><Relationship Id="rId183" Type="http://schemas.openxmlformats.org/officeDocument/2006/relationships/customXml" Target="../ink/ink1271.xml"/><Relationship Id="rId2" Type="http://schemas.openxmlformats.org/officeDocument/2006/relationships/image" Target="../media/image1.png"/><Relationship Id="rId29" Type="http://schemas.openxmlformats.org/officeDocument/2006/relationships/customXml" Target="../ink/ink1194.xml"/><Relationship Id="rId24" Type="http://schemas.openxmlformats.org/officeDocument/2006/relationships/image" Target="../media/image341.png"/><Relationship Id="rId40" Type="http://schemas.openxmlformats.org/officeDocument/2006/relationships/image" Target="../media/image349.png"/><Relationship Id="rId45" Type="http://schemas.openxmlformats.org/officeDocument/2006/relationships/customXml" Target="../ink/ink1202.xml"/><Relationship Id="rId66" Type="http://schemas.openxmlformats.org/officeDocument/2006/relationships/image" Target="../media/image362.png"/><Relationship Id="rId87" Type="http://schemas.openxmlformats.org/officeDocument/2006/relationships/customXml" Target="../ink/ink1223.xml"/><Relationship Id="rId110" Type="http://schemas.openxmlformats.org/officeDocument/2006/relationships/image" Target="../media/image384.png"/><Relationship Id="rId115" Type="http://schemas.openxmlformats.org/officeDocument/2006/relationships/customXml" Target="../ink/ink1237.xml"/><Relationship Id="rId131" Type="http://schemas.openxmlformats.org/officeDocument/2006/relationships/customXml" Target="../ink/ink1245.xml"/><Relationship Id="rId136" Type="http://schemas.openxmlformats.org/officeDocument/2006/relationships/image" Target="../media/image525.png"/><Relationship Id="rId157" Type="http://schemas.openxmlformats.org/officeDocument/2006/relationships/customXml" Target="../ink/ink1258.xml"/><Relationship Id="rId178" Type="http://schemas.openxmlformats.org/officeDocument/2006/relationships/image" Target="../media/image653.png"/><Relationship Id="rId61" Type="http://schemas.openxmlformats.org/officeDocument/2006/relationships/customXml" Target="../ink/ink1210.xml"/><Relationship Id="rId82" Type="http://schemas.openxmlformats.org/officeDocument/2006/relationships/image" Target="../media/image370.png"/><Relationship Id="rId152" Type="http://schemas.openxmlformats.org/officeDocument/2006/relationships/image" Target="../media/image640.png"/><Relationship Id="rId173" Type="http://schemas.openxmlformats.org/officeDocument/2006/relationships/customXml" Target="../ink/ink1266.xml"/><Relationship Id="rId194" Type="http://schemas.openxmlformats.org/officeDocument/2006/relationships/image" Target="../media/image661.png"/><Relationship Id="rId19" Type="http://schemas.openxmlformats.org/officeDocument/2006/relationships/customXml" Target="../ink/ink1189.xml"/><Relationship Id="rId14" Type="http://schemas.openxmlformats.org/officeDocument/2006/relationships/image" Target="../media/image336.png"/><Relationship Id="rId30" Type="http://schemas.openxmlformats.org/officeDocument/2006/relationships/image" Target="../media/image344.png"/><Relationship Id="rId35" Type="http://schemas.openxmlformats.org/officeDocument/2006/relationships/customXml" Target="../ink/ink1197.xml"/><Relationship Id="rId56" Type="http://schemas.openxmlformats.org/officeDocument/2006/relationships/image" Target="../media/image357.png"/><Relationship Id="rId77" Type="http://schemas.openxmlformats.org/officeDocument/2006/relationships/customXml" Target="../ink/ink1218.xml"/><Relationship Id="rId100" Type="http://schemas.openxmlformats.org/officeDocument/2006/relationships/image" Target="../media/image379.png"/><Relationship Id="rId105" Type="http://schemas.openxmlformats.org/officeDocument/2006/relationships/customXml" Target="../ink/ink1232.xml"/><Relationship Id="rId126" Type="http://schemas.openxmlformats.org/officeDocument/2006/relationships/image" Target="../media/image392.png"/><Relationship Id="rId147" Type="http://schemas.openxmlformats.org/officeDocument/2006/relationships/customXml" Target="../ink/ink1253.xml"/><Relationship Id="rId168" Type="http://schemas.openxmlformats.org/officeDocument/2006/relationships/image" Target="../media/image648.png"/><Relationship Id="rId8" Type="http://schemas.openxmlformats.org/officeDocument/2006/relationships/image" Target="../media/image333.png"/><Relationship Id="rId51" Type="http://schemas.openxmlformats.org/officeDocument/2006/relationships/customXml" Target="../ink/ink1205.xml"/><Relationship Id="rId72" Type="http://schemas.openxmlformats.org/officeDocument/2006/relationships/image" Target="../media/image365.png"/><Relationship Id="rId93" Type="http://schemas.openxmlformats.org/officeDocument/2006/relationships/customXml" Target="../ink/ink1226.xml"/><Relationship Id="rId98" Type="http://schemas.openxmlformats.org/officeDocument/2006/relationships/image" Target="../media/image378.png"/><Relationship Id="rId121" Type="http://schemas.openxmlformats.org/officeDocument/2006/relationships/customXml" Target="../ink/ink1240.xml"/><Relationship Id="rId142" Type="http://schemas.openxmlformats.org/officeDocument/2006/relationships/image" Target="../media/image528.png"/><Relationship Id="rId163" Type="http://schemas.openxmlformats.org/officeDocument/2006/relationships/customXml" Target="../ink/ink1261.xml"/><Relationship Id="rId184" Type="http://schemas.openxmlformats.org/officeDocument/2006/relationships/image" Target="../media/image656.png"/><Relationship Id="rId189" Type="http://schemas.openxmlformats.org/officeDocument/2006/relationships/customXml" Target="../ink/ink1274.xml"/><Relationship Id="rId3" Type="http://schemas.openxmlformats.org/officeDocument/2006/relationships/customXml" Target="../ink/ink1181.xml"/><Relationship Id="rId25" Type="http://schemas.openxmlformats.org/officeDocument/2006/relationships/customXml" Target="../ink/ink1192.xml"/><Relationship Id="rId46" Type="http://schemas.openxmlformats.org/officeDocument/2006/relationships/image" Target="../media/image352.png"/><Relationship Id="rId67" Type="http://schemas.openxmlformats.org/officeDocument/2006/relationships/customXml" Target="../ink/ink1213.xml"/><Relationship Id="rId116" Type="http://schemas.openxmlformats.org/officeDocument/2006/relationships/image" Target="../media/image387.png"/><Relationship Id="rId137" Type="http://schemas.openxmlformats.org/officeDocument/2006/relationships/customXml" Target="../ink/ink1248.xml"/><Relationship Id="rId158" Type="http://schemas.openxmlformats.org/officeDocument/2006/relationships/image" Target="../media/image643.png"/><Relationship Id="rId20" Type="http://schemas.openxmlformats.org/officeDocument/2006/relationships/image" Target="../media/image339.png"/><Relationship Id="rId41" Type="http://schemas.openxmlformats.org/officeDocument/2006/relationships/customXml" Target="../ink/ink1200.xml"/><Relationship Id="rId62" Type="http://schemas.openxmlformats.org/officeDocument/2006/relationships/image" Target="../media/image360.png"/><Relationship Id="rId83" Type="http://schemas.openxmlformats.org/officeDocument/2006/relationships/customXml" Target="../ink/ink1221.xml"/><Relationship Id="rId88" Type="http://schemas.openxmlformats.org/officeDocument/2006/relationships/image" Target="../media/image373.png"/><Relationship Id="rId111" Type="http://schemas.openxmlformats.org/officeDocument/2006/relationships/customXml" Target="../ink/ink1235.xml"/><Relationship Id="rId132" Type="http://schemas.openxmlformats.org/officeDocument/2006/relationships/image" Target="../media/image523.png"/><Relationship Id="rId153" Type="http://schemas.openxmlformats.org/officeDocument/2006/relationships/customXml" Target="../ink/ink1256.xml"/><Relationship Id="rId174" Type="http://schemas.openxmlformats.org/officeDocument/2006/relationships/image" Target="../media/image651.png"/><Relationship Id="rId179" Type="http://schemas.openxmlformats.org/officeDocument/2006/relationships/customXml" Target="../ink/ink1269.xml"/><Relationship Id="rId195" Type="http://schemas.openxmlformats.org/officeDocument/2006/relationships/customXml" Target="../ink/ink1277.xml"/><Relationship Id="rId190" Type="http://schemas.openxmlformats.org/officeDocument/2006/relationships/image" Target="../media/image659.png"/><Relationship Id="rId15" Type="http://schemas.openxmlformats.org/officeDocument/2006/relationships/customXml" Target="../ink/ink1187.xml"/><Relationship Id="rId36" Type="http://schemas.openxmlformats.org/officeDocument/2006/relationships/image" Target="../media/image347.png"/><Relationship Id="rId57" Type="http://schemas.openxmlformats.org/officeDocument/2006/relationships/customXml" Target="../ink/ink1208.xml"/><Relationship Id="rId106" Type="http://schemas.openxmlformats.org/officeDocument/2006/relationships/image" Target="../media/image382.png"/><Relationship Id="rId127" Type="http://schemas.openxmlformats.org/officeDocument/2006/relationships/customXml" Target="../ink/ink1243.xml"/><Relationship Id="rId10" Type="http://schemas.openxmlformats.org/officeDocument/2006/relationships/image" Target="../media/image334.png"/><Relationship Id="rId31" Type="http://schemas.openxmlformats.org/officeDocument/2006/relationships/customXml" Target="../ink/ink1195.xml"/><Relationship Id="rId52" Type="http://schemas.openxmlformats.org/officeDocument/2006/relationships/image" Target="../media/image355.png"/><Relationship Id="rId73" Type="http://schemas.openxmlformats.org/officeDocument/2006/relationships/customXml" Target="../ink/ink1216.xml"/><Relationship Id="rId78" Type="http://schemas.openxmlformats.org/officeDocument/2006/relationships/image" Target="../media/image368.png"/><Relationship Id="rId94" Type="http://schemas.openxmlformats.org/officeDocument/2006/relationships/image" Target="../media/image376.png"/><Relationship Id="rId99" Type="http://schemas.openxmlformats.org/officeDocument/2006/relationships/customXml" Target="../ink/ink1229.xml"/><Relationship Id="rId101" Type="http://schemas.openxmlformats.org/officeDocument/2006/relationships/customXml" Target="../ink/ink1230.xml"/><Relationship Id="rId122" Type="http://schemas.openxmlformats.org/officeDocument/2006/relationships/image" Target="../media/image390.png"/><Relationship Id="rId143" Type="http://schemas.openxmlformats.org/officeDocument/2006/relationships/customXml" Target="../ink/ink1251.xml"/><Relationship Id="rId148" Type="http://schemas.openxmlformats.org/officeDocument/2006/relationships/image" Target="../media/image638.png"/><Relationship Id="rId164" Type="http://schemas.openxmlformats.org/officeDocument/2006/relationships/image" Target="../media/image646.png"/><Relationship Id="rId169" Type="http://schemas.openxmlformats.org/officeDocument/2006/relationships/customXml" Target="../ink/ink1264.xml"/><Relationship Id="rId185" Type="http://schemas.openxmlformats.org/officeDocument/2006/relationships/customXml" Target="../ink/ink1272.xml"/><Relationship Id="rId4" Type="http://schemas.openxmlformats.org/officeDocument/2006/relationships/image" Target="../media/image331.png"/><Relationship Id="rId9" Type="http://schemas.openxmlformats.org/officeDocument/2006/relationships/customXml" Target="../ink/ink1184.xml"/><Relationship Id="rId180" Type="http://schemas.openxmlformats.org/officeDocument/2006/relationships/image" Target="../media/image654.png"/><Relationship Id="rId26" Type="http://schemas.openxmlformats.org/officeDocument/2006/relationships/image" Target="../media/image342.png"/><Relationship Id="rId47" Type="http://schemas.openxmlformats.org/officeDocument/2006/relationships/customXml" Target="../ink/ink1203.xml"/><Relationship Id="rId68" Type="http://schemas.openxmlformats.org/officeDocument/2006/relationships/image" Target="../media/image363.png"/><Relationship Id="rId89" Type="http://schemas.openxmlformats.org/officeDocument/2006/relationships/customXml" Target="../ink/ink1224.xml"/><Relationship Id="rId112" Type="http://schemas.openxmlformats.org/officeDocument/2006/relationships/image" Target="../media/image385.png"/><Relationship Id="rId133" Type="http://schemas.openxmlformats.org/officeDocument/2006/relationships/customXml" Target="../ink/ink1246.xml"/><Relationship Id="rId154" Type="http://schemas.openxmlformats.org/officeDocument/2006/relationships/image" Target="../media/image641.png"/><Relationship Id="rId175" Type="http://schemas.openxmlformats.org/officeDocument/2006/relationships/customXml" Target="../ink/ink1267.xml"/><Relationship Id="rId196" Type="http://schemas.openxmlformats.org/officeDocument/2006/relationships/image" Target="../media/image662.png"/><Relationship Id="rId16" Type="http://schemas.openxmlformats.org/officeDocument/2006/relationships/image" Target="../media/image337.png"/><Relationship Id="rId37" Type="http://schemas.openxmlformats.org/officeDocument/2006/relationships/customXml" Target="../ink/ink1198.xml"/><Relationship Id="rId58" Type="http://schemas.openxmlformats.org/officeDocument/2006/relationships/image" Target="../media/image358.png"/><Relationship Id="rId79" Type="http://schemas.openxmlformats.org/officeDocument/2006/relationships/customXml" Target="../ink/ink1219.xml"/><Relationship Id="rId102" Type="http://schemas.openxmlformats.org/officeDocument/2006/relationships/image" Target="../media/image380.png"/><Relationship Id="rId123" Type="http://schemas.openxmlformats.org/officeDocument/2006/relationships/customXml" Target="../ink/ink1241.xml"/><Relationship Id="rId144" Type="http://schemas.openxmlformats.org/officeDocument/2006/relationships/image" Target="../media/image529.png"/><Relationship Id="rId90" Type="http://schemas.openxmlformats.org/officeDocument/2006/relationships/image" Target="../media/image374.png"/><Relationship Id="rId165" Type="http://schemas.openxmlformats.org/officeDocument/2006/relationships/customXml" Target="../ink/ink1262.xml"/><Relationship Id="rId186" Type="http://schemas.openxmlformats.org/officeDocument/2006/relationships/image" Target="../media/image657.png"/><Relationship Id="rId27" Type="http://schemas.openxmlformats.org/officeDocument/2006/relationships/customXml" Target="../ink/ink1193.xml"/><Relationship Id="rId48" Type="http://schemas.openxmlformats.org/officeDocument/2006/relationships/image" Target="../media/image353.png"/><Relationship Id="rId69" Type="http://schemas.openxmlformats.org/officeDocument/2006/relationships/customXml" Target="../ink/ink1214.xml"/><Relationship Id="rId113" Type="http://schemas.openxmlformats.org/officeDocument/2006/relationships/customXml" Target="../ink/ink1236.xml"/><Relationship Id="rId134" Type="http://schemas.openxmlformats.org/officeDocument/2006/relationships/image" Target="../media/image524.png"/><Relationship Id="rId80" Type="http://schemas.openxmlformats.org/officeDocument/2006/relationships/image" Target="../media/image369.png"/><Relationship Id="rId155" Type="http://schemas.openxmlformats.org/officeDocument/2006/relationships/customXml" Target="../ink/ink1257.xml"/><Relationship Id="rId176" Type="http://schemas.openxmlformats.org/officeDocument/2006/relationships/image" Target="../media/image652.png"/><Relationship Id="rId197" Type="http://schemas.openxmlformats.org/officeDocument/2006/relationships/customXml" Target="../ink/ink1278.xml"/><Relationship Id="rId17" Type="http://schemas.openxmlformats.org/officeDocument/2006/relationships/customXml" Target="../ink/ink1188.xml"/><Relationship Id="rId38" Type="http://schemas.openxmlformats.org/officeDocument/2006/relationships/image" Target="../media/image348.png"/><Relationship Id="rId59" Type="http://schemas.openxmlformats.org/officeDocument/2006/relationships/customXml" Target="../ink/ink1209.xml"/><Relationship Id="rId103" Type="http://schemas.openxmlformats.org/officeDocument/2006/relationships/customXml" Target="../ink/ink1231.xml"/><Relationship Id="rId124" Type="http://schemas.openxmlformats.org/officeDocument/2006/relationships/image" Target="../media/image391.png"/><Relationship Id="rId70" Type="http://schemas.openxmlformats.org/officeDocument/2006/relationships/image" Target="../media/image364.png"/><Relationship Id="rId91" Type="http://schemas.openxmlformats.org/officeDocument/2006/relationships/customXml" Target="../ink/ink1225.xml"/><Relationship Id="rId145" Type="http://schemas.openxmlformats.org/officeDocument/2006/relationships/customXml" Target="../ink/ink1252.xml"/><Relationship Id="rId166" Type="http://schemas.openxmlformats.org/officeDocument/2006/relationships/image" Target="../media/image647.png"/><Relationship Id="rId187" Type="http://schemas.openxmlformats.org/officeDocument/2006/relationships/customXml" Target="../ink/ink1273.xml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343.png"/><Relationship Id="rId49" Type="http://schemas.openxmlformats.org/officeDocument/2006/relationships/customXml" Target="../ink/ink1204.xml"/><Relationship Id="rId114" Type="http://schemas.openxmlformats.org/officeDocument/2006/relationships/image" Target="../media/image386.png"/><Relationship Id="rId60" Type="http://schemas.openxmlformats.org/officeDocument/2006/relationships/image" Target="../media/image359.png"/><Relationship Id="rId81" Type="http://schemas.openxmlformats.org/officeDocument/2006/relationships/customXml" Target="../ink/ink1220.xml"/><Relationship Id="rId135" Type="http://schemas.openxmlformats.org/officeDocument/2006/relationships/customXml" Target="../ink/ink1247.xml"/><Relationship Id="rId156" Type="http://schemas.openxmlformats.org/officeDocument/2006/relationships/image" Target="../media/image642.png"/><Relationship Id="rId177" Type="http://schemas.openxmlformats.org/officeDocument/2006/relationships/customXml" Target="../ink/ink1268.xml"/><Relationship Id="rId198" Type="http://schemas.openxmlformats.org/officeDocument/2006/relationships/image" Target="../media/image663.png"/><Relationship Id="rId18" Type="http://schemas.openxmlformats.org/officeDocument/2006/relationships/image" Target="../media/image338.png"/><Relationship Id="rId39" Type="http://schemas.openxmlformats.org/officeDocument/2006/relationships/customXml" Target="../ink/ink1199.xml"/><Relationship Id="rId50" Type="http://schemas.openxmlformats.org/officeDocument/2006/relationships/image" Target="../media/image354.png"/><Relationship Id="rId104" Type="http://schemas.openxmlformats.org/officeDocument/2006/relationships/image" Target="../media/image381.png"/><Relationship Id="rId125" Type="http://schemas.openxmlformats.org/officeDocument/2006/relationships/customXml" Target="../ink/ink1242.xml"/><Relationship Id="rId146" Type="http://schemas.openxmlformats.org/officeDocument/2006/relationships/image" Target="../media/image530.png"/><Relationship Id="rId167" Type="http://schemas.openxmlformats.org/officeDocument/2006/relationships/customXml" Target="../ink/ink1263.xml"/><Relationship Id="rId188" Type="http://schemas.openxmlformats.org/officeDocument/2006/relationships/image" Target="../media/image658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36.xml"/><Relationship Id="rId21" Type="http://schemas.openxmlformats.org/officeDocument/2006/relationships/customXml" Target="../ink/ink1288.xml"/><Relationship Id="rId42" Type="http://schemas.openxmlformats.org/officeDocument/2006/relationships/image" Target="../media/image648.png"/><Relationship Id="rId63" Type="http://schemas.openxmlformats.org/officeDocument/2006/relationships/customXml" Target="../ink/ink1309.xml"/><Relationship Id="rId84" Type="http://schemas.openxmlformats.org/officeDocument/2006/relationships/image" Target="../media/image669.png"/><Relationship Id="rId138" Type="http://schemas.openxmlformats.org/officeDocument/2006/relationships/image" Target="../media/image695.png"/><Relationship Id="rId159" Type="http://schemas.openxmlformats.org/officeDocument/2006/relationships/image" Target="../media/image705.png"/><Relationship Id="rId170" Type="http://schemas.openxmlformats.org/officeDocument/2006/relationships/customXml" Target="../ink/ink1363.xml"/><Relationship Id="rId191" Type="http://schemas.openxmlformats.org/officeDocument/2006/relationships/image" Target="../media/image721.png"/><Relationship Id="rId205" Type="http://schemas.openxmlformats.org/officeDocument/2006/relationships/image" Target="../media/image728.png"/><Relationship Id="rId107" Type="http://schemas.openxmlformats.org/officeDocument/2006/relationships/customXml" Target="../ink/ink1331.xml"/><Relationship Id="rId11" Type="http://schemas.openxmlformats.org/officeDocument/2006/relationships/customXml" Target="../ink/ink1283.xml"/><Relationship Id="rId32" Type="http://schemas.openxmlformats.org/officeDocument/2006/relationships/image" Target="../media/image643.png"/><Relationship Id="rId53" Type="http://schemas.openxmlformats.org/officeDocument/2006/relationships/customXml" Target="../ink/ink1304.xml"/><Relationship Id="rId74" Type="http://schemas.openxmlformats.org/officeDocument/2006/relationships/image" Target="../media/image664.png"/><Relationship Id="rId128" Type="http://schemas.openxmlformats.org/officeDocument/2006/relationships/image" Target="../media/image690.png"/><Relationship Id="rId149" Type="http://schemas.openxmlformats.org/officeDocument/2006/relationships/image" Target="../media/image700.png"/><Relationship Id="rId5" Type="http://schemas.openxmlformats.org/officeDocument/2006/relationships/customXml" Target="../ink/ink1280.xml"/><Relationship Id="rId95" Type="http://schemas.openxmlformats.org/officeDocument/2006/relationships/customXml" Target="../ink/ink1325.xml"/><Relationship Id="rId160" Type="http://schemas.openxmlformats.org/officeDocument/2006/relationships/customXml" Target="../ink/ink1358.xml"/><Relationship Id="rId181" Type="http://schemas.openxmlformats.org/officeDocument/2006/relationships/image" Target="../media/image716.png"/><Relationship Id="rId216" Type="http://schemas.openxmlformats.org/officeDocument/2006/relationships/customXml" Target="../ink/ink1386.xml"/><Relationship Id="rId22" Type="http://schemas.openxmlformats.org/officeDocument/2006/relationships/image" Target="../media/image638.png"/><Relationship Id="rId43" Type="http://schemas.openxmlformats.org/officeDocument/2006/relationships/customXml" Target="../ink/ink1299.xml"/><Relationship Id="rId64" Type="http://schemas.openxmlformats.org/officeDocument/2006/relationships/image" Target="../media/image659.png"/><Relationship Id="rId118" Type="http://schemas.openxmlformats.org/officeDocument/2006/relationships/image" Target="../media/image685.png"/><Relationship Id="rId139" Type="http://schemas.openxmlformats.org/officeDocument/2006/relationships/customXml" Target="../ink/ink1347.xml"/><Relationship Id="rId85" Type="http://schemas.openxmlformats.org/officeDocument/2006/relationships/customXml" Target="../ink/ink1320.xml"/><Relationship Id="rId150" Type="http://schemas.openxmlformats.org/officeDocument/2006/relationships/customXml" Target="../ink/ink1353.xml"/><Relationship Id="rId171" Type="http://schemas.openxmlformats.org/officeDocument/2006/relationships/image" Target="../media/image711.png"/><Relationship Id="rId192" Type="http://schemas.openxmlformats.org/officeDocument/2006/relationships/customXml" Target="../ink/ink1374.xml"/><Relationship Id="rId206" Type="http://schemas.openxmlformats.org/officeDocument/2006/relationships/customXml" Target="../ink/ink1381.xml"/><Relationship Id="rId12" Type="http://schemas.openxmlformats.org/officeDocument/2006/relationships/image" Target="../media/image526.png"/><Relationship Id="rId33" Type="http://schemas.openxmlformats.org/officeDocument/2006/relationships/customXml" Target="../ink/ink1294.xml"/><Relationship Id="rId108" Type="http://schemas.openxmlformats.org/officeDocument/2006/relationships/image" Target="../media/image680.png"/><Relationship Id="rId129" Type="http://schemas.openxmlformats.org/officeDocument/2006/relationships/customXml" Target="../ink/ink1342.xml"/><Relationship Id="rId54" Type="http://schemas.openxmlformats.org/officeDocument/2006/relationships/image" Target="../media/image654.png"/><Relationship Id="rId75" Type="http://schemas.openxmlformats.org/officeDocument/2006/relationships/customXml" Target="../ink/ink1315.xml"/><Relationship Id="rId96" Type="http://schemas.openxmlformats.org/officeDocument/2006/relationships/image" Target="../media/image674.png"/><Relationship Id="rId140" Type="http://schemas.openxmlformats.org/officeDocument/2006/relationships/image" Target="../media/image696.png"/><Relationship Id="rId161" Type="http://schemas.openxmlformats.org/officeDocument/2006/relationships/image" Target="../media/image706.png"/><Relationship Id="rId182" Type="http://schemas.openxmlformats.org/officeDocument/2006/relationships/customXml" Target="../ink/ink1369.xml"/><Relationship Id="rId217" Type="http://schemas.openxmlformats.org/officeDocument/2006/relationships/image" Target="../media/image734.png"/><Relationship Id="rId6" Type="http://schemas.openxmlformats.org/officeDocument/2006/relationships/image" Target="../media/image523.png"/><Relationship Id="rId23" Type="http://schemas.openxmlformats.org/officeDocument/2006/relationships/customXml" Target="../ink/ink1289.xml"/><Relationship Id="rId119" Type="http://schemas.openxmlformats.org/officeDocument/2006/relationships/customXml" Target="../ink/ink1337.xml"/><Relationship Id="rId44" Type="http://schemas.openxmlformats.org/officeDocument/2006/relationships/image" Target="../media/image649.png"/><Relationship Id="rId65" Type="http://schemas.openxmlformats.org/officeDocument/2006/relationships/customXml" Target="../ink/ink1310.xml"/><Relationship Id="rId86" Type="http://schemas.openxmlformats.org/officeDocument/2006/relationships/image" Target="../media/image670.png"/><Relationship Id="rId130" Type="http://schemas.openxmlformats.org/officeDocument/2006/relationships/image" Target="../media/image691.png"/><Relationship Id="rId151" Type="http://schemas.openxmlformats.org/officeDocument/2006/relationships/image" Target="../media/image701.png"/><Relationship Id="rId172" Type="http://schemas.openxmlformats.org/officeDocument/2006/relationships/customXml" Target="../ink/ink1364.xml"/><Relationship Id="rId193" Type="http://schemas.openxmlformats.org/officeDocument/2006/relationships/image" Target="../media/image722.png"/><Relationship Id="rId207" Type="http://schemas.openxmlformats.org/officeDocument/2006/relationships/image" Target="../media/image729.png"/><Relationship Id="rId13" Type="http://schemas.openxmlformats.org/officeDocument/2006/relationships/customXml" Target="../ink/ink1284.xml"/><Relationship Id="rId109" Type="http://schemas.openxmlformats.org/officeDocument/2006/relationships/customXml" Target="../ink/ink1332.xml"/><Relationship Id="rId34" Type="http://schemas.openxmlformats.org/officeDocument/2006/relationships/image" Target="../media/image644.png"/><Relationship Id="rId55" Type="http://schemas.openxmlformats.org/officeDocument/2006/relationships/customXml" Target="../ink/ink1305.xml"/><Relationship Id="rId76" Type="http://schemas.openxmlformats.org/officeDocument/2006/relationships/image" Target="../media/image665.png"/><Relationship Id="rId97" Type="http://schemas.openxmlformats.org/officeDocument/2006/relationships/customXml" Target="../ink/ink1326.xml"/><Relationship Id="rId120" Type="http://schemas.openxmlformats.org/officeDocument/2006/relationships/image" Target="../media/image686.png"/><Relationship Id="rId141" Type="http://schemas.openxmlformats.org/officeDocument/2006/relationships/customXml" Target="../ink/ink1348.xml"/><Relationship Id="rId7" Type="http://schemas.openxmlformats.org/officeDocument/2006/relationships/customXml" Target="../ink/ink1281.xml"/><Relationship Id="rId162" Type="http://schemas.openxmlformats.org/officeDocument/2006/relationships/customXml" Target="../ink/ink1359.xml"/><Relationship Id="rId183" Type="http://schemas.openxmlformats.org/officeDocument/2006/relationships/image" Target="../media/image717.png"/><Relationship Id="rId218" Type="http://schemas.openxmlformats.org/officeDocument/2006/relationships/customXml" Target="../ink/ink1387.xml"/><Relationship Id="rId24" Type="http://schemas.openxmlformats.org/officeDocument/2006/relationships/image" Target="../media/image639.png"/><Relationship Id="rId45" Type="http://schemas.openxmlformats.org/officeDocument/2006/relationships/customXml" Target="../ink/ink1300.xml"/><Relationship Id="rId66" Type="http://schemas.openxmlformats.org/officeDocument/2006/relationships/image" Target="../media/image660.png"/><Relationship Id="rId87" Type="http://schemas.openxmlformats.org/officeDocument/2006/relationships/customXml" Target="../ink/ink1321.xml"/><Relationship Id="rId110" Type="http://schemas.openxmlformats.org/officeDocument/2006/relationships/image" Target="../media/image681.png"/><Relationship Id="rId131" Type="http://schemas.openxmlformats.org/officeDocument/2006/relationships/customXml" Target="../ink/ink1343.xml"/><Relationship Id="rId152" Type="http://schemas.openxmlformats.org/officeDocument/2006/relationships/customXml" Target="../ink/ink1354.xml"/><Relationship Id="rId173" Type="http://schemas.openxmlformats.org/officeDocument/2006/relationships/image" Target="../media/image712.png"/><Relationship Id="rId194" Type="http://schemas.openxmlformats.org/officeDocument/2006/relationships/customXml" Target="../ink/ink1375.xml"/><Relationship Id="rId208" Type="http://schemas.openxmlformats.org/officeDocument/2006/relationships/customXml" Target="../ink/ink1382.xml"/><Relationship Id="rId14" Type="http://schemas.openxmlformats.org/officeDocument/2006/relationships/image" Target="../media/image527.png"/><Relationship Id="rId30" Type="http://schemas.openxmlformats.org/officeDocument/2006/relationships/image" Target="../media/image642.png"/><Relationship Id="rId35" Type="http://schemas.openxmlformats.org/officeDocument/2006/relationships/customXml" Target="../ink/ink1295.xml"/><Relationship Id="rId56" Type="http://schemas.openxmlformats.org/officeDocument/2006/relationships/image" Target="../media/image655.png"/><Relationship Id="rId77" Type="http://schemas.openxmlformats.org/officeDocument/2006/relationships/customXml" Target="../ink/ink1316.xml"/><Relationship Id="rId100" Type="http://schemas.openxmlformats.org/officeDocument/2006/relationships/image" Target="../media/image676.png"/><Relationship Id="rId105" Type="http://schemas.openxmlformats.org/officeDocument/2006/relationships/customXml" Target="../ink/ink1330.xml"/><Relationship Id="rId126" Type="http://schemas.openxmlformats.org/officeDocument/2006/relationships/image" Target="../media/image689.png"/><Relationship Id="rId147" Type="http://schemas.openxmlformats.org/officeDocument/2006/relationships/image" Target="../media/image699.png"/><Relationship Id="rId168" Type="http://schemas.openxmlformats.org/officeDocument/2006/relationships/customXml" Target="../ink/ink1362.xml"/><Relationship Id="rId8" Type="http://schemas.openxmlformats.org/officeDocument/2006/relationships/image" Target="../media/image524.png"/><Relationship Id="rId51" Type="http://schemas.openxmlformats.org/officeDocument/2006/relationships/customXml" Target="../ink/ink1303.xml"/><Relationship Id="rId72" Type="http://schemas.openxmlformats.org/officeDocument/2006/relationships/image" Target="../media/image663.png"/><Relationship Id="rId93" Type="http://schemas.openxmlformats.org/officeDocument/2006/relationships/customXml" Target="../ink/ink1324.xml"/><Relationship Id="rId98" Type="http://schemas.openxmlformats.org/officeDocument/2006/relationships/image" Target="../media/image675.png"/><Relationship Id="rId121" Type="http://schemas.openxmlformats.org/officeDocument/2006/relationships/customXml" Target="../ink/ink1338.xml"/><Relationship Id="rId142" Type="http://schemas.openxmlformats.org/officeDocument/2006/relationships/customXml" Target="../ink/ink1349.xml"/><Relationship Id="rId163" Type="http://schemas.openxmlformats.org/officeDocument/2006/relationships/image" Target="../media/image707.png"/><Relationship Id="rId184" Type="http://schemas.openxmlformats.org/officeDocument/2006/relationships/customXml" Target="../ink/ink1370.xml"/><Relationship Id="rId189" Type="http://schemas.openxmlformats.org/officeDocument/2006/relationships/image" Target="../media/image720.png"/><Relationship Id="rId219" Type="http://schemas.openxmlformats.org/officeDocument/2006/relationships/image" Target="../media/image735.png"/><Relationship Id="rId3" Type="http://schemas.openxmlformats.org/officeDocument/2006/relationships/customXml" Target="../ink/ink1279.xml"/><Relationship Id="rId214" Type="http://schemas.openxmlformats.org/officeDocument/2006/relationships/customXml" Target="../ink/ink1385.xml"/><Relationship Id="rId25" Type="http://schemas.openxmlformats.org/officeDocument/2006/relationships/customXml" Target="../ink/ink1290.xml"/><Relationship Id="rId46" Type="http://schemas.openxmlformats.org/officeDocument/2006/relationships/image" Target="../media/image650.png"/><Relationship Id="rId67" Type="http://schemas.openxmlformats.org/officeDocument/2006/relationships/customXml" Target="../ink/ink1311.xml"/><Relationship Id="rId116" Type="http://schemas.openxmlformats.org/officeDocument/2006/relationships/image" Target="../media/image684.png"/><Relationship Id="rId137" Type="http://schemas.openxmlformats.org/officeDocument/2006/relationships/customXml" Target="../ink/ink1346.xml"/><Relationship Id="rId158" Type="http://schemas.openxmlformats.org/officeDocument/2006/relationships/customXml" Target="../ink/ink1357.xml"/><Relationship Id="rId20" Type="http://schemas.openxmlformats.org/officeDocument/2006/relationships/image" Target="../media/image530.png"/><Relationship Id="rId41" Type="http://schemas.openxmlformats.org/officeDocument/2006/relationships/customXml" Target="../ink/ink1298.xml"/><Relationship Id="rId62" Type="http://schemas.openxmlformats.org/officeDocument/2006/relationships/image" Target="../media/image658.png"/><Relationship Id="rId83" Type="http://schemas.openxmlformats.org/officeDocument/2006/relationships/customXml" Target="../ink/ink1319.xml"/><Relationship Id="rId88" Type="http://schemas.openxmlformats.org/officeDocument/2006/relationships/image" Target="../media/image134.png"/><Relationship Id="rId111" Type="http://schemas.openxmlformats.org/officeDocument/2006/relationships/customXml" Target="../ink/ink1333.xml"/><Relationship Id="rId132" Type="http://schemas.openxmlformats.org/officeDocument/2006/relationships/image" Target="../media/image692.png"/><Relationship Id="rId153" Type="http://schemas.openxmlformats.org/officeDocument/2006/relationships/image" Target="../media/image702.png"/><Relationship Id="rId174" Type="http://schemas.openxmlformats.org/officeDocument/2006/relationships/customXml" Target="../ink/ink1365.xml"/><Relationship Id="rId179" Type="http://schemas.openxmlformats.org/officeDocument/2006/relationships/image" Target="../media/image715.png"/><Relationship Id="rId195" Type="http://schemas.openxmlformats.org/officeDocument/2006/relationships/image" Target="../media/image723.png"/><Relationship Id="rId209" Type="http://schemas.openxmlformats.org/officeDocument/2006/relationships/image" Target="../media/image730.png"/><Relationship Id="rId190" Type="http://schemas.openxmlformats.org/officeDocument/2006/relationships/customXml" Target="../ink/ink1373.xml"/><Relationship Id="rId204" Type="http://schemas.openxmlformats.org/officeDocument/2006/relationships/customXml" Target="../ink/ink1380.xml"/><Relationship Id="rId15" Type="http://schemas.openxmlformats.org/officeDocument/2006/relationships/customXml" Target="../ink/ink1285.xml"/><Relationship Id="rId36" Type="http://schemas.openxmlformats.org/officeDocument/2006/relationships/image" Target="../media/image645.png"/><Relationship Id="rId57" Type="http://schemas.openxmlformats.org/officeDocument/2006/relationships/customXml" Target="../ink/ink1306.xml"/><Relationship Id="rId106" Type="http://schemas.openxmlformats.org/officeDocument/2006/relationships/image" Target="../media/image679.png"/><Relationship Id="rId127" Type="http://schemas.openxmlformats.org/officeDocument/2006/relationships/customXml" Target="../ink/ink1341.xml"/><Relationship Id="rId10" Type="http://schemas.openxmlformats.org/officeDocument/2006/relationships/image" Target="../media/image525.png"/><Relationship Id="rId31" Type="http://schemas.openxmlformats.org/officeDocument/2006/relationships/customXml" Target="../ink/ink1293.xml"/><Relationship Id="rId52" Type="http://schemas.openxmlformats.org/officeDocument/2006/relationships/image" Target="../media/image653.png"/><Relationship Id="rId73" Type="http://schemas.openxmlformats.org/officeDocument/2006/relationships/customXml" Target="../ink/ink1314.xml"/><Relationship Id="rId78" Type="http://schemas.openxmlformats.org/officeDocument/2006/relationships/image" Target="../media/image666.png"/><Relationship Id="rId94" Type="http://schemas.openxmlformats.org/officeDocument/2006/relationships/image" Target="../media/image673.png"/><Relationship Id="rId99" Type="http://schemas.openxmlformats.org/officeDocument/2006/relationships/customXml" Target="../ink/ink1327.xml"/><Relationship Id="rId101" Type="http://schemas.openxmlformats.org/officeDocument/2006/relationships/customXml" Target="../ink/ink1328.xml"/><Relationship Id="rId122" Type="http://schemas.openxmlformats.org/officeDocument/2006/relationships/image" Target="../media/image687.png"/><Relationship Id="rId143" Type="http://schemas.openxmlformats.org/officeDocument/2006/relationships/image" Target="../media/image697.png"/><Relationship Id="rId148" Type="http://schemas.openxmlformats.org/officeDocument/2006/relationships/customXml" Target="../ink/ink1352.xml"/><Relationship Id="rId164" Type="http://schemas.openxmlformats.org/officeDocument/2006/relationships/customXml" Target="../ink/ink1360.xml"/><Relationship Id="rId169" Type="http://schemas.openxmlformats.org/officeDocument/2006/relationships/image" Target="../media/image710.png"/><Relationship Id="rId185" Type="http://schemas.openxmlformats.org/officeDocument/2006/relationships/image" Target="../media/image718.png"/><Relationship Id="rId4" Type="http://schemas.openxmlformats.org/officeDocument/2006/relationships/image" Target="../media/image522.png"/><Relationship Id="rId9" Type="http://schemas.openxmlformats.org/officeDocument/2006/relationships/customXml" Target="../ink/ink1282.xml"/><Relationship Id="rId180" Type="http://schemas.openxmlformats.org/officeDocument/2006/relationships/customXml" Target="../ink/ink1368.xml"/><Relationship Id="rId210" Type="http://schemas.openxmlformats.org/officeDocument/2006/relationships/customXml" Target="../ink/ink1383.xml"/><Relationship Id="rId215" Type="http://schemas.openxmlformats.org/officeDocument/2006/relationships/image" Target="../media/image733.png"/><Relationship Id="rId26" Type="http://schemas.openxmlformats.org/officeDocument/2006/relationships/image" Target="../media/image640.png"/><Relationship Id="rId47" Type="http://schemas.openxmlformats.org/officeDocument/2006/relationships/customXml" Target="../ink/ink1301.xml"/><Relationship Id="rId68" Type="http://schemas.openxmlformats.org/officeDocument/2006/relationships/image" Target="../media/image661.png"/><Relationship Id="rId89" Type="http://schemas.openxmlformats.org/officeDocument/2006/relationships/customXml" Target="../ink/ink1322.xml"/><Relationship Id="rId112" Type="http://schemas.openxmlformats.org/officeDocument/2006/relationships/image" Target="../media/image682.png"/><Relationship Id="rId133" Type="http://schemas.openxmlformats.org/officeDocument/2006/relationships/customXml" Target="../ink/ink1344.xml"/><Relationship Id="rId154" Type="http://schemas.openxmlformats.org/officeDocument/2006/relationships/customXml" Target="../ink/ink1355.xml"/><Relationship Id="rId175" Type="http://schemas.openxmlformats.org/officeDocument/2006/relationships/image" Target="../media/image713.png"/><Relationship Id="rId196" Type="http://schemas.openxmlformats.org/officeDocument/2006/relationships/customXml" Target="../ink/ink1376.xml"/><Relationship Id="rId200" Type="http://schemas.openxmlformats.org/officeDocument/2006/relationships/customXml" Target="../ink/ink1378.xml"/><Relationship Id="rId16" Type="http://schemas.openxmlformats.org/officeDocument/2006/relationships/image" Target="../media/image528.png"/><Relationship Id="rId37" Type="http://schemas.openxmlformats.org/officeDocument/2006/relationships/customXml" Target="../ink/ink1296.xml"/><Relationship Id="rId58" Type="http://schemas.openxmlformats.org/officeDocument/2006/relationships/image" Target="../media/image656.png"/><Relationship Id="rId79" Type="http://schemas.openxmlformats.org/officeDocument/2006/relationships/customXml" Target="../ink/ink1317.xml"/><Relationship Id="rId102" Type="http://schemas.openxmlformats.org/officeDocument/2006/relationships/image" Target="../media/image677.png"/><Relationship Id="rId123" Type="http://schemas.openxmlformats.org/officeDocument/2006/relationships/customXml" Target="../ink/ink1339.xml"/><Relationship Id="rId144" Type="http://schemas.openxmlformats.org/officeDocument/2006/relationships/customXml" Target="../ink/ink1350.xml"/><Relationship Id="rId90" Type="http://schemas.openxmlformats.org/officeDocument/2006/relationships/image" Target="../media/image671.png"/><Relationship Id="rId165" Type="http://schemas.openxmlformats.org/officeDocument/2006/relationships/image" Target="../media/image708.png"/><Relationship Id="rId186" Type="http://schemas.openxmlformats.org/officeDocument/2006/relationships/customXml" Target="../ink/ink1371.xml"/><Relationship Id="rId211" Type="http://schemas.openxmlformats.org/officeDocument/2006/relationships/image" Target="../media/image731.png"/><Relationship Id="rId27" Type="http://schemas.openxmlformats.org/officeDocument/2006/relationships/customXml" Target="../ink/ink1291.xml"/><Relationship Id="rId48" Type="http://schemas.openxmlformats.org/officeDocument/2006/relationships/image" Target="../media/image651.png"/><Relationship Id="rId69" Type="http://schemas.openxmlformats.org/officeDocument/2006/relationships/customXml" Target="../ink/ink1312.xml"/><Relationship Id="rId113" Type="http://schemas.openxmlformats.org/officeDocument/2006/relationships/customXml" Target="../ink/ink1334.xml"/><Relationship Id="rId134" Type="http://schemas.openxmlformats.org/officeDocument/2006/relationships/image" Target="../media/image693.png"/><Relationship Id="rId80" Type="http://schemas.openxmlformats.org/officeDocument/2006/relationships/image" Target="../media/image667.png"/><Relationship Id="rId155" Type="http://schemas.openxmlformats.org/officeDocument/2006/relationships/image" Target="../media/image703.png"/><Relationship Id="rId176" Type="http://schemas.openxmlformats.org/officeDocument/2006/relationships/customXml" Target="../ink/ink1366.xml"/><Relationship Id="rId197" Type="http://schemas.openxmlformats.org/officeDocument/2006/relationships/image" Target="../media/image724.png"/><Relationship Id="rId201" Type="http://schemas.openxmlformats.org/officeDocument/2006/relationships/image" Target="../media/image726.png"/><Relationship Id="rId17" Type="http://schemas.openxmlformats.org/officeDocument/2006/relationships/customXml" Target="../ink/ink1286.xml"/><Relationship Id="rId38" Type="http://schemas.openxmlformats.org/officeDocument/2006/relationships/image" Target="../media/image646.png"/><Relationship Id="rId59" Type="http://schemas.openxmlformats.org/officeDocument/2006/relationships/customXml" Target="../ink/ink1307.xml"/><Relationship Id="rId103" Type="http://schemas.openxmlformats.org/officeDocument/2006/relationships/customXml" Target="../ink/ink1329.xml"/><Relationship Id="rId124" Type="http://schemas.openxmlformats.org/officeDocument/2006/relationships/image" Target="../media/image688.png"/><Relationship Id="rId70" Type="http://schemas.openxmlformats.org/officeDocument/2006/relationships/image" Target="../media/image662.png"/><Relationship Id="rId91" Type="http://schemas.openxmlformats.org/officeDocument/2006/relationships/customXml" Target="../ink/ink1323.xml"/><Relationship Id="rId145" Type="http://schemas.openxmlformats.org/officeDocument/2006/relationships/image" Target="../media/image698.png"/><Relationship Id="rId166" Type="http://schemas.openxmlformats.org/officeDocument/2006/relationships/customXml" Target="../ink/ink1361.xml"/><Relationship Id="rId187" Type="http://schemas.openxmlformats.org/officeDocument/2006/relationships/image" Target="../media/image71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384.xml"/><Relationship Id="rId28" Type="http://schemas.openxmlformats.org/officeDocument/2006/relationships/image" Target="../media/image641.png"/><Relationship Id="rId49" Type="http://schemas.openxmlformats.org/officeDocument/2006/relationships/customXml" Target="../ink/ink1302.xml"/><Relationship Id="rId114" Type="http://schemas.openxmlformats.org/officeDocument/2006/relationships/image" Target="../media/image683.png"/><Relationship Id="rId60" Type="http://schemas.openxmlformats.org/officeDocument/2006/relationships/image" Target="../media/image657.png"/><Relationship Id="rId81" Type="http://schemas.openxmlformats.org/officeDocument/2006/relationships/customXml" Target="../ink/ink1318.xml"/><Relationship Id="rId135" Type="http://schemas.openxmlformats.org/officeDocument/2006/relationships/customXml" Target="../ink/ink1345.xml"/><Relationship Id="rId156" Type="http://schemas.openxmlformats.org/officeDocument/2006/relationships/customXml" Target="../ink/ink1356.xml"/><Relationship Id="rId177" Type="http://schemas.openxmlformats.org/officeDocument/2006/relationships/image" Target="../media/image714.png"/><Relationship Id="rId198" Type="http://schemas.openxmlformats.org/officeDocument/2006/relationships/customXml" Target="../ink/ink1377.xml"/><Relationship Id="rId202" Type="http://schemas.openxmlformats.org/officeDocument/2006/relationships/customXml" Target="../ink/ink1379.xml"/><Relationship Id="rId18" Type="http://schemas.openxmlformats.org/officeDocument/2006/relationships/image" Target="../media/image529.png"/><Relationship Id="rId39" Type="http://schemas.openxmlformats.org/officeDocument/2006/relationships/customXml" Target="../ink/ink1297.xml"/><Relationship Id="rId50" Type="http://schemas.openxmlformats.org/officeDocument/2006/relationships/image" Target="../media/image652.png"/><Relationship Id="rId104" Type="http://schemas.openxmlformats.org/officeDocument/2006/relationships/image" Target="../media/image678.png"/><Relationship Id="rId125" Type="http://schemas.openxmlformats.org/officeDocument/2006/relationships/customXml" Target="../ink/ink1340.xml"/><Relationship Id="rId146" Type="http://schemas.openxmlformats.org/officeDocument/2006/relationships/customXml" Target="../ink/ink1351.xml"/><Relationship Id="rId167" Type="http://schemas.openxmlformats.org/officeDocument/2006/relationships/image" Target="../media/image709.png"/><Relationship Id="rId188" Type="http://schemas.openxmlformats.org/officeDocument/2006/relationships/customXml" Target="../ink/ink1372.xml"/><Relationship Id="rId71" Type="http://schemas.openxmlformats.org/officeDocument/2006/relationships/customXml" Target="../ink/ink1313.xml"/><Relationship Id="rId92" Type="http://schemas.openxmlformats.org/officeDocument/2006/relationships/image" Target="../media/image672.png"/><Relationship Id="rId213" Type="http://schemas.openxmlformats.org/officeDocument/2006/relationships/image" Target="../media/image732.png"/><Relationship Id="rId2" Type="http://schemas.openxmlformats.org/officeDocument/2006/relationships/image" Target="../media/image1.png"/><Relationship Id="rId29" Type="http://schemas.openxmlformats.org/officeDocument/2006/relationships/customXml" Target="../ink/ink1292.xml"/><Relationship Id="rId40" Type="http://schemas.openxmlformats.org/officeDocument/2006/relationships/image" Target="../media/image647.png"/><Relationship Id="rId115" Type="http://schemas.openxmlformats.org/officeDocument/2006/relationships/customXml" Target="../ink/ink1335.xml"/><Relationship Id="rId136" Type="http://schemas.openxmlformats.org/officeDocument/2006/relationships/image" Target="../media/image694.png"/><Relationship Id="rId157" Type="http://schemas.openxmlformats.org/officeDocument/2006/relationships/image" Target="../media/image704.png"/><Relationship Id="rId178" Type="http://schemas.openxmlformats.org/officeDocument/2006/relationships/customXml" Target="../ink/ink1367.xml"/><Relationship Id="rId61" Type="http://schemas.openxmlformats.org/officeDocument/2006/relationships/customXml" Target="../ink/ink1308.xml"/><Relationship Id="rId82" Type="http://schemas.openxmlformats.org/officeDocument/2006/relationships/image" Target="../media/image668.png"/><Relationship Id="rId199" Type="http://schemas.openxmlformats.org/officeDocument/2006/relationships/image" Target="../media/image725.png"/><Relationship Id="rId203" Type="http://schemas.openxmlformats.org/officeDocument/2006/relationships/image" Target="../media/image727.png"/><Relationship Id="rId19" Type="http://schemas.openxmlformats.org/officeDocument/2006/relationships/customXml" Target="../ink/ink1287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47.png"/><Relationship Id="rId21" Type="http://schemas.openxmlformats.org/officeDocument/2006/relationships/customXml" Target="../ink/ink1397.xml"/><Relationship Id="rId34" Type="http://schemas.openxmlformats.org/officeDocument/2006/relationships/image" Target="../media/image751.png"/><Relationship Id="rId42" Type="http://schemas.openxmlformats.org/officeDocument/2006/relationships/image" Target="../media/image755.png"/><Relationship Id="rId47" Type="http://schemas.openxmlformats.org/officeDocument/2006/relationships/customXml" Target="../ink/ink1410.xml"/><Relationship Id="rId50" Type="http://schemas.openxmlformats.org/officeDocument/2006/relationships/image" Target="../media/image759.png"/><Relationship Id="rId55" Type="http://schemas.openxmlformats.org/officeDocument/2006/relationships/customXml" Target="../ink/ink1414.xml"/><Relationship Id="rId63" Type="http://schemas.openxmlformats.org/officeDocument/2006/relationships/customXml" Target="../ink/ink1418.xml"/><Relationship Id="rId68" Type="http://schemas.openxmlformats.org/officeDocument/2006/relationships/image" Target="../media/image768.png"/><Relationship Id="rId7" Type="http://schemas.openxmlformats.org/officeDocument/2006/relationships/customXml" Target="../ink/ink1390.xml"/><Relationship Id="rId2" Type="http://schemas.openxmlformats.org/officeDocument/2006/relationships/image" Target="../media/image1.png"/><Relationship Id="rId16" Type="http://schemas.openxmlformats.org/officeDocument/2006/relationships/image" Target="../media/image742.png"/><Relationship Id="rId29" Type="http://schemas.openxmlformats.org/officeDocument/2006/relationships/customXml" Target="../ink/ink1401.xml"/><Relationship Id="rId11" Type="http://schemas.openxmlformats.org/officeDocument/2006/relationships/customXml" Target="../ink/ink1392.xml"/><Relationship Id="rId24" Type="http://schemas.openxmlformats.org/officeDocument/2006/relationships/image" Target="../media/image746.png"/><Relationship Id="rId32" Type="http://schemas.openxmlformats.org/officeDocument/2006/relationships/image" Target="../media/image750.png"/><Relationship Id="rId37" Type="http://schemas.openxmlformats.org/officeDocument/2006/relationships/customXml" Target="../ink/ink1405.xml"/><Relationship Id="rId40" Type="http://schemas.openxmlformats.org/officeDocument/2006/relationships/image" Target="../media/image754.png"/><Relationship Id="rId45" Type="http://schemas.openxmlformats.org/officeDocument/2006/relationships/customXml" Target="../ink/ink1409.xml"/><Relationship Id="rId53" Type="http://schemas.openxmlformats.org/officeDocument/2006/relationships/customXml" Target="../ink/ink1413.xml"/><Relationship Id="rId58" Type="http://schemas.openxmlformats.org/officeDocument/2006/relationships/image" Target="../media/image763.png"/><Relationship Id="rId66" Type="http://schemas.openxmlformats.org/officeDocument/2006/relationships/image" Target="../media/image767.png"/><Relationship Id="rId5" Type="http://schemas.openxmlformats.org/officeDocument/2006/relationships/customXml" Target="../ink/ink1389.xml"/><Relationship Id="rId61" Type="http://schemas.openxmlformats.org/officeDocument/2006/relationships/customXml" Target="../ink/ink1417.xml"/><Relationship Id="rId19" Type="http://schemas.openxmlformats.org/officeDocument/2006/relationships/customXml" Target="../ink/ink1396.xml"/><Relationship Id="rId14" Type="http://schemas.openxmlformats.org/officeDocument/2006/relationships/image" Target="../media/image741.png"/><Relationship Id="rId22" Type="http://schemas.openxmlformats.org/officeDocument/2006/relationships/image" Target="../media/image745.png"/><Relationship Id="rId27" Type="http://schemas.openxmlformats.org/officeDocument/2006/relationships/customXml" Target="../ink/ink1400.xml"/><Relationship Id="rId30" Type="http://schemas.openxmlformats.org/officeDocument/2006/relationships/image" Target="../media/image749.png"/><Relationship Id="rId35" Type="http://schemas.openxmlformats.org/officeDocument/2006/relationships/customXml" Target="../ink/ink1404.xml"/><Relationship Id="rId43" Type="http://schemas.openxmlformats.org/officeDocument/2006/relationships/customXml" Target="../ink/ink1408.xml"/><Relationship Id="rId48" Type="http://schemas.openxmlformats.org/officeDocument/2006/relationships/image" Target="../media/image758.png"/><Relationship Id="rId56" Type="http://schemas.openxmlformats.org/officeDocument/2006/relationships/image" Target="../media/image762.png"/><Relationship Id="rId64" Type="http://schemas.openxmlformats.org/officeDocument/2006/relationships/image" Target="../media/image766.png"/><Relationship Id="rId8" Type="http://schemas.openxmlformats.org/officeDocument/2006/relationships/image" Target="../media/image738.png"/><Relationship Id="rId51" Type="http://schemas.openxmlformats.org/officeDocument/2006/relationships/customXml" Target="../ink/ink1412.xml"/><Relationship Id="rId3" Type="http://schemas.openxmlformats.org/officeDocument/2006/relationships/customXml" Target="../ink/ink1388.xml"/><Relationship Id="rId12" Type="http://schemas.openxmlformats.org/officeDocument/2006/relationships/image" Target="../media/image740.png"/><Relationship Id="rId17" Type="http://schemas.openxmlformats.org/officeDocument/2006/relationships/customXml" Target="../ink/ink1395.xml"/><Relationship Id="rId25" Type="http://schemas.openxmlformats.org/officeDocument/2006/relationships/customXml" Target="../ink/ink1399.xml"/><Relationship Id="rId33" Type="http://schemas.openxmlformats.org/officeDocument/2006/relationships/customXml" Target="../ink/ink1403.xml"/><Relationship Id="rId38" Type="http://schemas.openxmlformats.org/officeDocument/2006/relationships/image" Target="../media/image753.png"/><Relationship Id="rId46" Type="http://schemas.openxmlformats.org/officeDocument/2006/relationships/image" Target="../media/image757.png"/><Relationship Id="rId59" Type="http://schemas.openxmlformats.org/officeDocument/2006/relationships/customXml" Target="../ink/ink1416.xml"/><Relationship Id="rId67" Type="http://schemas.openxmlformats.org/officeDocument/2006/relationships/customXml" Target="../ink/ink1420.xml"/><Relationship Id="rId20" Type="http://schemas.openxmlformats.org/officeDocument/2006/relationships/image" Target="../media/image744.png"/><Relationship Id="rId41" Type="http://schemas.openxmlformats.org/officeDocument/2006/relationships/customXml" Target="../ink/ink1407.xml"/><Relationship Id="rId54" Type="http://schemas.openxmlformats.org/officeDocument/2006/relationships/image" Target="../media/image761.png"/><Relationship Id="rId62" Type="http://schemas.openxmlformats.org/officeDocument/2006/relationships/image" Target="../media/image7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7.png"/><Relationship Id="rId15" Type="http://schemas.openxmlformats.org/officeDocument/2006/relationships/customXml" Target="../ink/ink1394.xml"/><Relationship Id="rId23" Type="http://schemas.openxmlformats.org/officeDocument/2006/relationships/customXml" Target="../ink/ink1398.xml"/><Relationship Id="rId28" Type="http://schemas.openxmlformats.org/officeDocument/2006/relationships/image" Target="../media/image748.png"/><Relationship Id="rId36" Type="http://schemas.openxmlformats.org/officeDocument/2006/relationships/image" Target="../media/image752.png"/><Relationship Id="rId49" Type="http://schemas.openxmlformats.org/officeDocument/2006/relationships/customXml" Target="../ink/ink1411.xml"/><Relationship Id="rId57" Type="http://schemas.openxmlformats.org/officeDocument/2006/relationships/customXml" Target="../ink/ink1415.xml"/><Relationship Id="rId10" Type="http://schemas.openxmlformats.org/officeDocument/2006/relationships/image" Target="../media/image739.png"/><Relationship Id="rId31" Type="http://schemas.openxmlformats.org/officeDocument/2006/relationships/customXml" Target="../ink/ink1402.xml"/><Relationship Id="rId44" Type="http://schemas.openxmlformats.org/officeDocument/2006/relationships/image" Target="../media/image756.png"/><Relationship Id="rId52" Type="http://schemas.openxmlformats.org/officeDocument/2006/relationships/image" Target="../media/image760.png"/><Relationship Id="rId60" Type="http://schemas.openxmlformats.org/officeDocument/2006/relationships/image" Target="../media/image764.png"/><Relationship Id="rId65" Type="http://schemas.openxmlformats.org/officeDocument/2006/relationships/customXml" Target="../ink/ink1419.xml"/><Relationship Id="rId4" Type="http://schemas.openxmlformats.org/officeDocument/2006/relationships/image" Target="../media/image736.png"/><Relationship Id="rId9" Type="http://schemas.openxmlformats.org/officeDocument/2006/relationships/customXml" Target="../ink/ink1391.xml"/><Relationship Id="rId13" Type="http://schemas.openxmlformats.org/officeDocument/2006/relationships/customXml" Target="../ink/ink1393.xml"/><Relationship Id="rId18" Type="http://schemas.openxmlformats.org/officeDocument/2006/relationships/image" Target="../media/image743.png"/><Relationship Id="rId39" Type="http://schemas.openxmlformats.org/officeDocument/2006/relationships/customXml" Target="../ink/ink1406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78.xml"/><Relationship Id="rId21" Type="http://schemas.openxmlformats.org/officeDocument/2006/relationships/customXml" Target="../ink/ink1430.xml"/><Relationship Id="rId42" Type="http://schemas.openxmlformats.org/officeDocument/2006/relationships/image" Target="../media/image755.png"/><Relationship Id="rId63" Type="http://schemas.openxmlformats.org/officeDocument/2006/relationships/customXml" Target="../ink/ink1451.xml"/><Relationship Id="rId84" Type="http://schemas.openxmlformats.org/officeDocument/2006/relationships/image" Target="../media/image776.png"/><Relationship Id="rId138" Type="http://schemas.openxmlformats.org/officeDocument/2006/relationships/image" Target="../media/image803.png"/><Relationship Id="rId159" Type="http://schemas.openxmlformats.org/officeDocument/2006/relationships/customXml" Target="../ink/ink1499.xml"/><Relationship Id="rId170" Type="http://schemas.openxmlformats.org/officeDocument/2006/relationships/image" Target="../media/image819.png"/><Relationship Id="rId107" Type="http://schemas.openxmlformats.org/officeDocument/2006/relationships/customXml" Target="../ink/ink1473.xml"/><Relationship Id="rId11" Type="http://schemas.openxmlformats.org/officeDocument/2006/relationships/customXml" Target="../ink/ink1425.xml"/><Relationship Id="rId32" Type="http://schemas.openxmlformats.org/officeDocument/2006/relationships/image" Target="../media/image750.png"/><Relationship Id="rId53" Type="http://schemas.openxmlformats.org/officeDocument/2006/relationships/customXml" Target="../ink/ink1446.xml"/><Relationship Id="rId74" Type="http://schemas.openxmlformats.org/officeDocument/2006/relationships/image" Target="../media/image771.png"/><Relationship Id="rId128" Type="http://schemas.openxmlformats.org/officeDocument/2006/relationships/image" Target="../media/image798.png"/><Relationship Id="rId149" Type="http://schemas.openxmlformats.org/officeDocument/2006/relationships/customXml" Target="../ink/ink1494.xml"/><Relationship Id="rId5" Type="http://schemas.openxmlformats.org/officeDocument/2006/relationships/customXml" Target="../ink/ink1422.xml"/><Relationship Id="rId95" Type="http://schemas.openxmlformats.org/officeDocument/2006/relationships/customXml" Target="../ink/ink1467.xml"/><Relationship Id="rId160" Type="http://schemas.openxmlformats.org/officeDocument/2006/relationships/image" Target="../media/image814.png"/><Relationship Id="rId181" Type="http://schemas.openxmlformats.org/officeDocument/2006/relationships/customXml" Target="../ink/ink1510.xml"/><Relationship Id="rId22" Type="http://schemas.openxmlformats.org/officeDocument/2006/relationships/image" Target="../media/image745.png"/><Relationship Id="rId43" Type="http://schemas.openxmlformats.org/officeDocument/2006/relationships/customXml" Target="../ink/ink1441.xml"/><Relationship Id="rId64" Type="http://schemas.openxmlformats.org/officeDocument/2006/relationships/image" Target="../media/image766.png"/><Relationship Id="rId118" Type="http://schemas.openxmlformats.org/officeDocument/2006/relationships/image" Target="../media/image793.png"/><Relationship Id="rId139" Type="http://schemas.openxmlformats.org/officeDocument/2006/relationships/customXml" Target="../ink/ink1489.xml"/><Relationship Id="rId85" Type="http://schemas.openxmlformats.org/officeDocument/2006/relationships/customXml" Target="../ink/ink1462.xml"/><Relationship Id="rId150" Type="http://schemas.openxmlformats.org/officeDocument/2006/relationships/image" Target="../media/image809.png"/><Relationship Id="rId171" Type="http://schemas.openxmlformats.org/officeDocument/2006/relationships/customXml" Target="../ink/ink1505.xml"/><Relationship Id="rId12" Type="http://schemas.openxmlformats.org/officeDocument/2006/relationships/image" Target="../media/image740.png"/><Relationship Id="rId33" Type="http://schemas.openxmlformats.org/officeDocument/2006/relationships/customXml" Target="../ink/ink1436.xml"/><Relationship Id="rId108" Type="http://schemas.openxmlformats.org/officeDocument/2006/relationships/image" Target="../media/image788.png"/><Relationship Id="rId129" Type="http://schemas.openxmlformats.org/officeDocument/2006/relationships/customXml" Target="../ink/ink1484.xml"/><Relationship Id="rId54" Type="http://schemas.openxmlformats.org/officeDocument/2006/relationships/image" Target="../media/image761.png"/><Relationship Id="rId75" Type="http://schemas.openxmlformats.org/officeDocument/2006/relationships/customXml" Target="../ink/ink1457.xml"/><Relationship Id="rId96" Type="http://schemas.openxmlformats.org/officeDocument/2006/relationships/image" Target="../media/image782.png"/><Relationship Id="rId140" Type="http://schemas.openxmlformats.org/officeDocument/2006/relationships/image" Target="../media/image804.png"/><Relationship Id="rId161" Type="http://schemas.openxmlformats.org/officeDocument/2006/relationships/customXml" Target="../ink/ink1500.xml"/><Relationship Id="rId182" Type="http://schemas.openxmlformats.org/officeDocument/2006/relationships/image" Target="../media/image825.png"/><Relationship Id="rId6" Type="http://schemas.openxmlformats.org/officeDocument/2006/relationships/image" Target="../media/image737.png"/><Relationship Id="rId23" Type="http://schemas.openxmlformats.org/officeDocument/2006/relationships/customXml" Target="../ink/ink1431.xml"/><Relationship Id="rId119" Type="http://schemas.openxmlformats.org/officeDocument/2006/relationships/customXml" Target="../ink/ink1479.xml"/><Relationship Id="rId44" Type="http://schemas.openxmlformats.org/officeDocument/2006/relationships/image" Target="../media/image756.png"/><Relationship Id="rId60" Type="http://schemas.openxmlformats.org/officeDocument/2006/relationships/image" Target="../media/image764.png"/><Relationship Id="rId65" Type="http://schemas.openxmlformats.org/officeDocument/2006/relationships/customXml" Target="../ink/ink1452.xml"/><Relationship Id="rId81" Type="http://schemas.openxmlformats.org/officeDocument/2006/relationships/customXml" Target="../ink/ink1460.xml"/><Relationship Id="rId86" Type="http://schemas.openxmlformats.org/officeDocument/2006/relationships/image" Target="../media/image777.png"/><Relationship Id="rId130" Type="http://schemas.openxmlformats.org/officeDocument/2006/relationships/image" Target="../media/image799.png"/><Relationship Id="rId135" Type="http://schemas.openxmlformats.org/officeDocument/2006/relationships/customXml" Target="../ink/ink1487.xml"/><Relationship Id="rId151" Type="http://schemas.openxmlformats.org/officeDocument/2006/relationships/customXml" Target="../ink/ink1495.xml"/><Relationship Id="rId156" Type="http://schemas.openxmlformats.org/officeDocument/2006/relationships/image" Target="../media/image812.png"/><Relationship Id="rId177" Type="http://schemas.openxmlformats.org/officeDocument/2006/relationships/customXml" Target="../ink/ink1508.xml"/><Relationship Id="rId172" Type="http://schemas.openxmlformats.org/officeDocument/2006/relationships/image" Target="../media/image820.png"/><Relationship Id="rId13" Type="http://schemas.openxmlformats.org/officeDocument/2006/relationships/customXml" Target="../ink/ink1426.xml"/><Relationship Id="rId18" Type="http://schemas.openxmlformats.org/officeDocument/2006/relationships/image" Target="../media/image743.png"/><Relationship Id="rId39" Type="http://schemas.openxmlformats.org/officeDocument/2006/relationships/customXml" Target="../ink/ink1439.xml"/><Relationship Id="rId109" Type="http://schemas.openxmlformats.org/officeDocument/2006/relationships/customXml" Target="../ink/ink1474.xml"/><Relationship Id="rId34" Type="http://schemas.openxmlformats.org/officeDocument/2006/relationships/image" Target="../media/image751.png"/><Relationship Id="rId50" Type="http://schemas.openxmlformats.org/officeDocument/2006/relationships/image" Target="../media/image759.png"/><Relationship Id="rId55" Type="http://schemas.openxmlformats.org/officeDocument/2006/relationships/customXml" Target="../ink/ink1447.xml"/><Relationship Id="rId76" Type="http://schemas.openxmlformats.org/officeDocument/2006/relationships/image" Target="../media/image772.png"/><Relationship Id="rId97" Type="http://schemas.openxmlformats.org/officeDocument/2006/relationships/customXml" Target="../ink/ink1468.xml"/><Relationship Id="rId104" Type="http://schemas.openxmlformats.org/officeDocument/2006/relationships/image" Target="../media/image786.png"/><Relationship Id="rId120" Type="http://schemas.openxmlformats.org/officeDocument/2006/relationships/image" Target="../media/image794.png"/><Relationship Id="rId125" Type="http://schemas.openxmlformats.org/officeDocument/2006/relationships/customXml" Target="../ink/ink1482.xml"/><Relationship Id="rId141" Type="http://schemas.openxmlformats.org/officeDocument/2006/relationships/customXml" Target="../ink/ink1490.xml"/><Relationship Id="rId146" Type="http://schemas.openxmlformats.org/officeDocument/2006/relationships/image" Target="../media/image807.png"/><Relationship Id="rId167" Type="http://schemas.openxmlformats.org/officeDocument/2006/relationships/customXml" Target="../ink/ink1503.xml"/><Relationship Id="rId7" Type="http://schemas.openxmlformats.org/officeDocument/2006/relationships/customXml" Target="../ink/ink1423.xml"/><Relationship Id="rId71" Type="http://schemas.openxmlformats.org/officeDocument/2006/relationships/customXml" Target="../ink/ink1455.xml"/><Relationship Id="rId92" Type="http://schemas.openxmlformats.org/officeDocument/2006/relationships/image" Target="../media/image780.png"/><Relationship Id="rId162" Type="http://schemas.openxmlformats.org/officeDocument/2006/relationships/image" Target="../media/image815.png"/><Relationship Id="rId183" Type="http://schemas.openxmlformats.org/officeDocument/2006/relationships/customXml" Target="../ink/ink1511.xml"/><Relationship Id="rId2" Type="http://schemas.openxmlformats.org/officeDocument/2006/relationships/image" Target="../media/image1.png"/><Relationship Id="rId29" Type="http://schemas.openxmlformats.org/officeDocument/2006/relationships/customXml" Target="../ink/ink1434.xml"/><Relationship Id="rId24" Type="http://schemas.openxmlformats.org/officeDocument/2006/relationships/image" Target="../media/image746.png"/><Relationship Id="rId40" Type="http://schemas.openxmlformats.org/officeDocument/2006/relationships/image" Target="../media/image754.png"/><Relationship Id="rId45" Type="http://schemas.openxmlformats.org/officeDocument/2006/relationships/customXml" Target="../ink/ink1442.xml"/><Relationship Id="rId66" Type="http://schemas.openxmlformats.org/officeDocument/2006/relationships/image" Target="../media/image767.png"/><Relationship Id="rId87" Type="http://schemas.openxmlformats.org/officeDocument/2006/relationships/customXml" Target="../ink/ink1463.xml"/><Relationship Id="rId110" Type="http://schemas.openxmlformats.org/officeDocument/2006/relationships/image" Target="../media/image789.png"/><Relationship Id="rId115" Type="http://schemas.openxmlformats.org/officeDocument/2006/relationships/customXml" Target="../ink/ink1477.xml"/><Relationship Id="rId131" Type="http://schemas.openxmlformats.org/officeDocument/2006/relationships/customXml" Target="../ink/ink1485.xml"/><Relationship Id="rId136" Type="http://schemas.openxmlformats.org/officeDocument/2006/relationships/image" Target="../media/image802.png"/><Relationship Id="rId157" Type="http://schemas.openxmlformats.org/officeDocument/2006/relationships/customXml" Target="../ink/ink1498.xml"/><Relationship Id="rId178" Type="http://schemas.openxmlformats.org/officeDocument/2006/relationships/image" Target="../media/image823.png"/><Relationship Id="rId61" Type="http://schemas.openxmlformats.org/officeDocument/2006/relationships/customXml" Target="../ink/ink1450.xml"/><Relationship Id="rId82" Type="http://schemas.openxmlformats.org/officeDocument/2006/relationships/image" Target="../media/image775.png"/><Relationship Id="rId152" Type="http://schemas.openxmlformats.org/officeDocument/2006/relationships/image" Target="../media/image810.png"/><Relationship Id="rId173" Type="http://schemas.openxmlformats.org/officeDocument/2006/relationships/customXml" Target="../ink/ink1506.xml"/><Relationship Id="rId19" Type="http://schemas.openxmlformats.org/officeDocument/2006/relationships/customXml" Target="../ink/ink1429.xml"/><Relationship Id="rId14" Type="http://schemas.openxmlformats.org/officeDocument/2006/relationships/image" Target="../media/image741.png"/><Relationship Id="rId30" Type="http://schemas.openxmlformats.org/officeDocument/2006/relationships/image" Target="../media/image749.png"/><Relationship Id="rId35" Type="http://schemas.openxmlformats.org/officeDocument/2006/relationships/customXml" Target="../ink/ink1437.xml"/><Relationship Id="rId56" Type="http://schemas.openxmlformats.org/officeDocument/2006/relationships/image" Target="../media/image762.png"/><Relationship Id="rId77" Type="http://schemas.openxmlformats.org/officeDocument/2006/relationships/customXml" Target="../ink/ink1458.xml"/><Relationship Id="rId100" Type="http://schemas.openxmlformats.org/officeDocument/2006/relationships/image" Target="../media/image784.png"/><Relationship Id="rId105" Type="http://schemas.openxmlformats.org/officeDocument/2006/relationships/customXml" Target="../ink/ink1472.xml"/><Relationship Id="rId126" Type="http://schemas.openxmlformats.org/officeDocument/2006/relationships/image" Target="../media/image797.png"/><Relationship Id="rId147" Type="http://schemas.openxmlformats.org/officeDocument/2006/relationships/customXml" Target="../ink/ink1493.xml"/><Relationship Id="rId168" Type="http://schemas.openxmlformats.org/officeDocument/2006/relationships/image" Target="../media/image818.png"/><Relationship Id="rId8" Type="http://schemas.openxmlformats.org/officeDocument/2006/relationships/image" Target="../media/image738.png"/><Relationship Id="rId51" Type="http://schemas.openxmlformats.org/officeDocument/2006/relationships/customXml" Target="../ink/ink1445.xml"/><Relationship Id="rId72" Type="http://schemas.openxmlformats.org/officeDocument/2006/relationships/image" Target="../media/image770.png"/><Relationship Id="rId93" Type="http://schemas.openxmlformats.org/officeDocument/2006/relationships/customXml" Target="../ink/ink1466.xml"/><Relationship Id="rId98" Type="http://schemas.openxmlformats.org/officeDocument/2006/relationships/image" Target="../media/image783.png"/><Relationship Id="rId121" Type="http://schemas.openxmlformats.org/officeDocument/2006/relationships/customXml" Target="../ink/ink1480.xml"/><Relationship Id="rId142" Type="http://schemas.openxmlformats.org/officeDocument/2006/relationships/image" Target="../media/image805.png"/><Relationship Id="rId163" Type="http://schemas.openxmlformats.org/officeDocument/2006/relationships/customXml" Target="../ink/ink1501.xml"/><Relationship Id="rId184" Type="http://schemas.openxmlformats.org/officeDocument/2006/relationships/image" Target="../media/image826.png"/><Relationship Id="rId3" Type="http://schemas.openxmlformats.org/officeDocument/2006/relationships/customXml" Target="../ink/ink1421.xml"/><Relationship Id="rId25" Type="http://schemas.openxmlformats.org/officeDocument/2006/relationships/customXml" Target="../ink/ink1432.xml"/><Relationship Id="rId46" Type="http://schemas.openxmlformats.org/officeDocument/2006/relationships/image" Target="../media/image757.png"/><Relationship Id="rId67" Type="http://schemas.openxmlformats.org/officeDocument/2006/relationships/customXml" Target="../ink/ink1453.xml"/><Relationship Id="rId116" Type="http://schemas.openxmlformats.org/officeDocument/2006/relationships/image" Target="../media/image792.png"/><Relationship Id="rId137" Type="http://schemas.openxmlformats.org/officeDocument/2006/relationships/customXml" Target="../ink/ink1488.xml"/><Relationship Id="rId158" Type="http://schemas.openxmlformats.org/officeDocument/2006/relationships/image" Target="../media/image813.png"/><Relationship Id="rId20" Type="http://schemas.openxmlformats.org/officeDocument/2006/relationships/image" Target="../media/image744.png"/><Relationship Id="rId41" Type="http://schemas.openxmlformats.org/officeDocument/2006/relationships/customXml" Target="../ink/ink1440.xml"/><Relationship Id="rId62" Type="http://schemas.openxmlformats.org/officeDocument/2006/relationships/image" Target="../media/image765.png"/><Relationship Id="rId83" Type="http://schemas.openxmlformats.org/officeDocument/2006/relationships/customXml" Target="../ink/ink1461.xml"/><Relationship Id="rId88" Type="http://schemas.openxmlformats.org/officeDocument/2006/relationships/image" Target="../media/image778.png"/><Relationship Id="rId111" Type="http://schemas.openxmlformats.org/officeDocument/2006/relationships/customXml" Target="../ink/ink1475.xml"/><Relationship Id="rId132" Type="http://schemas.openxmlformats.org/officeDocument/2006/relationships/image" Target="../media/image800.png"/><Relationship Id="rId153" Type="http://schemas.openxmlformats.org/officeDocument/2006/relationships/customXml" Target="../ink/ink1496.xml"/><Relationship Id="rId174" Type="http://schemas.openxmlformats.org/officeDocument/2006/relationships/image" Target="../media/image821.png"/><Relationship Id="rId179" Type="http://schemas.openxmlformats.org/officeDocument/2006/relationships/customXml" Target="../ink/ink1509.xml"/><Relationship Id="rId15" Type="http://schemas.openxmlformats.org/officeDocument/2006/relationships/customXml" Target="../ink/ink1427.xml"/><Relationship Id="rId36" Type="http://schemas.openxmlformats.org/officeDocument/2006/relationships/image" Target="../media/image752.png"/><Relationship Id="rId57" Type="http://schemas.openxmlformats.org/officeDocument/2006/relationships/customXml" Target="../ink/ink1448.xml"/><Relationship Id="rId106" Type="http://schemas.openxmlformats.org/officeDocument/2006/relationships/image" Target="../media/image787.png"/><Relationship Id="rId127" Type="http://schemas.openxmlformats.org/officeDocument/2006/relationships/customXml" Target="../ink/ink1483.xml"/><Relationship Id="rId10" Type="http://schemas.openxmlformats.org/officeDocument/2006/relationships/image" Target="../media/image739.png"/><Relationship Id="rId31" Type="http://schemas.openxmlformats.org/officeDocument/2006/relationships/customXml" Target="../ink/ink1435.xml"/><Relationship Id="rId52" Type="http://schemas.openxmlformats.org/officeDocument/2006/relationships/image" Target="../media/image760.png"/><Relationship Id="rId73" Type="http://schemas.openxmlformats.org/officeDocument/2006/relationships/customXml" Target="../ink/ink1456.xml"/><Relationship Id="rId78" Type="http://schemas.openxmlformats.org/officeDocument/2006/relationships/image" Target="../media/image773.png"/><Relationship Id="rId94" Type="http://schemas.openxmlformats.org/officeDocument/2006/relationships/image" Target="../media/image781.png"/><Relationship Id="rId99" Type="http://schemas.openxmlformats.org/officeDocument/2006/relationships/customXml" Target="../ink/ink1469.xml"/><Relationship Id="rId101" Type="http://schemas.openxmlformats.org/officeDocument/2006/relationships/customXml" Target="../ink/ink1470.xml"/><Relationship Id="rId122" Type="http://schemas.openxmlformats.org/officeDocument/2006/relationships/image" Target="../media/image795.png"/><Relationship Id="rId143" Type="http://schemas.openxmlformats.org/officeDocument/2006/relationships/customXml" Target="../ink/ink1491.xml"/><Relationship Id="rId148" Type="http://schemas.openxmlformats.org/officeDocument/2006/relationships/image" Target="../media/image808.png"/><Relationship Id="rId164" Type="http://schemas.openxmlformats.org/officeDocument/2006/relationships/image" Target="../media/image816.png"/><Relationship Id="rId169" Type="http://schemas.openxmlformats.org/officeDocument/2006/relationships/customXml" Target="../ink/ink1504.xml"/><Relationship Id="rId4" Type="http://schemas.openxmlformats.org/officeDocument/2006/relationships/image" Target="../media/image736.png"/><Relationship Id="rId9" Type="http://schemas.openxmlformats.org/officeDocument/2006/relationships/customXml" Target="../ink/ink1424.xml"/><Relationship Id="rId180" Type="http://schemas.openxmlformats.org/officeDocument/2006/relationships/image" Target="../media/image824.png"/><Relationship Id="rId26" Type="http://schemas.openxmlformats.org/officeDocument/2006/relationships/image" Target="../media/image747.png"/><Relationship Id="rId47" Type="http://schemas.openxmlformats.org/officeDocument/2006/relationships/customXml" Target="../ink/ink1443.xml"/><Relationship Id="rId68" Type="http://schemas.openxmlformats.org/officeDocument/2006/relationships/image" Target="../media/image768.png"/><Relationship Id="rId89" Type="http://schemas.openxmlformats.org/officeDocument/2006/relationships/customXml" Target="../ink/ink1464.xml"/><Relationship Id="rId112" Type="http://schemas.openxmlformats.org/officeDocument/2006/relationships/image" Target="../media/image790.png"/><Relationship Id="rId133" Type="http://schemas.openxmlformats.org/officeDocument/2006/relationships/customXml" Target="../ink/ink1486.xml"/><Relationship Id="rId154" Type="http://schemas.openxmlformats.org/officeDocument/2006/relationships/image" Target="../media/image811.png"/><Relationship Id="rId175" Type="http://schemas.openxmlformats.org/officeDocument/2006/relationships/customXml" Target="../ink/ink1507.xml"/><Relationship Id="rId16" Type="http://schemas.openxmlformats.org/officeDocument/2006/relationships/image" Target="../media/image742.png"/><Relationship Id="rId37" Type="http://schemas.openxmlformats.org/officeDocument/2006/relationships/customXml" Target="../ink/ink1438.xml"/><Relationship Id="rId58" Type="http://schemas.openxmlformats.org/officeDocument/2006/relationships/image" Target="../media/image763.png"/><Relationship Id="rId79" Type="http://schemas.openxmlformats.org/officeDocument/2006/relationships/customXml" Target="../ink/ink1459.xml"/><Relationship Id="rId102" Type="http://schemas.openxmlformats.org/officeDocument/2006/relationships/image" Target="../media/image785.png"/><Relationship Id="rId123" Type="http://schemas.openxmlformats.org/officeDocument/2006/relationships/customXml" Target="../ink/ink1481.xml"/><Relationship Id="rId144" Type="http://schemas.openxmlformats.org/officeDocument/2006/relationships/image" Target="../media/image806.png"/><Relationship Id="rId90" Type="http://schemas.openxmlformats.org/officeDocument/2006/relationships/image" Target="../media/image779.png"/><Relationship Id="rId165" Type="http://schemas.openxmlformats.org/officeDocument/2006/relationships/customXml" Target="../ink/ink1502.xml"/><Relationship Id="rId27" Type="http://schemas.openxmlformats.org/officeDocument/2006/relationships/customXml" Target="../ink/ink1433.xml"/><Relationship Id="rId48" Type="http://schemas.openxmlformats.org/officeDocument/2006/relationships/image" Target="../media/image758.png"/><Relationship Id="rId69" Type="http://schemas.openxmlformats.org/officeDocument/2006/relationships/customXml" Target="../ink/ink1454.xml"/><Relationship Id="rId113" Type="http://schemas.openxmlformats.org/officeDocument/2006/relationships/customXml" Target="../ink/ink1476.xml"/><Relationship Id="rId134" Type="http://schemas.openxmlformats.org/officeDocument/2006/relationships/image" Target="../media/image801.png"/><Relationship Id="rId80" Type="http://schemas.openxmlformats.org/officeDocument/2006/relationships/image" Target="../media/image774.png"/><Relationship Id="rId155" Type="http://schemas.openxmlformats.org/officeDocument/2006/relationships/customXml" Target="../ink/ink1497.xml"/><Relationship Id="rId176" Type="http://schemas.openxmlformats.org/officeDocument/2006/relationships/image" Target="../media/image822.png"/><Relationship Id="rId17" Type="http://schemas.openxmlformats.org/officeDocument/2006/relationships/customXml" Target="../ink/ink1428.xml"/><Relationship Id="rId38" Type="http://schemas.openxmlformats.org/officeDocument/2006/relationships/image" Target="../media/image753.png"/><Relationship Id="rId59" Type="http://schemas.openxmlformats.org/officeDocument/2006/relationships/customXml" Target="../ink/ink1449.xml"/><Relationship Id="rId103" Type="http://schemas.openxmlformats.org/officeDocument/2006/relationships/customXml" Target="../ink/ink1471.xml"/><Relationship Id="rId124" Type="http://schemas.openxmlformats.org/officeDocument/2006/relationships/image" Target="../media/image796.png"/><Relationship Id="rId70" Type="http://schemas.openxmlformats.org/officeDocument/2006/relationships/image" Target="../media/image769.png"/><Relationship Id="rId91" Type="http://schemas.openxmlformats.org/officeDocument/2006/relationships/customXml" Target="../ink/ink1465.xml"/><Relationship Id="rId145" Type="http://schemas.openxmlformats.org/officeDocument/2006/relationships/customXml" Target="../ink/ink1492.xml"/><Relationship Id="rId166" Type="http://schemas.openxmlformats.org/officeDocument/2006/relationships/image" Target="../media/image817.png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748.png"/><Relationship Id="rId49" Type="http://schemas.openxmlformats.org/officeDocument/2006/relationships/customXml" Target="../ink/ink1444.xml"/><Relationship Id="rId114" Type="http://schemas.openxmlformats.org/officeDocument/2006/relationships/image" Target="../media/image791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69.xml"/><Relationship Id="rId21" Type="http://schemas.openxmlformats.org/officeDocument/2006/relationships/customXml" Target="../ink/ink1521.xml"/><Relationship Id="rId42" Type="http://schemas.openxmlformats.org/officeDocument/2006/relationships/image" Target="../media/image755.png"/><Relationship Id="rId63" Type="http://schemas.openxmlformats.org/officeDocument/2006/relationships/customXml" Target="../ink/ink1542.xml"/><Relationship Id="rId84" Type="http://schemas.openxmlformats.org/officeDocument/2006/relationships/image" Target="../media/image831.png"/><Relationship Id="rId138" Type="http://schemas.openxmlformats.org/officeDocument/2006/relationships/image" Target="../media/image858.png"/><Relationship Id="rId159" Type="http://schemas.openxmlformats.org/officeDocument/2006/relationships/customXml" Target="../ink/ink1590.xml"/><Relationship Id="rId170" Type="http://schemas.openxmlformats.org/officeDocument/2006/relationships/image" Target="../media/image874.png"/><Relationship Id="rId191" Type="http://schemas.openxmlformats.org/officeDocument/2006/relationships/customXml" Target="../ink/ink1606.xml"/><Relationship Id="rId205" Type="http://schemas.openxmlformats.org/officeDocument/2006/relationships/customXml" Target="../ink/ink1613.xml"/><Relationship Id="rId107" Type="http://schemas.openxmlformats.org/officeDocument/2006/relationships/customXml" Target="../ink/ink1564.xml"/><Relationship Id="rId11" Type="http://schemas.openxmlformats.org/officeDocument/2006/relationships/customXml" Target="../ink/ink1516.xml"/><Relationship Id="rId32" Type="http://schemas.openxmlformats.org/officeDocument/2006/relationships/image" Target="../media/image750.png"/><Relationship Id="rId53" Type="http://schemas.openxmlformats.org/officeDocument/2006/relationships/customXml" Target="../ink/ink1537.xml"/><Relationship Id="rId74" Type="http://schemas.openxmlformats.org/officeDocument/2006/relationships/image" Target="../media/image771.png"/><Relationship Id="rId128" Type="http://schemas.openxmlformats.org/officeDocument/2006/relationships/image" Target="../media/image853.png"/><Relationship Id="rId149" Type="http://schemas.openxmlformats.org/officeDocument/2006/relationships/customXml" Target="../ink/ink1585.xml"/><Relationship Id="rId5" Type="http://schemas.openxmlformats.org/officeDocument/2006/relationships/customXml" Target="../ink/ink1513.xml"/><Relationship Id="rId95" Type="http://schemas.openxmlformats.org/officeDocument/2006/relationships/customXml" Target="../ink/ink1558.xml"/><Relationship Id="rId160" Type="http://schemas.openxmlformats.org/officeDocument/2006/relationships/image" Target="../media/image869.png"/><Relationship Id="rId181" Type="http://schemas.openxmlformats.org/officeDocument/2006/relationships/customXml" Target="../ink/ink1601.xml"/><Relationship Id="rId22" Type="http://schemas.openxmlformats.org/officeDocument/2006/relationships/image" Target="../media/image745.png"/><Relationship Id="rId43" Type="http://schemas.openxmlformats.org/officeDocument/2006/relationships/customXml" Target="../ink/ink1532.xml"/><Relationship Id="rId64" Type="http://schemas.openxmlformats.org/officeDocument/2006/relationships/image" Target="../media/image766.png"/><Relationship Id="rId118" Type="http://schemas.openxmlformats.org/officeDocument/2006/relationships/image" Target="../media/image848.png"/><Relationship Id="rId139" Type="http://schemas.openxmlformats.org/officeDocument/2006/relationships/customXml" Target="../ink/ink1580.xml"/><Relationship Id="rId85" Type="http://schemas.openxmlformats.org/officeDocument/2006/relationships/customXml" Target="../ink/ink1553.xml"/><Relationship Id="rId150" Type="http://schemas.openxmlformats.org/officeDocument/2006/relationships/image" Target="../media/image864.png"/><Relationship Id="rId171" Type="http://schemas.openxmlformats.org/officeDocument/2006/relationships/customXml" Target="../ink/ink1596.xml"/><Relationship Id="rId192" Type="http://schemas.openxmlformats.org/officeDocument/2006/relationships/image" Target="../media/image885.png"/><Relationship Id="rId206" Type="http://schemas.openxmlformats.org/officeDocument/2006/relationships/image" Target="../media/image892.png"/><Relationship Id="rId12" Type="http://schemas.openxmlformats.org/officeDocument/2006/relationships/image" Target="../media/image740.png"/><Relationship Id="rId33" Type="http://schemas.openxmlformats.org/officeDocument/2006/relationships/customXml" Target="../ink/ink1527.xml"/><Relationship Id="rId108" Type="http://schemas.openxmlformats.org/officeDocument/2006/relationships/image" Target="../media/image843.png"/><Relationship Id="rId129" Type="http://schemas.openxmlformats.org/officeDocument/2006/relationships/customXml" Target="../ink/ink1575.xml"/><Relationship Id="rId54" Type="http://schemas.openxmlformats.org/officeDocument/2006/relationships/image" Target="../media/image761.png"/><Relationship Id="rId75" Type="http://schemas.openxmlformats.org/officeDocument/2006/relationships/customXml" Target="../ink/ink1548.xml"/><Relationship Id="rId96" Type="http://schemas.openxmlformats.org/officeDocument/2006/relationships/image" Target="../media/image837.png"/><Relationship Id="rId140" Type="http://schemas.openxmlformats.org/officeDocument/2006/relationships/image" Target="../media/image859.png"/><Relationship Id="rId161" Type="http://schemas.openxmlformats.org/officeDocument/2006/relationships/customXml" Target="../ink/ink1591.xml"/><Relationship Id="rId182" Type="http://schemas.openxmlformats.org/officeDocument/2006/relationships/image" Target="../media/image880.png"/><Relationship Id="rId6" Type="http://schemas.openxmlformats.org/officeDocument/2006/relationships/image" Target="../media/image737.png"/><Relationship Id="rId23" Type="http://schemas.openxmlformats.org/officeDocument/2006/relationships/customXml" Target="../ink/ink1522.xml"/><Relationship Id="rId119" Type="http://schemas.openxmlformats.org/officeDocument/2006/relationships/customXml" Target="../ink/ink1570.xml"/><Relationship Id="rId44" Type="http://schemas.openxmlformats.org/officeDocument/2006/relationships/image" Target="../media/image756.png"/><Relationship Id="rId65" Type="http://schemas.openxmlformats.org/officeDocument/2006/relationships/customXml" Target="../ink/ink1543.xml"/><Relationship Id="rId86" Type="http://schemas.openxmlformats.org/officeDocument/2006/relationships/image" Target="../media/image832.png"/><Relationship Id="rId130" Type="http://schemas.openxmlformats.org/officeDocument/2006/relationships/image" Target="../media/image854.png"/><Relationship Id="rId151" Type="http://schemas.openxmlformats.org/officeDocument/2006/relationships/customXml" Target="../ink/ink1586.xml"/><Relationship Id="rId172" Type="http://schemas.openxmlformats.org/officeDocument/2006/relationships/image" Target="../media/image875.png"/><Relationship Id="rId193" Type="http://schemas.openxmlformats.org/officeDocument/2006/relationships/customXml" Target="../ink/ink1607.xml"/><Relationship Id="rId13" Type="http://schemas.openxmlformats.org/officeDocument/2006/relationships/customXml" Target="../ink/ink1517.xml"/><Relationship Id="rId109" Type="http://schemas.openxmlformats.org/officeDocument/2006/relationships/customXml" Target="../ink/ink1565.xml"/><Relationship Id="rId34" Type="http://schemas.openxmlformats.org/officeDocument/2006/relationships/image" Target="../media/image751.png"/><Relationship Id="rId55" Type="http://schemas.openxmlformats.org/officeDocument/2006/relationships/customXml" Target="../ink/ink1538.xml"/><Relationship Id="rId76" Type="http://schemas.openxmlformats.org/officeDocument/2006/relationships/image" Target="../media/image827.png"/><Relationship Id="rId97" Type="http://schemas.openxmlformats.org/officeDocument/2006/relationships/customXml" Target="../ink/ink1559.xml"/><Relationship Id="rId120" Type="http://schemas.openxmlformats.org/officeDocument/2006/relationships/image" Target="../media/image849.png"/><Relationship Id="rId141" Type="http://schemas.openxmlformats.org/officeDocument/2006/relationships/customXml" Target="../ink/ink1581.xml"/><Relationship Id="rId7" Type="http://schemas.openxmlformats.org/officeDocument/2006/relationships/customXml" Target="../ink/ink1514.xml"/><Relationship Id="rId162" Type="http://schemas.openxmlformats.org/officeDocument/2006/relationships/image" Target="../media/image870.png"/><Relationship Id="rId183" Type="http://schemas.openxmlformats.org/officeDocument/2006/relationships/customXml" Target="../ink/ink1602.xml"/><Relationship Id="rId24" Type="http://schemas.openxmlformats.org/officeDocument/2006/relationships/image" Target="../media/image746.png"/><Relationship Id="rId40" Type="http://schemas.openxmlformats.org/officeDocument/2006/relationships/image" Target="../media/image754.png"/><Relationship Id="rId45" Type="http://schemas.openxmlformats.org/officeDocument/2006/relationships/customXml" Target="../ink/ink1533.xml"/><Relationship Id="rId66" Type="http://schemas.openxmlformats.org/officeDocument/2006/relationships/image" Target="../media/image767.png"/><Relationship Id="rId87" Type="http://schemas.openxmlformats.org/officeDocument/2006/relationships/customXml" Target="../ink/ink1554.xml"/><Relationship Id="rId110" Type="http://schemas.openxmlformats.org/officeDocument/2006/relationships/image" Target="../media/image844.png"/><Relationship Id="rId115" Type="http://schemas.openxmlformats.org/officeDocument/2006/relationships/customXml" Target="../ink/ink1568.xml"/><Relationship Id="rId131" Type="http://schemas.openxmlformats.org/officeDocument/2006/relationships/customXml" Target="../ink/ink1576.xml"/><Relationship Id="rId136" Type="http://schemas.openxmlformats.org/officeDocument/2006/relationships/image" Target="../media/image857.png"/><Relationship Id="rId157" Type="http://schemas.openxmlformats.org/officeDocument/2006/relationships/customXml" Target="../ink/ink1589.xml"/><Relationship Id="rId178" Type="http://schemas.openxmlformats.org/officeDocument/2006/relationships/image" Target="../media/image878.png"/><Relationship Id="rId61" Type="http://schemas.openxmlformats.org/officeDocument/2006/relationships/customXml" Target="../ink/ink1541.xml"/><Relationship Id="rId82" Type="http://schemas.openxmlformats.org/officeDocument/2006/relationships/image" Target="../media/image830.png"/><Relationship Id="rId152" Type="http://schemas.openxmlformats.org/officeDocument/2006/relationships/image" Target="../media/image865.png"/><Relationship Id="rId173" Type="http://schemas.openxmlformats.org/officeDocument/2006/relationships/customXml" Target="../ink/ink1597.xml"/><Relationship Id="rId194" Type="http://schemas.openxmlformats.org/officeDocument/2006/relationships/image" Target="../media/image886.png"/><Relationship Id="rId199" Type="http://schemas.openxmlformats.org/officeDocument/2006/relationships/customXml" Target="../ink/ink1610.xml"/><Relationship Id="rId203" Type="http://schemas.openxmlformats.org/officeDocument/2006/relationships/customXml" Target="../ink/ink1612.xml"/><Relationship Id="rId19" Type="http://schemas.openxmlformats.org/officeDocument/2006/relationships/customXml" Target="../ink/ink1520.xml"/><Relationship Id="rId14" Type="http://schemas.openxmlformats.org/officeDocument/2006/relationships/image" Target="../media/image741.png"/><Relationship Id="rId30" Type="http://schemas.openxmlformats.org/officeDocument/2006/relationships/image" Target="../media/image749.png"/><Relationship Id="rId35" Type="http://schemas.openxmlformats.org/officeDocument/2006/relationships/customXml" Target="../ink/ink1528.xml"/><Relationship Id="rId56" Type="http://schemas.openxmlformats.org/officeDocument/2006/relationships/image" Target="../media/image762.png"/><Relationship Id="rId77" Type="http://schemas.openxmlformats.org/officeDocument/2006/relationships/customXml" Target="../ink/ink1549.xml"/><Relationship Id="rId100" Type="http://schemas.openxmlformats.org/officeDocument/2006/relationships/image" Target="../media/image839.png"/><Relationship Id="rId105" Type="http://schemas.openxmlformats.org/officeDocument/2006/relationships/customXml" Target="../ink/ink1563.xml"/><Relationship Id="rId126" Type="http://schemas.openxmlformats.org/officeDocument/2006/relationships/image" Target="../media/image852.png"/><Relationship Id="rId147" Type="http://schemas.openxmlformats.org/officeDocument/2006/relationships/customXml" Target="../ink/ink1584.xml"/><Relationship Id="rId168" Type="http://schemas.openxmlformats.org/officeDocument/2006/relationships/image" Target="../media/image873.png"/><Relationship Id="rId8" Type="http://schemas.openxmlformats.org/officeDocument/2006/relationships/image" Target="../media/image738.png"/><Relationship Id="rId51" Type="http://schemas.openxmlformats.org/officeDocument/2006/relationships/customXml" Target="../ink/ink1536.xml"/><Relationship Id="rId72" Type="http://schemas.openxmlformats.org/officeDocument/2006/relationships/image" Target="../media/image770.png"/><Relationship Id="rId93" Type="http://schemas.openxmlformats.org/officeDocument/2006/relationships/customXml" Target="../ink/ink1557.xml"/><Relationship Id="rId98" Type="http://schemas.openxmlformats.org/officeDocument/2006/relationships/image" Target="../media/image838.png"/><Relationship Id="rId121" Type="http://schemas.openxmlformats.org/officeDocument/2006/relationships/customXml" Target="../ink/ink1571.xml"/><Relationship Id="rId142" Type="http://schemas.openxmlformats.org/officeDocument/2006/relationships/image" Target="../media/image860.png"/><Relationship Id="rId163" Type="http://schemas.openxmlformats.org/officeDocument/2006/relationships/customXml" Target="../ink/ink1592.xml"/><Relationship Id="rId184" Type="http://schemas.openxmlformats.org/officeDocument/2006/relationships/image" Target="../media/image881.png"/><Relationship Id="rId189" Type="http://schemas.openxmlformats.org/officeDocument/2006/relationships/customXml" Target="../ink/ink1605.xml"/><Relationship Id="rId3" Type="http://schemas.openxmlformats.org/officeDocument/2006/relationships/customXml" Target="../ink/ink1512.xml"/><Relationship Id="rId25" Type="http://schemas.openxmlformats.org/officeDocument/2006/relationships/customXml" Target="../ink/ink1523.xml"/><Relationship Id="rId46" Type="http://schemas.openxmlformats.org/officeDocument/2006/relationships/image" Target="../media/image757.png"/><Relationship Id="rId67" Type="http://schemas.openxmlformats.org/officeDocument/2006/relationships/customXml" Target="../ink/ink1544.xml"/><Relationship Id="rId116" Type="http://schemas.openxmlformats.org/officeDocument/2006/relationships/image" Target="../media/image847.png"/><Relationship Id="rId137" Type="http://schemas.openxmlformats.org/officeDocument/2006/relationships/customXml" Target="../ink/ink1579.xml"/><Relationship Id="rId158" Type="http://schemas.openxmlformats.org/officeDocument/2006/relationships/image" Target="../media/image868.png"/><Relationship Id="rId20" Type="http://schemas.openxmlformats.org/officeDocument/2006/relationships/image" Target="../media/image744.png"/><Relationship Id="rId41" Type="http://schemas.openxmlformats.org/officeDocument/2006/relationships/customXml" Target="../ink/ink1531.xml"/><Relationship Id="rId62" Type="http://schemas.openxmlformats.org/officeDocument/2006/relationships/image" Target="../media/image765.png"/><Relationship Id="rId83" Type="http://schemas.openxmlformats.org/officeDocument/2006/relationships/customXml" Target="../ink/ink1552.xml"/><Relationship Id="rId88" Type="http://schemas.openxmlformats.org/officeDocument/2006/relationships/image" Target="../media/image833.png"/><Relationship Id="rId111" Type="http://schemas.openxmlformats.org/officeDocument/2006/relationships/customXml" Target="../ink/ink1566.xml"/><Relationship Id="rId132" Type="http://schemas.openxmlformats.org/officeDocument/2006/relationships/image" Target="../media/image855.png"/><Relationship Id="rId153" Type="http://schemas.openxmlformats.org/officeDocument/2006/relationships/customXml" Target="../ink/ink1587.xml"/><Relationship Id="rId174" Type="http://schemas.openxmlformats.org/officeDocument/2006/relationships/image" Target="../media/image876.png"/><Relationship Id="rId179" Type="http://schemas.openxmlformats.org/officeDocument/2006/relationships/customXml" Target="../ink/ink1600.xml"/><Relationship Id="rId195" Type="http://schemas.openxmlformats.org/officeDocument/2006/relationships/customXml" Target="../ink/ink1608.xml"/><Relationship Id="rId190" Type="http://schemas.openxmlformats.org/officeDocument/2006/relationships/image" Target="../media/image884.png"/><Relationship Id="rId204" Type="http://schemas.openxmlformats.org/officeDocument/2006/relationships/image" Target="../media/image891.png"/><Relationship Id="rId15" Type="http://schemas.openxmlformats.org/officeDocument/2006/relationships/customXml" Target="../ink/ink1518.xml"/><Relationship Id="rId36" Type="http://schemas.openxmlformats.org/officeDocument/2006/relationships/image" Target="../media/image752.png"/><Relationship Id="rId57" Type="http://schemas.openxmlformats.org/officeDocument/2006/relationships/customXml" Target="../ink/ink1539.xml"/><Relationship Id="rId106" Type="http://schemas.openxmlformats.org/officeDocument/2006/relationships/image" Target="../media/image842.png"/><Relationship Id="rId127" Type="http://schemas.openxmlformats.org/officeDocument/2006/relationships/customXml" Target="../ink/ink1574.xml"/><Relationship Id="rId10" Type="http://schemas.openxmlformats.org/officeDocument/2006/relationships/image" Target="../media/image739.png"/><Relationship Id="rId31" Type="http://schemas.openxmlformats.org/officeDocument/2006/relationships/customXml" Target="../ink/ink1526.xml"/><Relationship Id="rId52" Type="http://schemas.openxmlformats.org/officeDocument/2006/relationships/image" Target="../media/image760.png"/><Relationship Id="rId73" Type="http://schemas.openxmlformats.org/officeDocument/2006/relationships/customXml" Target="../ink/ink1547.xml"/><Relationship Id="rId78" Type="http://schemas.openxmlformats.org/officeDocument/2006/relationships/image" Target="../media/image828.png"/><Relationship Id="rId94" Type="http://schemas.openxmlformats.org/officeDocument/2006/relationships/image" Target="../media/image836.png"/><Relationship Id="rId99" Type="http://schemas.openxmlformats.org/officeDocument/2006/relationships/customXml" Target="../ink/ink1560.xml"/><Relationship Id="rId101" Type="http://schemas.openxmlformats.org/officeDocument/2006/relationships/customXml" Target="../ink/ink1561.xml"/><Relationship Id="rId122" Type="http://schemas.openxmlformats.org/officeDocument/2006/relationships/image" Target="../media/image850.png"/><Relationship Id="rId143" Type="http://schemas.openxmlformats.org/officeDocument/2006/relationships/customXml" Target="../ink/ink1582.xml"/><Relationship Id="rId148" Type="http://schemas.openxmlformats.org/officeDocument/2006/relationships/image" Target="../media/image863.png"/><Relationship Id="rId164" Type="http://schemas.openxmlformats.org/officeDocument/2006/relationships/image" Target="../media/image871.png"/><Relationship Id="rId169" Type="http://schemas.openxmlformats.org/officeDocument/2006/relationships/customXml" Target="../ink/ink1595.xml"/><Relationship Id="rId185" Type="http://schemas.openxmlformats.org/officeDocument/2006/relationships/customXml" Target="../ink/ink1603.xml"/><Relationship Id="rId4" Type="http://schemas.openxmlformats.org/officeDocument/2006/relationships/image" Target="../media/image736.png"/><Relationship Id="rId9" Type="http://schemas.openxmlformats.org/officeDocument/2006/relationships/customXml" Target="../ink/ink1515.xml"/><Relationship Id="rId180" Type="http://schemas.openxmlformats.org/officeDocument/2006/relationships/image" Target="../media/image879.png"/><Relationship Id="rId26" Type="http://schemas.openxmlformats.org/officeDocument/2006/relationships/image" Target="../media/image747.png"/><Relationship Id="rId47" Type="http://schemas.openxmlformats.org/officeDocument/2006/relationships/customXml" Target="../ink/ink1534.xml"/><Relationship Id="rId68" Type="http://schemas.openxmlformats.org/officeDocument/2006/relationships/image" Target="../media/image768.png"/><Relationship Id="rId89" Type="http://schemas.openxmlformats.org/officeDocument/2006/relationships/customXml" Target="../ink/ink1555.xml"/><Relationship Id="rId112" Type="http://schemas.openxmlformats.org/officeDocument/2006/relationships/image" Target="../media/image845.png"/><Relationship Id="rId133" Type="http://schemas.openxmlformats.org/officeDocument/2006/relationships/customXml" Target="../ink/ink1577.xml"/><Relationship Id="rId154" Type="http://schemas.openxmlformats.org/officeDocument/2006/relationships/image" Target="../media/image866.png"/><Relationship Id="rId175" Type="http://schemas.openxmlformats.org/officeDocument/2006/relationships/customXml" Target="../ink/ink1598.xml"/><Relationship Id="rId196" Type="http://schemas.openxmlformats.org/officeDocument/2006/relationships/image" Target="../media/image887.png"/><Relationship Id="rId200" Type="http://schemas.openxmlformats.org/officeDocument/2006/relationships/image" Target="../media/image889.png"/><Relationship Id="rId16" Type="http://schemas.openxmlformats.org/officeDocument/2006/relationships/image" Target="../media/image742.png"/><Relationship Id="rId37" Type="http://schemas.openxmlformats.org/officeDocument/2006/relationships/customXml" Target="../ink/ink1529.xml"/><Relationship Id="rId58" Type="http://schemas.openxmlformats.org/officeDocument/2006/relationships/image" Target="../media/image763.png"/><Relationship Id="rId79" Type="http://schemas.openxmlformats.org/officeDocument/2006/relationships/customXml" Target="../ink/ink1550.xml"/><Relationship Id="rId102" Type="http://schemas.openxmlformats.org/officeDocument/2006/relationships/image" Target="../media/image840.png"/><Relationship Id="rId123" Type="http://schemas.openxmlformats.org/officeDocument/2006/relationships/customXml" Target="../ink/ink1572.xml"/><Relationship Id="rId144" Type="http://schemas.openxmlformats.org/officeDocument/2006/relationships/image" Target="../media/image861.png"/><Relationship Id="rId90" Type="http://schemas.openxmlformats.org/officeDocument/2006/relationships/image" Target="../media/image834.png"/><Relationship Id="rId165" Type="http://schemas.openxmlformats.org/officeDocument/2006/relationships/customXml" Target="../ink/ink1593.xml"/><Relationship Id="rId186" Type="http://schemas.openxmlformats.org/officeDocument/2006/relationships/image" Target="../media/image882.png"/><Relationship Id="rId27" Type="http://schemas.openxmlformats.org/officeDocument/2006/relationships/customXml" Target="../ink/ink1524.xml"/><Relationship Id="rId48" Type="http://schemas.openxmlformats.org/officeDocument/2006/relationships/image" Target="../media/image758.png"/><Relationship Id="rId69" Type="http://schemas.openxmlformats.org/officeDocument/2006/relationships/customXml" Target="../ink/ink1545.xml"/><Relationship Id="rId113" Type="http://schemas.openxmlformats.org/officeDocument/2006/relationships/customXml" Target="../ink/ink1567.xml"/><Relationship Id="rId134" Type="http://schemas.openxmlformats.org/officeDocument/2006/relationships/image" Target="../media/image856.png"/><Relationship Id="rId80" Type="http://schemas.openxmlformats.org/officeDocument/2006/relationships/image" Target="../media/image829.png"/><Relationship Id="rId155" Type="http://schemas.openxmlformats.org/officeDocument/2006/relationships/customXml" Target="../ink/ink1588.xml"/><Relationship Id="rId176" Type="http://schemas.openxmlformats.org/officeDocument/2006/relationships/image" Target="../media/image877.png"/><Relationship Id="rId197" Type="http://schemas.openxmlformats.org/officeDocument/2006/relationships/customXml" Target="../ink/ink1609.xml"/><Relationship Id="rId201" Type="http://schemas.openxmlformats.org/officeDocument/2006/relationships/customXml" Target="../ink/ink1611.xml"/><Relationship Id="rId17" Type="http://schemas.openxmlformats.org/officeDocument/2006/relationships/customXml" Target="../ink/ink1519.xml"/><Relationship Id="rId38" Type="http://schemas.openxmlformats.org/officeDocument/2006/relationships/image" Target="../media/image753.png"/><Relationship Id="rId59" Type="http://schemas.openxmlformats.org/officeDocument/2006/relationships/customXml" Target="../ink/ink1540.xml"/><Relationship Id="rId103" Type="http://schemas.openxmlformats.org/officeDocument/2006/relationships/customXml" Target="../ink/ink1562.xml"/><Relationship Id="rId124" Type="http://schemas.openxmlformats.org/officeDocument/2006/relationships/image" Target="../media/image851.png"/><Relationship Id="rId70" Type="http://schemas.openxmlformats.org/officeDocument/2006/relationships/image" Target="../media/image769.png"/><Relationship Id="rId91" Type="http://schemas.openxmlformats.org/officeDocument/2006/relationships/customXml" Target="../ink/ink1556.xml"/><Relationship Id="rId145" Type="http://schemas.openxmlformats.org/officeDocument/2006/relationships/customXml" Target="../ink/ink1583.xml"/><Relationship Id="rId166" Type="http://schemas.openxmlformats.org/officeDocument/2006/relationships/image" Target="../media/image872.png"/><Relationship Id="rId187" Type="http://schemas.openxmlformats.org/officeDocument/2006/relationships/customXml" Target="../ink/ink1604.xml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748.png"/><Relationship Id="rId49" Type="http://schemas.openxmlformats.org/officeDocument/2006/relationships/customXml" Target="../ink/ink1535.xml"/><Relationship Id="rId114" Type="http://schemas.openxmlformats.org/officeDocument/2006/relationships/image" Target="../media/image846.png"/><Relationship Id="rId60" Type="http://schemas.openxmlformats.org/officeDocument/2006/relationships/image" Target="../media/image764.png"/><Relationship Id="rId81" Type="http://schemas.openxmlformats.org/officeDocument/2006/relationships/customXml" Target="../ink/ink1551.xml"/><Relationship Id="rId135" Type="http://schemas.openxmlformats.org/officeDocument/2006/relationships/customXml" Target="../ink/ink1578.xml"/><Relationship Id="rId156" Type="http://schemas.openxmlformats.org/officeDocument/2006/relationships/image" Target="../media/image867.png"/><Relationship Id="rId177" Type="http://schemas.openxmlformats.org/officeDocument/2006/relationships/customXml" Target="../ink/ink1599.xml"/><Relationship Id="rId198" Type="http://schemas.openxmlformats.org/officeDocument/2006/relationships/image" Target="../media/image888.png"/><Relationship Id="rId202" Type="http://schemas.openxmlformats.org/officeDocument/2006/relationships/image" Target="../media/image890.png"/><Relationship Id="rId18" Type="http://schemas.openxmlformats.org/officeDocument/2006/relationships/image" Target="../media/image743.png"/><Relationship Id="rId39" Type="http://schemas.openxmlformats.org/officeDocument/2006/relationships/customXml" Target="../ink/ink1530.xml"/><Relationship Id="rId50" Type="http://schemas.openxmlformats.org/officeDocument/2006/relationships/image" Target="../media/image759.png"/><Relationship Id="rId104" Type="http://schemas.openxmlformats.org/officeDocument/2006/relationships/image" Target="../media/image841.png"/><Relationship Id="rId125" Type="http://schemas.openxmlformats.org/officeDocument/2006/relationships/customXml" Target="../ink/ink1573.xml"/><Relationship Id="rId146" Type="http://schemas.openxmlformats.org/officeDocument/2006/relationships/image" Target="../media/image862.png"/><Relationship Id="rId167" Type="http://schemas.openxmlformats.org/officeDocument/2006/relationships/customXml" Target="../ink/ink1594.xml"/><Relationship Id="rId188" Type="http://schemas.openxmlformats.org/officeDocument/2006/relationships/image" Target="../media/image883.png"/><Relationship Id="rId71" Type="http://schemas.openxmlformats.org/officeDocument/2006/relationships/customXml" Target="../ink/ink1546.xml"/><Relationship Id="rId92" Type="http://schemas.openxmlformats.org/officeDocument/2006/relationships/image" Target="../media/image835.png"/><Relationship Id="rId2" Type="http://schemas.openxmlformats.org/officeDocument/2006/relationships/image" Target="../media/image1.png"/><Relationship Id="rId29" Type="http://schemas.openxmlformats.org/officeDocument/2006/relationships/customXml" Target="../ink/ink1525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71.xml"/><Relationship Id="rId21" Type="http://schemas.openxmlformats.org/officeDocument/2006/relationships/customXml" Target="../ink/ink1623.xml"/><Relationship Id="rId42" Type="http://schemas.openxmlformats.org/officeDocument/2006/relationships/image" Target="../media/image755.png"/><Relationship Id="rId63" Type="http://schemas.openxmlformats.org/officeDocument/2006/relationships/customXml" Target="../ink/ink1644.xml"/><Relationship Id="rId84" Type="http://schemas.openxmlformats.org/officeDocument/2006/relationships/image" Target="../media/image851.png"/><Relationship Id="rId138" Type="http://schemas.openxmlformats.org/officeDocument/2006/relationships/image" Target="../media/image913.png"/><Relationship Id="rId159" Type="http://schemas.openxmlformats.org/officeDocument/2006/relationships/customXml" Target="../ink/ink1692.xml"/><Relationship Id="rId170" Type="http://schemas.openxmlformats.org/officeDocument/2006/relationships/image" Target="../media/image929.png"/><Relationship Id="rId191" Type="http://schemas.openxmlformats.org/officeDocument/2006/relationships/image" Target="../media/image939.png"/><Relationship Id="rId107" Type="http://schemas.openxmlformats.org/officeDocument/2006/relationships/customXml" Target="../ink/ink1666.xml"/><Relationship Id="rId11" Type="http://schemas.openxmlformats.org/officeDocument/2006/relationships/customXml" Target="../ink/ink1618.xml"/><Relationship Id="rId32" Type="http://schemas.openxmlformats.org/officeDocument/2006/relationships/image" Target="../media/image750.png"/><Relationship Id="rId53" Type="http://schemas.openxmlformats.org/officeDocument/2006/relationships/customXml" Target="../ink/ink1639.xml"/><Relationship Id="rId74" Type="http://schemas.openxmlformats.org/officeDocument/2006/relationships/image" Target="../media/image846.png"/><Relationship Id="rId128" Type="http://schemas.openxmlformats.org/officeDocument/2006/relationships/image" Target="../media/image908.png"/><Relationship Id="rId149" Type="http://schemas.openxmlformats.org/officeDocument/2006/relationships/customXml" Target="../ink/ink1687.xml"/><Relationship Id="rId5" Type="http://schemas.openxmlformats.org/officeDocument/2006/relationships/customXml" Target="../ink/ink1615.xml"/><Relationship Id="rId95" Type="http://schemas.openxmlformats.org/officeDocument/2006/relationships/customXml" Target="../ink/ink1660.xml"/><Relationship Id="rId160" Type="http://schemas.openxmlformats.org/officeDocument/2006/relationships/image" Target="../media/image924.png"/><Relationship Id="rId181" Type="http://schemas.openxmlformats.org/officeDocument/2006/relationships/image" Target="../media/image934.png"/><Relationship Id="rId22" Type="http://schemas.openxmlformats.org/officeDocument/2006/relationships/image" Target="../media/image745.png"/><Relationship Id="rId43" Type="http://schemas.openxmlformats.org/officeDocument/2006/relationships/customXml" Target="../ink/ink1634.xml"/><Relationship Id="rId64" Type="http://schemas.openxmlformats.org/officeDocument/2006/relationships/image" Target="../media/image766.png"/><Relationship Id="rId118" Type="http://schemas.openxmlformats.org/officeDocument/2006/relationships/image" Target="../media/image903.png"/><Relationship Id="rId139" Type="http://schemas.openxmlformats.org/officeDocument/2006/relationships/customXml" Target="../ink/ink1682.xml"/><Relationship Id="rId85" Type="http://schemas.openxmlformats.org/officeDocument/2006/relationships/customXml" Target="../ink/ink1655.xml"/><Relationship Id="rId150" Type="http://schemas.openxmlformats.org/officeDocument/2006/relationships/image" Target="../media/image919.png"/><Relationship Id="rId171" Type="http://schemas.openxmlformats.org/officeDocument/2006/relationships/customXml" Target="../ink/ink1698.xml"/><Relationship Id="rId192" Type="http://schemas.openxmlformats.org/officeDocument/2006/relationships/customXml" Target="../ink/ink1709.xml"/><Relationship Id="rId12" Type="http://schemas.openxmlformats.org/officeDocument/2006/relationships/image" Target="../media/image740.png"/><Relationship Id="rId33" Type="http://schemas.openxmlformats.org/officeDocument/2006/relationships/customXml" Target="../ink/ink1629.xml"/><Relationship Id="rId108" Type="http://schemas.openxmlformats.org/officeDocument/2006/relationships/image" Target="../media/image898.png"/><Relationship Id="rId129" Type="http://schemas.openxmlformats.org/officeDocument/2006/relationships/customXml" Target="../ink/ink1677.xml"/><Relationship Id="rId54" Type="http://schemas.openxmlformats.org/officeDocument/2006/relationships/image" Target="../media/image761.png"/><Relationship Id="rId75" Type="http://schemas.openxmlformats.org/officeDocument/2006/relationships/customXml" Target="../ink/ink1650.xml"/><Relationship Id="rId96" Type="http://schemas.openxmlformats.org/officeDocument/2006/relationships/image" Target="../media/image893.png"/><Relationship Id="rId140" Type="http://schemas.openxmlformats.org/officeDocument/2006/relationships/image" Target="../media/image914.png"/><Relationship Id="rId161" Type="http://schemas.openxmlformats.org/officeDocument/2006/relationships/customXml" Target="../ink/ink1693.xml"/><Relationship Id="rId182" Type="http://schemas.openxmlformats.org/officeDocument/2006/relationships/customXml" Target="../ink/ink1704.xml"/><Relationship Id="rId6" Type="http://schemas.openxmlformats.org/officeDocument/2006/relationships/image" Target="../media/image737.png"/><Relationship Id="rId23" Type="http://schemas.openxmlformats.org/officeDocument/2006/relationships/customXml" Target="../ink/ink1624.xml"/><Relationship Id="rId119" Type="http://schemas.openxmlformats.org/officeDocument/2006/relationships/customXml" Target="../ink/ink1672.xml"/><Relationship Id="rId44" Type="http://schemas.openxmlformats.org/officeDocument/2006/relationships/image" Target="../media/image756.png"/><Relationship Id="rId65" Type="http://schemas.openxmlformats.org/officeDocument/2006/relationships/customXml" Target="../ink/ink1645.xml"/><Relationship Id="rId86" Type="http://schemas.openxmlformats.org/officeDocument/2006/relationships/image" Target="../media/image852.png"/><Relationship Id="rId130" Type="http://schemas.openxmlformats.org/officeDocument/2006/relationships/image" Target="../media/image909.png"/><Relationship Id="rId151" Type="http://schemas.openxmlformats.org/officeDocument/2006/relationships/customXml" Target="../ink/ink1688.xml"/><Relationship Id="rId172" Type="http://schemas.openxmlformats.org/officeDocument/2006/relationships/image" Target="../media/image930.png"/><Relationship Id="rId193" Type="http://schemas.openxmlformats.org/officeDocument/2006/relationships/image" Target="../media/image940.png"/><Relationship Id="rId13" Type="http://schemas.openxmlformats.org/officeDocument/2006/relationships/customXml" Target="../ink/ink1619.xml"/><Relationship Id="rId109" Type="http://schemas.openxmlformats.org/officeDocument/2006/relationships/customXml" Target="../ink/ink1667.xml"/><Relationship Id="rId34" Type="http://schemas.openxmlformats.org/officeDocument/2006/relationships/image" Target="../media/image751.png"/><Relationship Id="rId55" Type="http://schemas.openxmlformats.org/officeDocument/2006/relationships/customXml" Target="../ink/ink1640.xml"/><Relationship Id="rId76" Type="http://schemas.openxmlformats.org/officeDocument/2006/relationships/image" Target="../media/image847.png"/><Relationship Id="rId97" Type="http://schemas.openxmlformats.org/officeDocument/2006/relationships/customXml" Target="../ink/ink1661.xml"/><Relationship Id="rId120" Type="http://schemas.openxmlformats.org/officeDocument/2006/relationships/image" Target="../media/image904.png"/><Relationship Id="rId141" Type="http://schemas.openxmlformats.org/officeDocument/2006/relationships/customXml" Target="../ink/ink1683.xml"/><Relationship Id="rId7" Type="http://schemas.openxmlformats.org/officeDocument/2006/relationships/customXml" Target="../ink/ink1616.xml"/><Relationship Id="rId162" Type="http://schemas.openxmlformats.org/officeDocument/2006/relationships/image" Target="../media/image925.png"/><Relationship Id="rId183" Type="http://schemas.openxmlformats.org/officeDocument/2006/relationships/image" Target="../media/image935.png"/><Relationship Id="rId2" Type="http://schemas.openxmlformats.org/officeDocument/2006/relationships/image" Target="../media/image1.png"/><Relationship Id="rId29" Type="http://schemas.openxmlformats.org/officeDocument/2006/relationships/customXml" Target="../ink/ink1627.xml"/><Relationship Id="rId24" Type="http://schemas.openxmlformats.org/officeDocument/2006/relationships/image" Target="../media/image746.png"/><Relationship Id="rId40" Type="http://schemas.openxmlformats.org/officeDocument/2006/relationships/image" Target="../media/image754.png"/><Relationship Id="rId45" Type="http://schemas.openxmlformats.org/officeDocument/2006/relationships/customXml" Target="../ink/ink1635.xml"/><Relationship Id="rId66" Type="http://schemas.openxmlformats.org/officeDocument/2006/relationships/image" Target="../media/image767.png"/><Relationship Id="rId87" Type="http://schemas.openxmlformats.org/officeDocument/2006/relationships/customXml" Target="../ink/ink1656.xml"/><Relationship Id="rId110" Type="http://schemas.openxmlformats.org/officeDocument/2006/relationships/image" Target="../media/image899.png"/><Relationship Id="rId115" Type="http://schemas.openxmlformats.org/officeDocument/2006/relationships/customXml" Target="../ink/ink1670.xml"/><Relationship Id="rId131" Type="http://schemas.openxmlformats.org/officeDocument/2006/relationships/customXml" Target="../ink/ink1678.xml"/><Relationship Id="rId136" Type="http://schemas.openxmlformats.org/officeDocument/2006/relationships/image" Target="../media/image912.png"/><Relationship Id="rId157" Type="http://schemas.openxmlformats.org/officeDocument/2006/relationships/customXml" Target="../ink/ink1691.xml"/><Relationship Id="rId178" Type="http://schemas.openxmlformats.org/officeDocument/2006/relationships/customXml" Target="../ink/ink1702.xml"/><Relationship Id="rId61" Type="http://schemas.openxmlformats.org/officeDocument/2006/relationships/customXml" Target="../ink/ink1643.xml"/><Relationship Id="rId82" Type="http://schemas.openxmlformats.org/officeDocument/2006/relationships/image" Target="../media/image850.png"/><Relationship Id="rId152" Type="http://schemas.openxmlformats.org/officeDocument/2006/relationships/image" Target="../media/image920.png"/><Relationship Id="rId173" Type="http://schemas.openxmlformats.org/officeDocument/2006/relationships/customXml" Target="../ink/ink1699.xml"/><Relationship Id="rId194" Type="http://schemas.openxmlformats.org/officeDocument/2006/relationships/customXml" Target="../ink/ink1710.xml"/><Relationship Id="rId199" Type="http://schemas.openxmlformats.org/officeDocument/2006/relationships/image" Target="../media/image943.png"/><Relationship Id="rId19" Type="http://schemas.openxmlformats.org/officeDocument/2006/relationships/customXml" Target="../ink/ink1622.xml"/><Relationship Id="rId14" Type="http://schemas.openxmlformats.org/officeDocument/2006/relationships/image" Target="../media/image741.png"/><Relationship Id="rId30" Type="http://schemas.openxmlformats.org/officeDocument/2006/relationships/image" Target="../media/image749.png"/><Relationship Id="rId35" Type="http://schemas.openxmlformats.org/officeDocument/2006/relationships/customXml" Target="../ink/ink1630.xml"/><Relationship Id="rId56" Type="http://schemas.openxmlformats.org/officeDocument/2006/relationships/image" Target="../media/image762.png"/><Relationship Id="rId77" Type="http://schemas.openxmlformats.org/officeDocument/2006/relationships/customXml" Target="../ink/ink1651.xml"/><Relationship Id="rId100" Type="http://schemas.openxmlformats.org/officeDocument/2006/relationships/image" Target="../media/image895.png"/><Relationship Id="rId105" Type="http://schemas.openxmlformats.org/officeDocument/2006/relationships/customXml" Target="../ink/ink1665.xml"/><Relationship Id="rId126" Type="http://schemas.openxmlformats.org/officeDocument/2006/relationships/image" Target="../media/image907.png"/><Relationship Id="rId147" Type="http://schemas.openxmlformats.org/officeDocument/2006/relationships/customXml" Target="../ink/ink1686.xml"/><Relationship Id="rId168" Type="http://schemas.openxmlformats.org/officeDocument/2006/relationships/image" Target="../media/image928.png"/><Relationship Id="rId8" Type="http://schemas.openxmlformats.org/officeDocument/2006/relationships/image" Target="../media/image738.png"/><Relationship Id="rId51" Type="http://schemas.openxmlformats.org/officeDocument/2006/relationships/customXml" Target="../ink/ink1638.xml"/><Relationship Id="rId72" Type="http://schemas.openxmlformats.org/officeDocument/2006/relationships/image" Target="../media/image845.png"/><Relationship Id="rId93" Type="http://schemas.openxmlformats.org/officeDocument/2006/relationships/customXml" Target="../ink/ink1659.xml"/><Relationship Id="rId98" Type="http://schemas.openxmlformats.org/officeDocument/2006/relationships/image" Target="../media/image894.png"/><Relationship Id="rId121" Type="http://schemas.openxmlformats.org/officeDocument/2006/relationships/customXml" Target="../ink/ink1673.xml"/><Relationship Id="rId142" Type="http://schemas.openxmlformats.org/officeDocument/2006/relationships/image" Target="../media/image915.png"/><Relationship Id="rId163" Type="http://schemas.openxmlformats.org/officeDocument/2006/relationships/customXml" Target="../ink/ink1694.xml"/><Relationship Id="rId184" Type="http://schemas.openxmlformats.org/officeDocument/2006/relationships/customXml" Target="../ink/ink1705.xml"/><Relationship Id="rId189" Type="http://schemas.openxmlformats.org/officeDocument/2006/relationships/image" Target="../media/image938.png"/><Relationship Id="rId3" Type="http://schemas.openxmlformats.org/officeDocument/2006/relationships/customXml" Target="../ink/ink1614.xml"/><Relationship Id="rId25" Type="http://schemas.openxmlformats.org/officeDocument/2006/relationships/customXml" Target="../ink/ink1625.xml"/><Relationship Id="rId46" Type="http://schemas.openxmlformats.org/officeDocument/2006/relationships/image" Target="../media/image757.png"/><Relationship Id="rId67" Type="http://schemas.openxmlformats.org/officeDocument/2006/relationships/customXml" Target="../ink/ink1646.xml"/><Relationship Id="rId116" Type="http://schemas.openxmlformats.org/officeDocument/2006/relationships/image" Target="../media/image902.png"/><Relationship Id="rId137" Type="http://schemas.openxmlformats.org/officeDocument/2006/relationships/customXml" Target="../ink/ink1681.xml"/><Relationship Id="rId158" Type="http://schemas.openxmlformats.org/officeDocument/2006/relationships/image" Target="../media/image923.png"/><Relationship Id="rId20" Type="http://schemas.openxmlformats.org/officeDocument/2006/relationships/image" Target="../media/image744.png"/><Relationship Id="rId41" Type="http://schemas.openxmlformats.org/officeDocument/2006/relationships/customXml" Target="../ink/ink1633.xml"/><Relationship Id="rId62" Type="http://schemas.openxmlformats.org/officeDocument/2006/relationships/image" Target="../media/image765.png"/><Relationship Id="rId83" Type="http://schemas.openxmlformats.org/officeDocument/2006/relationships/customXml" Target="../ink/ink1654.xml"/><Relationship Id="rId88" Type="http://schemas.openxmlformats.org/officeDocument/2006/relationships/image" Target="../media/image853.png"/><Relationship Id="rId111" Type="http://schemas.openxmlformats.org/officeDocument/2006/relationships/customXml" Target="../ink/ink1668.xml"/><Relationship Id="rId132" Type="http://schemas.openxmlformats.org/officeDocument/2006/relationships/image" Target="../media/image910.png"/><Relationship Id="rId153" Type="http://schemas.openxmlformats.org/officeDocument/2006/relationships/customXml" Target="../ink/ink1689.xml"/><Relationship Id="rId174" Type="http://schemas.openxmlformats.org/officeDocument/2006/relationships/customXml" Target="../ink/ink1700.xml"/><Relationship Id="rId179" Type="http://schemas.openxmlformats.org/officeDocument/2006/relationships/image" Target="../media/image933.png"/><Relationship Id="rId195" Type="http://schemas.openxmlformats.org/officeDocument/2006/relationships/image" Target="../media/image941.png"/><Relationship Id="rId190" Type="http://schemas.openxmlformats.org/officeDocument/2006/relationships/customXml" Target="../ink/ink1708.xml"/><Relationship Id="rId15" Type="http://schemas.openxmlformats.org/officeDocument/2006/relationships/customXml" Target="../ink/ink1620.xml"/><Relationship Id="rId36" Type="http://schemas.openxmlformats.org/officeDocument/2006/relationships/image" Target="../media/image752.png"/><Relationship Id="rId57" Type="http://schemas.openxmlformats.org/officeDocument/2006/relationships/customXml" Target="../ink/ink1641.xml"/><Relationship Id="rId106" Type="http://schemas.openxmlformats.org/officeDocument/2006/relationships/image" Target="../media/image134.png"/><Relationship Id="rId127" Type="http://schemas.openxmlformats.org/officeDocument/2006/relationships/customXml" Target="../ink/ink1676.xml"/><Relationship Id="rId10" Type="http://schemas.openxmlformats.org/officeDocument/2006/relationships/image" Target="../media/image739.png"/><Relationship Id="rId31" Type="http://schemas.openxmlformats.org/officeDocument/2006/relationships/customXml" Target="../ink/ink1628.xml"/><Relationship Id="rId52" Type="http://schemas.openxmlformats.org/officeDocument/2006/relationships/image" Target="../media/image760.png"/><Relationship Id="rId73" Type="http://schemas.openxmlformats.org/officeDocument/2006/relationships/customXml" Target="../ink/ink1649.xml"/><Relationship Id="rId78" Type="http://schemas.openxmlformats.org/officeDocument/2006/relationships/image" Target="../media/image848.png"/><Relationship Id="rId94" Type="http://schemas.openxmlformats.org/officeDocument/2006/relationships/image" Target="../media/image856.png"/><Relationship Id="rId99" Type="http://schemas.openxmlformats.org/officeDocument/2006/relationships/customXml" Target="../ink/ink1662.xml"/><Relationship Id="rId101" Type="http://schemas.openxmlformats.org/officeDocument/2006/relationships/customXml" Target="../ink/ink1663.xml"/><Relationship Id="rId122" Type="http://schemas.openxmlformats.org/officeDocument/2006/relationships/image" Target="../media/image905.png"/><Relationship Id="rId143" Type="http://schemas.openxmlformats.org/officeDocument/2006/relationships/customXml" Target="../ink/ink1684.xml"/><Relationship Id="rId148" Type="http://schemas.openxmlformats.org/officeDocument/2006/relationships/image" Target="../media/image918.png"/><Relationship Id="rId164" Type="http://schemas.openxmlformats.org/officeDocument/2006/relationships/image" Target="../media/image926.png"/><Relationship Id="rId169" Type="http://schemas.openxmlformats.org/officeDocument/2006/relationships/customXml" Target="../ink/ink1697.xml"/><Relationship Id="rId185" Type="http://schemas.openxmlformats.org/officeDocument/2006/relationships/image" Target="../media/image936.png"/><Relationship Id="rId4" Type="http://schemas.openxmlformats.org/officeDocument/2006/relationships/image" Target="../media/image736.png"/><Relationship Id="rId9" Type="http://schemas.openxmlformats.org/officeDocument/2006/relationships/customXml" Target="../ink/ink1617.xml"/><Relationship Id="rId180" Type="http://schemas.openxmlformats.org/officeDocument/2006/relationships/customXml" Target="../ink/ink1703.xml"/><Relationship Id="rId26" Type="http://schemas.openxmlformats.org/officeDocument/2006/relationships/image" Target="../media/image747.png"/><Relationship Id="rId47" Type="http://schemas.openxmlformats.org/officeDocument/2006/relationships/customXml" Target="../ink/ink1636.xml"/><Relationship Id="rId68" Type="http://schemas.openxmlformats.org/officeDocument/2006/relationships/image" Target="../media/image768.png"/><Relationship Id="rId89" Type="http://schemas.openxmlformats.org/officeDocument/2006/relationships/customXml" Target="../ink/ink1657.xml"/><Relationship Id="rId112" Type="http://schemas.openxmlformats.org/officeDocument/2006/relationships/image" Target="../media/image900.png"/><Relationship Id="rId133" Type="http://schemas.openxmlformats.org/officeDocument/2006/relationships/customXml" Target="../ink/ink1679.xml"/><Relationship Id="rId154" Type="http://schemas.openxmlformats.org/officeDocument/2006/relationships/image" Target="../media/image921.png"/><Relationship Id="rId175" Type="http://schemas.openxmlformats.org/officeDocument/2006/relationships/image" Target="../media/image931.png"/><Relationship Id="rId196" Type="http://schemas.openxmlformats.org/officeDocument/2006/relationships/customXml" Target="../ink/ink1711.xml"/><Relationship Id="rId200" Type="http://schemas.openxmlformats.org/officeDocument/2006/relationships/customXml" Target="../ink/ink1713.xml"/><Relationship Id="rId16" Type="http://schemas.openxmlformats.org/officeDocument/2006/relationships/image" Target="../media/image742.png"/><Relationship Id="rId37" Type="http://schemas.openxmlformats.org/officeDocument/2006/relationships/customXml" Target="../ink/ink1631.xml"/><Relationship Id="rId58" Type="http://schemas.openxmlformats.org/officeDocument/2006/relationships/image" Target="../media/image763.png"/><Relationship Id="rId79" Type="http://schemas.openxmlformats.org/officeDocument/2006/relationships/customXml" Target="../ink/ink1652.xml"/><Relationship Id="rId102" Type="http://schemas.openxmlformats.org/officeDocument/2006/relationships/image" Target="../media/image896.png"/><Relationship Id="rId123" Type="http://schemas.openxmlformats.org/officeDocument/2006/relationships/customXml" Target="../ink/ink1674.xml"/><Relationship Id="rId144" Type="http://schemas.openxmlformats.org/officeDocument/2006/relationships/image" Target="../media/image916.png"/><Relationship Id="rId90" Type="http://schemas.openxmlformats.org/officeDocument/2006/relationships/image" Target="../media/image854.png"/><Relationship Id="rId165" Type="http://schemas.openxmlformats.org/officeDocument/2006/relationships/customXml" Target="../ink/ink1695.xml"/><Relationship Id="rId186" Type="http://schemas.openxmlformats.org/officeDocument/2006/relationships/customXml" Target="../ink/ink1706.xml"/><Relationship Id="rId27" Type="http://schemas.openxmlformats.org/officeDocument/2006/relationships/customXml" Target="../ink/ink1626.xml"/><Relationship Id="rId48" Type="http://schemas.openxmlformats.org/officeDocument/2006/relationships/image" Target="../media/image758.png"/><Relationship Id="rId69" Type="http://schemas.openxmlformats.org/officeDocument/2006/relationships/customXml" Target="../ink/ink1647.xml"/><Relationship Id="rId113" Type="http://schemas.openxmlformats.org/officeDocument/2006/relationships/customXml" Target="../ink/ink1669.xml"/><Relationship Id="rId134" Type="http://schemas.openxmlformats.org/officeDocument/2006/relationships/image" Target="../media/image911.png"/><Relationship Id="rId80" Type="http://schemas.openxmlformats.org/officeDocument/2006/relationships/image" Target="../media/image849.png"/><Relationship Id="rId155" Type="http://schemas.openxmlformats.org/officeDocument/2006/relationships/customXml" Target="../ink/ink1690.xml"/><Relationship Id="rId176" Type="http://schemas.openxmlformats.org/officeDocument/2006/relationships/customXml" Target="../ink/ink1701.xml"/><Relationship Id="rId197" Type="http://schemas.openxmlformats.org/officeDocument/2006/relationships/image" Target="../media/image942.png"/><Relationship Id="rId201" Type="http://schemas.openxmlformats.org/officeDocument/2006/relationships/image" Target="../media/image944.png"/><Relationship Id="rId17" Type="http://schemas.openxmlformats.org/officeDocument/2006/relationships/customXml" Target="../ink/ink1621.xml"/><Relationship Id="rId38" Type="http://schemas.openxmlformats.org/officeDocument/2006/relationships/image" Target="../media/image753.png"/><Relationship Id="rId59" Type="http://schemas.openxmlformats.org/officeDocument/2006/relationships/customXml" Target="../ink/ink1642.xml"/><Relationship Id="rId103" Type="http://schemas.openxmlformats.org/officeDocument/2006/relationships/customXml" Target="../ink/ink1664.xml"/><Relationship Id="rId124" Type="http://schemas.openxmlformats.org/officeDocument/2006/relationships/image" Target="../media/image906.png"/><Relationship Id="rId70" Type="http://schemas.openxmlformats.org/officeDocument/2006/relationships/image" Target="../media/image844.png"/><Relationship Id="rId91" Type="http://schemas.openxmlformats.org/officeDocument/2006/relationships/customXml" Target="../ink/ink1658.xml"/><Relationship Id="rId145" Type="http://schemas.openxmlformats.org/officeDocument/2006/relationships/customXml" Target="../ink/ink1685.xml"/><Relationship Id="rId166" Type="http://schemas.openxmlformats.org/officeDocument/2006/relationships/image" Target="../media/image927.png"/><Relationship Id="rId187" Type="http://schemas.openxmlformats.org/officeDocument/2006/relationships/image" Target="../media/image937.png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748.png"/><Relationship Id="rId49" Type="http://schemas.openxmlformats.org/officeDocument/2006/relationships/customXml" Target="../ink/ink1637.xml"/><Relationship Id="rId114" Type="http://schemas.openxmlformats.org/officeDocument/2006/relationships/image" Target="../media/image901.png"/><Relationship Id="rId60" Type="http://schemas.openxmlformats.org/officeDocument/2006/relationships/image" Target="../media/image764.png"/><Relationship Id="rId81" Type="http://schemas.openxmlformats.org/officeDocument/2006/relationships/customXml" Target="../ink/ink1653.xml"/><Relationship Id="rId135" Type="http://schemas.openxmlformats.org/officeDocument/2006/relationships/customXml" Target="../ink/ink1680.xml"/><Relationship Id="rId156" Type="http://schemas.openxmlformats.org/officeDocument/2006/relationships/image" Target="../media/image922.png"/><Relationship Id="rId177" Type="http://schemas.openxmlformats.org/officeDocument/2006/relationships/image" Target="../media/image932.png"/><Relationship Id="rId198" Type="http://schemas.openxmlformats.org/officeDocument/2006/relationships/customXml" Target="../ink/ink1712.xml"/><Relationship Id="rId18" Type="http://schemas.openxmlformats.org/officeDocument/2006/relationships/image" Target="../media/image743.png"/><Relationship Id="rId39" Type="http://schemas.openxmlformats.org/officeDocument/2006/relationships/customXml" Target="../ink/ink1632.xml"/><Relationship Id="rId50" Type="http://schemas.openxmlformats.org/officeDocument/2006/relationships/image" Target="../media/image759.png"/><Relationship Id="rId104" Type="http://schemas.openxmlformats.org/officeDocument/2006/relationships/image" Target="../media/image897.png"/><Relationship Id="rId125" Type="http://schemas.openxmlformats.org/officeDocument/2006/relationships/customXml" Target="../ink/ink1675.xml"/><Relationship Id="rId146" Type="http://schemas.openxmlformats.org/officeDocument/2006/relationships/image" Target="../media/image917.png"/><Relationship Id="rId167" Type="http://schemas.openxmlformats.org/officeDocument/2006/relationships/customXml" Target="../ink/ink1696.xml"/><Relationship Id="rId188" Type="http://schemas.openxmlformats.org/officeDocument/2006/relationships/customXml" Target="../ink/ink1707.xml"/><Relationship Id="rId71" Type="http://schemas.openxmlformats.org/officeDocument/2006/relationships/customXml" Target="../ink/ink1648.xml"/><Relationship Id="rId92" Type="http://schemas.openxmlformats.org/officeDocument/2006/relationships/image" Target="../media/image855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71.xml"/><Relationship Id="rId21" Type="http://schemas.openxmlformats.org/officeDocument/2006/relationships/customXml" Target="../ink/ink1723.xml"/><Relationship Id="rId42" Type="http://schemas.openxmlformats.org/officeDocument/2006/relationships/image" Target="../media/image755.png"/><Relationship Id="rId63" Type="http://schemas.openxmlformats.org/officeDocument/2006/relationships/customXml" Target="../ink/ink1744.xml"/><Relationship Id="rId84" Type="http://schemas.openxmlformats.org/officeDocument/2006/relationships/image" Target="../media/image851.png"/><Relationship Id="rId138" Type="http://schemas.openxmlformats.org/officeDocument/2006/relationships/image" Target="../media/image960.png"/><Relationship Id="rId159" Type="http://schemas.openxmlformats.org/officeDocument/2006/relationships/customXml" Target="../ink/ink1792.xml"/><Relationship Id="rId170" Type="http://schemas.openxmlformats.org/officeDocument/2006/relationships/image" Target="../media/image976.png"/><Relationship Id="rId107" Type="http://schemas.openxmlformats.org/officeDocument/2006/relationships/customXml" Target="../ink/ink1766.xml"/><Relationship Id="rId11" Type="http://schemas.openxmlformats.org/officeDocument/2006/relationships/customXml" Target="../ink/ink1718.xml"/><Relationship Id="rId32" Type="http://schemas.openxmlformats.org/officeDocument/2006/relationships/image" Target="../media/image750.png"/><Relationship Id="rId53" Type="http://schemas.openxmlformats.org/officeDocument/2006/relationships/customXml" Target="../ink/ink1739.xml"/><Relationship Id="rId74" Type="http://schemas.openxmlformats.org/officeDocument/2006/relationships/image" Target="../media/image846.png"/><Relationship Id="rId128" Type="http://schemas.openxmlformats.org/officeDocument/2006/relationships/image" Target="../media/image955.png"/><Relationship Id="rId149" Type="http://schemas.openxmlformats.org/officeDocument/2006/relationships/customXml" Target="../ink/ink1787.xml"/><Relationship Id="rId5" Type="http://schemas.openxmlformats.org/officeDocument/2006/relationships/customXml" Target="../ink/ink1715.xml"/><Relationship Id="rId95" Type="http://schemas.openxmlformats.org/officeDocument/2006/relationships/customXml" Target="../ink/ink1760.xml"/><Relationship Id="rId160" Type="http://schemas.openxmlformats.org/officeDocument/2006/relationships/image" Target="../media/image971.png"/><Relationship Id="rId181" Type="http://schemas.openxmlformats.org/officeDocument/2006/relationships/customXml" Target="../ink/ink1803.xml"/><Relationship Id="rId22" Type="http://schemas.openxmlformats.org/officeDocument/2006/relationships/image" Target="../media/image745.png"/><Relationship Id="rId43" Type="http://schemas.openxmlformats.org/officeDocument/2006/relationships/customXml" Target="../ink/ink1734.xml"/><Relationship Id="rId64" Type="http://schemas.openxmlformats.org/officeDocument/2006/relationships/image" Target="../media/image766.png"/><Relationship Id="rId118" Type="http://schemas.openxmlformats.org/officeDocument/2006/relationships/image" Target="../media/image950.png"/><Relationship Id="rId139" Type="http://schemas.openxmlformats.org/officeDocument/2006/relationships/customXml" Target="../ink/ink1782.xml"/><Relationship Id="rId85" Type="http://schemas.openxmlformats.org/officeDocument/2006/relationships/customXml" Target="../ink/ink1755.xml"/><Relationship Id="rId150" Type="http://schemas.openxmlformats.org/officeDocument/2006/relationships/image" Target="../media/image966.png"/><Relationship Id="rId171" Type="http://schemas.openxmlformats.org/officeDocument/2006/relationships/customXml" Target="../ink/ink1798.xml"/><Relationship Id="rId12" Type="http://schemas.openxmlformats.org/officeDocument/2006/relationships/image" Target="../media/image740.png"/><Relationship Id="rId33" Type="http://schemas.openxmlformats.org/officeDocument/2006/relationships/customXml" Target="../ink/ink1729.xml"/><Relationship Id="rId108" Type="http://schemas.openxmlformats.org/officeDocument/2006/relationships/image" Target="../media/image945.png"/><Relationship Id="rId129" Type="http://schemas.openxmlformats.org/officeDocument/2006/relationships/customXml" Target="../ink/ink1777.xml"/><Relationship Id="rId54" Type="http://schemas.openxmlformats.org/officeDocument/2006/relationships/image" Target="../media/image761.png"/><Relationship Id="rId75" Type="http://schemas.openxmlformats.org/officeDocument/2006/relationships/customXml" Target="../ink/ink1750.xml"/><Relationship Id="rId96" Type="http://schemas.openxmlformats.org/officeDocument/2006/relationships/image" Target="../media/image906.png"/><Relationship Id="rId140" Type="http://schemas.openxmlformats.org/officeDocument/2006/relationships/image" Target="../media/image961.png"/><Relationship Id="rId161" Type="http://schemas.openxmlformats.org/officeDocument/2006/relationships/customXml" Target="../ink/ink1793.xml"/><Relationship Id="rId182" Type="http://schemas.openxmlformats.org/officeDocument/2006/relationships/image" Target="../media/image982.png"/><Relationship Id="rId6" Type="http://schemas.openxmlformats.org/officeDocument/2006/relationships/image" Target="../media/image737.png"/><Relationship Id="rId23" Type="http://schemas.openxmlformats.org/officeDocument/2006/relationships/customXml" Target="../ink/ink1724.xml"/><Relationship Id="rId119" Type="http://schemas.openxmlformats.org/officeDocument/2006/relationships/customXml" Target="../ink/ink1772.xml"/><Relationship Id="rId44" Type="http://schemas.openxmlformats.org/officeDocument/2006/relationships/image" Target="../media/image756.png"/><Relationship Id="rId60" Type="http://schemas.openxmlformats.org/officeDocument/2006/relationships/image" Target="../media/image764.png"/><Relationship Id="rId65" Type="http://schemas.openxmlformats.org/officeDocument/2006/relationships/customXml" Target="../ink/ink1745.xml"/><Relationship Id="rId81" Type="http://schemas.openxmlformats.org/officeDocument/2006/relationships/customXml" Target="../ink/ink1753.xml"/><Relationship Id="rId86" Type="http://schemas.openxmlformats.org/officeDocument/2006/relationships/image" Target="../media/image852.png"/><Relationship Id="rId130" Type="http://schemas.openxmlformats.org/officeDocument/2006/relationships/image" Target="../media/image956.png"/><Relationship Id="rId135" Type="http://schemas.openxmlformats.org/officeDocument/2006/relationships/customXml" Target="../ink/ink1780.xml"/><Relationship Id="rId151" Type="http://schemas.openxmlformats.org/officeDocument/2006/relationships/customXml" Target="../ink/ink1788.xml"/><Relationship Id="rId156" Type="http://schemas.openxmlformats.org/officeDocument/2006/relationships/image" Target="../media/image969.png"/><Relationship Id="rId177" Type="http://schemas.openxmlformats.org/officeDocument/2006/relationships/customXml" Target="../ink/ink1801.xml"/><Relationship Id="rId172" Type="http://schemas.openxmlformats.org/officeDocument/2006/relationships/image" Target="../media/image977.png"/><Relationship Id="rId13" Type="http://schemas.openxmlformats.org/officeDocument/2006/relationships/customXml" Target="../ink/ink1719.xml"/><Relationship Id="rId18" Type="http://schemas.openxmlformats.org/officeDocument/2006/relationships/image" Target="../media/image743.png"/><Relationship Id="rId39" Type="http://schemas.openxmlformats.org/officeDocument/2006/relationships/customXml" Target="../ink/ink1732.xml"/><Relationship Id="rId109" Type="http://schemas.openxmlformats.org/officeDocument/2006/relationships/customXml" Target="../ink/ink1767.xml"/><Relationship Id="rId34" Type="http://schemas.openxmlformats.org/officeDocument/2006/relationships/image" Target="../media/image751.png"/><Relationship Id="rId50" Type="http://schemas.openxmlformats.org/officeDocument/2006/relationships/image" Target="../media/image759.png"/><Relationship Id="rId55" Type="http://schemas.openxmlformats.org/officeDocument/2006/relationships/customXml" Target="../ink/ink1740.xml"/><Relationship Id="rId76" Type="http://schemas.openxmlformats.org/officeDocument/2006/relationships/image" Target="../media/image847.png"/><Relationship Id="rId97" Type="http://schemas.openxmlformats.org/officeDocument/2006/relationships/customXml" Target="../ink/ink1761.xml"/><Relationship Id="rId104" Type="http://schemas.openxmlformats.org/officeDocument/2006/relationships/image" Target="../media/image910.png"/><Relationship Id="rId120" Type="http://schemas.openxmlformats.org/officeDocument/2006/relationships/image" Target="../media/image951.png"/><Relationship Id="rId125" Type="http://schemas.openxmlformats.org/officeDocument/2006/relationships/customXml" Target="../ink/ink1775.xml"/><Relationship Id="rId141" Type="http://schemas.openxmlformats.org/officeDocument/2006/relationships/customXml" Target="../ink/ink1783.xml"/><Relationship Id="rId146" Type="http://schemas.openxmlformats.org/officeDocument/2006/relationships/image" Target="../media/image964.png"/><Relationship Id="rId167" Type="http://schemas.openxmlformats.org/officeDocument/2006/relationships/customXml" Target="../ink/ink1796.xml"/><Relationship Id="rId7" Type="http://schemas.openxmlformats.org/officeDocument/2006/relationships/customXml" Target="../ink/ink1716.xml"/><Relationship Id="rId71" Type="http://schemas.openxmlformats.org/officeDocument/2006/relationships/customXml" Target="../ink/ink1748.xml"/><Relationship Id="rId92" Type="http://schemas.openxmlformats.org/officeDocument/2006/relationships/image" Target="../media/image855.png"/><Relationship Id="rId162" Type="http://schemas.openxmlformats.org/officeDocument/2006/relationships/image" Target="../media/image972.png"/><Relationship Id="rId183" Type="http://schemas.openxmlformats.org/officeDocument/2006/relationships/customXml" Target="../ink/ink1804.xml"/><Relationship Id="rId2" Type="http://schemas.openxmlformats.org/officeDocument/2006/relationships/image" Target="../media/image1.png"/><Relationship Id="rId29" Type="http://schemas.openxmlformats.org/officeDocument/2006/relationships/customXml" Target="../ink/ink1727.xml"/><Relationship Id="rId24" Type="http://schemas.openxmlformats.org/officeDocument/2006/relationships/image" Target="../media/image746.png"/><Relationship Id="rId40" Type="http://schemas.openxmlformats.org/officeDocument/2006/relationships/image" Target="../media/image754.png"/><Relationship Id="rId45" Type="http://schemas.openxmlformats.org/officeDocument/2006/relationships/customXml" Target="../ink/ink1735.xml"/><Relationship Id="rId66" Type="http://schemas.openxmlformats.org/officeDocument/2006/relationships/image" Target="../media/image767.png"/><Relationship Id="rId87" Type="http://schemas.openxmlformats.org/officeDocument/2006/relationships/customXml" Target="../ink/ink1756.xml"/><Relationship Id="rId110" Type="http://schemas.openxmlformats.org/officeDocument/2006/relationships/image" Target="../media/image946.png"/><Relationship Id="rId115" Type="http://schemas.openxmlformats.org/officeDocument/2006/relationships/customXml" Target="../ink/ink1770.xml"/><Relationship Id="rId131" Type="http://schemas.openxmlformats.org/officeDocument/2006/relationships/customXml" Target="../ink/ink1778.xml"/><Relationship Id="rId136" Type="http://schemas.openxmlformats.org/officeDocument/2006/relationships/image" Target="../media/image959.png"/><Relationship Id="rId157" Type="http://schemas.openxmlformats.org/officeDocument/2006/relationships/customXml" Target="../ink/ink1791.xml"/><Relationship Id="rId178" Type="http://schemas.openxmlformats.org/officeDocument/2006/relationships/image" Target="../media/image980.png"/><Relationship Id="rId61" Type="http://schemas.openxmlformats.org/officeDocument/2006/relationships/customXml" Target="../ink/ink1743.xml"/><Relationship Id="rId82" Type="http://schemas.openxmlformats.org/officeDocument/2006/relationships/image" Target="../media/image850.png"/><Relationship Id="rId152" Type="http://schemas.openxmlformats.org/officeDocument/2006/relationships/image" Target="../media/image967.png"/><Relationship Id="rId173" Type="http://schemas.openxmlformats.org/officeDocument/2006/relationships/customXml" Target="../ink/ink1799.xml"/><Relationship Id="rId19" Type="http://schemas.openxmlformats.org/officeDocument/2006/relationships/customXml" Target="../ink/ink1722.xml"/><Relationship Id="rId14" Type="http://schemas.openxmlformats.org/officeDocument/2006/relationships/image" Target="../media/image741.png"/><Relationship Id="rId30" Type="http://schemas.openxmlformats.org/officeDocument/2006/relationships/image" Target="../media/image749.png"/><Relationship Id="rId35" Type="http://schemas.openxmlformats.org/officeDocument/2006/relationships/customXml" Target="../ink/ink1730.xml"/><Relationship Id="rId56" Type="http://schemas.openxmlformats.org/officeDocument/2006/relationships/image" Target="../media/image762.png"/><Relationship Id="rId77" Type="http://schemas.openxmlformats.org/officeDocument/2006/relationships/customXml" Target="../ink/ink1751.xml"/><Relationship Id="rId100" Type="http://schemas.openxmlformats.org/officeDocument/2006/relationships/image" Target="../media/image908.png"/><Relationship Id="rId105" Type="http://schemas.openxmlformats.org/officeDocument/2006/relationships/customXml" Target="../ink/ink1765.xml"/><Relationship Id="rId126" Type="http://schemas.openxmlformats.org/officeDocument/2006/relationships/image" Target="../media/image954.png"/><Relationship Id="rId147" Type="http://schemas.openxmlformats.org/officeDocument/2006/relationships/customXml" Target="../ink/ink1786.xml"/><Relationship Id="rId168" Type="http://schemas.openxmlformats.org/officeDocument/2006/relationships/image" Target="../media/image975.png"/><Relationship Id="rId8" Type="http://schemas.openxmlformats.org/officeDocument/2006/relationships/image" Target="../media/image738.png"/><Relationship Id="rId51" Type="http://schemas.openxmlformats.org/officeDocument/2006/relationships/customXml" Target="../ink/ink1738.xml"/><Relationship Id="rId72" Type="http://schemas.openxmlformats.org/officeDocument/2006/relationships/image" Target="../media/image845.png"/><Relationship Id="rId93" Type="http://schemas.openxmlformats.org/officeDocument/2006/relationships/customXml" Target="../ink/ink1759.xml"/><Relationship Id="rId98" Type="http://schemas.openxmlformats.org/officeDocument/2006/relationships/image" Target="../media/image907.png"/><Relationship Id="rId121" Type="http://schemas.openxmlformats.org/officeDocument/2006/relationships/customXml" Target="../ink/ink1773.xml"/><Relationship Id="rId142" Type="http://schemas.openxmlformats.org/officeDocument/2006/relationships/image" Target="../media/image962.png"/><Relationship Id="rId163" Type="http://schemas.openxmlformats.org/officeDocument/2006/relationships/customXml" Target="../ink/ink1794.xml"/><Relationship Id="rId184" Type="http://schemas.openxmlformats.org/officeDocument/2006/relationships/image" Target="../media/image983.png"/><Relationship Id="rId3" Type="http://schemas.openxmlformats.org/officeDocument/2006/relationships/customXml" Target="../ink/ink1714.xml"/><Relationship Id="rId25" Type="http://schemas.openxmlformats.org/officeDocument/2006/relationships/customXml" Target="../ink/ink1725.xml"/><Relationship Id="rId46" Type="http://schemas.openxmlformats.org/officeDocument/2006/relationships/image" Target="../media/image757.png"/><Relationship Id="rId67" Type="http://schemas.openxmlformats.org/officeDocument/2006/relationships/customXml" Target="../ink/ink1746.xml"/><Relationship Id="rId116" Type="http://schemas.openxmlformats.org/officeDocument/2006/relationships/image" Target="../media/image949.png"/><Relationship Id="rId137" Type="http://schemas.openxmlformats.org/officeDocument/2006/relationships/customXml" Target="../ink/ink1781.xml"/><Relationship Id="rId158" Type="http://schemas.openxmlformats.org/officeDocument/2006/relationships/image" Target="../media/image970.png"/><Relationship Id="rId20" Type="http://schemas.openxmlformats.org/officeDocument/2006/relationships/image" Target="../media/image744.png"/><Relationship Id="rId41" Type="http://schemas.openxmlformats.org/officeDocument/2006/relationships/customXml" Target="../ink/ink1733.xml"/><Relationship Id="rId62" Type="http://schemas.openxmlformats.org/officeDocument/2006/relationships/image" Target="../media/image765.png"/><Relationship Id="rId83" Type="http://schemas.openxmlformats.org/officeDocument/2006/relationships/customXml" Target="../ink/ink1754.xml"/><Relationship Id="rId88" Type="http://schemas.openxmlformats.org/officeDocument/2006/relationships/image" Target="../media/image853.png"/><Relationship Id="rId111" Type="http://schemas.openxmlformats.org/officeDocument/2006/relationships/customXml" Target="../ink/ink1768.xml"/><Relationship Id="rId132" Type="http://schemas.openxmlformats.org/officeDocument/2006/relationships/image" Target="../media/image957.png"/><Relationship Id="rId153" Type="http://schemas.openxmlformats.org/officeDocument/2006/relationships/customXml" Target="../ink/ink1789.xml"/><Relationship Id="rId174" Type="http://schemas.openxmlformats.org/officeDocument/2006/relationships/image" Target="../media/image978.png"/><Relationship Id="rId179" Type="http://schemas.openxmlformats.org/officeDocument/2006/relationships/customXml" Target="../ink/ink1802.xml"/><Relationship Id="rId15" Type="http://schemas.openxmlformats.org/officeDocument/2006/relationships/customXml" Target="../ink/ink1720.xml"/><Relationship Id="rId36" Type="http://schemas.openxmlformats.org/officeDocument/2006/relationships/image" Target="../media/image752.png"/><Relationship Id="rId57" Type="http://schemas.openxmlformats.org/officeDocument/2006/relationships/customXml" Target="../ink/ink1741.xml"/><Relationship Id="rId106" Type="http://schemas.openxmlformats.org/officeDocument/2006/relationships/image" Target="../media/image915.png"/><Relationship Id="rId127" Type="http://schemas.openxmlformats.org/officeDocument/2006/relationships/customXml" Target="../ink/ink1776.xml"/><Relationship Id="rId10" Type="http://schemas.openxmlformats.org/officeDocument/2006/relationships/image" Target="../media/image739.png"/><Relationship Id="rId31" Type="http://schemas.openxmlformats.org/officeDocument/2006/relationships/customXml" Target="../ink/ink1728.xml"/><Relationship Id="rId52" Type="http://schemas.openxmlformats.org/officeDocument/2006/relationships/image" Target="../media/image760.png"/><Relationship Id="rId73" Type="http://schemas.openxmlformats.org/officeDocument/2006/relationships/customXml" Target="../ink/ink1749.xml"/><Relationship Id="rId78" Type="http://schemas.openxmlformats.org/officeDocument/2006/relationships/image" Target="../media/image848.png"/><Relationship Id="rId94" Type="http://schemas.openxmlformats.org/officeDocument/2006/relationships/image" Target="../media/image856.png"/><Relationship Id="rId99" Type="http://schemas.openxmlformats.org/officeDocument/2006/relationships/customXml" Target="../ink/ink1762.xml"/><Relationship Id="rId101" Type="http://schemas.openxmlformats.org/officeDocument/2006/relationships/customXml" Target="../ink/ink1763.xml"/><Relationship Id="rId122" Type="http://schemas.openxmlformats.org/officeDocument/2006/relationships/image" Target="../media/image952.png"/><Relationship Id="rId143" Type="http://schemas.openxmlformats.org/officeDocument/2006/relationships/customXml" Target="../ink/ink1784.xml"/><Relationship Id="rId148" Type="http://schemas.openxmlformats.org/officeDocument/2006/relationships/image" Target="../media/image965.png"/><Relationship Id="rId164" Type="http://schemas.openxmlformats.org/officeDocument/2006/relationships/image" Target="../media/image973.png"/><Relationship Id="rId169" Type="http://schemas.openxmlformats.org/officeDocument/2006/relationships/customXml" Target="../ink/ink1797.xml"/><Relationship Id="rId4" Type="http://schemas.openxmlformats.org/officeDocument/2006/relationships/image" Target="../media/image736.png"/><Relationship Id="rId9" Type="http://schemas.openxmlformats.org/officeDocument/2006/relationships/customXml" Target="../ink/ink1717.xml"/><Relationship Id="rId180" Type="http://schemas.openxmlformats.org/officeDocument/2006/relationships/image" Target="../media/image981.png"/><Relationship Id="rId26" Type="http://schemas.openxmlformats.org/officeDocument/2006/relationships/image" Target="../media/image747.png"/><Relationship Id="rId47" Type="http://schemas.openxmlformats.org/officeDocument/2006/relationships/customXml" Target="../ink/ink1736.xml"/><Relationship Id="rId68" Type="http://schemas.openxmlformats.org/officeDocument/2006/relationships/image" Target="../media/image768.png"/><Relationship Id="rId89" Type="http://schemas.openxmlformats.org/officeDocument/2006/relationships/customXml" Target="../ink/ink1757.xml"/><Relationship Id="rId112" Type="http://schemas.openxmlformats.org/officeDocument/2006/relationships/image" Target="../media/image947.png"/><Relationship Id="rId133" Type="http://schemas.openxmlformats.org/officeDocument/2006/relationships/customXml" Target="../ink/ink1779.xml"/><Relationship Id="rId154" Type="http://schemas.openxmlformats.org/officeDocument/2006/relationships/image" Target="../media/image968.png"/><Relationship Id="rId175" Type="http://schemas.openxmlformats.org/officeDocument/2006/relationships/customXml" Target="../ink/ink1800.xml"/><Relationship Id="rId16" Type="http://schemas.openxmlformats.org/officeDocument/2006/relationships/image" Target="../media/image742.png"/><Relationship Id="rId37" Type="http://schemas.openxmlformats.org/officeDocument/2006/relationships/customXml" Target="../ink/ink1731.xml"/><Relationship Id="rId58" Type="http://schemas.openxmlformats.org/officeDocument/2006/relationships/image" Target="../media/image763.png"/><Relationship Id="rId79" Type="http://schemas.openxmlformats.org/officeDocument/2006/relationships/customXml" Target="../ink/ink1752.xml"/><Relationship Id="rId102" Type="http://schemas.openxmlformats.org/officeDocument/2006/relationships/image" Target="../media/image909.png"/><Relationship Id="rId123" Type="http://schemas.openxmlformats.org/officeDocument/2006/relationships/customXml" Target="../ink/ink1774.xml"/><Relationship Id="rId144" Type="http://schemas.openxmlformats.org/officeDocument/2006/relationships/image" Target="../media/image963.png"/><Relationship Id="rId90" Type="http://schemas.openxmlformats.org/officeDocument/2006/relationships/image" Target="../media/image854.png"/><Relationship Id="rId165" Type="http://schemas.openxmlformats.org/officeDocument/2006/relationships/customXml" Target="../ink/ink1795.xml"/><Relationship Id="rId27" Type="http://schemas.openxmlformats.org/officeDocument/2006/relationships/customXml" Target="../ink/ink1726.xml"/><Relationship Id="rId48" Type="http://schemas.openxmlformats.org/officeDocument/2006/relationships/image" Target="../media/image758.png"/><Relationship Id="rId69" Type="http://schemas.openxmlformats.org/officeDocument/2006/relationships/customXml" Target="../ink/ink1747.xml"/><Relationship Id="rId113" Type="http://schemas.openxmlformats.org/officeDocument/2006/relationships/customXml" Target="../ink/ink1769.xml"/><Relationship Id="rId134" Type="http://schemas.openxmlformats.org/officeDocument/2006/relationships/image" Target="../media/image958.png"/><Relationship Id="rId80" Type="http://schemas.openxmlformats.org/officeDocument/2006/relationships/image" Target="../media/image849.png"/><Relationship Id="rId155" Type="http://schemas.openxmlformats.org/officeDocument/2006/relationships/customXml" Target="../ink/ink1790.xml"/><Relationship Id="rId176" Type="http://schemas.openxmlformats.org/officeDocument/2006/relationships/image" Target="../media/image979.png"/><Relationship Id="rId17" Type="http://schemas.openxmlformats.org/officeDocument/2006/relationships/customXml" Target="../ink/ink1721.xml"/><Relationship Id="rId38" Type="http://schemas.openxmlformats.org/officeDocument/2006/relationships/image" Target="../media/image753.png"/><Relationship Id="rId59" Type="http://schemas.openxmlformats.org/officeDocument/2006/relationships/customXml" Target="../ink/ink1742.xml"/><Relationship Id="rId103" Type="http://schemas.openxmlformats.org/officeDocument/2006/relationships/customXml" Target="../ink/ink1764.xml"/><Relationship Id="rId124" Type="http://schemas.openxmlformats.org/officeDocument/2006/relationships/image" Target="../media/image953.png"/><Relationship Id="rId70" Type="http://schemas.openxmlformats.org/officeDocument/2006/relationships/image" Target="../media/image844.png"/><Relationship Id="rId91" Type="http://schemas.openxmlformats.org/officeDocument/2006/relationships/customXml" Target="../ink/ink1758.xml"/><Relationship Id="rId145" Type="http://schemas.openxmlformats.org/officeDocument/2006/relationships/customXml" Target="../ink/ink1785.xml"/><Relationship Id="rId166" Type="http://schemas.openxmlformats.org/officeDocument/2006/relationships/image" Target="../media/image974.png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748.png"/><Relationship Id="rId49" Type="http://schemas.openxmlformats.org/officeDocument/2006/relationships/customXml" Target="../ink/ink1737.xml"/><Relationship Id="rId114" Type="http://schemas.openxmlformats.org/officeDocument/2006/relationships/image" Target="../media/image948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62.xml"/><Relationship Id="rId21" Type="http://schemas.openxmlformats.org/officeDocument/2006/relationships/customXml" Target="../ink/ink1814.xml"/><Relationship Id="rId42" Type="http://schemas.openxmlformats.org/officeDocument/2006/relationships/image" Target="../media/image958.png"/><Relationship Id="rId63" Type="http://schemas.openxmlformats.org/officeDocument/2006/relationships/customXml" Target="../ink/ink1835.xml"/><Relationship Id="rId84" Type="http://schemas.openxmlformats.org/officeDocument/2006/relationships/image" Target="../media/image979.png"/><Relationship Id="rId138" Type="http://schemas.openxmlformats.org/officeDocument/2006/relationships/image" Target="../media/image1006.png"/><Relationship Id="rId159" Type="http://schemas.openxmlformats.org/officeDocument/2006/relationships/customXml" Target="../ink/ink1883.xml"/><Relationship Id="rId107" Type="http://schemas.openxmlformats.org/officeDocument/2006/relationships/customXml" Target="../ink/ink1857.xml"/><Relationship Id="rId11" Type="http://schemas.openxmlformats.org/officeDocument/2006/relationships/customXml" Target="../ink/ink1809.xml"/><Relationship Id="rId32" Type="http://schemas.openxmlformats.org/officeDocument/2006/relationships/image" Target="../media/image953.png"/><Relationship Id="rId53" Type="http://schemas.openxmlformats.org/officeDocument/2006/relationships/customXml" Target="../ink/ink1830.xml"/><Relationship Id="rId74" Type="http://schemas.openxmlformats.org/officeDocument/2006/relationships/image" Target="../media/image974.png"/><Relationship Id="rId128" Type="http://schemas.openxmlformats.org/officeDocument/2006/relationships/image" Target="../media/image1001.png"/><Relationship Id="rId149" Type="http://schemas.openxmlformats.org/officeDocument/2006/relationships/customXml" Target="../ink/ink1878.xml"/><Relationship Id="rId5" Type="http://schemas.openxmlformats.org/officeDocument/2006/relationships/customXml" Target="../ink/ink1806.xml"/><Relationship Id="rId95" Type="http://schemas.openxmlformats.org/officeDocument/2006/relationships/customXml" Target="../ink/ink1851.xml"/><Relationship Id="rId160" Type="http://schemas.openxmlformats.org/officeDocument/2006/relationships/image" Target="../media/image1017.png"/><Relationship Id="rId22" Type="http://schemas.openxmlformats.org/officeDocument/2006/relationships/image" Target="../media/image948.png"/><Relationship Id="rId43" Type="http://schemas.openxmlformats.org/officeDocument/2006/relationships/customXml" Target="../ink/ink1825.xml"/><Relationship Id="rId64" Type="http://schemas.openxmlformats.org/officeDocument/2006/relationships/image" Target="../media/image969.png"/><Relationship Id="rId118" Type="http://schemas.openxmlformats.org/officeDocument/2006/relationships/image" Target="../media/image996.png"/><Relationship Id="rId139" Type="http://schemas.openxmlformats.org/officeDocument/2006/relationships/customXml" Target="../ink/ink1873.xml"/><Relationship Id="rId80" Type="http://schemas.openxmlformats.org/officeDocument/2006/relationships/image" Target="../media/image977.png"/><Relationship Id="rId85" Type="http://schemas.openxmlformats.org/officeDocument/2006/relationships/customXml" Target="../ink/ink1846.xml"/><Relationship Id="rId150" Type="http://schemas.openxmlformats.org/officeDocument/2006/relationships/image" Target="../media/image1012.png"/><Relationship Id="rId155" Type="http://schemas.openxmlformats.org/officeDocument/2006/relationships/customXml" Target="../ink/ink1881.xml"/><Relationship Id="rId12" Type="http://schemas.openxmlformats.org/officeDocument/2006/relationships/image" Target="../media/image910.png"/><Relationship Id="rId17" Type="http://schemas.openxmlformats.org/officeDocument/2006/relationships/customXml" Target="../ink/ink1812.xml"/><Relationship Id="rId33" Type="http://schemas.openxmlformats.org/officeDocument/2006/relationships/customXml" Target="../ink/ink1820.xml"/><Relationship Id="rId38" Type="http://schemas.openxmlformats.org/officeDocument/2006/relationships/image" Target="../media/image956.png"/><Relationship Id="rId59" Type="http://schemas.openxmlformats.org/officeDocument/2006/relationships/customXml" Target="../ink/ink1833.xml"/><Relationship Id="rId103" Type="http://schemas.openxmlformats.org/officeDocument/2006/relationships/customXml" Target="../ink/ink1855.xml"/><Relationship Id="rId108" Type="http://schemas.openxmlformats.org/officeDocument/2006/relationships/image" Target="../media/image991.png"/><Relationship Id="rId124" Type="http://schemas.openxmlformats.org/officeDocument/2006/relationships/image" Target="../media/image999.png"/><Relationship Id="rId129" Type="http://schemas.openxmlformats.org/officeDocument/2006/relationships/customXml" Target="../ink/ink1868.xml"/><Relationship Id="rId54" Type="http://schemas.openxmlformats.org/officeDocument/2006/relationships/image" Target="../media/image964.png"/><Relationship Id="rId70" Type="http://schemas.openxmlformats.org/officeDocument/2006/relationships/image" Target="../media/image972.png"/><Relationship Id="rId75" Type="http://schemas.openxmlformats.org/officeDocument/2006/relationships/customXml" Target="../ink/ink1841.xml"/><Relationship Id="rId91" Type="http://schemas.openxmlformats.org/officeDocument/2006/relationships/customXml" Target="../ink/ink1849.xml"/><Relationship Id="rId96" Type="http://schemas.openxmlformats.org/officeDocument/2006/relationships/image" Target="../media/image985.png"/><Relationship Id="rId140" Type="http://schemas.openxmlformats.org/officeDocument/2006/relationships/image" Target="../media/image1007.png"/><Relationship Id="rId145" Type="http://schemas.openxmlformats.org/officeDocument/2006/relationships/customXml" Target="../ink/ink187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7.png"/><Relationship Id="rId23" Type="http://schemas.openxmlformats.org/officeDocument/2006/relationships/customXml" Target="../ink/ink1815.xml"/><Relationship Id="rId28" Type="http://schemas.openxmlformats.org/officeDocument/2006/relationships/image" Target="../media/image951.png"/><Relationship Id="rId49" Type="http://schemas.openxmlformats.org/officeDocument/2006/relationships/customXml" Target="../ink/ink1828.xml"/><Relationship Id="rId114" Type="http://schemas.openxmlformats.org/officeDocument/2006/relationships/image" Target="../media/image994.png"/><Relationship Id="rId119" Type="http://schemas.openxmlformats.org/officeDocument/2006/relationships/customXml" Target="../ink/ink1863.xml"/><Relationship Id="rId44" Type="http://schemas.openxmlformats.org/officeDocument/2006/relationships/image" Target="../media/image959.png"/><Relationship Id="rId60" Type="http://schemas.openxmlformats.org/officeDocument/2006/relationships/image" Target="../media/image967.png"/><Relationship Id="rId65" Type="http://schemas.openxmlformats.org/officeDocument/2006/relationships/customXml" Target="../ink/ink1836.xml"/><Relationship Id="rId81" Type="http://schemas.openxmlformats.org/officeDocument/2006/relationships/customXml" Target="../ink/ink1844.xml"/><Relationship Id="rId86" Type="http://schemas.openxmlformats.org/officeDocument/2006/relationships/image" Target="../media/image980.png"/><Relationship Id="rId130" Type="http://schemas.openxmlformats.org/officeDocument/2006/relationships/image" Target="../media/image1002.png"/><Relationship Id="rId135" Type="http://schemas.openxmlformats.org/officeDocument/2006/relationships/customXml" Target="../ink/ink1871.xml"/><Relationship Id="rId151" Type="http://schemas.openxmlformats.org/officeDocument/2006/relationships/customXml" Target="../ink/ink1879.xml"/><Relationship Id="rId156" Type="http://schemas.openxmlformats.org/officeDocument/2006/relationships/image" Target="../media/image1015.png"/><Relationship Id="rId13" Type="http://schemas.openxmlformats.org/officeDocument/2006/relationships/customXml" Target="../ink/ink1810.xml"/><Relationship Id="rId18" Type="http://schemas.openxmlformats.org/officeDocument/2006/relationships/image" Target="../media/image946.png"/><Relationship Id="rId39" Type="http://schemas.openxmlformats.org/officeDocument/2006/relationships/customXml" Target="../ink/ink1823.xml"/><Relationship Id="rId109" Type="http://schemas.openxmlformats.org/officeDocument/2006/relationships/customXml" Target="../ink/ink1858.xml"/><Relationship Id="rId34" Type="http://schemas.openxmlformats.org/officeDocument/2006/relationships/image" Target="../media/image954.png"/><Relationship Id="rId50" Type="http://schemas.openxmlformats.org/officeDocument/2006/relationships/image" Target="../media/image962.png"/><Relationship Id="rId55" Type="http://schemas.openxmlformats.org/officeDocument/2006/relationships/customXml" Target="../ink/ink1831.xml"/><Relationship Id="rId76" Type="http://schemas.openxmlformats.org/officeDocument/2006/relationships/image" Target="../media/image975.png"/><Relationship Id="rId97" Type="http://schemas.openxmlformats.org/officeDocument/2006/relationships/customXml" Target="../ink/ink1852.xml"/><Relationship Id="rId104" Type="http://schemas.openxmlformats.org/officeDocument/2006/relationships/image" Target="../media/image989.png"/><Relationship Id="rId120" Type="http://schemas.openxmlformats.org/officeDocument/2006/relationships/image" Target="../media/image997.png"/><Relationship Id="rId125" Type="http://schemas.openxmlformats.org/officeDocument/2006/relationships/customXml" Target="../ink/ink1866.xml"/><Relationship Id="rId141" Type="http://schemas.openxmlformats.org/officeDocument/2006/relationships/customXml" Target="../ink/ink1874.xml"/><Relationship Id="rId146" Type="http://schemas.openxmlformats.org/officeDocument/2006/relationships/image" Target="../media/image1010.png"/><Relationship Id="rId7" Type="http://schemas.openxmlformats.org/officeDocument/2006/relationships/customXml" Target="../ink/ink1807.xml"/><Relationship Id="rId71" Type="http://schemas.openxmlformats.org/officeDocument/2006/relationships/customXml" Target="../ink/ink1839.xml"/><Relationship Id="rId92" Type="http://schemas.openxmlformats.org/officeDocument/2006/relationships/image" Target="../media/image983.png"/><Relationship Id="rId2" Type="http://schemas.openxmlformats.org/officeDocument/2006/relationships/image" Target="../media/image1.png"/><Relationship Id="rId29" Type="http://schemas.openxmlformats.org/officeDocument/2006/relationships/customXml" Target="../ink/ink1818.xml"/><Relationship Id="rId24" Type="http://schemas.openxmlformats.org/officeDocument/2006/relationships/image" Target="../media/image949.png"/><Relationship Id="rId40" Type="http://schemas.openxmlformats.org/officeDocument/2006/relationships/image" Target="../media/image957.png"/><Relationship Id="rId45" Type="http://schemas.openxmlformats.org/officeDocument/2006/relationships/customXml" Target="../ink/ink1826.xml"/><Relationship Id="rId66" Type="http://schemas.openxmlformats.org/officeDocument/2006/relationships/image" Target="../media/image970.png"/><Relationship Id="rId87" Type="http://schemas.openxmlformats.org/officeDocument/2006/relationships/customXml" Target="../ink/ink1847.xml"/><Relationship Id="rId110" Type="http://schemas.openxmlformats.org/officeDocument/2006/relationships/image" Target="../media/image992.png"/><Relationship Id="rId115" Type="http://schemas.openxmlformats.org/officeDocument/2006/relationships/customXml" Target="../ink/ink1861.xml"/><Relationship Id="rId131" Type="http://schemas.openxmlformats.org/officeDocument/2006/relationships/customXml" Target="../ink/ink1869.xml"/><Relationship Id="rId136" Type="http://schemas.openxmlformats.org/officeDocument/2006/relationships/image" Target="../media/image1005.png"/><Relationship Id="rId157" Type="http://schemas.openxmlformats.org/officeDocument/2006/relationships/customXml" Target="../ink/ink1882.xml"/><Relationship Id="rId61" Type="http://schemas.openxmlformats.org/officeDocument/2006/relationships/customXml" Target="../ink/ink1834.xml"/><Relationship Id="rId82" Type="http://schemas.openxmlformats.org/officeDocument/2006/relationships/image" Target="../media/image978.png"/><Relationship Id="rId152" Type="http://schemas.openxmlformats.org/officeDocument/2006/relationships/image" Target="../media/image1013.png"/><Relationship Id="rId19" Type="http://schemas.openxmlformats.org/officeDocument/2006/relationships/customXml" Target="../ink/ink1813.xml"/><Relationship Id="rId14" Type="http://schemas.openxmlformats.org/officeDocument/2006/relationships/image" Target="../media/image915.png"/><Relationship Id="rId30" Type="http://schemas.openxmlformats.org/officeDocument/2006/relationships/image" Target="../media/image952.png"/><Relationship Id="rId35" Type="http://schemas.openxmlformats.org/officeDocument/2006/relationships/customXml" Target="../ink/ink1821.xml"/><Relationship Id="rId56" Type="http://schemas.openxmlformats.org/officeDocument/2006/relationships/image" Target="../media/image965.png"/><Relationship Id="rId77" Type="http://schemas.openxmlformats.org/officeDocument/2006/relationships/customXml" Target="../ink/ink1842.xml"/><Relationship Id="rId100" Type="http://schemas.openxmlformats.org/officeDocument/2006/relationships/image" Target="../media/image987.png"/><Relationship Id="rId105" Type="http://schemas.openxmlformats.org/officeDocument/2006/relationships/customXml" Target="../ink/ink1856.xml"/><Relationship Id="rId126" Type="http://schemas.openxmlformats.org/officeDocument/2006/relationships/image" Target="../media/image1000.png"/><Relationship Id="rId147" Type="http://schemas.openxmlformats.org/officeDocument/2006/relationships/customXml" Target="../ink/ink1877.xml"/><Relationship Id="rId8" Type="http://schemas.openxmlformats.org/officeDocument/2006/relationships/image" Target="../media/image908.png"/><Relationship Id="rId51" Type="http://schemas.openxmlformats.org/officeDocument/2006/relationships/customXml" Target="../ink/ink1829.xml"/><Relationship Id="rId72" Type="http://schemas.openxmlformats.org/officeDocument/2006/relationships/image" Target="../media/image973.png"/><Relationship Id="rId93" Type="http://schemas.openxmlformats.org/officeDocument/2006/relationships/customXml" Target="../ink/ink1850.xml"/><Relationship Id="rId98" Type="http://schemas.openxmlformats.org/officeDocument/2006/relationships/image" Target="../media/image986.png"/><Relationship Id="rId121" Type="http://schemas.openxmlformats.org/officeDocument/2006/relationships/customXml" Target="../ink/ink1864.xml"/><Relationship Id="rId142" Type="http://schemas.openxmlformats.org/officeDocument/2006/relationships/image" Target="../media/image1008.png"/><Relationship Id="rId3" Type="http://schemas.openxmlformats.org/officeDocument/2006/relationships/customXml" Target="../ink/ink1805.xml"/><Relationship Id="rId25" Type="http://schemas.openxmlformats.org/officeDocument/2006/relationships/customXml" Target="../ink/ink1816.xml"/><Relationship Id="rId46" Type="http://schemas.openxmlformats.org/officeDocument/2006/relationships/image" Target="../media/image960.png"/><Relationship Id="rId67" Type="http://schemas.openxmlformats.org/officeDocument/2006/relationships/customXml" Target="../ink/ink1837.xml"/><Relationship Id="rId116" Type="http://schemas.openxmlformats.org/officeDocument/2006/relationships/image" Target="../media/image995.png"/><Relationship Id="rId137" Type="http://schemas.openxmlformats.org/officeDocument/2006/relationships/customXml" Target="../ink/ink1872.xml"/><Relationship Id="rId158" Type="http://schemas.openxmlformats.org/officeDocument/2006/relationships/image" Target="../media/image1016.png"/><Relationship Id="rId20" Type="http://schemas.openxmlformats.org/officeDocument/2006/relationships/image" Target="../media/image947.png"/><Relationship Id="rId41" Type="http://schemas.openxmlformats.org/officeDocument/2006/relationships/customXml" Target="../ink/ink1824.xml"/><Relationship Id="rId62" Type="http://schemas.openxmlformats.org/officeDocument/2006/relationships/image" Target="../media/image968.png"/><Relationship Id="rId83" Type="http://schemas.openxmlformats.org/officeDocument/2006/relationships/customXml" Target="../ink/ink1845.xml"/><Relationship Id="rId88" Type="http://schemas.openxmlformats.org/officeDocument/2006/relationships/image" Target="../media/image981.png"/><Relationship Id="rId111" Type="http://schemas.openxmlformats.org/officeDocument/2006/relationships/customXml" Target="../ink/ink1859.xml"/><Relationship Id="rId132" Type="http://schemas.openxmlformats.org/officeDocument/2006/relationships/image" Target="../media/image1003.png"/><Relationship Id="rId153" Type="http://schemas.openxmlformats.org/officeDocument/2006/relationships/customXml" Target="../ink/ink1880.xml"/><Relationship Id="rId15" Type="http://schemas.openxmlformats.org/officeDocument/2006/relationships/customXml" Target="../ink/ink1811.xml"/><Relationship Id="rId36" Type="http://schemas.openxmlformats.org/officeDocument/2006/relationships/image" Target="../media/image955.png"/><Relationship Id="rId57" Type="http://schemas.openxmlformats.org/officeDocument/2006/relationships/customXml" Target="../ink/ink1832.xml"/><Relationship Id="rId106" Type="http://schemas.openxmlformats.org/officeDocument/2006/relationships/image" Target="../media/image990.png"/><Relationship Id="rId127" Type="http://schemas.openxmlformats.org/officeDocument/2006/relationships/customXml" Target="../ink/ink1867.xml"/><Relationship Id="rId10" Type="http://schemas.openxmlformats.org/officeDocument/2006/relationships/image" Target="../media/image909.png"/><Relationship Id="rId31" Type="http://schemas.openxmlformats.org/officeDocument/2006/relationships/customXml" Target="../ink/ink1819.xml"/><Relationship Id="rId52" Type="http://schemas.openxmlformats.org/officeDocument/2006/relationships/image" Target="../media/image963.png"/><Relationship Id="rId73" Type="http://schemas.openxmlformats.org/officeDocument/2006/relationships/customXml" Target="../ink/ink1840.xml"/><Relationship Id="rId78" Type="http://schemas.openxmlformats.org/officeDocument/2006/relationships/image" Target="../media/image976.png"/><Relationship Id="rId94" Type="http://schemas.openxmlformats.org/officeDocument/2006/relationships/image" Target="../media/image984.png"/><Relationship Id="rId99" Type="http://schemas.openxmlformats.org/officeDocument/2006/relationships/customXml" Target="../ink/ink1853.xml"/><Relationship Id="rId101" Type="http://schemas.openxmlformats.org/officeDocument/2006/relationships/customXml" Target="../ink/ink1854.xml"/><Relationship Id="rId122" Type="http://schemas.openxmlformats.org/officeDocument/2006/relationships/image" Target="../media/image998.png"/><Relationship Id="rId143" Type="http://schemas.openxmlformats.org/officeDocument/2006/relationships/customXml" Target="../ink/ink1875.xml"/><Relationship Id="rId148" Type="http://schemas.openxmlformats.org/officeDocument/2006/relationships/image" Target="../media/image1011.png"/><Relationship Id="rId4" Type="http://schemas.openxmlformats.org/officeDocument/2006/relationships/image" Target="../media/image906.png"/><Relationship Id="rId9" Type="http://schemas.openxmlformats.org/officeDocument/2006/relationships/customXml" Target="../ink/ink1808.xml"/><Relationship Id="rId26" Type="http://schemas.openxmlformats.org/officeDocument/2006/relationships/image" Target="../media/image950.png"/><Relationship Id="rId47" Type="http://schemas.openxmlformats.org/officeDocument/2006/relationships/customXml" Target="../ink/ink1827.xml"/><Relationship Id="rId68" Type="http://schemas.openxmlformats.org/officeDocument/2006/relationships/image" Target="../media/image971.png"/><Relationship Id="rId89" Type="http://schemas.openxmlformats.org/officeDocument/2006/relationships/customXml" Target="../ink/ink1848.xml"/><Relationship Id="rId112" Type="http://schemas.openxmlformats.org/officeDocument/2006/relationships/image" Target="../media/image993.png"/><Relationship Id="rId133" Type="http://schemas.openxmlformats.org/officeDocument/2006/relationships/customXml" Target="../ink/ink1870.xml"/><Relationship Id="rId154" Type="http://schemas.openxmlformats.org/officeDocument/2006/relationships/image" Target="../media/image1014.png"/><Relationship Id="rId16" Type="http://schemas.openxmlformats.org/officeDocument/2006/relationships/image" Target="../media/image945.png"/><Relationship Id="rId37" Type="http://schemas.openxmlformats.org/officeDocument/2006/relationships/customXml" Target="../ink/ink1822.xml"/><Relationship Id="rId58" Type="http://schemas.openxmlformats.org/officeDocument/2006/relationships/image" Target="../media/image966.png"/><Relationship Id="rId79" Type="http://schemas.openxmlformats.org/officeDocument/2006/relationships/customXml" Target="../ink/ink1843.xml"/><Relationship Id="rId102" Type="http://schemas.openxmlformats.org/officeDocument/2006/relationships/image" Target="../media/image988.png"/><Relationship Id="rId123" Type="http://schemas.openxmlformats.org/officeDocument/2006/relationships/customXml" Target="../ink/ink1865.xml"/><Relationship Id="rId144" Type="http://schemas.openxmlformats.org/officeDocument/2006/relationships/image" Target="../media/image1009.png"/><Relationship Id="rId90" Type="http://schemas.openxmlformats.org/officeDocument/2006/relationships/image" Target="../media/image982.png"/><Relationship Id="rId27" Type="http://schemas.openxmlformats.org/officeDocument/2006/relationships/customXml" Target="../ink/ink1817.xml"/><Relationship Id="rId48" Type="http://schemas.openxmlformats.org/officeDocument/2006/relationships/image" Target="../media/image961.png"/><Relationship Id="rId69" Type="http://schemas.openxmlformats.org/officeDocument/2006/relationships/customXml" Target="../ink/ink1838.xml"/><Relationship Id="rId113" Type="http://schemas.openxmlformats.org/officeDocument/2006/relationships/customXml" Target="../ink/ink1860.xml"/><Relationship Id="rId134" Type="http://schemas.openxmlformats.org/officeDocument/2006/relationships/image" Target="../media/image1004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89.xml"/><Relationship Id="rId18" Type="http://schemas.openxmlformats.org/officeDocument/2006/relationships/image" Target="../media/image1025.png"/><Relationship Id="rId26" Type="http://schemas.openxmlformats.org/officeDocument/2006/relationships/image" Target="../media/image1029.png"/><Relationship Id="rId3" Type="http://schemas.openxmlformats.org/officeDocument/2006/relationships/customXml" Target="../ink/ink1884.xml"/><Relationship Id="rId21" Type="http://schemas.openxmlformats.org/officeDocument/2006/relationships/customXml" Target="../ink/ink1893.xml"/><Relationship Id="rId34" Type="http://schemas.openxmlformats.org/officeDocument/2006/relationships/image" Target="../media/image1033.png"/><Relationship Id="rId7" Type="http://schemas.openxmlformats.org/officeDocument/2006/relationships/customXml" Target="../ink/ink1886.xml"/><Relationship Id="rId12" Type="http://schemas.openxmlformats.org/officeDocument/2006/relationships/image" Target="../media/image1022.png"/><Relationship Id="rId17" Type="http://schemas.openxmlformats.org/officeDocument/2006/relationships/customXml" Target="../ink/ink1891.xml"/><Relationship Id="rId25" Type="http://schemas.openxmlformats.org/officeDocument/2006/relationships/customXml" Target="../ink/ink1895.xml"/><Relationship Id="rId33" Type="http://schemas.openxmlformats.org/officeDocument/2006/relationships/customXml" Target="../ink/ink1899.xml"/><Relationship Id="rId2" Type="http://schemas.openxmlformats.org/officeDocument/2006/relationships/image" Target="../media/image1.png"/><Relationship Id="rId16" Type="http://schemas.openxmlformats.org/officeDocument/2006/relationships/image" Target="../media/image1024.png"/><Relationship Id="rId20" Type="http://schemas.openxmlformats.org/officeDocument/2006/relationships/image" Target="../media/image1026.png"/><Relationship Id="rId29" Type="http://schemas.openxmlformats.org/officeDocument/2006/relationships/customXml" Target="../ink/ink189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9.png"/><Relationship Id="rId11" Type="http://schemas.openxmlformats.org/officeDocument/2006/relationships/customXml" Target="../ink/ink1888.xml"/><Relationship Id="rId24" Type="http://schemas.openxmlformats.org/officeDocument/2006/relationships/image" Target="../media/image1028.png"/><Relationship Id="rId32" Type="http://schemas.openxmlformats.org/officeDocument/2006/relationships/image" Target="../media/image1032.png"/><Relationship Id="rId5" Type="http://schemas.openxmlformats.org/officeDocument/2006/relationships/customXml" Target="../ink/ink1885.xml"/><Relationship Id="rId15" Type="http://schemas.openxmlformats.org/officeDocument/2006/relationships/customXml" Target="../ink/ink1890.xml"/><Relationship Id="rId23" Type="http://schemas.openxmlformats.org/officeDocument/2006/relationships/customXml" Target="../ink/ink1894.xml"/><Relationship Id="rId28" Type="http://schemas.openxmlformats.org/officeDocument/2006/relationships/image" Target="../media/image1030.png"/><Relationship Id="rId10" Type="http://schemas.openxmlformats.org/officeDocument/2006/relationships/image" Target="../media/image1021.png"/><Relationship Id="rId19" Type="http://schemas.openxmlformats.org/officeDocument/2006/relationships/customXml" Target="../ink/ink1892.xml"/><Relationship Id="rId31" Type="http://schemas.openxmlformats.org/officeDocument/2006/relationships/customXml" Target="../ink/ink1898.xml"/><Relationship Id="rId4" Type="http://schemas.openxmlformats.org/officeDocument/2006/relationships/image" Target="../media/image1018.png"/><Relationship Id="rId9" Type="http://schemas.openxmlformats.org/officeDocument/2006/relationships/customXml" Target="../ink/ink1887.xml"/><Relationship Id="rId14" Type="http://schemas.openxmlformats.org/officeDocument/2006/relationships/image" Target="../media/image1023.png"/><Relationship Id="rId22" Type="http://schemas.openxmlformats.org/officeDocument/2006/relationships/image" Target="../media/image1027.png"/><Relationship Id="rId27" Type="http://schemas.openxmlformats.org/officeDocument/2006/relationships/customXml" Target="../ink/ink1896.xml"/><Relationship Id="rId30" Type="http://schemas.openxmlformats.org/officeDocument/2006/relationships/image" Target="../media/image1031.png"/><Relationship Id="rId8" Type="http://schemas.openxmlformats.org/officeDocument/2006/relationships/image" Target="../media/image1020.png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45.png"/><Relationship Id="rId21" Type="http://schemas.openxmlformats.org/officeDocument/2006/relationships/customXml" Target="../ink/ink1909.xml"/><Relationship Id="rId42" Type="http://schemas.openxmlformats.org/officeDocument/2006/relationships/image" Target="../media/image1053.png"/><Relationship Id="rId47" Type="http://schemas.openxmlformats.org/officeDocument/2006/relationships/customXml" Target="../ink/ink1922.xml"/><Relationship Id="rId63" Type="http://schemas.openxmlformats.org/officeDocument/2006/relationships/customXml" Target="../ink/ink1930.xml"/><Relationship Id="rId68" Type="http://schemas.openxmlformats.org/officeDocument/2006/relationships/image" Target="../media/image1066.png"/><Relationship Id="rId16" Type="http://schemas.openxmlformats.org/officeDocument/2006/relationships/image" Target="../media/image1040.png"/><Relationship Id="rId11" Type="http://schemas.openxmlformats.org/officeDocument/2006/relationships/customXml" Target="../ink/ink1904.xml"/><Relationship Id="rId32" Type="http://schemas.openxmlformats.org/officeDocument/2006/relationships/image" Target="../media/image1048.png"/><Relationship Id="rId37" Type="http://schemas.openxmlformats.org/officeDocument/2006/relationships/customXml" Target="../ink/ink1917.xml"/><Relationship Id="rId53" Type="http://schemas.openxmlformats.org/officeDocument/2006/relationships/customXml" Target="../ink/ink1925.xml"/><Relationship Id="rId58" Type="http://schemas.openxmlformats.org/officeDocument/2006/relationships/image" Target="../media/image1061.png"/><Relationship Id="rId74" Type="http://schemas.openxmlformats.org/officeDocument/2006/relationships/image" Target="../media/image1069.png"/><Relationship Id="rId79" Type="http://schemas.openxmlformats.org/officeDocument/2006/relationships/customXml" Target="../ink/ink1938.xml"/><Relationship Id="rId5" Type="http://schemas.openxmlformats.org/officeDocument/2006/relationships/customXml" Target="../ink/ink1901.xml"/><Relationship Id="rId61" Type="http://schemas.openxmlformats.org/officeDocument/2006/relationships/customXml" Target="../ink/ink1929.xml"/><Relationship Id="rId82" Type="http://schemas.openxmlformats.org/officeDocument/2006/relationships/image" Target="../media/image1073.png"/><Relationship Id="rId19" Type="http://schemas.openxmlformats.org/officeDocument/2006/relationships/customXml" Target="../ink/ink1908.xml"/><Relationship Id="rId14" Type="http://schemas.openxmlformats.org/officeDocument/2006/relationships/image" Target="../media/image1039.png"/><Relationship Id="rId22" Type="http://schemas.openxmlformats.org/officeDocument/2006/relationships/image" Target="../media/image1043.png"/><Relationship Id="rId27" Type="http://schemas.openxmlformats.org/officeDocument/2006/relationships/customXml" Target="../ink/ink1912.xml"/><Relationship Id="rId30" Type="http://schemas.openxmlformats.org/officeDocument/2006/relationships/image" Target="../media/image1047.png"/><Relationship Id="rId35" Type="http://schemas.openxmlformats.org/officeDocument/2006/relationships/customXml" Target="../ink/ink1916.xml"/><Relationship Id="rId43" Type="http://schemas.openxmlformats.org/officeDocument/2006/relationships/customXml" Target="../ink/ink1920.xml"/><Relationship Id="rId48" Type="http://schemas.openxmlformats.org/officeDocument/2006/relationships/image" Target="../media/image1056.png"/><Relationship Id="rId56" Type="http://schemas.openxmlformats.org/officeDocument/2006/relationships/image" Target="../media/image1060.png"/><Relationship Id="rId64" Type="http://schemas.openxmlformats.org/officeDocument/2006/relationships/image" Target="../media/image1064.png"/><Relationship Id="rId69" Type="http://schemas.openxmlformats.org/officeDocument/2006/relationships/customXml" Target="../ink/ink1933.xml"/><Relationship Id="rId77" Type="http://schemas.openxmlformats.org/officeDocument/2006/relationships/customXml" Target="../ink/ink1937.xml"/><Relationship Id="rId8" Type="http://schemas.openxmlformats.org/officeDocument/2006/relationships/image" Target="../media/image1036.png"/><Relationship Id="rId51" Type="http://schemas.openxmlformats.org/officeDocument/2006/relationships/customXml" Target="../ink/ink1924.xml"/><Relationship Id="rId72" Type="http://schemas.openxmlformats.org/officeDocument/2006/relationships/image" Target="../media/image1068.png"/><Relationship Id="rId80" Type="http://schemas.openxmlformats.org/officeDocument/2006/relationships/image" Target="../media/image1072.png"/><Relationship Id="rId3" Type="http://schemas.openxmlformats.org/officeDocument/2006/relationships/customXml" Target="../ink/ink1900.xml"/><Relationship Id="rId12" Type="http://schemas.openxmlformats.org/officeDocument/2006/relationships/image" Target="../media/image1038.png"/><Relationship Id="rId17" Type="http://schemas.openxmlformats.org/officeDocument/2006/relationships/customXml" Target="../ink/ink1907.xml"/><Relationship Id="rId25" Type="http://schemas.openxmlformats.org/officeDocument/2006/relationships/customXml" Target="../ink/ink1911.xml"/><Relationship Id="rId33" Type="http://schemas.openxmlformats.org/officeDocument/2006/relationships/customXml" Target="../ink/ink1915.xml"/><Relationship Id="rId38" Type="http://schemas.openxmlformats.org/officeDocument/2006/relationships/image" Target="../media/image1051.png"/><Relationship Id="rId46" Type="http://schemas.openxmlformats.org/officeDocument/2006/relationships/image" Target="../media/image1055.png"/><Relationship Id="rId59" Type="http://schemas.openxmlformats.org/officeDocument/2006/relationships/customXml" Target="../ink/ink1928.xml"/><Relationship Id="rId67" Type="http://schemas.openxmlformats.org/officeDocument/2006/relationships/customXml" Target="../ink/ink1932.xml"/><Relationship Id="rId20" Type="http://schemas.openxmlformats.org/officeDocument/2006/relationships/image" Target="../media/image1042.png"/><Relationship Id="rId41" Type="http://schemas.openxmlformats.org/officeDocument/2006/relationships/customXml" Target="../ink/ink1919.xml"/><Relationship Id="rId54" Type="http://schemas.openxmlformats.org/officeDocument/2006/relationships/image" Target="../media/image1059.png"/><Relationship Id="rId62" Type="http://schemas.openxmlformats.org/officeDocument/2006/relationships/image" Target="../media/image1063.png"/><Relationship Id="rId70" Type="http://schemas.openxmlformats.org/officeDocument/2006/relationships/image" Target="../media/image1067.png"/><Relationship Id="rId75" Type="http://schemas.openxmlformats.org/officeDocument/2006/relationships/customXml" Target="../ink/ink19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5.png"/><Relationship Id="rId15" Type="http://schemas.openxmlformats.org/officeDocument/2006/relationships/customXml" Target="../ink/ink1906.xml"/><Relationship Id="rId23" Type="http://schemas.openxmlformats.org/officeDocument/2006/relationships/customXml" Target="../ink/ink1910.xml"/><Relationship Id="rId28" Type="http://schemas.openxmlformats.org/officeDocument/2006/relationships/image" Target="../media/image1046.png"/><Relationship Id="rId36" Type="http://schemas.openxmlformats.org/officeDocument/2006/relationships/image" Target="../media/image1050.png"/><Relationship Id="rId49" Type="http://schemas.openxmlformats.org/officeDocument/2006/relationships/customXml" Target="../ink/ink1923.xml"/><Relationship Id="rId57" Type="http://schemas.openxmlformats.org/officeDocument/2006/relationships/customXml" Target="../ink/ink1927.xml"/><Relationship Id="rId10" Type="http://schemas.openxmlformats.org/officeDocument/2006/relationships/image" Target="../media/image1037.png"/><Relationship Id="rId31" Type="http://schemas.openxmlformats.org/officeDocument/2006/relationships/customXml" Target="../ink/ink1914.xml"/><Relationship Id="rId44" Type="http://schemas.openxmlformats.org/officeDocument/2006/relationships/image" Target="../media/image1054.png"/><Relationship Id="rId52" Type="http://schemas.openxmlformats.org/officeDocument/2006/relationships/image" Target="../media/image1058.png"/><Relationship Id="rId60" Type="http://schemas.openxmlformats.org/officeDocument/2006/relationships/image" Target="../media/image1062.png"/><Relationship Id="rId65" Type="http://schemas.openxmlformats.org/officeDocument/2006/relationships/customXml" Target="../ink/ink1931.xml"/><Relationship Id="rId73" Type="http://schemas.openxmlformats.org/officeDocument/2006/relationships/customXml" Target="../ink/ink1935.xml"/><Relationship Id="rId78" Type="http://schemas.openxmlformats.org/officeDocument/2006/relationships/image" Target="../media/image1071.png"/><Relationship Id="rId81" Type="http://schemas.openxmlformats.org/officeDocument/2006/relationships/customXml" Target="../ink/ink1939.xml"/><Relationship Id="rId4" Type="http://schemas.openxmlformats.org/officeDocument/2006/relationships/image" Target="../media/image1034.png"/><Relationship Id="rId9" Type="http://schemas.openxmlformats.org/officeDocument/2006/relationships/customXml" Target="../ink/ink1903.xml"/><Relationship Id="rId13" Type="http://schemas.openxmlformats.org/officeDocument/2006/relationships/customXml" Target="../ink/ink1905.xml"/><Relationship Id="rId18" Type="http://schemas.openxmlformats.org/officeDocument/2006/relationships/image" Target="../media/image1041.png"/><Relationship Id="rId39" Type="http://schemas.openxmlformats.org/officeDocument/2006/relationships/customXml" Target="../ink/ink1918.xml"/><Relationship Id="rId34" Type="http://schemas.openxmlformats.org/officeDocument/2006/relationships/image" Target="../media/image1049.png"/><Relationship Id="rId50" Type="http://schemas.openxmlformats.org/officeDocument/2006/relationships/image" Target="../media/image1057.png"/><Relationship Id="rId55" Type="http://schemas.openxmlformats.org/officeDocument/2006/relationships/customXml" Target="../ink/ink1926.xml"/><Relationship Id="rId76" Type="http://schemas.openxmlformats.org/officeDocument/2006/relationships/image" Target="../media/image1070.png"/><Relationship Id="rId7" Type="http://schemas.openxmlformats.org/officeDocument/2006/relationships/customXml" Target="../ink/ink1902.xml"/><Relationship Id="rId71" Type="http://schemas.openxmlformats.org/officeDocument/2006/relationships/customXml" Target="../ink/ink1934.xml"/><Relationship Id="rId2" Type="http://schemas.openxmlformats.org/officeDocument/2006/relationships/image" Target="../media/image1.png"/><Relationship Id="rId29" Type="http://schemas.openxmlformats.org/officeDocument/2006/relationships/customXml" Target="../ink/ink1913.xml"/><Relationship Id="rId24" Type="http://schemas.openxmlformats.org/officeDocument/2006/relationships/image" Target="../media/image1044.png"/><Relationship Id="rId40" Type="http://schemas.openxmlformats.org/officeDocument/2006/relationships/image" Target="../media/image1052.png"/><Relationship Id="rId45" Type="http://schemas.openxmlformats.org/officeDocument/2006/relationships/customXml" Target="../ink/ink1921.xml"/><Relationship Id="rId66" Type="http://schemas.openxmlformats.org/officeDocument/2006/relationships/image" Target="../media/image1065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45.xml"/><Relationship Id="rId18" Type="http://schemas.openxmlformats.org/officeDocument/2006/relationships/image" Target="../media/image1081.png"/><Relationship Id="rId26" Type="http://schemas.openxmlformats.org/officeDocument/2006/relationships/image" Target="../media/image1085.png"/><Relationship Id="rId39" Type="http://schemas.openxmlformats.org/officeDocument/2006/relationships/customXml" Target="../ink/ink1958.xml"/><Relationship Id="rId21" Type="http://schemas.openxmlformats.org/officeDocument/2006/relationships/customXml" Target="../ink/ink1949.xml"/><Relationship Id="rId34" Type="http://schemas.openxmlformats.org/officeDocument/2006/relationships/image" Target="../media/image1089.png"/><Relationship Id="rId42" Type="http://schemas.openxmlformats.org/officeDocument/2006/relationships/image" Target="../media/image1093.png"/><Relationship Id="rId7" Type="http://schemas.openxmlformats.org/officeDocument/2006/relationships/customXml" Target="../ink/ink1942.xml"/><Relationship Id="rId2" Type="http://schemas.openxmlformats.org/officeDocument/2006/relationships/image" Target="../media/image1.png"/><Relationship Id="rId16" Type="http://schemas.openxmlformats.org/officeDocument/2006/relationships/image" Target="../media/image1080.png"/><Relationship Id="rId20" Type="http://schemas.openxmlformats.org/officeDocument/2006/relationships/image" Target="../media/image1082.png"/><Relationship Id="rId29" Type="http://schemas.openxmlformats.org/officeDocument/2006/relationships/customXml" Target="../ink/ink1953.xml"/><Relationship Id="rId41" Type="http://schemas.openxmlformats.org/officeDocument/2006/relationships/customXml" Target="../ink/ink195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5.png"/><Relationship Id="rId11" Type="http://schemas.openxmlformats.org/officeDocument/2006/relationships/customXml" Target="../ink/ink1944.xml"/><Relationship Id="rId24" Type="http://schemas.openxmlformats.org/officeDocument/2006/relationships/image" Target="../media/image1084.png"/><Relationship Id="rId32" Type="http://schemas.openxmlformats.org/officeDocument/2006/relationships/image" Target="../media/image1088.png"/><Relationship Id="rId37" Type="http://schemas.openxmlformats.org/officeDocument/2006/relationships/customXml" Target="../ink/ink1957.xml"/><Relationship Id="rId40" Type="http://schemas.openxmlformats.org/officeDocument/2006/relationships/image" Target="../media/image1092.png"/><Relationship Id="rId5" Type="http://schemas.openxmlformats.org/officeDocument/2006/relationships/customXml" Target="../ink/ink1941.xml"/><Relationship Id="rId15" Type="http://schemas.openxmlformats.org/officeDocument/2006/relationships/customXml" Target="../ink/ink1946.xml"/><Relationship Id="rId23" Type="http://schemas.openxmlformats.org/officeDocument/2006/relationships/customXml" Target="../ink/ink1950.xml"/><Relationship Id="rId28" Type="http://schemas.openxmlformats.org/officeDocument/2006/relationships/image" Target="../media/image1086.png"/><Relationship Id="rId36" Type="http://schemas.openxmlformats.org/officeDocument/2006/relationships/image" Target="../media/image1090.png"/><Relationship Id="rId10" Type="http://schemas.openxmlformats.org/officeDocument/2006/relationships/image" Target="../media/image1077.png"/><Relationship Id="rId19" Type="http://schemas.openxmlformats.org/officeDocument/2006/relationships/customXml" Target="../ink/ink1948.xml"/><Relationship Id="rId31" Type="http://schemas.openxmlformats.org/officeDocument/2006/relationships/customXml" Target="../ink/ink1954.xml"/><Relationship Id="rId4" Type="http://schemas.openxmlformats.org/officeDocument/2006/relationships/image" Target="../media/image1074.png"/><Relationship Id="rId9" Type="http://schemas.openxmlformats.org/officeDocument/2006/relationships/customXml" Target="../ink/ink1943.xml"/><Relationship Id="rId14" Type="http://schemas.openxmlformats.org/officeDocument/2006/relationships/image" Target="../media/image1079.png"/><Relationship Id="rId22" Type="http://schemas.openxmlformats.org/officeDocument/2006/relationships/image" Target="../media/image1083.png"/><Relationship Id="rId27" Type="http://schemas.openxmlformats.org/officeDocument/2006/relationships/customXml" Target="../ink/ink1952.xml"/><Relationship Id="rId30" Type="http://schemas.openxmlformats.org/officeDocument/2006/relationships/image" Target="../media/image1087.png"/><Relationship Id="rId35" Type="http://schemas.openxmlformats.org/officeDocument/2006/relationships/customXml" Target="../ink/ink1956.xml"/><Relationship Id="rId8" Type="http://schemas.openxmlformats.org/officeDocument/2006/relationships/image" Target="../media/image1076.png"/><Relationship Id="rId3" Type="http://schemas.openxmlformats.org/officeDocument/2006/relationships/customXml" Target="../ink/ink1940.xml"/><Relationship Id="rId12" Type="http://schemas.openxmlformats.org/officeDocument/2006/relationships/image" Target="../media/image1078.png"/><Relationship Id="rId17" Type="http://schemas.openxmlformats.org/officeDocument/2006/relationships/customXml" Target="../ink/ink1947.xml"/><Relationship Id="rId25" Type="http://schemas.openxmlformats.org/officeDocument/2006/relationships/customXml" Target="../ink/ink1951.xml"/><Relationship Id="rId33" Type="http://schemas.openxmlformats.org/officeDocument/2006/relationships/customXml" Target="../ink/ink1955.xml"/><Relationship Id="rId38" Type="http://schemas.openxmlformats.org/officeDocument/2006/relationships/image" Target="../media/image1091.png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85.png"/><Relationship Id="rId21" Type="http://schemas.openxmlformats.org/officeDocument/2006/relationships/customXml" Target="../ink/ink1969.xml"/><Relationship Id="rId42" Type="http://schemas.openxmlformats.org/officeDocument/2006/relationships/image" Target="../media/image1093.png"/><Relationship Id="rId47" Type="http://schemas.openxmlformats.org/officeDocument/2006/relationships/customXml" Target="../ink/ink1982.xml"/><Relationship Id="rId63" Type="http://schemas.openxmlformats.org/officeDocument/2006/relationships/customXml" Target="../ink/ink1990.xml"/><Relationship Id="rId68" Type="http://schemas.openxmlformats.org/officeDocument/2006/relationships/image" Target="../media/image1105.png"/><Relationship Id="rId84" Type="http://schemas.openxmlformats.org/officeDocument/2006/relationships/image" Target="../media/image1113.png"/><Relationship Id="rId89" Type="http://schemas.openxmlformats.org/officeDocument/2006/relationships/customXml" Target="../ink/ink2003.xml"/><Relationship Id="rId16" Type="http://schemas.openxmlformats.org/officeDocument/2006/relationships/image" Target="../media/image1080.png"/><Relationship Id="rId107" Type="http://schemas.openxmlformats.org/officeDocument/2006/relationships/customXml" Target="../ink/ink2012.xml"/><Relationship Id="rId11" Type="http://schemas.openxmlformats.org/officeDocument/2006/relationships/customXml" Target="../ink/ink1964.xml"/><Relationship Id="rId32" Type="http://schemas.openxmlformats.org/officeDocument/2006/relationships/image" Target="../media/image1088.png"/><Relationship Id="rId37" Type="http://schemas.openxmlformats.org/officeDocument/2006/relationships/customXml" Target="../ink/ink1977.xml"/><Relationship Id="rId53" Type="http://schemas.openxmlformats.org/officeDocument/2006/relationships/customXml" Target="../ink/ink1985.xml"/><Relationship Id="rId58" Type="http://schemas.openxmlformats.org/officeDocument/2006/relationships/image" Target="../media/image1101.png"/><Relationship Id="rId74" Type="http://schemas.openxmlformats.org/officeDocument/2006/relationships/image" Target="../media/image1108.png"/><Relationship Id="rId79" Type="http://schemas.openxmlformats.org/officeDocument/2006/relationships/customXml" Target="../ink/ink1998.xml"/><Relationship Id="rId102" Type="http://schemas.openxmlformats.org/officeDocument/2006/relationships/image" Target="../media/image1122.png"/><Relationship Id="rId5" Type="http://schemas.openxmlformats.org/officeDocument/2006/relationships/customXml" Target="../ink/ink1961.xml"/><Relationship Id="rId90" Type="http://schemas.openxmlformats.org/officeDocument/2006/relationships/image" Target="../media/image1116.png"/><Relationship Id="rId95" Type="http://schemas.openxmlformats.org/officeDocument/2006/relationships/customXml" Target="../ink/ink2006.xml"/><Relationship Id="rId22" Type="http://schemas.openxmlformats.org/officeDocument/2006/relationships/image" Target="../media/image1083.png"/><Relationship Id="rId27" Type="http://schemas.openxmlformats.org/officeDocument/2006/relationships/customXml" Target="../ink/ink1972.xml"/><Relationship Id="rId43" Type="http://schemas.openxmlformats.org/officeDocument/2006/relationships/customXml" Target="../ink/ink1980.xml"/><Relationship Id="rId48" Type="http://schemas.openxmlformats.org/officeDocument/2006/relationships/image" Target="../media/image1096.png"/><Relationship Id="rId64" Type="http://schemas.openxmlformats.org/officeDocument/2006/relationships/image" Target="../media/image1103.png"/><Relationship Id="rId69" Type="http://schemas.openxmlformats.org/officeDocument/2006/relationships/customXml" Target="../ink/ink1993.xml"/><Relationship Id="rId80" Type="http://schemas.openxmlformats.org/officeDocument/2006/relationships/image" Target="../media/image1111.png"/><Relationship Id="rId85" Type="http://schemas.openxmlformats.org/officeDocument/2006/relationships/customXml" Target="../ink/ink2001.xml"/><Relationship Id="rId12" Type="http://schemas.openxmlformats.org/officeDocument/2006/relationships/image" Target="../media/image1078.png"/><Relationship Id="rId17" Type="http://schemas.openxmlformats.org/officeDocument/2006/relationships/customXml" Target="../ink/ink1967.xml"/><Relationship Id="rId33" Type="http://schemas.openxmlformats.org/officeDocument/2006/relationships/customXml" Target="../ink/ink1975.xml"/><Relationship Id="rId38" Type="http://schemas.openxmlformats.org/officeDocument/2006/relationships/image" Target="../media/image1091.png"/><Relationship Id="rId59" Type="http://schemas.openxmlformats.org/officeDocument/2006/relationships/customXml" Target="../ink/ink1988.xml"/><Relationship Id="rId103" Type="http://schemas.openxmlformats.org/officeDocument/2006/relationships/customXml" Target="../ink/ink2010.xml"/><Relationship Id="rId108" Type="http://schemas.openxmlformats.org/officeDocument/2006/relationships/image" Target="../media/image1125.png"/><Relationship Id="rId54" Type="http://schemas.openxmlformats.org/officeDocument/2006/relationships/image" Target="../media/image1099.png"/><Relationship Id="rId70" Type="http://schemas.openxmlformats.org/officeDocument/2006/relationships/image" Target="../media/image1106.png"/><Relationship Id="rId75" Type="http://schemas.openxmlformats.org/officeDocument/2006/relationships/customXml" Target="../ink/ink1996.xml"/><Relationship Id="rId91" Type="http://schemas.openxmlformats.org/officeDocument/2006/relationships/customXml" Target="../ink/ink2004.xml"/><Relationship Id="rId96" Type="http://schemas.openxmlformats.org/officeDocument/2006/relationships/image" Target="../media/image11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5.png"/><Relationship Id="rId15" Type="http://schemas.openxmlformats.org/officeDocument/2006/relationships/customXml" Target="../ink/ink1966.xml"/><Relationship Id="rId23" Type="http://schemas.openxmlformats.org/officeDocument/2006/relationships/customXml" Target="../ink/ink1970.xml"/><Relationship Id="rId28" Type="http://schemas.openxmlformats.org/officeDocument/2006/relationships/image" Target="../media/image1086.png"/><Relationship Id="rId36" Type="http://schemas.openxmlformats.org/officeDocument/2006/relationships/image" Target="../media/image1090.png"/><Relationship Id="rId49" Type="http://schemas.openxmlformats.org/officeDocument/2006/relationships/customXml" Target="../ink/ink1983.xml"/><Relationship Id="rId57" Type="http://schemas.openxmlformats.org/officeDocument/2006/relationships/customXml" Target="../ink/ink1987.xml"/><Relationship Id="rId106" Type="http://schemas.openxmlformats.org/officeDocument/2006/relationships/image" Target="../media/image1124.png"/><Relationship Id="rId10" Type="http://schemas.openxmlformats.org/officeDocument/2006/relationships/image" Target="../media/image1077.png"/><Relationship Id="rId31" Type="http://schemas.openxmlformats.org/officeDocument/2006/relationships/customXml" Target="../ink/ink1974.xml"/><Relationship Id="rId44" Type="http://schemas.openxmlformats.org/officeDocument/2006/relationships/image" Target="../media/image1094.png"/><Relationship Id="rId52" Type="http://schemas.openxmlformats.org/officeDocument/2006/relationships/image" Target="../media/image1098.png"/><Relationship Id="rId60" Type="http://schemas.openxmlformats.org/officeDocument/2006/relationships/image" Target="../media/image134.png"/><Relationship Id="rId65" Type="http://schemas.openxmlformats.org/officeDocument/2006/relationships/customXml" Target="../ink/ink1991.xml"/><Relationship Id="rId73" Type="http://schemas.openxmlformats.org/officeDocument/2006/relationships/customXml" Target="../ink/ink1995.xml"/><Relationship Id="rId78" Type="http://schemas.openxmlformats.org/officeDocument/2006/relationships/image" Target="../media/image1110.png"/><Relationship Id="rId81" Type="http://schemas.openxmlformats.org/officeDocument/2006/relationships/customXml" Target="../ink/ink1999.xml"/><Relationship Id="rId86" Type="http://schemas.openxmlformats.org/officeDocument/2006/relationships/image" Target="../media/image1114.png"/><Relationship Id="rId94" Type="http://schemas.openxmlformats.org/officeDocument/2006/relationships/image" Target="../media/image1118.png"/><Relationship Id="rId99" Type="http://schemas.openxmlformats.org/officeDocument/2006/relationships/customXml" Target="../ink/ink2008.xml"/><Relationship Id="rId101" Type="http://schemas.openxmlformats.org/officeDocument/2006/relationships/customXml" Target="../ink/ink2009.xml"/><Relationship Id="rId4" Type="http://schemas.openxmlformats.org/officeDocument/2006/relationships/image" Target="../media/image1074.png"/><Relationship Id="rId9" Type="http://schemas.openxmlformats.org/officeDocument/2006/relationships/customXml" Target="../ink/ink1963.xml"/><Relationship Id="rId13" Type="http://schemas.openxmlformats.org/officeDocument/2006/relationships/customXml" Target="../ink/ink1965.xml"/><Relationship Id="rId18" Type="http://schemas.openxmlformats.org/officeDocument/2006/relationships/image" Target="../media/image1081.png"/><Relationship Id="rId39" Type="http://schemas.openxmlformats.org/officeDocument/2006/relationships/customXml" Target="../ink/ink1978.xml"/><Relationship Id="rId109" Type="http://schemas.openxmlformats.org/officeDocument/2006/relationships/customXml" Target="../ink/ink2013.xml"/><Relationship Id="rId34" Type="http://schemas.openxmlformats.org/officeDocument/2006/relationships/image" Target="../media/image1089.png"/><Relationship Id="rId50" Type="http://schemas.openxmlformats.org/officeDocument/2006/relationships/image" Target="../media/image1097.png"/><Relationship Id="rId55" Type="http://schemas.openxmlformats.org/officeDocument/2006/relationships/customXml" Target="../ink/ink1986.xml"/><Relationship Id="rId76" Type="http://schemas.openxmlformats.org/officeDocument/2006/relationships/image" Target="../media/image1109.png"/><Relationship Id="rId97" Type="http://schemas.openxmlformats.org/officeDocument/2006/relationships/customXml" Target="../ink/ink2007.xml"/><Relationship Id="rId104" Type="http://schemas.openxmlformats.org/officeDocument/2006/relationships/image" Target="../media/image1123.png"/><Relationship Id="rId7" Type="http://schemas.openxmlformats.org/officeDocument/2006/relationships/customXml" Target="../ink/ink1962.xml"/><Relationship Id="rId71" Type="http://schemas.openxmlformats.org/officeDocument/2006/relationships/customXml" Target="../ink/ink1994.xml"/><Relationship Id="rId92" Type="http://schemas.openxmlformats.org/officeDocument/2006/relationships/image" Target="../media/image1117.png"/><Relationship Id="rId2" Type="http://schemas.openxmlformats.org/officeDocument/2006/relationships/image" Target="../media/image1.png"/><Relationship Id="rId29" Type="http://schemas.openxmlformats.org/officeDocument/2006/relationships/customXml" Target="../ink/ink1973.xml"/><Relationship Id="rId24" Type="http://schemas.openxmlformats.org/officeDocument/2006/relationships/image" Target="../media/image1084.png"/><Relationship Id="rId40" Type="http://schemas.openxmlformats.org/officeDocument/2006/relationships/image" Target="../media/image1092.png"/><Relationship Id="rId45" Type="http://schemas.openxmlformats.org/officeDocument/2006/relationships/customXml" Target="../ink/ink1981.xml"/><Relationship Id="rId66" Type="http://schemas.openxmlformats.org/officeDocument/2006/relationships/image" Target="../media/image1104.png"/><Relationship Id="rId87" Type="http://schemas.openxmlformats.org/officeDocument/2006/relationships/customXml" Target="../ink/ink2002.xml"/><Relationship Id="rId110" Type="http://schemas.openxmlformats.org/officeDocument/2006/relationships/image" Target="../media/image1126.png"/><Relationship Id="rId61" Type="http://schemas.openxmlformats.org/officeDocument/2006/relationships/customXml" Target="../ink/ink1989.xml"/><Relationship Id="rId82" Type="http://schemas.openxmlformats.org/officeDocument/2006/relationships/image" Target="../media/image1112.png"/><Relationship Id="rId19" Type="http://schemas.openxmlformats.org/officeDocument/2006/relationships/customXml" Target="../ink/ink1968.xml"/><Relationship Id="rId14" Type="http://schemas.openxmlformats.org/officeDocument/2006/relationships/image" Target="../media/image1079.png"/><Relationship Id="rId30" Type="http://schemas.openxmlformats.org/officeDocument/2006/relationships/image" Target="../media/image1087.png"/><Relationship Id="rId35" Type="http://schemas.openxmlformats.org/officeDocument/2006/relationships/customXml" Target="../ink/ink1976.xml"/><Relationship Id="rId56" Type="http://schemas.openxmlformats.org/officeDocument/2006/relationships/image" Target="../media/image1100.png"/><Relationship Id="rId77" Type="http://schemas.openxmlformats.org/officeDocument/2006/relationships/customXml" Target="../ink/ink1997.xml"/><Relationship Id="rId100" Type="http://schemas.openxmlformats.org/officeDocument/2006/relationships/image" Target="../media/image1121.png"/><Relationship Id="rId105" Type="http://schemas.openxmlformats.org/officeDocument/2006/relationships/customXml" Target="../ink/ink2011.xml"/><Relationship Id="rId8" Type="http://schemas.openxmlformats.org/officeDocument/2006/relationships/image" Target="../media/image1076.png"/><Relationship Id="rId51" Type="http://schemas.openxmlformats.org/officeDocument/2006/relationships/customXml" Target="../ink/ink1984.xml"/><Relationship Id="rId72" Type="http://schemas.openxmlformats.org/officeDocument/2006/relationships/image" Target="../media/image1107.png"/><Relationship Id="rId93" Type="http://schemas.openxmlformats.org/officeDocument/2006/relationships/customXml" Target="../ink/ink2005.xml"/><Relationship Id="rId98" Type="http://schemas.openxmlformats.org/officeDocument/2006/relationships/image" Target="../media/image1120.png"/><Relationship Id="rId3" Type="http://schemas.openxmlformats.org/officeDocument/2006/relationships/customXml" Target="../ink/ink1960.xml"/><Relationship Id="rId25" Type="http://schemas.openxmlformats.org/officeDocument/2006/relationships/customXml" Target="../ink/ink1971.xml"/><Relationship Id="rId46" Type="http://schemas.openxmlformats.org/officeDocument/2006/relationships/image" Target="../media/image1095.png"/><Relationship Id="rId67" Type="http://schemas.openxmlformats.org/officeDocument/2006/relationships/customXml" Target="../ink/ink1992.xml"/><Relationship Id="rId20" Type="http://schemas.openxmlformats.org/officeDocument/2006/relationships/image" Target="../media/image1082.png"/><Relationship Id="rId41" Type="http://schemas.openxmlformats.org/officeDocument/2006/relationships/customXml" Target="../ink/ink1979.xml"/><Relationship Id="rId62" Type="http://schemas.openxmlformats.org/officeDocument/2006/relationships/image" Target="../media/image1102.png"/><Relationship Id="rId83" Type="http://schemas.openxmlformats.org/officeDocument/2006/relationships/customXml" Target="../ink/ink2000.xml"/><Relationship Id="rId88" Type="http://schemas.openxmlformats.org/officeDocument/2006/relationships/image" Target="../media/image1115.png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71.xml"/><Relationship Id="rId21" Type="http://schemas.openxmlformats.org/officeDocument/2006/relationships/customXml" Target="../ink/ink2023.xml"/><Relationship Id="rId42" Type="http://schemas.openxmlformats.org/officeDocument/2006/relationships/image" Target="../media/image1093.png"/><Relationship Id="rId63" Type="http://schemas.openxmlformats.org/officeDocument/2006/relationships/customXml" Target="../ink/ink2044.xml"/><Relationship Id="rId84" Type="http://schemas.openxmlformats.org/officeDocument/2006/relationships/image" Target="../media/image1113.png"/><Relationship Id="rId138" Type="http://schemas.openxmlformats.org/officeDocument/2006/relationships/image" Target="../media/image1140.png"/><Relationship Id="rId107" Type="http://schemas.openxmlformats.org/officeDocument/2006/relationships/customXml" Target="../ink/ink2066.xml"/><Relationship Id="rId11" Type="http://schemas.openxmlformats.org/officeDocument/2006/relationships/customXml" Target="../ink/ink2018.xml"/><Relationship Id="rId32" Type="http://schemas.openxmlformats.org/officeDocument/2006/relationships/image" Target="../media/image1088.png"/><Relationship Id="rId53" Type="http://schemas.openxmlformats.org/officeDocument/2006/relationships/customXml" Target="../ink/ink2039.xml"/><Relationship Id="rId74" Type="http://schemas.openxmlformats.org/officeDocument/2006/relationships/image" Target="../media/image1108.png"/><Relationship Id="rId128" Type="http://schemas.openxmlformats.org/officeDocument/2006/relationships/image" Target="../media/image1135.png"/><Relationship Id="rId149" Type="http://schemas.openxmlformats.org/officeDocument/2006/relationships/customXml" Target="../ink/ink2087.xml"/><Relationship Id="rId5" Type="http://schemas.openxmlformats.org/officeDocument/2006/relationships/customXml" Target="../ink/ink2015.xml"/><Relationship Id="rId95" Type="http://schemas.openxmlformats.org/officeDocument/2006/relationships/customXml" Target="../ink/ink2060.xml"/><Relationship Id="rId22" Type="http://schemas.openxmlformats.org/officeDocument/2006/relationships/image" Target="../media/image1083.png"/><Relationship Id="rId27" Type="http://schemas.openxmlformats.org/officeDocument/2006/relationships/customXml" Target="../ink/ink2026.xml"/><Relationship Id="rId43" Type="http://schemas.openxmlformats.org/officeDocument/2006/relationships/customXml" Target="../ink/ink2034.xml"/><Relationship Id="rId48" Type="http://schemas.openxmlformats.org/officeDocument/2006/relationships/image" Target="../media/image1096.png"/><Relationship Id="rId64" Type="http://schemas.openxmlformats.org/officeDocument/2006/relationships/image" Target="../media/image1103.png"/><Relationship Id="rId69" Type="http://schemas.openxmlformats.org/officeDocument/2006/relationships/customXml" Target="../ink/ink2047.xml"/><Relationship Id="rId113" Type="http://schemas.openxmlformats.org/officeDocument/2006/relationships/customXml" Target="../ink/ink2069.xml"/><Relationship Id="rId118" Type="http://schemas.openxmlformats.org/officeDocument/2006/relationships/image" Target="../media/image1130.png"/><Relationship Id="rId134" Type="http://schemas.openxmlformats.org/officeDocument/2006/relationships/image" Target="../media/image1138.png"/><Relationship Id="rId139" Type="http://schemas.openxmlformats.org/officeDocument/2006/relationships/customXml" Target="../ink/ink2082.xml"/><Relationship Id="rId80" Type="http://schemas.openxmlformats.org/officeDocument/2006/relationships/image" Target="../media/image1111.png"/><Relationship Id="rId85" Type="http://schemas.openxmlformats.org/officeDocument/2006/relationships/customXml" Target="../ink/ink2055.xml"/><Relationship Id="rId150" Type="http://schemas.openxmlformats.org/officeDocument/2006/relationships/image" Target="../media/image1146.png"/><Relationship Id="rId12" Type="http://schemas.openxmlformats.org/officeDocument/2006/relationships/image" Target="../media/image1078.png"/><Relationship Id="rId17" Type="http://schemas.openxmlformats.org/officeDocument/2006/relationships/customXml" Target="../ink/ink2021.xml"/><Relationship Id="rId33" Type="http://schemas.openxmlformats.org/officeDocument/2006/relationships/customXml" Target="../ink/ink2029.xml"/><Relationship Id="rId38" Type="http://schemas.openxmlformats.org/officeDocument/2006/relationships/image" Target="../media/image1091.png"/><Relationship Id="rId59" Type="http://schemas.openxmlformats.org/officeDocument/2006/relationships/customXml" Target="../ink/ink2042.xml"/><Relationship Id="rId103" Type="http://schemas.openxmlformats.org/officeDocument/2006/relationships/customXml" Target="../ink/ink2064.xml"/><Relationship Id="rId108" Type="http://schemas.openxmlformats.org/officeDocument/2006/relationships/image" Target="../media/image1125.png"/><Relationship Id="rId124" Type="http://schemas.openxmlformats.org/officeDocument/2006/relationships/image" Target="../media/image1133.png"/><Relationship Id="rId129" Type="http://schemas.openxmlformats.org/officeDocument/2006/relationships/customXml" Target="../ink/ink2077.xml"/><Relationship Id="rId54" Type="http://schemas.openxmlformats.org/officeDocument/2006/relationships/image" Target="../media/image1099.png"/><Relationship Id="rId70" Type="http://schemas.openxmlformats.org/officeDocument/2006/relationships/image" Target="../media/image1106.png"/><Relationship Id="rId75" Type="http://schemas.openxmlformats.org/officeDocument/2006/relationships/customXml" Target="../ink/ink2050.xml"/><Relationship Id="rId91" Type="http://schemas.openxmlformats.org/officeDocument/2006/relationships/customXml" Target="../ink/ink2058.xml"/><Relationship Id="rId96" Type="http://schemas.openxmlformats.org/officeDocument/2006/relationships/image" Target="../media/image1119.png"/><Relationship Id="rId140" Type="http://schemas.openxmlformats.org/officeDocument/2006/relationships/image" Target="../media/image1141.png"/><Relationship Id="rId145" Type="http://schemas.openxmlformats.org/officeDocument/2006/relationships/customXml" Target="../ink/ink208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5.png"/><Relationship Id="rId23" Type="http://schemas.openxmlformats.org/officeDocument/2006/relationships/customXml" Target="../ink/ink2024.xml"/><Relationship Id="rId28" Type="http://schemas.openxmlformats.org/officeDocument/2006/relationships/image" Target="../media/image1086.png"/><Relationship Id="rId49" Type="http://schemas.openxmlformats.org/officeDocument/2006/relationships/customXml" Target="../ink/ink2037.xml"/><Relationship Id="rId114" Type="http://schemas.openxmlformats.org/officeDocument/2006/relationships/image" Target="../media/image1128.png"/><Relationship Id="rId119" Type="http://schemas.openxmlformats.org/officeDocument/2006/relationships/customXml" Target="../ink/ink2072.xml"/><Relationship Id="rId44" Type="http://schemas.openxmlformats.org/officeDocument/2006/relationships/image" Target="../media/image1094.png"/><Relationship Id="rId60" Type="http://schemas.openxmlformats.org/officeDocument/2006/relationships/image" Target="../media/image134.png"/><Relationship Id="rId65" Type="http://schemas.openxmlformats.org/officeDocument/2006/relationships/customXml" Target="../ink/ink2045.xml"/><Relationship Id="rId81" Type="http://schemas.openxmlformats.org/officeDocument/2006/relationships/customXml" Target="../ink/ink2053.xml"/><Relationship Id="rId86" Type="http://schemas.openxmlformats.org/officeDocument/2006/relationships/image" Target="../media/image1114.png"/><Relationship Id="rId130" Type="http://schemas.openxmlformats.org/officeDocument/2006/relationships/image" Target="../media/image1136.png"/><Relationship Id="rId135" Type="http://schemas.openxmlformats.org/officeDocument/2006/relationships/customXml" Target="../ink/ink2080.xml"/><Relationship Id="rId13" Type="http://schemas.openxmlformats.org/officeDocument/2006/relationships/customXml" Target="../ink/ink2019.xml"/><Relationship Id="rId18" Type="http://schemas.openxmlformats.org/officeDocument/2006/relationships/image" Target="../media/image1081.png"/><Relationship Id="rId39" Type="http://schemas.openxmlformats.org/officeDocument/2006/relationships/customXml" Target="../ink/ink2032.xml"/><Relationship Id="rId109" Type="http://schemas.openxmlformats.org/officeDocument/2006/relationships/customXml" Target="../ink/ink2067.xml"/><Relationship Id="rId34" Type="http://schemas.openxmlformats.org/officeDocument/2006/relationships/image" Target="../media/image1089.png"/><Relationship Id="rId50" Type="http://schemas.openxmlformats.org/officeDocument/2006/relationships/image" Target="../media/image1097.png"/><Relationship Id="rId55" Type="http://schemas.openxmlformats.org/officeDocument/2006/relationships/customXml" Target="../ink/ink2040.xml"/><Relationship Id="rId76" Type="http://schemas.openxmlformats.org/officeDocument/2006/relationships/image" Target="../media/image1109.png"/><Relationship Id="rId97" Type="http://schemas.openxmlformats.org/officeDocument/2006/relationships/customXml" Target="../ink/ink2061.xml"/><Relationship Id="rId104" Type="http://schemas.openxmlformats.org/officeDocument/2006/relationships/image" Target="../media/image1123.png"/><Relationship Id="rId120" Type="http://schemas.openxmlformats.org/officeDocument/2006/relationships/image" Target="../media/image1131.png"/><Relationship Id="rId125" Type="http://schemas.openxmlformats.org/officeDocument/2006/relationships/customXml" Target="../ink/ink2075.xml"/><Relationship Id="rId141" Type="http://schemas.openxmlformats.org/officeDocument/2006/relationships/customXml" Target="../ink/ink2083.xml"/><Relationship Id="rId146" Type="http://schemas.openxmlformats.org/officeDocument/2006/relationships/image" Target="../media/image1144.png"/><Relationship Id="rId7" Type="http://schemas.openxmlformats.org/officeDocument/2006/relationships/customXml" Target="../ink/ink2016.xml"/><Relationship Id="rId71" Type="http://schemas.openxmlformats.org/officeDocument/2006/relationships/customXml" Target="../ink/ink2048.xml"/><Relationship Id="rId92" Type="http://schemas.openxmlformats.org/officeDocument/2006/relationships/image" Target="../media/image1117.png"/><Relationship Id="rId2" Type="http://schemas.openxmlformats.org/officeDocument/2006/relationships/image" Target="../media/image1.png"/><Relationship Id="rId29" Type="http://schemas.openxmlformats.org/officeDocument/2006/relationships/customXml" Target="../ink/ink2027.xml"/><Relationship Id="rId24" Type="http://schemas.openxmlformats.org/officeDocument/2006/relationships/image" Target="../media/image1084.png"/><Relationship Id="rId40" Type="http://schemas.openxmlformats.org/officeDocument/2006/relationships/image" Target="../media/image1092.png"/><Relationship Id="rId45" Type="http://schemas.openxmlformats.org/officeDocument/2006/relationships/customXml" Target="../ink/ink2035.xml"/><Relationship Id="rId66" Type="http://schemas.openxmlformats.org/officeDocument/2006/relationships/image" Target="../media/image1104.png"/><Relationship Id="rId87" Type="http://schemas.openxmlformats.org/officeDocument/2006/relationships/customXml" Target="../ink/ink2056.xml"/><Relationship Id="rId110" Type="http://schemas.openxmlformats.org/officeDocument/2006/relationships/image" Target="../media/image1126.png"/><Relationship Id="rId115" Type="http://schemas.openxmlformats.org/officeDocument/2006/relationships/customXml" Target="../ink/ink2070.xml"/><Relationship Id="rId131" Type="http://schemas.openxmlformats.org/officeDocument/2006/relationships/customXml" Target="../ink/ink2078.xml"/><Relationship Id="rId136" Type="http://schemas.openxmlformats.org/officeDocument/2006/relationships/image" Target="../media/image1139.png"/><Relationship Id="rId61" Type="http://schemas.openxmlformats.org/officeDocument/2006/relationships/customXml" Target="../ink/ink2043.xml"/><Relationship Id="rId82" Type="http://schemas.openxmlformats.org/officeDocument/2006/relationships/image" Target="../media/image1112.png"/><Relationship Id="rId19" Type="http://schemas.openxmlformats.org/officeDocument/2006/relationships/customXml" Target="../ink/ink2022.xml"/><Relationship Id="rId14" Type="http://schemas.openxmlformats.org/officeDocument/2006/relationships/image" Target="../media/image1079.png"/><Relationship Id="rId30" Type="http://schemas.openxmlformats.org/officeDocument/2006/relationships/image" Target="../media/image1087.png"/><Relationship Id="rId35" Type="http://schemas.openxmlformats.org/officeDocument/2006/relationships/customXml" Target="../ink/ink2030.xml"/><Relationship Id="rId56" Type="http://schemas.openxmlformats.org/officeDocument/2006/relationships/image" Target="../media/image1100.png"/><Relationship Id="rId77" Type="http://schemas.openxmlformats.org/officeDocument/2006/relationships/customXml" Target="../ink/ink2051.xml"/><Relationship Id="rId100" Type="http://schemas.openxmlformats.org/officeDocument/2006/relationships/image" Target="../media/image1121.png"/><Relationship Id="rId105" Type="http://schemas.openxmlformats.org/officeDocument/2006/relationships/customXml" Target="../ink/ink2065.xml"/><Relationship Id="rId126" Type="http://schemas.openxmlformats.org/officeDocument/2006/relationships/image" Target="../media/image1134.png"/><Relationship Id="rId147" Type="http://schemas.openxmlformats.org/officeDocument/2006/relationships/customXml" Target="../ink/ink2086.xml"/><Relationship Id="rId8" Type="http://schemas.openxmlformats.org/officeDocument/2006/relationships/image" Target="../media/image1076.png"/><Relationship Id="rId51" Type="http://schemas.openxmlformats.org/officeDocument/2006/relationships/customXml" Target="../ink/ink2038.xml"/><Relationship Id="rId72" Type="http://schemas.openxmlformats.org/officeDocument/2006/relationships/image" Target="../media/image1107.png"/><Relationship Id="rId93" Type="http://schemas.openxmlformats.org/officeDocument/2006/relationships/customXml" Target="../ink/ink2059.xml"/><Relationship Id="rId98" Type="http://schemas.openxmlformats.org/officeDocument/2006/relationships/image" Target="../media/image1120.png"/><Relationship Id="rId121" Type="http://schemas.openxmlformats.org/officeDocument/2006/relationships/customXml" Target="../ink/ink2073.xml"/><Relationship Id="rId142" Type="http://schemas.openxmlformats.org/officeDocument/2006/relationships/image" Target="../media/image1142.png"/><Relationship Id="rId3" Type="http://schemas.openxmlformats.org/officeDocument/2006/relationships/customXml" Target="../ink/ink2014.xml"/><Relationship Id="rId25" Type="http://schemas.openxmlformats.org/officeDocument/2006/relationships/customXml" Target="../ink/ink2025.xml"/><Relationship Id="rId46" Type="http://schemas.openxmlformats.org/officeDocument/2006/relationships/image" Target="../media/image1095.png"/><Relationship Id="rId67" Type="http://schemas.openxmlformats.org/officeDocument/2006/relationships/customXml" Target="../ink/ink2046.xml"/><Relationship Id="rId116" Type="http://schemas.openxmlformats.org/officeDocument/2006/relationships/image" Target="../media/image1129.png"/><Relationship Id="rId137" Type="http://schemas.openxmlformats.org/officeDocument/2006/relationships/customXml" Target="../ink/ink2081.xml"/><Relationship Id="rId20" Type="http://schemas.openxmlformats.org/officeDocument/2006/relationships/image" Target="../media/image1082.png"/><Relationship Id="rId41" Type="http://schemas.openxmlformats.org/officeDocument/2006/relationships/customXml" Target="../ink/ink2033.xml"/><Relationship Id="rId62" Type="http://schemas.openxmlformats.org/officeDocument/2006/relationships/image" Target="../media/image1102.png"/><Relationship Id="rId83" Type="http://schemas.openxmlformats.org/officeDocument/2006/relationships/customXml" Target="../ink/ink2054.xml"/><Relationship Id="rId88" Type="http://schemas.openxmlformats.org/officeDocument/2006/relationships/image" Target="../media/image1115.png"/><Relationship Id="rId111" Type="http://schemas.openxmlformats.org/officeDocument/2006/relationships/customXml" Target="../ink/ink2068.xml"/><Relationship Id="rId132" Type="http://schemas.openxmlformats.org/officeDocument/2006/relationships/image" Target="../media/image1137.png"/><Relationship Id="rId15" Type="http://schemas.openxmlformats.org/officeDocument/2006/relationships/customXml" Target="../ink/ink2020.xml"/><Relationship Id="rId36" Type="http://schemas.openxmlformats.org/officeDocument/2006/relationships/image" Target="../media/image1090.png"/><Relationship Id="rId57" Type="http://schemas.openxmlformats.org/officeDocument/2006/relationships/customXml" Target="../ink/ink2041.xml"/><Relationship Id="rId106" Type="http://schemas.openxmlformats.org/officeDocument/2006/relationships/image" Target="../media/image1124.png"/><Relationship Id="rId127" Type="http://schemas.openxmlformats.org/officeDocument/2006/relationships/customXml" Target="../ink/ink2076.xml"/><Relationship Id="rId10" Type="http://schemas.openxmlformats.org/officeDocument/2006/relationships/image" Target="../media/image1077.png"/><Relationship Id="rId31" Type="http://schemas.openxmlformats.org/officeDocument/2006/relationships/customXml" Target="../ink/ink2028.xml"/><Relationship Id="rId52" Type="http://schemas.openxmlformats.org/officeDocument/2006/relationships/image" Target="../media/image1098.png"/><Relationship Id="rId73" Type="http://schemas.openxmlformats.org/officeDocument/2006/relationships/customXml" Target="../ink/ink2049.xml"/><Relationship Id="rId78" Type="http://schemas.openxmlformats.org/officeDocument/2006/relationships/image" Target="../media/image1110.png"/><Relationship Id="rId94" Type="http://schemas.openxmlformats.org/officeDocument/2006/relationships/image" Target="../media/image1118.png"/><Relationship Id="rId99" Type="http://schemas.openxmlformats.org/officeDocument/2006/relationships/customXml" Target="../ink/ink2062.xml"/><Relationship Id="rId101" Type="http://schemas.openxmlformats.org/officeDocument/2006/relationships/customXml" Target="../ink/ink2063.xml"/><Relationship Id="rId122" Type="http://schemas.openxmlformats.org/officeDocument/2006/relationships/image" Target="../media/image1132.png"/><Relationship Id="rId143" Type="http://schemas.openxmlformats.org/officeDocument/2006/relationships/customXml" Target="../ink/ink2084.xml"/><Relationship Id="rId148" Type="http://schemas.openxmlformats.org/officeDocument/2006/relationships/image" Target="../media/image1145.png"/><Relationship Id="rId4" Type="http://schemas.openxmlformats.org/officeDocument/2006/relationships/image" Target="../media/image1074.png"/><Relationship Id="rId9" Type="http://schemas.openxmlformats.org/officeDocument/2006/relationships/customXml" Target="../ink/ink2017.xml"/><Relationship Id="rId26" Type="http://schemas.openxmlformats.org/officeDocument/2006/relationships/image" Target="../media/image1085.png"/><Relationship Id="rId47" Type="http://schemas.openxmlformats.org/officeDocument/2006/relationships/customXml" Target="../ink/ink2036.xml"/><Relationship Id="rId68" Type="http://schemas.openxmlformats.org/officeDocument/2006/relationships/image" Target="../media/image1105.png"/><Relationship Id="rId89" Type="http://schemas.openxmlformats.org/officeDocument/2006/relationships/customXml" Target="../ink/ink2057.xml"/><Relationship Id="rId112" Type="http://schemas.openxmlformats.org/officeDocument/2006/relationships/image" Target="../media/image1127.png"/><Relationship Id="rId133" Type="http://schemas.openxmlformats.org/officeDocument/2006/relationships/customXml" Target="../ink/ink2079.xml"/><Relationship Id="rId16" Type="http://schemas.openxmlformats.org/officeDocument/2006/relationships/image" Target="../media/image1080.png"/><Relationship Id="rId37" Type="http://schemas.openxmlformats.org/officeDocument/2006/relationships/customXml" Target="../ink/ink2031.xml"/><Relationship Id="rId58" Type="http://schemas.openxmlformats.org/officeDocument/2006/relationships/image" Target="../media/image1101.png"/><Relationship Id="rId79" Type="http://schemas.openxmlformats.org/officeDocument/2006/relationships/customXml" Target="../ink/ink2052.xml"/><Relationship Id="rId102" Type="http://schemas.openxmlformats.org/officeDocument/2006/relationships/image" Target="../media/image1122.png"/><Relationship Id="rId123" Type="http://schemas.openxmlformats.org/officeDocument/2006/relationships/customXml" Target="../ink/ink2074.xml"/><Relationship Id="rId144" Type="http://schemas.openxmlformats.org/officeDocument/2006/relationships/image" Target="../media/image1143.png"/><Relationship Id="rId90" Type="http://schemas.openxmlformats.org/officeDocument/2006/relationships/image" Target="../media/image1116.png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145.xml"/><Relationship Id="rId21" Type="http://schemas.openxmlformats.org/officeDocument/2006/relationships/customXml" Target="../ink/ink2097.xml"/><Relationship Id="rId42" Type="http://schemas.openxmlformats.org/officeDocument/2006/relationships/image" Target="../media/image1093.png"/><Relationship Id="rId63" Type="http://schemas.openxmlformats.org/officeDocument/2006/relationships/customXml" Target="../ink/ink2118.xml"/><Relationship Id="rId84" Type="http://schemas.openxmlformats.org/officeDocument/2006/relationships/image" Target="../media/image1166.png"/><Relationship Id="rId138" Type="http://schemas.openxmlformats.org/officeDocument/2006/relationships/image" Target="../media/image1193.png"/><Relationship Id="rId16" Type="http://schemas.openxmlformats.org/officeDocument/2006/relationships/image" Target="../media/image1080.png"/><Relationship Id="rId107" Type="http://schemas.openxmlformats.org/officeDocument/2006/relationships/customXml" Target="../ink/ink2140.xml"/><Relationship Id="rId11" Type="http://schemas.openxmlformats.org/officeDocument/2006/relationships/customXml" Target="../ink/ink2092.xml"/><Relationship Id="rId32" Type="http://schemas.openxmlformats.org/officeDocument/2006/relationships/image" Target="../media/image1088.png"/><Relationship Id="rId37" Type="http://schemas.openxmlformats.org/officeDocument/2006/relationships/customXml" Target="../ink/ink2105.xml"/><Relationship Id="rId53" Type="http://schemas.openxmlformats.org/officeDocument/2006/relationships/customXml" Target="../ink/ink2113.xml"/><Relationship Id="rId58" Type="http://schemas.openxmlformats.org/officeDocument/2006/relationships/image" Target="../media/image1154.png"/><Relationship Id="rId74" Type="http://schemas.openxmlformats.org/officeDocument/2006/relationships/image" Target="../media/image1161.png"/><Relationship Id="rId79" Type="http://schemas.openxmlformats.org/officeDocument/2006/relationships/customXml" Target="../ink/ink2126.xml"/><Relationship Id="rId102" Type="http://schemas.openxmlformats.org/officeDocument/2006/relationships/image" Target="../media/image1175.png"/><Relationship Id="rId123" Type="http://schemas.openxmlformats.org/officeDocument/2006/relationships/customXml" Target="../ink/ink2148.xml"/><Relationship Id="rId128" Type="http://schemas.openxmlformats.org/officeDocument/2006/relationships/image" Target="../media/image1188.png"/><Relationship Id="rId5" Type="http://schemas.openxmlformats.org/officeDocument/2006/relationships/customXml" Target="../ink/ink2089.xml"/><Relationship Id="rId90" Type="http://schemas.openxmlformats.org/officeDocument/2006/relationships/image" Target="../media/image1169.png"/><Relationship Id="rId95" Type="http://schemas.openxmlformats.org/officeDocument/2006/relationships/customXml" Target="../ink/ink2134.xml"/><Relationship Id="rId22" Type="http://schemas.openxmlformats.org/officeDocument/2006/relationships/image" Target="../media/image1083.png"/><Relationship Id="rId27" Type="http://schemas.openxmlformats.org/officeDocument/2006/relationships/customXml" Target="../ink/ink2100.xml"/><Relationship Id="rId43" Type="http://schemas.openxmlformats.org/officeDocument/2006/relationships/customXml" Target="../ink/ink2108.xml"/><Relationship Id="rId48" Type="http://schemas.openxmlformats.org/officeDocument/2006/relationships/image" Target="../media/image1149.png"/><Relationship Id="rId64" Type="http://schemas.openxmlformats.org/officeDocument/2006/relationships/image" Target="../media/image1157.png"/><Relationship Id="rId69" Type="http://schemas.openxmlformats.org/officeDocument/2006/relationships/customXml" Target="../ink/ink2121.xml"/><Relationship Id="rId113" Type="http://schemas.openxmlformats.org/officeDocument/2006/relationships/customXml" Target="../ink/ink2143.xml"/><Relationship Id="rId118" Type="http://schemas.openxmlformats.org/officeDocument/2006/relationships/image" Target="../media/image1183.png"/><Relationship Id="rId134" Type="http://schemas.openxmlformats.org/officeDocument/2006/relationships/image" Target="../media/image1191.png"/><Relationship Id="rId80" Type="http://schemas.openxmlformats.org/officeDocument/2006/relationships/image" Target="../media/image1164.png"/><Relationship Id="rId85" Type="http://schemas.openxmlformats.org/officeDocument/2006/relationships/customXml" Target="../ink/ink2129.xml"/><Relationship Id="rId12" Type="http://schemas.openxmlformats.org/officeDocument/2006/relationships/image" Target="../media/image1078.png"/><Relationship Id="rId17" Type="http://schemas.openxmlformats.org/officeDocument/2006/relationships/customXml" Target="../ink/ink2095.xml"/><Relationship Id="rId33" Type="http://schemas.openxmlformats.org/officeDocument/2006/relationships/customXml" Target="../ink/ink2103.xml"/><Relationship Id="rId38" Type="http://schemas.openxmlformats.org/officeDocument/2006/relationships/image" Target="../media/image1091.png"/><Relationship Id="rId59" Type="http://schemas.openxmlformats.org/officeDocument/2006/relationships/customXml" Target="../ink/ink2116.xml"/><Relationship Id="rId103" Type="http://schemas.openxmlformats.org/officeDocument/2006/relationships/customXml" Target="../ink/ink2138.xml"/><Relationship Id="rId108" Type="http://schemas.openxmlformats.org/officeDocument/2006/relationships/image" Target="../media/image1178.png"/><Relationship Id="rId124" Type="http://schemas.openxmlformats.org/officeDocument/2006/relationships/image" Target="../media/image1186.png"/><Relationship Id="rId129" Type="http://schemas.openxmlformats.org/officeDocument/2006/relationships/customXml" Target="../ink/ink2151.xml"/><Relationship Id="rId54" Type="http://schemas.openxmlformats.org/officeDocument/2006/relationships/image" Target="../media/image1152.png"/><Relationship Id="rId70" Type="http://schemas.openxmlformats.org/officeDocument/2006/relationships/image" Target="../media/image1159.png"/><Relationship Id="rId75" Type="http://schemas.openxmlformats.org/officeDocument/2006/relationships/customXml" Target="../ink/ink2124.xml"/><Relationship Id="rId91" Type="http://schemas.openxmlformats.org/officeDocument/2006/relationships/customXml" Target="../ink/ink2132.xml"/><Relationship Id="rId96" Type="http://schemas.openxmlformats.org/officeDocument/2006/relationships/image" Target="../media/image11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5.png"/><Relationship Id="rId23" Type="http://schemas.openxmlformats.org/officeDocument/2006/relationships/customXml" Target="../ink/ink2098.xml"/><Relationship Id="rId28" Type="http://schemas.openxmlformats.org/officeDocument/2006/relationships/image" Target="../media/image1086.png"/><Relationship Id="rId49" Type="http://schemas.openxmlformats.org/officeDocument/2006/relationships/customXml" Target="../ink/ink2111.xml"/><Relationship Id="rId114" Type="http://schemas.openxmlformats.org/officeDocument/2006/relationships/image" Target="../media/image1181.png"/><Relationship Id="rId119" Type="http://schemas.openxmlformats.org/officeDocument/2006/relationships/customXml" Target="../ink/ink2146.xml"/><Relationship Id="rId44" Type="http://schemas.openxmlformats.org/officeDocument/2006/relationships/image" Target="../media/image1147.png"/><Relationship Id="rId60" Type="http://schemas.openxmlformats.org/officeDocument/2006/relationships/image" Target="../media/image1155.png"/><Relationship Id="rId65" Type="http://schemas.openxmlformats.org/officeDocument/2006/relationships/customXml" Target="../ink/ink2119.xml"/><Relationship Id="rId81" Type="http://schemas.openxmlformats.org/officeDocument/2006/relationships/customXml" Target="../ink/ink2127.xml"/><Relationship Id="rId86" Type="http://schemas.openxmlformats.org/officeDocument/2006/relationships/image" Target="../media/image1167.png"/><Relationship Id="rId130" Type="http://schemas.openxmlformats.org/officeDocument/2006/relationships/image" Target="../media/image1189.png"/><Relationship Id="rId135" Type="http://schemas.openxmlformats.org/officeDocument/2006/relationships/customXml" Target="../ink/ink2154.xml"/><Relationship Id="rId13" Type="http://schemas.openxmlformats.org/officeDocument/2006/relationships/customXml" Target="../ink/ink2093.xml"/><Relationship Id="rId18" Type="http://schemas.openxmlformats.org/officeDocument/2006/relationships/image" Target="../media/image1081.png"/><Relationship Id="rId39" Type="http://schemas.openxmlformats.org/officeDocument/2006/relationships/customXml" Target="../ink/ink2106.xml"/><Relationship Id="rId109" Type="http://schemas.openxmlformats.org/officeDocument/2006/relationships/customXml" Target="../ink/ink2141.xml"/><Relationship Id="rId34" Type="http://schemas.openxmlformats.org/officeDocument/2006/relationships/image" Target="../media/image1089.png"/><Relationship Id="rId50" Type="http://schemas.openxmlformats.org/officeDocument/2006/relationships/image" Target="../media/image1150.png"/><Relationship Id="rId55" Type="http://schemas.openxmlformats.org/officeDocument/2006/relationships/customXml" Target="../ink/ink2114.xml"/><Relationship Id="rId76" Type="http://schemas.openxmlformats.org/officeDocument/2006/relationships/image" Target="../media/image1162.png"/><Relationship Id="rId97" Type="http://schemas.openxmlformats.org/officeDocument/2006/relationships/customXml" Target="../ink/ink2135.xml"/><Relationship Id="rId104" Type="http://schemas.openxmlformats.org/officeDocument/2006/relationships/image" Target="../media/image1176.png"/><Relationship Id="rId120" Type="http://schemas.openxmlformats.org/officeDocument/2006/relationships/image" Target="../media/image1184.png"/><Relationship Id="rId125" Type="http://schemas.openxmlformats.org/officeDocument/2006/relationships/customXml" Target="../ink/ink2149.xml"/><Relationship Id="rId7" Type="http://schemas.openxmlformats.org/officeDocument/2006/relationships/customXml" Target="../ink/ink2090.xml"/><Relationship Id="rId71" Type="http://schemas.openxmlformats.org/officeDocument/2006/relationships/customXml" Target="../ink/ink2122.xml"/><Relationship Id="rId92" Type="http://schemas.openxmlformats.org/officeDocument/2006/relationships/image" Target="../media/image1170.png"/><Relationship Id="rId2" Type="http://schemas.openxmlformats.org/officeDocument/2006/relationships/image" Target="../media/image1.png"/><Relationship Id="rId29" Type="http://schemas.openxmlformats.org/officeDocument/2006/relationships/customXml" Target="../ink/ink2101.xml"/><Relationship Id="rId24" Type="http://schemas.openxmlformats.org/officeDocument/2006/relationships/image" Target="../media/image1084.png"/><Relationship Id="rId40" Type="http://schemas.openxmlformats.org/officeDocument/2006/relationships/image" Target="../media/image1092.png"/><Relationship Id="rId45" Type="http://schemas.openxmlformats.org/officeDocument/2006/relationships/customXml" Target="../ink/ink2109.xml"/><Relationship Id="rId66" Type="http://schemas.openxmlformats.org/officeDocument/2006/relationships/image" Target="../media/image1158.png"/><Relationship Id="rId87" Type="http://schemas.openxmlformats.org/officeDocument/2006/relationships/customXml" Target="../ink/ink2130.xml"/><Relationship Id="rId110" Type="http://schemas.openxmlformats.org/officeDocument/2006/relationships/image" Target="../media/image1179.png"/><Relationship Id="rId115" Type="http://schemas.openxmlformats.org/officeDocument/2006/relationships/customXml" Target="../ink/ink2144.xml"/><Relationship Id="rId131" Type="http://schemas.openxmlformats.org/officeDocument/2006/relationships/customXml" Target="../ink/ink2152.xml"/><Relationship Id="rId136" Type="http://schemas.openxmlformats.org/officeDocument/2006/relationships/image" Target="../media/image1192.png"/><Relationship Id="rId61" Type="http://schemas.openxmlformats.org/officeDocument/2006/relationships/customXml" Target="../ink/ink2117.xml"/><Relationship Id="rId82" Type="http://schemas.openxmlformats.org/officeDocument/2006/relationships/image" Target="../media/image1165.png"/><Relationship Id="rId19" Type="http://schemas.openxmlformats.org/officeDocument/2006/relationships/customXml" Target="../ink/ink2096.xml"/><Relationship Id="rId14" Type="http://schemas.openxmlformats.org/officeDocument/2006/relationships/image" Target="../media/image1079.png"/><Relationship Id="rId30" Type="http://schemas.openxmlformats.org/officeDocument/2006/relationships/image" Target="../media/image1087.png"/><Relationship Id="rId35" Type="http://schemas.openxmlformats.org/officeDocument/2006/relationships/customXml" Target="../ink/ink2104.xml"/><Relationship Id="rId56" Type="http://schemas.openxmlformats.org/officeDocument/2006/relationships/image" Target="../media/image1153.png"/><Relationship Id="rId77" Type="http://schemas.openxmlformats.org/officeDocument/2006/relationships/customXml" Target="../ink/ink2125.xml"/><Relationship Id="rId100" Type="http://schemas.openxmlformats.org/officeDocument/2006/relationships/image" Target="../media/image1174.png"/><Relationship Id="rId105" Type="http://schemas.openxmlformats.org/officeDocument/2006/relationships/customXml" Target="../ink/ink2139.xml"/><Relationship Id="rId126" Type="http://schemas.openxmlformats.org/officeDocument/2006/relationships/image" Target="../media/image1187.png"/><Relationship Id="rId8" Type="http://schemas.openxmlformats.org/officeDocument/2006/relationships/image" Target="../media/image1076.png"/><Relationship Id="rId51" Type="http://schemas.openxmlformats.org/officeDocument/2006/relationships/customXml" Target="../ink/ink2112.xml"/><Relationship Id="rId72" Type="http://schemas.openxmlformats.org/officeDocument/2006/relationships/image" Target="../media/image1160.png"/><Relationship Id="rId93" Type="http://schemas.openxmlformats.org/officeDocument/2006/relationships/customXml" Target="../ink/ink2133.xml"/><Relationship Id="rId98" Type="http://schemas.openxmlformats.org/officeDocument/2006/relationships/image" Target="../media/image1173.png"/><Relationship Id="rId121" Type="http://schemas.openxmlformats.org/officeDocument/2006/relationships/customXml" Target="../ink/ink2147.xml"/><Relationship Id="rId3" Type="http://schemas.openxmlformats.org/officeDocument/2006/relationships/customXml" Target="../ink/ink2088.xml"/><Relationship Id="rId25" Type="http://schemas.openxmlformats.org/officeDocument/2006/relationships/customXml" Target="../ink/ink2099.xml"/><Relationship Id="rId46" Type="http://schemas.openxmlformats.org/officeDocument/2006/relationships/image" Target="../media/image1148.png"/><Relationship Id="rId67" Type="http://schemas.openxmlformats.org/officeDocument/2006/relationships/customXml" Target="../ink/ink2120.xml"/><Relationship Id="rId116" Type="http://schemas.openxmlformats.org/officeDocument/2006/relationships/image" Target="../media/image1182.png"/><Relationship Id="rId137" Type="http://schemas.openxmlformats.org/officeDocument/2006/relationships/customXml" Target="../ink/ink2155.xml"/><Relationship Id="rId20" Type="http://schemas.openxmlformats.org/officeDocument/2006/relationships/image" Target="../media/image1082.png"/><Relationship Id="rId41" Type="http://schemas.openxmlformats.org/officeDocument/2006/relationships/customXml" Target="../ink/ink2107.xml"/><Relationship Id="rId62" Type="http://schemas.openxmlformats.org/officeDocument/2006/relationships/image" Target="../media/image1156.png"/><Relationship Id="rId83" Type="http://schemas.openxmlformats.org/officeDocument/2006/relationships/customXml" Target="../ink/ink2128.xml"/><Relationship Id="rId88" Type="http://schemas.openxmlformats.org/officeDocument/2006/relationships/image" Target="../media/image1168.png"/><Relationship Id="rId111" Type="http://schemas.openxmlformats.org/officeDocument/2006/relationships/customXml" Target="../ink/ink2142.xml"/><Relationship Id="rId132" Type="http://schemas.openxmlformats.org/officeDocument/2006/relationships/image" Target="../media/image1190.png"/><Relationship Id="rId15" Type="http://schemas.openxmlformats.org/officeDocument/2006/relationships/customXml" Target="../ink/ink2094.xml"/><Relationship Id="rId36" Type="http://schemas.openxmlformats.org/officeDocument/2006/relationships/image" Target="../media/image1090.png"/><Relationship Id="rId57" Type="http://schemas.openxmlformats.org/officeDocument/2006/relationships/customXml" Target="../ink/ink2115.xml"/><Relationship Id="rId106" Type="http://schemas.openxmlformats.org/officeDocument/2006/relationships/image" Target="../media/image1177.png"/><Relationship Id="rId127" Type="http://schemas.openxmlformats.org/officeDocument/2006/relationships/customXml" Target="../ink/ink2150.xml"/><Relationship Id="rId10" Type="http://schemas.openxmlformats.org/officeDocument/2006/relationships/image" Target="../media/image1077.png"/><Relationship Id="rId31" Type="http://schemas.openxmlformats.org/officeDocument/2006/relationships/customXml" Target="../ink/ink2102.xml"/><Relationship Id="rId52" Type="http://schemas.openxmlformats.org/officeDocument/2006/relationships/image" Target="../media/image1151.png"/><Relationship Id="rId73" Type="http://schemas.openxmlformats.org/officeDocument/2006/relationships/customXml" Target="../ink/ink2123.xml"/><Relationship Id="rId78" Type="http://schemas.openxmlformats.org/officeDocument/2006/relationships/image" Target="../media/image1163.png"/><Relationship Id="rId94" Type="http://schemas.openxmlformats.org/officeDocument/2006/relationships/image" Target="../media/image1171.png"/><Relationship Id="rId99" Type="http://schemas.openxmlformats.org/officeDocument/2006/relationships/customXml" Target="../ink/ink2136.xml"/><Relationship Id="rId101" Type="http://schemas.openxmlformats.org/officeDocument/2006/relationships/customXml" Target="../ink/ink2137.xml"/><Relationship Id="rId122" Type="http://schemas.openxmlformats.org/officeDocument/2006/relationships/image" Target="../media/image1185.png"/><Relationship Id="rId4" Type="http://schemas.openxmlformats.org/officeDocument/2006/relationships/image" Target="../media/image1074.png"/><Relationship Id="rId9" Type="http://schemas.openxmlformats.org/officeDocument/2006/relationships/customXml" Target="../ink/ink2091.xml"/><Relationship Id="rId26" Type="http://schemas.openxmlformats.org/officeDocument/2006/relationships/image" Target="../media/image1085.png"/><Relationship Id="rId47" Type="http://schemas.openxmlformats.org/officeDocument/2006/relationships/customXml" Target="../ink/ink2110.xml"/><Relationship Id="rId68" Type="http://schemas.openxmlformats.org/officeDocument/2006/relationships/image" Target="../media/image134.png"/><Relationship Id="rId89" Type="http://schemas.openxmlformats.org/officeDocument/2006/relationships/customXml" Target="../ink/ink2131.xml"/><Relationship Id="rId112" Type="http://schemas.openxmlformats.org/officeDocument/2006/relationships/image" Target="../media/image1180.png"/><Relationship Id="rId133" Type="http://schemas.openxmlformats.org/officeDocument/2006/relationships/customXml" Target="../ink/ink2153.xml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213.xml"/><Relationship Id="rId21" Type="http://schemas.openxmlformats.org/officeDocument/2006/relationships/customXml" Target="../ink/ink2165.xml"/><Relationship Id="rId42" Type="http://schemas.openxmlformats.org/officeDocument/2006/relationships/image" Target="../media/image1093.png"/><Relationship Id="rId63" Type="http://schemas.openxmlformats.org/officeDocument/2006/relationships/customXml" Target="../ink/ink2186.xml"/><Relationship Id="rId84" Type="http://schemas.openxmlformats.org/officeDocument/2006/relationships/image" Target="../media/image1166.png"/><Relationship Id="rId138" Type="http://schemas.openxmlformats.org/officeDocument/2006/relationships/image" Target="../media/image1193.png"/><Relationship Id="rId159" Type="http://schemas.openxmlformats.org/officeDocument/2006/relationships/customXml" Target="../ink/ink2234.xml"/><Relationship Id="rId170" Type="http://schemas.openxmlformats.org/officeDocument/2006/relationships/image" Target="../media/image1209.png"/><Relationship Id="rId107" Type="http://schemas.openxmlformats.org/officeDocument/2006/relationships/customXml" Target="../ink/ink2208.xml"/><Relationship Id="rId11" Type="http://schemas.openxmlformats.org/officeDocument/2006/relationships/customXml" Target="../ink/ink2160.xml"/><Relationship Id="rId32" Type="http://schemas.openxmlformats.org/officeDocument/2006/relationships/image" Target="../media/image1088.png"/><Relationship Id="rId53" Type="http://schemas.openxmlformats.org/officeDocument/2006/relationships/customXml" Target="../ink/ink2181.xml"/><Relationship Id="rId74" Type="http://schemas.openxmlformats.org/officeDocument/2006/relationships/image" Target="../media/image1161.png"/><Relationship Id="rId128" Type="http://schemas.openxmlformats.org/officeDocument/2006/relationships/image" Target="../media/image1188.png"/><Relationship Id="rId149" Type="http://schemas.openxmlformats.org/officeDocument/2006/relationships/customXml" Target="../ink/ink2229.xml"/><Relationship Id="rId5" Type="http://schemas.openxmlformats.org/officeDocument/2006/relationships/customXml" Target="../ink/ink2157.xml"/><Relationship Id="rId95" Type="http://schemas.openxmlformats.org/officeDocument/2006/relationships/customXml" Target="../ink/ink2202.xml"/><Relationship Id="rId160" Type="http://schemas.openxmlformats.org/officeDocument/2006/relationships/image" Target="../media/image1204.png"/><Relationship Id="rId181" Type="http://schemas.openxmlformats.org/officeDocument/2006/relationships/customXml" Target="../ink/ink2245.xml"/><Relationship Id="rId22" Type="http://schemas.openxmlformats.org/officeDocument/2006/relationships/image" Target="../media/image1083.png"/><Relationship Id="rId43" Type="http://schemas.openxmlformats.org/officeDocument/2006/relationships/customXml" Target="../ink/ink2176.xml"/><Relationship Id="rId64" Type="http://schemas.openxmlformats.org/officeDocument/2006/relationships/image" Target="../media/image1157.png"/><Relationship Id="rId118" Type="http://schemas.openxmlformats.org/officeDocument/2006/relationships/image" Target="../media/image1183.png"/><Relationship Id="rId139" Type="http://schemas.openxmlformats.org/officeDocument/2006/relationships/customXml" Target="../ink/ink2224.xml"/><Relationship Id="rId85" Type="http://schemas.openxmlformats.org/officeDocument/2006/relationships/customXml" Target="../ink/ink2197.xml"/><Relationship Id="rId150" Type="http://schemas.openxmlformats.org/officeDocument/2006/relationships/image" Target="../media/image1199.png"/><Relationship Id="rId171" Type="http://schemas.openxmlformats.org/officeDocument/2006/relationships/customXml" Target="../ink/ink2240.xml"/><Relationship Id="rId12" Type="http://schemas.openxmlformats.org/officeDocument/2006/relationships/image" Target="../media/image1078.png"/><Relationship Id="rId33" Type="http://schemas.openxmlformats.org/officeDocument/2006/relationships/customXml" Target="../ink/ink2171.xml"/><Relationship Id="rId108" Type="http://schemas.openxmlformats.org/officeDocument/2006/relationships/image" Target="../media/image1178.png"/><Relationship Id="rId129" Type="http://schemas.openxmlformats.org/officeDocument/2006/relationships/customXml" Target="../ink/ink2219.xml"/><Relationship Id="rId54" Type="http://schemas.openxmlformats.org/officeDocument/2006/relationships/image" Target="../media/image1152.png"/><Relationship Id="rId75" Type="http://schemas.openxmlformats.org/officeDocument/2006/relationships/customXml" Target="../ink/ink2192.xml"/><Relationship Id="rId96" Type="http://schemas.openxmlformats.org/officeDocument/2006/relationships/image" Target="../media/image1172.png"/><Relationship Id="rId140" Type="http://schemas.openxmlformats.org/officeDocument/2006/relationships/image" Target="../media/image1194.png"/><Relationship Id="rId161" Type="http://schemas.openxmlformats.org/officeDocument/2006/relationships/customXml" Target="../ink/ink2235.xml"/><Relationship Id="rId182" Type="http://schemas.openxmlformats.org/officeDocument/2006/relationships/image" Target="../media/image1215.png"/><Relationship Id="rId6" Type="http://schemas.openxmlformats.org/officeDocument/2006/relationships/image" Target="../media/image1075.png"/><Relationship Id="rId23" Type="http://schemas.openxmlformats.org/officeDocument/2006/relationships/customXml" Target="../ink/ink2166.xml"/><Relationship Id="rId119" Type="http://schemas.openxmlformats.org/officeDocument/2006/relationships/customXml" Target="../ink/ink2214.xml"/><Relationship Id="rId44" Type="http://schemas.openxmlformats.org/officeDocument/2006/relationships/image" Target="../media/image1147.png"/><Relationship Id="rId60" Type="http://schemas.openxmlformats.org/officeDocument/2006/relationships/image" Target="../media/image1155.png"/><Relationship Id="rId65" Type="http://schemas.openxmlformats.org/officeDocument/2006/relationships/customXml" Target="../ink/ink2187.xml"/><Relationship Id="rId81" Type="http://schemas.openxmlformats.org/officeDocument/2006/relationships/customXml" Target="../ink/ink2195.xml"/><Relationship Id="rId86" Type="http://schemas.openxmlformats.org/officeDocument/2006/relationships/image" Target="../media/image1167.png"/><Relationship Id="rId130" Type="http://schemas.openxmlformats.org/officeDocument/2006/relationships/image" Target="../media/image1189.png"/><Relationship Id="rId135" Type="http://schemas.openxmlformats.org/officeDocument/2006/relationships/customXml" Target="../ink/ink2222.xml"/><Relationship Id="rId151" Type="http://schemas.openxmlformats.org/officeDocument/2006/relationships/customXml" Target="../ink/ink2230.xml"/><Relationship Id="rId156" Type="http://schemas.openxmlformats.org/officeDocument/2006/relationships/image" Target="../media/image1202.png"/><Relationship Id="rId177" Type="http://schemas.openxmlformats.org/officeDocument/2006/relationships/customXml" Target="../ink/ink2243.xml"/><Relationship Id="rId172" Type="http://schemas.openxmlformats.org/officeDocument/2006/relationships/image" Target="../media/image1210.png"/><Relationship Id="rId13" Type="http://schemas.openxmlformats.org/officeDocument/2006/relationships/customXml" Target="../ink/ink2161.xml"/><Relationship Id="rId18" Type="http://schemas.openxmlformats.org/officeDocument/2006/relationships/image" Target="../media/image1081.png"/><Relationship Id="rId39" Type="http://schemas.openxmlformats.org/officeDocument/2006/relationships/customXml" Target="../ink/ink2174.xml"/><Relationship Id="rId109" Type="http://schemas.openxmlformats.org/officeDocument/2006/relationships/customXml" Target="../ink/ink2209.xml"/><Relationship Id="rId34" Type="http://schemas.openxmlformats.org/officeDocument/2006/relationships/image" Target="../media/image1089.png"/><Relationship Id="rId50" Type="http://schemas.openxmlformats.org/officeDocument/2006/relationships/image" Target="../media/image1150.png"/><Relationship Id="rId55" Type="http://schemas.openxmlformats.org/officeDocument/2006/relationships/customXml" Target="../ink/ink2182.xml"/><Relationship Id="rId76" Type="http://schemas.openxmlformats.org/officeDocument/2006/relationships/image" Target="../media/image1162.png"/><Relationship Id="rId97" Type="http://schemas.openxmlformats.org/officeDocument/2006/relationships/customXml" Target="../ink/ink2203.xml"/><Relationship Id="rId104" Type="http://schemas.openxmlformats.org/officeDocument/2006/relationships/image" Target="../media/image1176.png"/><Relationship Id="rId120" Type="http://schemas.openxmlformats.org/officeDocument/2006/relationships/image" Target="../media/image1184.png"/><Relationship Id="rId125" Type="http://schemas.openxmlformats.org/officeDocument/2006/relationships/customXml" Target="../ink/ink2217.xml"/><Relationship Id="rId141" Type="http://schemas.openxmlformats.org/officeDocument/2006/relationships/customXml" Target="../ink/ink2225.xml"/><Relationship Id="rId146" Type="http://schemas.openxmlformats.org/officeDocument/2006/relationships/image" Target="../media/image1197.png"/><Relationship Id="rId167" Type="http://schemas.openxmlformats.org/officeDocument/2006/relationships/customXml" Target="../ink/ink2238.xml"/><Relationship Id="rId7" Type="http://schemas.openxmlformats.org/officeDocument/2006/relationships/customXml" Target="../ink/ink2158.xml"/><Relationship Id="rId71" Type="http://schemas.openxmlformats.org/officeDocument/2006/relationships/customXml" Target="../ink/ink2190.xml"/><Relationship Id="rId92" Type="http://schemas.openxmlformats.org/officeDocument/2006/relationships/image" Target="../media/image1170.png"/><Relationship Id="rId162" Type="http://schemas.openxmlformats.org/officeDocument/2006/relationships/image" Target="../media/image1205.png"/><Relationship Id="rId2" Type="http://schemas.openxmlformats.org/officeDocument/2006/relationships/image" Target="../media/image1.png"/><Relationship Id="rId29" Type="http://schemas.openxmlformats.org/officeDocument/2006/relationships/customXml" Target="../ink/ink2169.xml"/><Relationship Id="rId24" Type="http://schemas.openxmlformats.org/officeDocument/2006/relationships/image" Target="../media/image1084.png"/><Relationship Id="rId40" Type="http://schemas.openxmlformats.org/officeDocument/2006/relationships/image" Target="../media/image1092.png"/><Relationship Id="rId45" Type="http://schemas.openxmlformats.org/officeDocument/2006/relationships/customXml" Target="../ink/ink2177.xml"/><Relationship Id="rId66" Type="http://schemas.openxmlformats.org/officeDocument/2006/relationships/image" Target="../media/image1158.png"/><Relationship Id="rId87" Type="http://schemas.openxmlformats.org/officeDocument/2006/relationships/customXml" Target="../ink/ink2198.xml"/><Relationship Id="rId110" Type="http://schemas.openxmlformats.org/officeDocument/2006/relationships/image" Target="../media/image1179.png"/><Relationship Id="rId115" Type="http://schemas.openxmlformats.org/officeDocument/2006/relationships/customXml" Target="../ink/ink2212.xml"/><Relationship Id="rId131" Type="http://schemas.openxmlformats.org/officeDocument/2006/relationships/customXml" Target="../ink/ink2220.xml"/><Relationship Id="rId136" Type="http://schemas.openxmlformats.org/officeDocument/2006/relationships/image" Target="../media/image1192.png"/><Relationship Id="rId157" Type="http://schemas.openxmlformats.org/officeDocument/2006/relationships/customXml" Target="../ink/ink2233.xml"/><Relationship Id="rId178" Type="http://schemas.openxmlformats.org/officeDocument/2006/relationships/image" Target="../media/image1213.png"/><Relationship Id="rId61" Type="http://schemas.openxmlformats.org/officeDocument/2006/relationships/customXml" Target="../ink/ink2185.xml"/><Relationship Id="rId82" Type="http://schemas.openxmlformats.org/officeDocument/2006/relationships/image" Target="../media/image1165.png"/><Relationship Id="rId152" Type="http://schemas.openxmlformats.org/officeDocument/2006/relationships/image" Target="../media/image1200.png"/><Relationship Id="rId173" Type="http://schemas.openxmlformats.org/officeDocument/2006/relationships/customXml" Target="../ink/ink2241.xml"/><Relationship Id="rId19" Type="http://schemas.openxmlformats.org/officeDocument/2006/relationships/customXml" Target="../ink/ink2164.xml"/><Relationship Id="rId14" Type="http://schemas.openxmlformats.org/officeDocument/2006/relationships/image" Target="../media/image1079.png"/><Relationship Id="rId30" Type="http://schemas.openxmlformats.org/officeDocument/2006/relationships/image" Target="../media/image1087.png"/><Relationship Id="rId35" Type="http://schemas.openxmlformats.org/officeDocument/2006/relationships/customXml" Target="../ink/ink2172.xml"/><Relationship Id="rId56" Type="http://schemas.openxmlformats.org/officeDocument/2006/relationships/image" Target="../media/image1153.png"/><Relationship Id="rId77" Type="http://schemas.openxmlformats.org/officeDocument/2006/relationships/customXml" Target="../ink/ink2193.xml"/><Relationship Id="rId100" Type="http://schemas.openxmlformats.org/officeDocument/2006/relationships/image" Target="../media/image1174.png"/><Relationship Id="rId105" Type="http://schemas.openxmlformats.org/officeDocument/2006/relationships/customXml" Target="../ink/ink2207.xml"/><Relationship Id="rId126" Type="http://schemas.openxmlformats.org/officeDocument/2006/relationships/image" Target="../media/image1187.png"/><Relationship Id="rId147" Type="http://schemas.openxmlformats.org/officeDocument/2006/relationships/customXml" Target="../ink/ink2228.xml"/><Relationship Id="rId168" Type="http://schemas.openxmlformats.org/officeDocument/2006/relationships/image" Target="../media/image1208.png"/><Relationship Id="rId8" Type="http://schemas.openxmlformats.org/officeDocument/2006/relationships/image" Target="../media/image1076.png"/><Relationship Id="rId51" Type="http://schemas.openxmlformats.org/officeDocument/2006/relationships/customXml" Target="../ink/ink2180.xml"/><Relationship Id="rId72" Type="http://schemas.openxmlformats.org/officeDocument/2006/relationships/image" Target="../media/image1160.png"/><Relationship Id="rId93" Type="http://schemas.openxmlformats.org/officeDocument/2006/relationships/customXml" Target="../ink/ink2201.xml"/><Relationship Id="rId98" Type="http://schemas.openxmlformats.org/officeDocument/2006/relationships/image" Target="../media/image1173.png"/><Relationship Id="rId121" Type="http://schemas.openxmlformats.org/officeDocument/2006/relationships/customXml" Target="../ink/ink2215.xml"/><Relationship Id="rId142" Type="http://schemas.openxmlformats.org/officeDocument/2006/relationships/image" Target="../media/image1195.png"/><Relationship Id="rId163" Type="http://schemas.openxmlformats.org/officeDocument/2006/relationships/customXml" Target="../ink/ink2236.xml"/><Relationship Id="rId3" Type="http://schemas.openxmlformats.org/officeDocument/2006/relationships/customXml" Target="../ink/ink2156.xml"/><Relationship Id="rId25" Type="http://schemas.openxmlformats.org/officeDocument/2006/relationships/customXml" Target="../ink/ink2167.xml"/><Relationship Id="rId46" Type="http://schemas.openxmlformats.org/officeDocument/2006/relationships/image" Target="../media/image1148.png"/><Relationship Id="rId67" Type="http://schemas.openxmlformats.org/officeDocument/2006/relationships/customXml" Target="../ink/ink2188.xml"/><Relationship Id="rId116" Type="http://schemas.openxmlformats.org/officeDocument/2006/relationships/image" Target="../media/image1182.png"/><Relationship Id="rId137" Type="http://schemas.openxmlformats.org/officeDocument/2006/relationships/customXml" Target="../ink/ink2223.xml"/><Relationship Id="rId158" Type="http://schemas.openxmlformats.org/officeDocument/2006/relationships/image" Target="../media/image1203.png"/><Relationship Id="rId20" Type="http://schemas.openxmlformats.org/officeDocument/2006/relationships/image" Target="../media/image1082.png"/><Relationship Id="rId41" Type="http://schemas.openxmlformats.org/officeDocument/2006/relationships/customXml" Target="../ink/ink2175.xml"/><Relationship Id="rId62" Type="http://schemas.openxmlformats.org/officeDocument/2006/relationships/image" Target="../media/image1156.png"/><Relationship Id="rId83" Type="http://schemas.openxmlformats.org/officeDocument/2006/relationships/customXml" Target="../ink/ink2196.xml"/><Relationship Id="rId88" Type="http://schemas.openxmlformats.org/officeDocument/2006/relationships/image" Target="../media/image1168.png"/><Relationship Id="rId111" Type="http://schemas.openxmlformats.org/officeDocument/2006/relationships/customXml" Target="../ink/ink2210.xml"/><Relationship Id="rId132" Type="http://schemas.openxmlformats.org/officeDocument/2006/relationships/image" Target="../media/image1190.png"/><Relationship Id="rId153" Type="http://schemas.openxmlformats.org/officeDocument/2006/relationships/customXml" Target="../ink/ink2231.xml"/><Relationship Id="rId174" Type="http://schemas.openxmlformats.org/officeDocument/2006/relationships/image" Target="../media/image1211.png"/><Relationship Id="rId179" Type="http://schemas.openxmlformats.org/officeDocument/2006/relationships/customXml" Target="../ink/ink2244.xml"/><Relationship Id="rId15" Type="http://schemas.openxmlformats.org/officeDocument/2006/relationships/customXml" Target="../ink/ink2162.xml"/><Relationship Id="rId36" Type="http://schemas.openxmlformats.org/officeDocument/2006/relationships/image" Target="../media/image1090.png"/><Relationship Id="rId57" Type="http://schemas.openxmlformats.org/officeDocument/2006/relationships/customXml" Target="../ink/ink2183.xml"/><Relationship Id="rId106" Type="http://schemas.openxmlformats.org/officeDocument/2006/relationships/image" Target="../media/image1177.png"/><Relationship Id="rId127" Type="http://schemas.openxmlformats.org/officeDocument/2006/relationships/customXml" Target="../ink/ink2218.xml"/><Relationship Id="rId10" Type="http://schemas.openxmlformats.org/officeDocument/2006/relationships/image" Target="../media/image1077.png"/><Relationship Id="rId31" Type="http://schemas.openxmlformats.org/officeDocument/2006/relationships/customXml" Target="../ink/ink2170.xml"/><Relationship Id="rId52" Type="http://schemas.openxmlformats.org/officeDocument/2006/relationships/image" Target="../media/image1151.png"/><Relationship Id="rId73" Type="http://schemas.openxmlformats.org/officeDocument/2006/relationships/customXml" Target="../ink/ink2191.xml"/><Relationship Id="rId78" Type="http://schemas.openxmlformats.org/officeDocument/2006/relationships/image" Target="../media/image1163.png"/><Relationship Id="rId94" Type="http://schemas.openxmlformats.org/officeDocument/2006/relationships/image" Target="../media/image1171.png"/><Relationship Id="rId99" Type="http://schemas.openxmlformats.org/officeDocument/2006/relationships/customXml" Target="../ink/ink2204.xml"/><Relationship Id="rId101" Type="http://schemas.openxmlformats.org/officeDocument/2006/relationships/customXml" Target="../ink/ink2205.xml"/><Relationship Id="rId122" Type="http://schemas.openxmlformats.org/officeDocument/2006/relationships/image" Target="../media/image1185.png"/><Relationship Id="rId143" Type="http://schemas.openxmlformats.org/officeDocument/2006/relationships/customXml" Target="../ink/ink2226.xml"/><Relationship Id="rId148" Type="http://schemas.openxmlformats.org/officeDocument/2006/relationships/image" Target="../media/image1198.png"/><Relationship Id="rId164" Type="http://schemas.openxmlformats.org/officeDocument/2006/relationships/image" Target="../media/image1206.png"/><Relationship Id="rId169" Type="http://schemas.openxmlformats.org/officeDocument/2006/relationships/customXml" Target="../ink/ink2239.xml"/><Relationship Id="rId4" Type="http://schemas.openxmlformats.org/officeDocument/2006/relationships/image" Target="../media/image1074.png"/><Relationship Id="rId9" Type="http://schemas.openxmlformats.org/officeDocument/2006/relationships/customXml" Target="../ink/ink2159.xml"/><Relationship Id="rId180" Type="http://schemas.openxmlformats.org/officeDocument/2006/relationships/image" Target="../media/image1214.png"/><Relationship Id="rId26" Type="http://schemas.openxmlformats.org/officeDocument/2006/relationships/image" Target="../media/image1085.png"/><Relationship Id="rId47" Type="http://schemas.openxmlformats.org/officeDocument/2006/relationships/customXml" Target="../ink/ink2178.xml"/><Relationship Id="rId68" Type="http://schemas.openxmlformats.org/officeDocument/2006/relationships/image" Target="../media/image134.png"/><Relationship Id="rId89" Type="http://schemas.openxmlformats.org/officeDocument/2006/relationships/customXml" Target="../ink/ink2199.xml"/><Relationship Id="rId112" Type="http://schemas.openxmlformats.org/officeDocument/2006/relationships/image" Target="../media/image1180.png"/><Relationship Id="rId133" Type="http://schemas.openxmlformats.org/officeDocument/2006/relationships/customXml" Target="../ink/ink2221.xml"/><Relationship Id="rId154" Type="http://schemas.openxmlformats.org/officeDocument/2006/relationships/image" Target="../media/image1201.png"/><Relationship Id="rId175" Type="http://schemas.openxmlformats.org/officeDocument/2006/relationships/customXml" Target="../ink/ink2242.xml"/><Relationship Id="rId16" Type="http://schemas.openxmlformats.org/officeDocument/2006/relationships/image" Target="../media/image1080.png"/><Relationship Id="rId37" Type="http://schemas.openxmlformats.org/officeDocument/2006/relationships/customXml" Target="../ink/ink2173.xml"/><Relationship Id="rId58" Type="http://schemas.openxmlformats.org/officeDocument/2006/relationships/image" Target="../media/image1154.png"/><Relationship Id="rId79" Type="http://schemas.openxmlformats.org/officeDocument/2006/relationships/customXml" Target="../ink/ink2194.xml"/><Relationship Id="rId102" Type="http://schemas.openxmlformats.org/officeDocument/2006/relationships/image" Target="../media/image1175.png"/><Relationship Id="rId123" Type="http://schemas.openxmlformats.org/officeDocument/2006/relationships/customXml" Target="../ink/ink2216.xml"/><Relationship Id="rId144" Type="http://schemas.openxmlformats.org/officeDocument/2006/relationships/image" Target="../media/image1196.png"/><Relationship Id="rId90" Type="http://schemas.openxmlformats.org/officeDocument/2006/relationships/image" Target="../media/image1169.png"/><Relationship Id="rId165" Type="http://schemas.openxmlformats.org/officeDocument/2006/relationships/customXml" Target="../ink/ink2237.xml"/><Relationship Id="rId27" Type="http://schemas.openxmlformats.org/officeDocument/2006/relationships/customXml" Target="../ink/ink2168.xml"/><Relationship Id="rId48" Type="http://schemas.openxmlformats.org/officeDocument/2006/relationships/image" Target="../media/image1149.png"/><Relationship Id="rId69" Type="http://schemas.openxmlformats.org/officeDocument/2006/relationships/customXml" Target="../ink/ink2189.xml"/><Relationship Id="rId113" Type="http://schemas.openxmlformats.org/officeDocument/2006/relationships/customXml" Target="../ink/ink2211.xml"/><Relationship Id="rId134" Type="http://schemas.openxmlformats.org/officeDocument/2006/relationships/image" Target="../media/image1191.png"/><Relationship Id="rId80" Type="http://schemas.openxmlformats.org/officeDocument/2006/relationships/image" Target="../media/image1164.png"/><Relationship Id="rId155" Type="http://schemas.openxmlformats.org/officeDocument/2006/relationships/customXml" Target="../ink/ink2232.xml"/><Relationship Id="rId176" Type="http://schemas.openxmlformats.org/officeDocument/2006/relationships/image" Target="../media/image1212.png"/><Relationship Id="rId17" Type="http://schemas.openxmlformats.org/officeDocument/2006/relationships/customXml" Target="../ink/ink2163.xml"/><Relationship Id="rId38" Type="http://schemas.openxmlformats.org/officeDocument/2006/relationships/image" Target="../media/image1091.png"/><Relationship Id="rId59" Type="http://schemas.openxmlformats.org/officeDocument/2006/relationships/customXml" Target="../ink/ink2184.xml"/><Relationship Id="rId103" Type="http://schemas.openxmlformats.org/officeDocument/2006/relationships/customXml" Target="../ink/ink2206.xml"/><Relationship Id="rId124" Type="http://schemas.openxmlformats.org/officeDocument/2006/relationships/image" Target="../media/image1186.png"/><Relationship Id="rId70" Type="http://schemas.openxmlformats.org/officeDocument/2006/relationships/image" Target="../media/image1159.png"/><Relationship Id="rId91" Type="http://schemas.openxmlformats.org/officeDocument/2006/relationships/customXml" Target="../ink/ink2200.xml"/><Relationship Id="rId145" Type="http://schemas.openxmlformats.org/officeDocument/2006/relationships/customXml" Target="../ink/ink2227.xml"/><Relationship Id="rId166" Type="http://schemas.openxmlformats.org/officeDocument/2006/relationships/image" Target="../media/image1207.png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1086.png"/><Relationship Id="rId49" Type="http://schemas.openxmlformats.org/officeDocument/2006/relationships/customXml" Target="../ink/ink2179.xml"/><Relationship Id="rId114" Type="http://schemas.openxmlformats.org/officeDocument/2006/relationships/image" Target="../media/image1181.png"/></Relationships>
</file>

<file path=ppt/slides/_rels/slide3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303.xml"/><Relationship Id="rId21" Type="http://schemas.openxmlformats.org/officeDocument/2006/relationships/customXml" Target="../ink/ink2255.xml"/><Relationship Id="rId42" Type="http://schemas.openxmlformats.org/officeDocument/2006/relationships/image" Target="../media/image1093.png"/><Relationship Id="rId63" Type="http://schemas.openxmlformats.org/officeDocument/2006/relationships/customXml" Target="../ink/ink2276.xml"/><Relationship Id="rId84" Type="http://schemas.openxmlformats.org/officeDocument/2006/relationships/image" Target="../media/image1166.png"/><Relationship Id="rId138" Type="http://schemas.openxmlformats.org/officeDocument/2006/relationships/image" Target="../media/image1240.png"/><Relationship Id="rId159" Type="http://schemas.openxmlformats.org/officeDocument/2006/relationships/customXml" Target="../ink/ink2324.xml"/><Relationship Id="rId107" Type="http://schemas.openxmlformats.org/officeDocument/2006/relationships/customXml" Target="../ink/ink2298.xml"/><Relationship Id="rId11" Type="http://schemas.openxmlformats.org/officeDocument/2006/relationships/customXml" Target="../ink/ink2250.xml"/><Relationship Id="rId32" Type="http://schemas.openxmlformats.org/officeDocument/2006/relationships/image" Target="../media/image1088.png"/><Relationship Id="rId53" Type="http://schemas.openxmlformats.org/officeDocument/2006/relationships/customXml" Target="../ink/ink2271.xml"/><Relationship Id="rId74" Type="http://schemas.openxmlformats.org/officeDocument/2006/relationships/image" Target="../media/image1161.png"/><Relationship Id="rId128" Type="http://schemas.openxmlformats.org/officeDocument/2006/relationships/image" Target="../media/image1235.png"/><Relationship Id="rId149" Type="http://schemas.openxmlformats.org/officeDocument/2006/relationships/customXml" Target="../ink/ink2319.xml"/><Relationship Id="rId5" Type="http://schemas.openxmlformats.org/officeDocument/2006/relationships/customXml" Target="../ink/ink2247.xml"/><Relationship Id="rId95" Type="http://schemas.openxmlformats.org/officeDocument/2006/relationships/customXml" Target="../ink/ink2292.xml"/><Relationship Id="rId160" Type="http://schemas.openxmlformats.org/officeDocument/2006/relationships/image" Target="../media/image1251.png"/><Relationship Id="rId22" Type="http://schemas.openxmlformats.org/officeDocument/2006/relationships/image" Target="../media/image1083.png"/><Relationship Id="rId43" Type="http://schemas.openxmlformats.org/officeDocument/2006/relationships/customXml" Target="../ink/ink2266.xml"/><Relationship Id="rId64" Type="http://schemas.openxmlformats.org/officeDocument/2006/relationships/image" Target="../media/image1157.png"/><Relationship Id="rId118" Type="http://schemas.openxmlformats.org/officeDocument/2006/relationships/image" Target="../media/image1230.png"/><Relationship Id="rId139" Type="http://schemas.openxmlformats.org/officeDocument/2006/relationships/customXml" Target="../ink/ink2314.xml"/><Relationship Id="rId80" Type="http://schemas.openxmlformats.org/officeDocument/2006/relationships/image" Target="../media/image1164.png"/><Relationship Id="rId85" Type="http://schemas.openxmlformats.org/officeDocument/2006/relationships/customXml" Target="../ink/ink2287.xml"/><Relationship Id="rId150" Type="http://schemas.openxmlformats.org/officeDocument/2006/relationships/image" Target="../media/image1246.png"/><Relationship Id="rId155" Type="http://schemas.openxmlformats.org/officeDocument/2006/relationships/customXml" Target="../ink/ink2322.xml"/><Relationship Id="rId12" Type="http://schemas.openxmlformats.org/officeDocument/2006/relationships/image" Target="../media/image1078.png"/><Relationship Id="rId17" Type="http://schemas.openxmlformats.org/officeDocument/2006/relationships/customXml" Target="../ink/ink2253.xml"/><Relationship Id="rId33" Type="http://schemas.openxmlformats.org/officeDocument/2006/relationships/customXml" Target="../ink/ink2261.xml"/><Relationship Id="rId38" Type="http://schemas.openxmlformats.org/officeDocument/2006/relationships/image" Target="../media/image1091.png"/><Relationship Id="rId59" Type="http://schemas.openxmlformats.org/officeDocument/2006/relationships/customXml" Target="../ink/ink2274.xml"/><Relationship Id="rId103" Type="http://schemas.openxmlformats.org/officeDocument/2006/relationships/customXml" Target="../ink/ink2296.xml"/><Relationship Id="rId108" Type="http://schemas.openxmlformats.org/officeDocument/2006/relationships/image" Target="../media/image1225.png"/><Relationship Id="rId124" Type="http://schemas.openxmlformats.org/officeDocument/2006/relationships/image" Target="../media/image1233.png"/><Relationship Id="rId129" Type="http://schemas.openxmlformats.org/officeDocument/2006/relationships/customXml" Target="../ink/ink2309.xml"/><Relationship Id="rId54" Type="http://schemas.openxmlformats.org/officeDocument/2006/relationships/image" Target="../media/image1152.png"/><Relationship Id="rId70" Type="http://schemas.openxmlformats.org/officeDocument/2006/relationships/image" Target="../media/image1159.png"/><Relationship Id="rId75" Type="http://schemas.openxmlformats.org/officeDocument/2006/relationships/customXml" Target="../ink/ink2282.xml"/><Relationship Id="rId91" Type="http://schemas.openxmlformats.org/officeDocument/2006/relationships/customXml" Target="../ink/ink2290.xml"/><Relationship Id="rId96" Type="http://schemas.openxmlformats.org/officeDocument/2006/relationships/image" Target="../media/image1219.png"/><Relationship Id="rId140" Type="http://schemas.openxmlformats.org/officeDocument/2006/relationships/image" Target="../media/image1241.png"/><Relationship Id="rId145" Type="http://schemas.openxmlformats.org/officeDocument/2006/relationships/customXml" Target="../ink/ink23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5.png"/><Relationship Id="rId23" Type="http://schemas.openxmlformats.org/officeDocument/2006/relationships/customXml" Target="../ink/ink2256.xml"/><Relationship Id="rId28" Type="http://schemas.openxmlformats.org/officeDocument/2006/relationships/image" Target="../media/image1086.png"/><Relationship Id="rId49" Type="http://schemas.openxmlformats.org/officeDocument/2006/relationships/customXml" Target="../ink/ink2269.xml"/><Relationship Id="rId114" Type="http://schemas.openxmlformats.org/officeDocument/2006/relationships/image" Target="../media/image1228.png"/><Relationship Id="rId119" Type="http://schemas.openxmlformats.org/officeDocument/2006/relationships/customXml" Target="../ink/ink2304.xml"/><Relationship Id="rId44" Type="http://schemas.openxmlformats.org/officeDocument/2006/relationships/image" Target="../media/image1147.png"/><Relationship Id="rId60" Type="http://schemas.openxmlformats.org/officeDocument/2006/relationships/image" Target="../media/image1155.png"/><Relationship Id="rId65" Type="http://schemas.openxmlformats.org/officeDocument/2006/relationships/customXml" Target="../ink/ink2277.xml"/><Relationship Id="rId81" Type="http://schemas.openxmlformats.org/officeDocument/2006/relationships/customXml" Target="../ink/ink2285.xml"/><Relationship Id="rId86" Type="http://schemas.openxmlformats.org/officeDocument/2006/relationships/image" Target="../media/image1167.png"/><Relationship Id="rId130" Type="http://schemas.openxmlformats.org/officeDocument/2006/relationships/image" Target="../media/image1236.png"/><Relationship Id="rId135" Type="http://schemas.openxmlformats.org/officeDocument/2006/relationships/customXml" Target="../ink/ink2312.xml"/><Relationship Id="rId151" Type="http://schemas.openxmlformats.org/officeDocument/2006/relationships/customXml" Target="../ink/ink2320.xml"/><Relationship Id="rId156" Type="http://schemas.openxmlformats.org/officeDocument/2006/relationships/image" Target="../media/image1249.png"/><Relationship Id="rId13" Type="http://schemas.openxmlformats.org/officeDocument/2006/relationships/customXml" Target="../ink/ink2251.xml"/><Relationship Id="rId18" Type="http://schemas.openxmlformats.org/officeDocument/2006/relationships/image" Target="../media/image1081.png"/><Relationship Id="rId39" Type="http://schemas.openxmlformats.org/officeDocument/2006/relationships/customXml" Target="../ink/ink2264.xml"/><Relationship Id="rId109" Type="http://schemas.openxmlformats.org/officeDocument/2006/relationships/customXml" Target="../ink/ink2299.xml"/><Relationship Id="rId34" Type="http://schemas.openxmlformats.org/officeDocument/2006/relationships/image" Target="../media/image1089.png"/><Relationship Id="rId50" Type="http://schemas.openxmlformats.org/officeDocument/2006/relationships/image" Target="../media/image1150.png"/><Relationship Id="rId55" Type="http://schemas.openxmlformats.org/officeDocument/2006/relationships/customXml" Target="../ink/ink2272.xml"/><Relationship Id="rId76" Type="http://schemas.openxmlformats.org/officeDocument/2006/relationships/image" Target="../media/image1162.png"/><Relationship Id="rId97" Type="http://schemas.openxmlformats.org/officeDocument/2006/relationships/customXml" Target="../ink/ink2293.xml"/><Relationship Id="rId104" Type="http://schemas.openxmlformats.org/officeDocument/2006/relationships/image" Target="../media/image1223.png"/><Relationship Id="rId120" Type="http://schemas.openxmlformats.org/officeDocument/2006/relationships/image" Target="../media/image1231.png"/><Relationship Id="rId125" Type="http://schemas.openxmlformats.org/officeDocument/2006/relationships/customXml" Target="../ink/ink2307.xml"/><Relationship Id="rId141" Type="http://schemas.openxmlformats.org/officeDocument/2006/relationships/customXml" Target="../ink/ink2315.xml"/><Relationship Id="rId146" Type="http://schemas.openxmlformats.org/officeDocument/2006/relationships/image" Target="../media/image1244.png"/><Relationship Id="rId7" Type="http://schemas.openxmlformats.org/officeDocument/2006/relationships/customXml" Target="../ink/ink2248.xml"/><Relationship Id="rId71" Type="http://schemas.openxmlformats.org/officeDocument/2006/relationships/customXml" Target="../ink/ink2280.xml"/><Relationship Id="rId92" Type="http://schemas.openxmlformats.org/officeDocument/2006/relationships/image" Target="../media/image1217.png"/><Relationship Id="rId2" Type="http://schemas.openxmlformats.org/officeDocument/2006/relationships/image" Target="../media/image1.png"/><Relationship Id="rId29" Type="http://schemas.openxmlformats.org/officeDocument/2006/relationships/customXml" Target="../ink/ink2259.xml"/><Relationship Id="rId24" Type="http://schemas.openxmlformats.org/officeDocument/2006/relationships/image" Target="../media/image1084.png"/><Relationship Id="rId40" Type="http://schemas.openxmlformats.org/officeDocument/2006/relationships/image" Target="../media/image1092.png"/><Relationship Id="rId45" Type="http://schemas.openxmlformats.org/officeDocument/2006/relationships/customXml" Target="../ink/ink2267.xml"/><Relationship Id="rId66" Type="http://schemas.openxmlformats.org/officeDocument/2006/relationships/image" Target="../media/image1158.png"/><Relationship Id="rId87" Type="http://schemas.openxmlformats.org/officeDocument/2006/relationships/customXml" Target="../ink/ink2288.xml"/><Relationship Id="rId110" Type="http://schemas.openxmlformats.org/officeDocument/2006/relationships/image" Target="../media/image1226.png"/><Relationship Id="rId115" Type="http://schemas.openxmlformats.org/officeDocument/2006/relationships/customXml" Target="../ink/ink2302.xml"/><Relationship Id="rId131" Type="http://schemas.openxmlformats.org/officeDocument/2006/relationships/customXml" Target="../ink/ink2310.xml"/><Relationship Id="rId136" Type="http://schemas.openxmlformats.org/officeDocument/2006/relationships/image" Target="../media/image1239.png"/><Relationship Id="rId157" Type="http://schemas.openxmlformats.org/officeDocument/2006/relationships/customXml" Target="../ink/ink2323.xml"/><Relationship Id="rId61" Type="http://schemas.openxmlformats.org/officeDocument/2006/relationships/customXml" Target="../ink/ink2275.xml"/><Relationship Id="rId82" Type="http://schemas.openxmlformats.org/officeDocument/2006/relationships/image" Target="../media/image1165.png"/><Relationship Id="rId152" Type="http://schemas.openxmlformats.org/officeDocument/2006/relationships/image" Target="../media/image1247.png"/><Relationship Id="rId19" Type="http://schemas.openxmlformats.org/officeDocument/2006/relationships/customXml" Target="../ink/ink2254.xml"/><Relationship Id="rId14" Type="http://schemas.openxmlformats.org/officeDocument/2006/relationships/image" Target="../media/image1079.png"/><Relationship Id="rId30" Type="http://schemas.openxmlformats.org/officeDocument/2006/relationships/image" Target="../media/image1087.png"/><Relationship Id="rId35" Type="http://schemas.openxmlformats.org/officeDocument/2006/relationships/customXml" Target="../ink/ink2262.xml"/><Relationship Id="rId56" Type="http://schemas.openxmlformats.org/officeDocument/2006/relationships/image" Target="../media/image1153.png"/><Relationship Id="rId77" Type="http://schemas.openxmlformats.org/officeDocument/2006/relationships/customXml" Target="../ink/ink2283.xml"/><Relationship Id="rId100" Type="http://schemas.openxmlformats.org/officeDocument/2006/relationships/image" Target="../media/image1221.png"/><Relationship Id="rId105" Type="http://schemas.openxmlformats.org/officeDocument/2006/relationships/customXml" Target="../ink/ink2297.xml"/><Relationship Id="rId126" Type="http://schemas.openxmlformats.org/officeDocument/2006/relationships/image" Target="../media/image1234.png"/><Relationship Id="rId147" Type="http://schemas.openxmlformats.org/officeDocument/2006/relationships/customXml" Target="../ink/ink2318.xml"/><Relationship Id="rId8" Type="http://schemas.openxmlformats.org/officeDocument/2006/relationships/image" Target="../media/image1076.png"/><Relationship Id="rId51" Type="http://schemas.openxmlformats.org/officeDocument/2006/relationships/customXml" Target="../ink/ink2270.xml"/><Relationship Id="rId72" Type="http://schemas.openxmlformats.org/officeDocument/2006/relationships/image" Target="../media/image1160.png"/><Relationship Id="rId93" Type="http://schemas.openxmlformats.org/officeDocument/2006/relationships/customXml" Target="../ink/ink2291.xml"/><Relationship Id="rId98" Type="http://schemas.openxmlformats.org/officeDocument/2006/relationships/image" Target="../media/image1220.png"/><Relationship Id="rId121" Type="http://schemas.openxmlformats.org/officeDocument/2006/relationships/customXml" Target="../ink/ink2305.xml"/><Relationship Id="rId142" Type="http://schemas.openxmlformats.org/officeDocument/2006/relationships/image" Target="../media/image1242.png"/><Relationship Id="rId3" Type="http://schemas.openxmlformats.org/officeDocument/2006/relationships/customXml" Target="../ink/ink2246.xml"/><Relationship Id="rId25" Type="http://schemas.openxmlformats.org/officeDocument/2006/relationships/customXml" Target="../ink/ink2257.xml"/><Relationship Id="rId46" Type="http://schemas.openxmlformats.org/officeDocument/2006/relationships/image" Target="../media/image1148.png"/><Relationship Id="rId67" Type="http://schemas.openxmlformats.org/officeDocument/2006/relationships/customXml" Target="../ink/ink2278.xml"/><Relationship Id="rId116" Type="http://schemas.openxmlformats.org/officeDocument/2006/relationships/image" Target="../media/image1229.png"/><Relationship Id="rId137" Type="http://schemas.openxmlformats.org/officeDocument/2006/relationships/customXml" Target="../ink/ink2313.xml"/><Relationship Id="rId158" Type="http://schemas.openxmlformats.org/officeDocument/2006/relationships/image" Target="../media/image1250.png"/><Relationship Id="rId20" Type="http://schemas.openxmlformats.org/officeDocument/2006/relationships/image" Target="../media/image1082.png"/><Relationship Id="rId41" Type="http://schemas.openxmlformats.org/officeDocument/2006/relationships/customXml" Target="../ink/ink2265.xml"/><Relationship Id="rId62" Type="http://schemas.openxmlformats.org/officeDocument/2006/relationships/image" Target="../media/image1156.png"/><Relationship Id="rId83" Type="http://schemas.openxmlformats.org/officeDocument/2006/relationships/customXml" Target="../ink/ink2286.xml"/><Relationship Id="rId88" Type="http://schemas.openxmlformats.org/officeDocument/2006/relationships/image" Target="../media/image1168.png"/><Relationship Id="rId111" Type="http://schemas.openxmlformats.org/officeDocument/2006/relationships/customXml" Target="../ink/ink2300.xml"/><Relationship Id="rId132" Type="http://schemas.openxmlformats.org/officeDocument/2006/relationships/image" Target="../media/image1237.png"/><Relationship Id="rId153" Type="http://schemas.openxmlformats.org/officeDocument/2006/relationships/customXml" Target="../ink/ink2321.xml"/><Relationship Id="rId15" Type="http://schemas.openxmlformats.org/officeDocument/2006/relationships/customXml" Target="../ink/ink2252.xml"/><Relationship Id="rId36" Type="http://schemas.openxmlformats.org/officeDocument/2006/relationships/image" Target="../media/image1090.png"/><Relationship Id="rId57" Type="http://schemas.openxmlformats.org/officeDocument/2006/relationships/customXml" Target="../ink/ink2273.xml"/><Relationship Id="rId106" Type="http://schemas.openxmlformats.org/officeDocument/2006/relationships/image" Target="../media/image1224.png"/><Relationship Id="rId127" Type="http://schemas.openxmlformats.org/officeDocument/2006/relationships/customXml" Target="../ink/ink2308.xml"/><Relationship Id="rId10" Type="http://schemas.openxmlformats.org/officeDocument/2006/relationships/image" Target="../media/image1077.png"/><Relationship Id="rId31" Type="http://schemas.openxmlformats.org/officeDocument/2006/relationships/customXml" Target="../ink/ink2260.xml"/><Relationship Id="rId52" Type="http://schemas.openxmlformats.org/officeDocument/2006/relationships/image" Target="../media/image1151.png"/><Relationship Id="rId73" Type="http://schemas.openxmlformats.org/officeDocument/2006/relationships/customXml" Target="../ink/ink2281.xml"/><Relationship Id="rId78" Type="http://schemas.openxmlformats.org/officeDocument/2006/relationships/image" Target="../media/image1163.png"/><Relationship Id="rId94" Type="http://schemas.openxmlformats.org/officeDocument/2006/relationships/image" Target="../media/image1218.png"/><Relationship Id="rId99" Type="http://schemas.openxmlformats.org/officeDocument/2006/relationships/customXml" Target="../ink/ink2294.xml"/><Relationship Id="rId101" Type="http://schemas.openxmlformats.org/officeDocument/2006/relationships/customXml" Target="../ink/ink2295.xml"/><Relationship Id="rId122" Type="http://schemas.openxmlformats.org/officeDocument/2006/relationships/image" Target="../media/image1232.png"/><Relationship Id="rId143" Type="http://schemas.openxmlformats.org/officeDocument/2006/relationships/customXml" Target="../ink/ink2316.xml"/><Relationship Id="rId148" Type="http://schemas.openxmlformats.org/officeDocument/2006/relationships/image" Target="../media/image1245.png"/><Relationship Id="rId4" Type="http://schemas.openxmlformats.org/officeDocument/2006/relationships/image" Target="../media/image1074.png"/><Relationship Id="rId9" Type="http://schemas.openxmlformats.org/officeDocument/2006/relationships/customXml" Target="../ink/ink2249.xml"/><Relationship Id="rId26" Type="http://schemas.openxmlformats.org/officeDocument/2006/relationships/image" Target="../media/image1085.png"/><Relationship Id="rId47" Type="http://schemas.openxmlformats.org/officeDocument/2006/relationships/customXml" Target="../ink/ink2268.xml"/><Relationship Id="rId68" Type="http://schemas.openxmlformats.org/officeDocument/2006/relationships/image" Target="../media/image134.png"/><Relationship Id="rId89" Type="http://schemas.openxmlformats.org/officeDocument/2006/relationships/customXml" Target="../ink/ink2289.xml"/><Relationship Id="rId112" Type="http://schemas.openxmlformats.org/officeDocument/2006/relationships/image" Target="../media/image1227.png"/><Relationship Id="rId133" Type="http://schemas.openxmlformats.org/officeDocument/2006/relationships/customXml" Target="../ink/ink2311.xml"/><Relationship Id="rId154" Type="http://schemas.openxmlformats.org/officeDocument/2006/relationships/image" Target="../media/image1248.png"/><Relationship Id="rId16" Type="http://schemas.openxmlformats.org/officeDocument/2006/relationships/image" Target="../media/image1080.png"/><Relationship Id="rId37" Type="http://schemas.openxmlformats.org/officeDocument/2006/relationships/customXml" Target="../ink/ink2263.xml"/><Relationship Id="rId58" Type="http://schemas.openxmlformats.org/officeDocument/2006/relationships/image" Target="../media/image1154.png"/><Relationship Id="rId79" Type="http://schemas.openxmlformats.org/officeDocument/2006/relationships/customXml" Target="../ink/ink2284.xml"/><Relationship Id="rId102" Type="http://schemas.openxmlformats.org/officeDocument/2006/relationships/image" Target="../media/image1222.png"/><Relationship Id="rId123" Type="http://schemas.openxmlformats.org/officeDocument/2006/relationships/customXml" Target="../ink/ink2306.xml"/><Relationship Id="rId144" Type="http://schemas.openxmlformats.org/officeDocument/2006/relationships/image" Target="../media/image1243.png"/><Relationship Id="rId90" Type="http://schemas.openxmlformats.org/officeDocument/2006/relationships/image" Target="../media/image1216.png"/><Relationship Id="rId27" Type="http://schemas.openxmlformats.org/officeDocument/2006/relationships/customXml" Target="../ink/ink2258.xml"/><Relationship Id="rId48" Type="http://schemas.openxmlformats.org/officeDocument/2006/relationships/image" Target="../media/image1149.png"/><Relationship Id="rId69" Type="http://schemas.openxmlformats.org/officeDocument/2006/relationships/customXml" Target="../ink/ink2279.xml"/><Relationship Id="rId113" Type="http://schemas.openxmlformats.org/officeDocument/2006/relationships/customXml" Target="../ink/ink2301.xml"/><Relationship Id="rId134" Type="http://schemas.openxmlformats.org/officeDocument/2006/relationships/image" Target="../media/image1238.png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85.png"/><Relationship Id="rId21" Type="http://schemas.openxmlformats.org/officeDocument/2006/relationships/customXml" Target="../ink/ink2334.xml"/><Relationship Id="rId42" Type="http://schemas.openxmlformats.org/officeDocument/2006/relationships/image" Target="../media/image1093.png"/><Relationship Id="rId47" Type="http://schemas.openxmlformats.org/officeDocument/2006/relationships/customXml" Target="../ink/ink2347.xml"/><Relationship Id="rId63" Type="http://schemas.openxmlformats.org/officeDocument/2006/relationships/customXml" Target="../ink/ink2355.xml"/><Relationship Id="rId68" Type="http://schemas.openxmlformats.org/officeDocument/2006/relationships/image" Target="../media/image1262.png"/><Relationship Id="rId84" Type="http://schemas.openxmlformats.org/officeDocument/2006/relationships/image" Target="../media/image1270.png"/><Relationship Id="rId89" Type="http://schemas.openxmlformats.org/officeDocument/2006/relationships/customXml" Target="../ink/ink2368.xml"/><Relationship Id="rId16" Type="http://schemas.openxmlformats.org/officeDocument/2006/relationships/image" Target="../media/image1080.png"/><Relationship Id="rId107" Type="http://schemas.openxmlformats.org/officeDocument/2006/relationships/customXml" Target="../ink/ink2377.xml"/><Relationship Id="rId11" Type="http://schemas.openxmlformats.org/officeDocument/2006/relationships/customXml" Target="../ink/ink2329.xml"/><Relationship Id="rId32" Type="http://schemas.openxmlformats.org/officeDocument/2006/relationships/image" Target="../media/image1088.png"/><Relationship Id="rId37" Type="http://schemas.openxmlformats.org/officeDocument/2006/relationships/customXml" Target="../ink/ink2342.xml"/><Relationship Id="rId53" Type="http://schemas.openxmlformats.org/officeDocument/2006/relationships/customXml" Target="../ink/ink2350.xml"/><Relationship Id="rId58" Type="http://schemas.openxmlformats.org/officeDocument/2006/relationships/image" Target="../media/image1257.png"/><Relationship Id="rId74" Type="http://schemas.openxmlformats.org/officeDocument/2006/relationships/image" Target="../media/image1265.png"/><Relationship Id="rId79" Type="http://schemas.openxmlformats.org/officeDocument/2006/relationships/customXml" Target="../ink/ink2363.xml"/><Relationship Id="rId102" Type="http://schemas.openxmlformats.org/officeDocument/2006/relationships/image" Target="../media/image1279.png"/><Relationship Id="rId5" Type="http://schemas.openxmlformats.org/officeDocument/2006/relationships/customXml" Target="../ink/ink2326.xml"/><Relationship Id="rId90" Type="http://schemas.openxmlformats.org/officeDocument/2006/relationships/image" Target="../media/image1273.png"/><Relationship Id="rId95" Type="http://schemas.openxmlformats.org/officeDocument/2006/relationships/customXml" Target="../ink/ink2371.xml"/><Relationship Id="rId22" Type="http://schemas.openxmlformats.org/officeDocument/2006/relationships/image" Target="../media/image1083.png"/><Relationship Id="rId27" Type="http://schemas.openxmlformats.org/officeDocument/2006/relationships/customXml" Target="../ink/ink2337.xml"/><Relationship Id="rId43" Type="http://schemas.openxmlformats.org/officeDocument/2006/relationships/customXml" Target="../ink/ink2345.xml"/><Relationship Id="rId48" Type="http://schemas.openxmlformats.org/officeDocument/2006/relationships/image" Target="../media/image1252.png"/><Relationship Id="rId64" Type="http://schemas.openxmlformats.org/officeDocument/2006/relationships/image" Target="../media/image1260.png"/><Relationship Id="rId69" Type="http://schemas.openxmlformats.org/officeDocument/2006/relationships/customXml" Target="../ink/ink2358.xml"/><Relationship Id="rId80" Type="http://schemas.openxmlformats.org/officeDocument/2006/relationships/image" Target="../media/image1268.png"/><Relationship Id="rId85" Type="http://schemas.openxmlformats.org/officeDocument/2006/relationships/customXml" Target="../ink/ink2366.xml"/><Relationship Id="rId12" Type="http://schemas.openxmlformats.org/officeDocument/2006/relationships/image" Target="../media/image1078.png"/><Relationship Id="rId17" Type="http://schemas.openxmlformats.org/officeDocument/2006/relationships/customXml" Target="../ink/ink2332.xml"/><Relationship Id="rId33" Type="http://schemas.openxmlformats.org/officeDocument/2006/relationships/customXml" Target="../ink/ink2340.xml"/><Relationship Id="rId38" Type="http://schemas.openxmlformats.org/officeDocument/2006/relationships/image" Target="../media/image1091.png"/><Relationship Id="rId59" Type="http://schemas.openxmlformats.org/officeDocument/2006/relationships/customXml" Target="../ink/ink2353.xml"/><Relationship Id="rId103" Type="http://schemas.openxmlformats.org/officeDocument/2006/relationships/customXml" Target="../ink/ink2375.xml"/><Relationship Id="rId108" Type="http://schemas.openxmlformats.org/officeDocument/2006/relationships/image" Target="../media/image1282.png"/><Relationship Id="rId20" Type="http://schemas.openxmlformats.org/officeDocument/2006/relationships/image" Target="../media/image1082.png"/><Relationship Id="rId41" Type="http://schemas.openxmlformats.org/officeDocument/2006/relationships/customXml" Target="../ink/ink2344.xml"/><Relationship Id="rId54" Type="http://schemas.openxmlformats.org/officeDocument/2006/relationships/image" Target="../media/image1255.png"/><Relationship Id="rId62" Type="http://schemas.openxmlformats.org/officeDocument/2006/relationships/image" Target="../media/image1259.png"/><Relationship Id="rId70" Type="http://schemas.openxmlformats.org/officeDocument/2006/relationships/image" Target="../media/image1263.png"/><Relationship Id="rId75" Type="http://schemas.openxmlformats.org/officeDocument/2006/relationships/customXml" Target="../ink/ink2361.xml"/><Relationship Id="rId83" Type="http://schemas.openxmlformats.org/officeDocument/2006/relationships/customXml" Target="../ink/ink2365.xml"/><Relationship Id="rId88" Type="http://schemas.openxmlformats.org/officeDocument/2006/relationships/image" Target="../media/image1272.png"/><Relationship Id="rId91" Type="http://schemas.openxmlformats.org/officeDocument/2006/relationships/customXml" Target="../ink/ink2369.xml"/><Relationship Id="rId96" Type="http://schemas.openxmlformats.org/officeDocument/2006/relationships/image" Target="../media/image12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5.png"/><Relationship Id="rId15" Type="http://schemas.openxmlformats.org/officeDocument/2006/relationships/customXml" Target="../ink/ink2331.xml"/><Relationship Id="rId23" Type="http://schemas.openxmlformats.org/officeDocument/2006/relationships/customXml" Target="../ink/ink2335.xml"/><Relationship Id="rId28" Type="http://schemas.openxmlformats.org/officeDocument/2006/relationships/image" Target="../media/image1086.png"/><Relationship Id="rId36" Type="http://schemas.openxmlformats.org/officeDocument/2006/relationships/image" Target="../media/image1090.png"/><Relationship Id="rId49" Type="http://schemas.openxmlformats.org/officeDocument/2006/relationships/customXml" Target="../ink/ink2348.xml"/><Relationship Id="rId57" Type="http://schemas.openxmlformats.org/officeDocument/2006/relationships/customXml" Target="../ink/ink2352.xml"/><Relationship Id="rId106" Type="http://schemas.openxmlformats.org/officeDocument/2006/relationships/image" Target="../media/image1281.png"/><Relationship Id="rId10" Type="http://schemas.openxmlformats.org/officeDocument/2006/relationships/image" Target="../media/image1077.png"/><Relationship Id="rId31" Type="http://schemas.openxmlformats.org/officeDocument/2006/relationships/customXml" Target="../ink/ink2339.xml"/><Relationship Id="rId44" Type="http://schemas.openxmlformats.org/officeDocument/2006/relationships/image" Target="../media/image1148.png"/><Relationship Id="rId52" Type="http://schemas.openxmlformats.org/officeDocument/2006/relationships/image" Target="../media/image1254.png"/><Relationship Id="rId60" Type="http://schemas.openxmlformats.org/officeDocument/2006/relationships/image" Target="../media/image1258.png"/><Relationship Id="rId65" Type="http://schemas.openxmlformats.org/officeDocument/2006/relationships/customXml" Target="../ink/ink2356.xml"/><Relationship Id="rId73" Type="http://schemas.openxmlformats.org/officeDocument/2006/relationships/customXml" Target="../ink/ink2360.xml"/><Relationship Id="rId78" Type="http://schemas.openxmlformats.org/officeDocument/2006/relationships/image" Target="../media/image1267.png"/><Relationship Id="rId81" Type="http://schemas.openxmlformats.org/officeDocument/2006/relationships/customXml" Target="../ink/ink2364.xml"/><Relationship Id="rId86" Type="http://schemas.openxmlformats.org/officeDocument/2006/relationships/image" Target="../media/image1271.png"/><Relationship Id="rId94" Type="http://schemas.openxmlformats.org/officeDocument/2006/relationships/image" Target="../media/image1275.png"/><Relationship Id="rId99" Type="http://schemas.openxmlformats.org/officeDocument/2006/relationships/customXml" Target="../ink/ink2373.xml"/><Relationship Id="rId101" Type="http://schemas.openxmlformats.org/officeDocument/2006/relationships/customXml" Target="../ink/ink2374.xml"/><Relationship Id="rId4" Type="http://schemas.openxmlformats.org/officeDocument/2006/relationships/image" Target="../media/image1074.png"/><Relationship Id="rId9" Type="http://schemas.openxmlformats.org/officeDocument/2006/relationships/customXml" Target="../ink/ink2328.xml"/><Relationship Id="rId13" Type="http://schemas.openxmlformats.org/officeDocument/2006/relationships/customXml" Target="../ink/ink2330.xml"/><Relationship Id="rId18" Type="http://schemas.openxmlformats.org/officeDocument/2006/relationships/image" Target="../media/image1081.png"/><Relationship Id="rId39" Type="http://schemas.openxmlformats.org/officeDocument/2006/relationships/customXml" Target="../ink/ink2343.xml"/><Relationship Id="rId34" Type="http://schemas.openxmlformats.org/officeDocument/2006/relationships/image" Target="../media/image1089.png"/><Relationship Id="rId50" Type="http://schemas.openxmlformats.org/officeDocument/2006/relationships/image" Target="../media/image1253.png"/><Relationship Id="rId55" Type="http://schemas.openxmlformats.org/officeDocument/2006/relationships/customXml" Target="../ink/ink2351.xml"/><Relationship Id="rId76" Type="http://schemas.openxmlformats.org/officeDocument/2006/relationships/image" Target="../media/image1266.png"/><Relationship Id="rId97" Type="http://schemas.openxmlformats.org/officeDocument/2006/relationships/customXml" Target="../ink/ink2372.xml"/><Relationship Id="rId104" Type="http://schemas.openxmlformats.org/officeDocument/2006/relationships/image" Target="../media/image1280.png"/><Relationship Id="rId7" Type="http://schemas.openxmlformats.org/officeDocument/2006/relationships/customXml" Target="../ink/ink2327.xml"/><Relationship Id="rId71" Type="http://schemas.openxmlformats.org/officeDocument/2006/relationships/customXml" Target="../ink/ink2359.xml"/><Relationship Id="rId92" Type="http://schemas.openxmlformats.org/officeDocument/2006/relationships/image" Target="../media/image1274.png"/><Relationship Id="rId2" Type="http://schemas.openxmlformats.org/officeDocument/2006/relationships/image" Target="../media/image1.png"/><Relationship Id="rId29" Type="http://schemas.openxmlformats.org/officeDocument/2006/relationships/customXml" Target="../ink/ink2338.xml"/><Relationship Id="rId24" Type="http://schemas.openxmlformats.org/officeDocument/2006/relationships/image" Target="../media/image1084.png"/><Relationship Id="rId40" Type="http://schemas.openxmlformats.org/officeDocument/2006/relationships/image" Target="../media/image1092.png"/><Relationship Id="rId45" Type="http://schemas.openxmlformats.org/officeDocument/2006/relationships/customXml" Target="../ink/ink2346.xml"/><Relationship Id="rId66" Type="http://schemas.openxmlformats.org/officeDocument/2006/relationships/image" Target="../media/image1261.png"/><Relationship Id="rId87" Type="http://schemas.openxmlformats.org/officeDocument/2006/relationships/customXml" Target="../ink/ink2367.xml"/><Relationship Id="rId61" Type="http://schemas.openxmlformats.org/officeDocument/2006/relationships/customXml" Target="../ink/ink2354.xml"/><Relationship Id="rId82" Type="http://schemas.openxmlformats.org/officeDocument/2006/relationships/image" Target="../media/image1269.png"/><Relationship Id="rId19" Type="http://schemas.openxmlformats.org/officeDocument/2006/relationships/customXml" Target="../ink/ink2333.xml"/><Relationship Id="rId14" Type="http://schemas.openxmlformats.org/officeDocument/2006/relationships/image" Target="../media/image1079.png"/><Relationship Id="rId30" Type="http://schemas.openxmlformats.org/officeDocument/2006/relationships/image" Target="../media/image1087.png"/><Relationship Id="rId35" Type="http://schemas.openxmlformats.org/officeDocument/2006/relationships/customXml" Target="../ink/ink2341.xml"/><Relationship Id="rId56" Type="http://schemas.openxmlformats.org/officeDocument/2006/relationships/image" Target="../media/image1256.png"/><Relationship Id="rId77" Type="http://schemas.openxmlformats.org/officeDocument/2006/relationships/customXml" Target="../ink/ink2362.xml"/><Relationship Id="rId100" Type="http://schemas.openxmlformats.org/officeDocument/2006/relationships/image" Target="../media/image1278.png"/><Relationship Id="rId105" Type="http://schemas.openxmlformats.org/officeDocument/2006/relationships/customXml" Target="../ink/ink2376.xml"/><Relationship Id="rId8" Type="http://schemas.openxmlformats.org/officeDocument/2006/relationships/image" Target="../media/image1076.png"/><Relationship Id="rId51" Type="http://schemas.openxmlformats.org/officeDocument/2006/relationships/customXml" Target="../ink/ink2349.xml"/><Relationship Id="rId72" Type="http://schemas.openxmlformats.org/officeDocument/2006/relationships/image" Target="../media/image1264.png"/><Relationship Id="rId93" Type="http://schemas.openxmlformats.org/officeDocument/2006/relationships/customXml" Target="../ink/ink2370.xml"/><Relationship Id="rId98" Type="http://schemas.openxmlformats.org/officeDocument/2006/relationships/image" Target="../media/image1277.png"/><Relationship Id="rId3" Type="http://schemas.openxmlformats.org/officeDocument/2006/relationships/customXml" Target="../ink/ink2325.xml"/><Relationship Id="rId25" Type="http://schemas.openxmlformats.org/officeDocument/2006/relationships/customXml" Target="../ink/ink2336.xml"/><Relationship Id="rId46" Type="http://schemas.openxmlformats.org/officeDocument/2006/relationships/image" Target="../media/image1168.png"/><Relationship Id="rId67" Type="http://schemas.openxmlformats.org/officeDocument/2006/relationships/customXml" Target="../ink/ink2357.xml"/></Relationships>
</file>

<file path=ppt/slides/_rels/slide3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72.png"/><Relationship Id="rId21" Type="http://schemas.openxmlformats.org/officeDocument/2006/relationships/customXml" Target="../ink/ink2387.xml"/><Relationship Id="rId42" Type="http://schemas.openxmlformats.org/officeDocument/2006/relationships/image" Target="../media/image1280.png"/><Relationship Id="rId47" Type="http://schemas.openxmlformats.org/officeDocument/2006/relationships/customXml" Target="../ink/ink2400.xml"/><Relationship Id="rId63" Type="http://schemas.openxmlformats.org/officeDocument/2006/relationships/customXml" Target="../ink/ink2408.xml"/><Relationship Id="rId68" Type="http://schemas.openxmlformats.org/officeDocument/2006/relationships/image" Target="../media/image1293.png"/><Relationship Id="rId7" Type="http://schemas.openxmlformats.org/officeDocument/2006/relationships/customXml" Target="../ink/ink2380.xml"/><Relationship Id="rId71" Type="http://schemas.openxmlformats.org/officeDocument/2006/relationships/customXml" Target="../ink/ink2412.xml"/><Relationship Id="rId2" Type="http://schemas.openxmlformats.org/officeDocument/2006/relationships/image" Target="../media/image1.png"/><Relationship Id="rId16" Type="http://schemas.openxmlformats.org/officeDocument/2006/relationships/image" Target="../media/image1267.png"/><Relationship Id="rId29" Type="http://schemas.openxmlformats.org/officeDocument/2006/relationships/customXml" Target="../ink/ink2391.xml"/><Relationship Id="rId11" Type="http://schemas.openxmlformats.org/officeDocument/2006/relationships/customXml" Target="../ink/ink2382.xml"/><Relationship Id="rId24" Type="http://schemas.openxmlformats.org/officeDocument/2006/relationships/image" Target="../media/image1271.png"/><Relationship Id="rId32" Type="http://schemas.openxmlformats.org/officeDocument/2006/relationships/image" Target="../media/image1275.png"/><Relationship Id="rId37" Type="http://schemas.openxmlformats.org/officeDocument/2006/relationships/customXml" Target="../ink/ink2395.xml"/><Relationship Id="rId40" Type="http://schemas.openxmlformats.org/officeDocument/2006/relationships/image" Target="../media/image1279.png"/><Relationship Id="rId45" Type="http://schemas.openxmlformats.org/officeDocument/2006/relationships/customXml" Target="../ink/ink2399.xml"/><Relationship Id="rId53" Type="http://schemas.openxmlformats.org/officeDocument/2006/relationships/customXml" Target="../ink/ink2403.xml"/><Relationship Id="rId58" Type="http://schemas.openxmlformats.org/officeDocument/2006/relationships/image" Target="../media/image1288.png"/><Relationship Id="rId66" Type="http://schemas.openxmlformats.org/officeDocument/2006/relationships/image" Target="../media/image1292.png"/><Relationship Id="rId5" Type="http://schemas.openxmlformats.org/officeDocument/2006/relationships/customXml" Target="../ink/ink2379.xml"/><Relationship Id="rId61" Type="http://schemas.openxmlformats.org/officeDocument/2006/relationships/customXml" Target="../ink/ink2407.xml"/><Relationship Id="rId19" Type="http://schemas.openxmlformats.org/officeDocument/2006/relationships/customXml" Target="../ink/ink2386.xml"/><Relationship Id="rId14" Type="http://schemas.openxmlformats.org/officeDocument/2006/relationships/image" Target="../media/image1266.png"/><Relationship Id="rId22" Type="http://schemas.openxmlformats.org/officeDocument/2006/relationships/image" Target="../media/image1270.png"/><Relationship Id="rId27" Type="http://schemas.openxmlformats.org/officeDocument/2006/relationships/customXml" Target="../ink/ink2390.xml"/><Relationship Id="rId30" Type="http://schemas.openxmlformats.org/officeDocument/2006/relationships/image" Target="../media/image1274.png"/><Relationship Id="rId35" Type="http://schemas.openxmlformats.org/officeDocument/2006/relationships/customXml" Target="../ink/ink2394.xml"/><Relationship Id="rId43" Type="http://schemas.openxmlformats.org/officeDocument/2006/relationships/customXml" Target="../ink/ink2398.xml"/><Relationship Id="rId48" Type="http://schemas.openxmlformats.org/officeDocument/2006/relationships/image" Target="../media/image1283.png"/><Relationship Id="rId56" Type="http://schemas.openxmlformats.org/officeDocument/2006/relationships/image" Target="../media/image1287.png"/><Relationship Id="rId64" Type="http://schemas.openxmlformats.org/officeDocument/2006/relationships/image" Target="../media/image1291.png"/><Relationship Id="rId69" Type="http://schemas.openxmlformats.org/officeDocument/2006/relationships/customXml" Target="../ink/ink2411.xml"/><Relationship Id="rId8" Type="http://schemas.openxmlformats.org/officeDocument/2006/relationships/image" Target="../media/image1252.png"/><Relationship Id="rId51" Type="http://schemas.openxmlformats.org/officeDocument/2006/relationships/customXml" Target="../ink/ink2402.xml"/><Relationship Id="rId72" Type="http://schemas.openxmlformats.org/officeDocument/2006/relationships/image" Target="../media/image1295.png"/><Relationship Id="rId3" Type="http://schemas.openxmlformats.org/officeDocument/2006/relationships/customXml" Target="../ink/ink2378.xml"/><Relationship Id="rId12" Type="http://schemas.openxmlformats.org/officeDocument/2006/relationships/image" Target="../media/image1254.png"/><Relationship Id="rId17" Type="http://schemas.openxmlformats.org/officeDocument/2006/relationships/customXml" Target="../ink/ink2385.xml"/><Relationship Id="rId25" Type="http://schemas.openxmlformats.org/officeDocument/2006/relationships/customXml" Target="../ink/ink2389.xml"/><Relationship Id="rId33" Type="http://schemas.openxmlformats.org/officeDocument/2006/relationships/customXml" Target="../ink/ink2393.xml"/><Relationship Id="rId38" Type="http://schemas.openxmlformats.org/officeDocument/2006/relationships/image" Target="../media/image1278.png"/><Relationship Id="rId46" Type="http://schemas.openxmlformats.org/officeDocument/2006/relationships/image" Target="../media/image1282.png"/><Relationship Id="rId59" Type="http://schemas.openxmlformats.org/officeDocument/2006/relationships/customXml" Target="../ink/ink2406.xml"/><Relationship Id="rId67" Type="http://schemas.openxmlformats.org/officeDocument/2006/relationships/customXml" Target="../ink/ink2410.xml"/><Relationship Id="rId20" Type="http://schemas.openxmlformats.org/officeDocument/2006/relationships/image" Target="../media/image1269.png"/><Relationship Id="rId41" Type="http://schemas.openxmlformats.org/officeDocument/2006/relationships/customXml" Target="../ink/ink2397.xml"/><Relationship Id="rId54" Type="http://schemas.openxmlformats.org/officeDocument/2006/relationships/image" Target="../media/image1286.png"/><Relationship Id="rId62" Type="http://schemas.openxmlformats.org/officeDocument/2006/relationships/image" Target="../media/image1290.png"/><Relationship Id="rId70" Type="http://schemas.openxmlformats.org/officeDocument/2006/relationships/image" Target="../media/image12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8.png"/><Relationship Id="rId15" Type="http://schemas.openxmlformats.org/officeDocument/2006/relationships/customXml" Target="../ink/ink2384.xml"/><Relationship Id="rId23" Type="http://schemas.openxmlformats.org/officeDocument/2006/relationships/customXml" Target="../ink/ink2388.xml"/><Relationship Id="rId28" Type="http://schemas.openxmlformats.org/officeDocument/2006/relationships/image" Target="../media/image1273.png"/><Relationship Id="rId36" Type="http://schemas.openxmlformats.org/officeDocument/2006/relationships/image" Target="../media/image1277.png"/><Relationship Id="rId49" Type="http://schemas.openxmlformats.org/officeDocument/2006/relationships/customXml" Target="../ink/ink2401.xml"/><Relationship Id="rId57" Type="http://schemas.openxmlformats.org/officeDocument/2006/relationships/customXml" Target="../ink/ink2405.xml"/><Relationship Id="rId10" Type="http://schemas.openxmlformats.org/officeDocument/2006/relationships/image" Target="../media/image1253.png"/><Relationship Id="rId31" Type="http://schemas.openxmlformats.org/officeDocument/2006/relationships/customXml" Target="../ink/ink2392.xml"/><Relationship Id="rId44" Type="http://schemas.openxmlformats.org/officeDocument/2006/relationships/image" Target="../media/image1281.png"/><Relationship Id="rId52" Type="http://schemas.openxmlformats.org/officeDocument/2006/relationships/image" Target="../media/image1285.png"/><Relationship Id="rId60" Type="http://schemas.openxmlformats.org/officeDocument/2006/relationships/image" Target="../media/image1289.png"/><Relationship Id="rId65" Type="http://schemas.openxmlformats.org/officeDocument/2006/relationships/customXml" Target="../ink/ink2409.xml"/><Relationship Id="rId4" Type="http://schemas.openxmlformats.org/officeDocument/2006/relationships/image" Target="../media/image1148.png"/><Relationship Id="rId9" Type="http://schemas.openxmlformats.org/officeDocument/2006/relationships/customXml" Target="../ink/ink2381.xml"/><Relationship Id="rId13" Type="http://schemas.openxmlformats.org/officeDocument/2006/relationships/customXml" Target="../ink/ink2383.xml"/><Relationship Id="rId18" Type="http://schemas.openxmlformats.org/officeDocument/2006/relationships/image" Target="../media/image1268.png"/><Relationship Id="rId39" Type="http://schemas.openxmlformats.org/officeDocument/2006/relationships/customXml" Target="../ink/ink2396.xml"/><Relationship Id="rId34" Type="http://schemas.openxmlformats.org/officeDocument/2006/relationships/image" Target="../media/image1276.png"/><Relationship Id="rId50" Type="http://schemas.openxmlformats.org/officeDocument/2006/relationships/image" Target="../media/image1284.png"/><Relationship Id="rId55" Type="http://schemas.openxmlformats.org/officeDocument/2006/relationships/customXml" Target="../ink/ink2404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418.xml"/><Relationship Id="rId18" Type="http://schemas.openxmlformats.org/officeDocument/2006/relationships/image" Target="../media/image1303.png"/><Relationship Id="rId26" Type="http://schemas.openxmlformats.org/officeDocument/2006/relationships/image" Target="../media/image1307.png"/><Relationship Id="rId39" Type="http://schemas.openxmlformats.org/officeDocument/2006/relationships/customXml" Target="../ink/ink2431.xml"/><Relationship Id="rId21" Type="http://schemas.openxmlformats.org/officeDocument/2006/relationships/customXml" Target="../ink/ink2422.xml"/><Relationship Id="rId34" Type="http://schemas.openxmlformats.org/officeDocument/2006/relationships/image" Target="../media/image1311.png"/><Relationship Id="rId42" Type="http://schemas.openxmlformats.org/officeDocument/2006/relationships/image" Target="../media/image1315.png"/><Relationship Id="rId7" Type="http://schemas.openxmlformats.org/officeDocument/2006/relationships/customXml" Target="../ink/ink2415.xml"/><Relationship Id="rId2" Type="http://schemas.openxmlformats.org/officeDocument/2006/relationships/image" Target="../media/image1.png"/><Relationship Id="rId16" Type="http://schemas.openxmlformats.org/officeDocument/2006/relationships/image" Target="../media/image1302.png"/><Relationship Id="rId20" Type="http://schemas.openxmlformats.org/officeDocument/2006/relationships/image" Target="../media/image1304.png"/><Relationship Id="rId29" Type="http://schemas.openxmlformats.org/officeDocument/2006/relationships/customXml" Target="../ink/ink2426.xml"/><Relationship Id="rId41" Type="http://schemas.openxmlformats.org/officeDocument/2006/relationships/customXml" Target="../ink/ink24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7.png"/><Relationship Id="rId11" Type="http://schemas.openxmlformats.org/officeDocument/2006/relationships/customXml" Target="../ink/ink2417.xml"/><Relationship Id="rId24" Type="http://schemas.openxmlformats.org/officeDocument/2006/relationships/image" Target="../media/image1306.png"/><Relationship Id="rId32" Type="http://schemas.openxmlformats.org/officeDocument/2006/relationships/image" Target="../media/image1310.png"/><Relationship Id="rId37" Type="http://schemas.openxmlformats.org/officeDocument/2006/relationships/customXml" Target="../ink/ink2430.xml"/><Relationship Id="rId40" Type="http://schemas.openxmlformats.org/officeDocument/2006/relationships/image" Target="../media/image1314.png"/><Relationship Id="rId5" Type="http://schemas.openxmlformats.org/officeDocument/2006/relationships/customXml" Target="../ink/ink2414.xml"/><Relationship Id="rId15" Type="http://schemas.openxmlformats.org/officeDocument/2006/relationships/customXml" Target="../ink/ink2419.xml"/><Relationship Id="rId23" Type="http://schemas.openxmlformats.org/officeDocument/2006/relationships/customXml" Target="../ink/ink2423.xml"/><Relationship Id="rId28" Type="http://schemas.openxmlformats.org/officeDocument/2006/relationships/image" Target="../media/image1308.png"/><Relationship Id="rId36" Type="http://schemas.openxmlformats.org/officeDocument/2006/relationships/image" Target="../media/image1312.png"/><Relationship Id="rId10" Type="http://schemas.openxmlformats.org/officeDocument/2006/relationships/image" Target="../media/image1299.png"/><Relationship Id="rId19" Type="http://schemas.openxmlformats.org/officeDocument/2006/relationships/customXml" Target="../ink/ink2421.xml"/><Relationship Id="rId31" Type="http://schemas.openxmlformats.org/officeDocument/2006/relationships/customXml" Target="../ink/ink2427.xml"/><Relationship Id="rId44" Type="http://schemas.openxmlformats.org/officeDocument/2006/relationships/image" Target="../media/image1316.png"/><Relationship Id="rId4" Type="http://schemas.openxmlformats.org/officeDocument/2006/relationships/image" Target="../media/image1296.png"/><Relationship Id="rId9" Type="http://schemas.openxmlformats.org/officeDocument/2006/relationships/customXml" Target="../ink/ink2416.xml"/><Relationship Id="rId14" Type="http://schemas.openxmlformats.org/officeDocument/2006/relationships/image" Target="../media/image1301.png"/><Relationship Id="rId22" Type="http://schemas.openxmlformats.org/officeDocument/2006/relationships/image" Target="../media/image1305.png"/><Relationship Id="rId27" Type="http://schemas.openxmlformats.org/officeDocument/2006/relationships/customXml" Target="../ink/ink2425.xml"/><Relationship Id="rId30" Type="http://schemas.openxmlformats.org/officeDocument/2006/relationships/image" Target="../media/image1309.png"/><Relationship Id="rId35" Type="http://schemas.openxmlformats.org/officeDocument/2006/relationships/customXml" Target="../ink/ink2429.xml"/><Relationship Id="rId43" Type="http://schemas.openxmlformats.org/officeDocument/2006/relationships/customXml" Target="../ink/ink2433.xml"/><Relationship Id="rId8" Type="http://schemas.openxmlformats.org/officeDocument/2006/relationships/image" Target="../media/image1298.png"/><Relationship Id="rId3" Type="http://schemas.openxmlformats.org/officeDocument/2006/relationships/customXml" Target="../ink/ink2413.xml"/><Relationship Id="rId12" Type="http://schemas.openxmlformats.org/officeDocument/2006/relationships/image" Target="../media/image1300.png"/><Relationship Id="rId17" Type="http://schemas.openxmlformats.org/officeDocument/2006/relationships/customXml" Target="../ink/ink2420.xml"/><Relationship Id="rId25" Type="http://schemas.openxmlformats.org/officeDocument/2006/relationships/customXml" Target="../ink/ink2424.xml"/><Relationship Id="rId33" Type="http://schemas.openxmlformats.org/officeDocument/2006/relationships/customXml" Target="../ink/ink2428.xml"/><Relationship Id="rId38" Type="http://schemas.openxmlformats.org/officeDocument/2006/relationships/image" Target="../media/image1313.png"/></Relationships>
</file>

<file path=ppt/slides/_rels/slide3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28.png"/><Relationship Id="rId21" Type="http://schemas.openxmlformats.org/officeDocument/2006/relationships/customXml" Target="../ink/ink2443.xml"/><Relationship Id="rId42" Type="http://schemas.openxmlformats.org/officeDocument/2006/relationships/image" Target="../media/image1336.png"/><Relationship Id="rId47" Type="http://schemas.openxmlformats.org/officeDocument/2006/relationships/customXml" Target="../ink/ink2456.xml"/><Relationship Id="rId63" Type="http://schemas.openxmlformats.org/officeDocument/2006/relationships/customXml" Target="../ink/ink2464.xml"/><Relationship Id="rId68" Type="http://schemas.openxmlformats.org/officeDocument/2006/relationships/image" Target="../media/image1349.png"/><Relationship Id="rId84" Type="http://schemas.openxmlformats.org/officeDocument/2006/relationships/image" Target="../media/image1357.png"/><Relationship Id="rId89" Type="http://schemas.openxmlformats.org/officeDocument/2006/relationships/customXml" Target="../ink/ink2477.xml"/><Relationship Id="rId16" Type="http://schemas.openxmlformats.org/officeDocument/2006/relationships/image" Target="../media/image1323.png"/><Relationship Id="rId11" Type="http://schemas.openxmlformats.org/officeDocument/2006/relationships/customXml" Target="../ink/ink2438.xml"/><Relationship Id="rId32" Type="http://schemas.openxmlformats.org/officeDocument/2006/relationships/image" Target="../media/image1331.png"/><Relationship Id="rId37" Type="http://schemas.openxmlformats.org/officeDocument/2006/relationships/customXml" Target="../ink/ink2451.xml"/><Relationship Id="rId53" Type="http://schemas.openxmlformats.org/officeDocument/2006/relationships/customXml" Target="../ink/ink2459.xml"/><Relationship Id="rId58" Type="http://schemas.openxmlformats.org/officeDocument/2006/relationships/image" Target="../media/image1344.png"/><Relationship Id="rId74" Type="http://schemas.openxmlformats.org/officeDocument/2006/relationships/image" Target="../media/image1352.png"/><Relationship Id="rId79" Type="http://schemas.openxmlformats.org/officeDocument/2006/relationships/customXml" Target="../ink/ink2472.xml"/><Relationship Id="rId5" Type="http://schemas.openxmlformats.org/officeDocument/2006/relationships/customXml" Target="../ink/ink2435.xml"/><Relationship Id="rId90" Type="http://schemas.openxmlformats.org/officeDocument/2006/relationships/image" Target="../media/image1360.png"/><Relationship Id="rId95" Type="http://schemas.openxmlformats.org/officeDocument/2006/relationships/customXml" Target="../ink/ink2480.xml"/><Relationship Id="rId22" Type="http://schemas.openxmlformats.org/officeDocument/2006/relationships/image" Target="../media/image1326.png"/><Relationship Id="rId27" Type="http://schemas.openxmlformats.org/officeDocument/2006/relationships/customXml" Target="../ink/ink2446.xml"/><Relationship Id="rId43" Type="http://schemas.openxmlformats.org/officeDocument/2006/relationships/customXml" Target="../ink/ink2454.xml"/><Relationship Id="rId48" Type="http://schemas.openxmlformats.org/officeDocument/2006/relationships/image" Target="../media/image1339.png"/><Relationship Id="rId64" Type="http://schemas.openxmlformats.org/officeDocument/2006/relationships/image" Target="../media/image1347.png"/><Relationship Id="rId69" Type="http://schemas.openxmlformats.org/officeDocument/2006/relationships/customXml" Target="../ink/ink2467.xml"/><Relationship Id="rId80" Type="http://schemas.openxmlformats.org/officeDocument/2006/relationships/image" Target="../media/image1355.png"/><Relationship Id="rId85" Type="http://schemas.openxmlformats.org/officeDocument/2006/relationships/customXml" Target="../ink/ink2475.xml"/><Relationship Id="rId3" Type="http://schemas.openxmlformats.org/officeDocument/2006/relationships/customXml" Target="../ink/ink2434.xml"/><Relationship Id="rId12" Type="http://schemas.openxmlformats.org/officeDocument/2006/relationships/image" Target="../media/image1321.png"/><Relationship Id="rId17" Type="http://schemas.openxmlformats.org/officeDocument/2006/relationships/customXml" Target="../ink/ink2441.xml"/><Relationship Id="rId25" Type="http://schemas.openxmlformats.org/officeDocument/2006/relationships/customXml" Target="../ink/ink2445.xml"/><Relationship Id="rId33" Type="http://schemas.openxmlformats.org/officeDocument/2006/relationships/customXml" Target="../ink/ink2449.xml"/><Relationship Id="rId38" Type="http://schemas.openxmlformats.org/officeDocument/2006/relationships/image" Target="../media/image1334.png"/><Relationship Id="rId46" Type="http://schemas.openxmlformats.org/officeDocument/2006/relationships/image" Target="../media/image1338.png"/><Relationship Id="rId59" Type="http://schemas.openxmlformats.org/officeDocument/2006/relationships/customXml" Target="../ink/ink2462.xml"/><Relationship Id="rId67" Type="http://schemas.openxmlformats.org/officeDocument/2006/relationships/customXml" Target="../ink/ink2466.xml"/><Relationship Id="rId20" Type="http://schemas.openxmlformats.org/officeDocument/2006/relationships/image" Target="../media/image1325.png"/><Relationship Id="rId41" Type="http://schemas.openxmlformats.org/officeDocument/2006/relationships/customXml" Target="../ink/ink2453.xml"/><Relationship Id="rId54" Type="http://schemas.openxmlformats.org/officeDocument/2006/relationships/image" Target="../media/image1342.png"/><Relationship Id="rId62" Type="http://schemas.openxmlformats.org/officeDocument/2006/relationships/image" Target="../media/image1346.png"/><Relationship Id="rId70" Type="http://schemas.openxmlformats.org/officeDocument/2006/relationships/image" Target="../media/image1350.png"/><Relationship Id="rId75" Type="http://schemas.openxmlformats.org/officeDocument/2006/relationships/customXml" Target="../ink/ink2470.xml"/><Relationship Id="rId83" Type="http://schemas.openxmlformats.org/officeDocument/2006/relationships/customXml" Target="../ink/ink2474.xml"/><Relationship Id="rId88" Type="http://schemas.openxmlformats.org/officeDocument/2006/relationships/image" Target="../media/image1359.png"/><Relationship Id="rId91" Type="http://schemas.openxmlformats.org/officeDocument/2006/relationships/customXml" Target="../ink/ink2478.xml"/><Relationship Id="rId96" Type="http://schemas.openxmlformats.org/officeDocument/2006/relationships/image" Target="../media/image13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8.png"/><Relationship Id="rId15" Type="http://schemas.openxmlformats.org/officeDocument/2006/relationships/customXml" Target="../ink/ink2440.xml"/><Relationship Id="rId23" Type="http://schemas.openxmlformats.org/officeDocument/2006/relationships/customXml" Target="../ink/ink2444.xml"/><Relationship Id="rId28" Type="http://schemas.openxmlformats.org/officeDocument/2006/relationships/image" Target="../media/image1329.png"/><Relationship Id="rId36" Type="http://schemas.openxmlformats.org/officeDocument/2006/relationships/image" Target="../media/image1333.png"/><Relationship Id="rId49" Type="http://schemas.openxmlformats.org/officeDocument/2006/relationships/customXml" Target="../ink/ink2457.xml"/><Relationship Id="rId57" Type="http://schemas.openxmlformats.org/officeDocument/2006/relationships/customXml" Target="../ink/ink2461.xml"/><Relationship Id="rId10" Type="http://schemas.openxmlformats.org/officeDocument/2006/relationships/image" Target="../media/image1320.png"/><Relationship Id="rId31" Type="http://schemas.openxmlformats.org/officeDocument/2006/relationships/customXml" Target="../ink/ink2448.xml"/><Relationship Id="rId44" Type="http://schemas.openxmlformats.org/officeDocument/2006/relationships/image" Target="../media/image1337.png"/><Relationship Id="rId52" Type="http://schemas.openxmlformats.org/officeDocument/2006/relationships/image" Target="../media/image1341.png"/><Relationship Id="rId60" Type="http://schemas.openxmlformats.org/officeDocument/2006/relationships/image" Target="../media/image1345.png"/><Relationship Id="rId65" Type="http://schemas.openxmlformats.org/officeDocument/2006/relationships/customXml" Target="../ink/ink2465.xml"/><Relationship Id="rId73" Type="http://schemas.openxmlformats.org/officeDocument/2006/relationships/customXml" Target="../ink/ink2469.xml"/><Relationship Id="rId78" Type="http://schemas.openxmlformats.org/officeDocument/2006/relationships/image" Target="../media/image1354.png"/><Relationship Id="rId81" Type="http://schemas.openxmlformats.org/officeDocument/2006/relationships/customXml" Target="../ink/ink2473.xml"/><Relationship Id="rId86" Type="http://schemas.openxmlformats.org/officeDocument/2006/relationships/image" Target="../media/image1358.png"/><Relationship Id="rId94" Type="http://schemas.openxmlformats.org/officeDocument/2006/relationships/image" Target="../media/image1362.png"/><Relationship Id="rId99" Type="http://schemas.openxmlformats.org/officeDocument/2006/relationships/customXml" Target="../ink/ink2482.xml"/><Relationship Id="rId4" Type="http://schemas.openxmlformats.org/officeDocument/2006/relationships/image" Target="../media/image1317.png"/><Relationship Id="rId9" Type="http://schemas.openxmlformats.org/officeDocument/2006/relationships/customXml" Target="../ink/ink2437.xml"/><Relationship Id="rId13" Type="http://schemas.openxmlformats.org/officeDocument/2006/relationships/customXml" Target="../ink/ink2439.xml"/><Relationship Id="rId18" Type="http://schemas.openxmlformats.org/officeDocument/2006/relationships/image" Target="../media/image1324.png"/><Relationship Id="rId39" Type="http://schemas.openxmlformats.org/officeDocument/2006/relationships/customXml" Target="../ink/ink2452.xml"/><Relationship Id="rId34" Type="http://schemas.openxmlformats.org/officeDocument/2006/relationships/image" Target="../media/image1332.png"/><Relationship Id="rId50" Type="http://schemas.openxmlformats.org/officeDocument/2006/relationships/image" Target="../media/image1340.png"/><Relationship Id="rId55" Type="http://schemas.openxmlformats.org/officeDocument/2006/relationships/customXml" Target="../ink/ink2460.xml"/><Relationship Id="rId76" Type="http://schemas.openxmlformats.org/officeDocument/2006/relationships/image" Target="../media/image1353.png"/><Relationship Id="rId97" Type="http://schemas.openxmlformats.org/officeDocument/2006/relationships/customXml" Target="../ink/ink2481.xml"/><Relationship Id="rId7" Type="http://schemas.openxmlformats.org/officeDocument/2006/relationships/customXml" Target="../ink/ink2436.xml"/><Relationship Id="rId71" Type="http://schemas.openxmlformats.org/officeDocument/2006/relationships/customXml" Target="../ink/ink2468.xml"/><Relationship Id="rId92" Type="http://schemas.openxmlformats.org/officeDocument/2006/relationships/image" Target="../media/image1361.png"/><Relationship Id="rId2" Type="http://schemas.openxmlformats.org/officeDocument/2006/relationships/image" Target="../media/image1.png"/><Relationship Id="rId29" Type="http://schemas.openxmlformats.org/officeDocument/2006/relationships/customXml" Target="../ink/ink2447.xml"/><Relationship Id="rId24" Type="http://schemas.openxmlformats.org/officeDocument/2006/relationships/image" Target="../media/image1327.png"/><Relationship Id="rId40" Type="http://schemas.openxmlformats.org/officeDocument/2006/relationships/image" Target="../media/image1335.png"/><Relationship Id="rId45" Type="http://schemas.openxmlformats.org/officeDocument/2006/relationships/customXml" Target="../ink/ink2455.xml"/><Relationship Id="rId66" Type="http://schemas.openxmlformats.org/officeDocument/2006/relationships/image" Target="../media/image1348.png"/><Relationship Id="rId87" Type="http://schemas.openxmlformats.org/officeDocument/2006/relationships/customXml" Target="../ink/ink2476.xml"/><Relationship Id="rId61" Type="http://schemas.openxmlformats.org/officeDocument/2006/relationships/customXml" Target="../ink/ink2463.xml"/><Relationship Id="rId82" Type="http://schemas.openxmlformats.org/officeDocument/2006/relationships/image" Target="../media/image1356.png"/><Relationship Id="rId19" Type="http://schemas.openxmlformats.org/officeDocument/2006/relationships/customXml" Target="../ink/ink2442.xml"/><Relationship Id="rId14" Type="http://schemas.openxmlformats.org/officeDocument/2006/relationships/image" Target="../media/image1322.png"/><Relationship Id="rId30" Type="http://schemas.openxmlformats.org/officeDocument/2006/relationships/image" Target="../media/image1330.png"/><Relationship Id="rId35" Type="http://schemas.openxmlformats.org/officeDocument/2006/relationships/customXml" Target="../ink/ink2450.xml"/><Relationship Id="rId56" Type="http://schemas.openxmlformats.org/officeDocument/2006/relationships/image" Target="../media/image1343.png"/><Relationship Id="rId77" Type="http://schemas.openxmlformats.org/officeDocument/2006/relationships/customXml" Target="../ink/ink2471.xml"/><Relationship Id="rId100" Type="http://schemas.openxmlformats.org/officeDocument/2006/relationships/image" Target="../media/image1365.png"/><Relationship Id="rId8" Type="http://schemas.openxmlformats.org/officeDocument/2006/relationships/image" Target="../media/image1319.png"/><Relationship Id="rId51" Type="http://schemas.openxmlformats.org/officeDocument/2006/relationships/customXml" Target="../ink/ink2458.xml"/><Relationship Id="rId72" Type="http://schemas.openxmlformats.org/officeDocument/2006/relationships/image" Target="../media/image1351.png"/><Relationship Id="rId93" Type="http://schemas.openxmlformats.org/officeDocument/2006/relationships/customXml" Target="../ink/ink2479.xml"/><Relationship Id="rId98" Type="http://schemas.openxmlformats.org/officeDocument/2006/relationships/image" Target="../media/image136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8.png"/><Relationship Id="rId13" Type="http://schemas.openxmlformats.org/officeDocument/2006/relationships/customXml" Target="../ink/ink2488.xml"/><Relationship Id="rId18" Type="http://schemas.openxmlformats.org/officeDocument/2006/relationships/image" Target="../media/image1373.png"/><Relationship Id="rId26" Type="http://schemas.openxmlformats.org/officeDocument/2006/relationships/image" Target="../media/image1377.png"/><Relationship Id="rId3" Type="http://schemas.openxmlformats.org/officeDocument/2006/relationships/customXml" Target="../ink/ink2483.xml"/><Relationship Id="rId21" Type="http://schemas.openxmlformats.org/officeDocument/2006/relationships/customXml" Target="../ink/ink2492.xml"/><Relationship Id="rId7" Type="http://schemas.openxmlformats.org/officeDocument/2006/relationships/customXml" Target="../ink/ink2485.xml"/><Relationship Id="rId12" Type="http://schemas.openxmlformats.org/officeDocument/2006/relationships/image" Target="../media/image1370.png"/><Relationship Id="rId17" Type="http://schemas.openxmlformats.org/officeDocument/2006/relationships/customXml" Target="../ink/ink2490.xml"/><Relationship Id="rId25" Type="http://schemas.openxmlformats.org/officeDocument/2006/relationships/customXml" Target="../ink/ink2494.xml"/><Relationship Id="rId2" Type="http://schemas.openxmlformats.org/officeDocument/2006/relationships/image" Target="../media/image1.png"/><Relationship Id="rId16" Type="http://schemas.openxmlformats.org/officeDocument/2006/relationships/image" Target="../media/image1372.png"/><Relationship Id="rId20" Type="http://schemas.openxmlformats.org/officeDocument/2006/relationships/image" Target="../media/image13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7.png"/><Relationship Id="rId11" Type="http://schemas.openxmlformats.org/officeDocument/2006/relationships/customXml" Target="../ink/ink2487.xml"/><Relationship Id="rId24" Type="http://schemas.openxmlformats.org/officeDocument/2006/relationships/image" Target="../media/image1376.png"/><Relationship Id="rId5" Type="http://schemas.openxmlformats.org/officeDocument/2006/relationships/customXml" Target="../ink/ink2484.xml"/><Relationship Id="rId15" Type="http://schemas.openxmlformats.org/officeDocument/2006/relationships/customXml" Target="../ink/ink2489.xml"/><Relationship Id="rId23" Type="http://schemas.openxmlformats.org/officeDocument/2006/relationships/customXml" Target="../ink/ink2493.xml"/><Relationship Id="rId28" Type="http://schemas.openxmlformats.org/officeDocument/2006/relationships/image" Target="../media/image1378.png"/><Relationship Id="rId10" Type="http://schemas.openxmlformats.org/officeDocument/2006/relationships/image" Target="../media/image1369.png"/><Relationship Id="rId19" Type="http://schemas.openxmlformats.org/officeDocument/2006/relationships/customXml" Target="../ink/ink2491.xml"/><Relationship Id="rId4" Type="http://schemas.openxmlformats.org/officeDocument/2006/relationships/image" Target="../media/image1366.png"/><Relationship Id="rId9" Type="http://schemas.openxmlformats.org/officeDocument/2006/relationships/customXml" Target="../ink/ink2486.xml"/><Relationship Id="rId14" Type="http://schemas.openxmlformats.org/officeDocument/2006/relationships/image" Target="../media/image1371.png"/><Relationship Id="rId22" Type="http://schemas.openxmlformats.org/officeDocument/2006/relationships/image" Target="../media/image1375.png"/><Relationship Id="rId27" Type="http://schemas.openxmlformats.org/officeDocument/2006/relationships/customXml" Target="../ink/ink2495.xml"/></Relationships>
</file>

<file path=ppt/slides/_rels/slide3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90.png"/><Relationship Id="rId21" Type="http://schemas.openxmlformats.org/officeDocument/2006/relationships/customXml" Target="../ink/ink2505.xml"/><Relationship Id="rId42" Type="http://schemas.openxmlformats.org/officeDocument/2006/relationships/image" Target="../media/image1398.png"/><Relationship Id="rId47" Type="http://schemas.openxmlformats.org/officeDocument/2006/relationships/customXml" Target="../ink/ink2518.xml"/><Relationship Id="rId63" Type="http://schemas.openxmlformats.org/officeDocument/2006/relationships/customXml" Target="../ink/ink2526.xml"/><Relationship Id="rId68" Type="http://schemas.openxmlformats.org/officeDocument/2006/relationships/image" Target="../media/image1318.png"/><Relationship Id="rId84" Type="http://schemas.openxmlformats.org/officeDocument/2006/relationships/image" Target="../media/image1418.png"/><Relationship Id="rId89" Type="http://schemas.openxmlformats.org/officeDocument/2006/relationships/customXml" Target="../ink/ink2539.xml"/><Relationship Id="rId16" Type="http://schemas.openxmlformats.org/officeDocument/2006/relationships/image" Target="../media/image1385.png"/><Relationship Id="rId11" Type="http://schemas.openxmlformats.org/officeDocument/2006/relationships/customXml" Target="../ink/ink2500.xml"/><Relationship Id="rId32" Type="http://schemas.openxmlformats.org/officeDocument/2006/relationships/image" Target="../media/image1393.png"/><Relationship Id="rId37" Type="http://schemas.openxmlformats.org/officeDocument/2006/relationships/customXml" Target="../ink/ink2513.xml"/><Relationship Id="rId53" Type="http://schemas.openxmlformats.org/officeDocument/2006/relationships/customXml" Target="../ink/ink2521.xml"/><Relationship Id="rId58" Type="http://schemas.openxmlformats.org/officeDocument/2006/relationships/image" Target="../media/image1406.png"/><Relationship Id="rId74" Type="http://schemas.openxmlformats.org/officeDocument/2006/relationships/image" Target="../media/image1413.png"/><Relationship Id="rId79" Type="http://schemas.openxmlformats.org/officeDocument/2006/relationships/customXml" Target="../ink/ink2534.xml"/><Relationship Id="rId5" Type="http://schemas.openxmlformats.org/officeDocument/2006/relationships/customXml" Target="../ink/ink2497.xml"/><Relationship Id="rId90" Type="http://schemas.openxmlformats.org/officeDocument/2006/relationships/image" Target="../media/image1421.png"/><Relationship Id="rId95" Type="http://schemas.openxmlformats.org/officeDocument/2006/relationships/customXml" Target="../ink/ink2542.xml"/><Relationship Id="rId22" Type="http://schemas.openxmlformats.org/officeDocument/2006/relationships/image" Target="../media/image1388.png"/><Relationship Id="rId27" Type="http://schemas.openxmlformats.org/officeDocument/2006/relationships/customXml" Target="../ink/ink2508.xml"/><Relationship Id="rId43" Type="http://schemas.openxmlformats.org/officeDocument/2006/relationships/customXml" Target="../ink/ink2516.xml"/><Relationship Id="rId48" Type="http://schemas.openxmlformats.org/officeDocument/2006/relationships/image" Target="../media/image1401.png"/><Relationship Id="rId64" Type="http://schemas.openxmlformats.org/officeDocument/2006/relationships/image" Target="../media/image1409.png"/><Relationship Id="rId69" Type="http://schemas.openxmlformats.org/officeDocument/2006/relationships/customXml" Target="../ink/ink2529.xml"/><Relationship Id="rId80" Type="http://schemas.openxmlformats.org/officeDocument/2006/relationships/image" Target="../media/image1416.png"/><Relationship Id="rId85" Type="http://schemas.openxmlformats.org/officeDocument/2006/relationships/customXml" Target="../ink/ink2537.xml"/><Relationship Id="rId3" Type="http://schemas.openxmlformats.org/officeDocument/2006/relationships/customXml" Target="../ink/ink2496.xml"/><Relationship Id="rId12" Type="http://schemas.openxmlformats.org/officeDocument/2006/relationships/image" Target="../media/image1383.png"/><Relationship Id="rId17" Type="http://schemas.openxmlformats.org/officeDocument/2006/relationships/customXml" Target="../ink/ink2503.xml"/><Relationship Id="rId25" Type="http://schemas.openxmlformats.org/officeDocument/2006/relationships/customXml" Target="../ink/ink2507.xml"/><Relationship Id="rId33" Type="http://schemas.openxmlformats.org/officeDocument/2006/relationships/customXml" Target="../ink/ink2511.xml"/><Relationship Id="rId38" Type="http://schemas.openxmlformats.org/officeDocument/2006/relationships/image" Target="../media/image1396.png"/><Relationship Id="rId46" Type="http://schemas.openxmlformats.org/officeDocument/2006/relationships/image" Target="../media/image1400.png"/><Relationship Id="rId59" Type="http://schemas.openxmlformats.org/officeDocument/2006/relationships/customXml" Target="../ink/ink2524.xml"/><Relationship Id="rId67" Type="http://schemas.openxmlformats.org/officeDocument/2006/relationships/customXml" Target="../ink/ink2528.xml"/><Relationship Id="rId20" Type="http://schemas.openxmlformats.org/officeDocument/2006/relationships/image" Target="../media/image1387.png"/><Relationship Id="rId41" Type="http://schemas.openxmlformats.org/officeDocument/2006/relationships/customXml" Target="../ink/ink2515.xml"/><Relationship Id="rId54" Type="http://schemas.openxmlformats.org/officeDocument/2006/relationships/image" Target="../media/image1404.png"/><Relationship Id="rId62" Type="http://schemas.openxmlformats.org/officeDocument/2006/relationships/image" Target="../media/image1408.png"/><Relationship Id="rId70" Type="http://schemas.openxmlformats.org/officeDocument/2006/relationships/image" Target="../media/image1411.png"/><Relationship Id="rId75" Type="http://schemas.openxmlformats.org/officeDocument/2006/relationships/customXml" Target="../ink/ink2532.xml"/><Relationship Id="rId83" Type="http://schemas.openxmlformats.org/officeDocument/2006/relationships/customXml" Target="../ink/ink2536.xml"/><Relationship Id="rId88" Type="http://schemas.openxmlformats.org/officeDocument/2006/relationships/image" Target="../media/image1420.png"/><Relationship Id="rId91" Type="http://schemas.openxmlformats.org/officeDocument/2006/relationships/customXml" Target="../ink/ink2540.xml"/><Relationship Id="rId96" Type="http://schemas.openxmlformats.org/officeDocument/2006/relationships/image" Target="../media/image14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0.png"/><Relationship Id="rId15" Type="http://schemas.openxmlformats.org/officeDocument/2006/relationships/customXml" Target="../ink/ink2502.xml"/><Relationship Id="rId23" Type="http://schemas.openxmlformats.org/officeDocument/2006/relationships/customXml" Target="../ink/ink2506.xml"/><Relationship Id="rId28" Type="http://schemas.openxmlformats.org/officeDocument/2006/relationships/image" Target="../media/image1391.png"/><Relationship Id="rId36" Type="http://schemas.openxmlformats.org/officeDocument/2006/relationships/image" Target="../media/image1395.png"/><Relationship Id="rId49" Type="http://schemas.openxmlformats.org/officeDocument/2006/relationships/customXml" Target="../ink/ink2519.xml"/><Relationship Id="rId57" Type="http://schemas.openxmlformats.org/officeDocument/2006/relationships/customXml" Target="../ink/ink2523.xml"/><Relationship Id="rId10" Type="http://schemas.openxmlformats.org/officeDocument/2006/relationships/image" Target="../media/image1382.png"/><Relationship Id="rId31" Type="http://schemas.openxmlformats.org/officeDocument/2006/relationships/customXml" Target="../ink/ink2510.xml"/><Relationship Id="rId44" Type="http://schemas.openxmlformats.org/officeDocument/2006/relationships/image" Target="../media/image1399.png"/><Relationship Id="rId52" Type="http://schemas.openxmlformats.org/officeDocument/2006/relationships/image" Target="../media/image1403.png"/><Relationship Id="rId60" Type="http://schemas.openxmlformats.org/officeDocument/2006/relationships/image" Target="../media/image1407.png"/><Relationship Id="rId65" Type="http://schemas.openxmlformats.org/officeDocument/2006/relationships/customXml" Target="../ink/ink2527.xml"/><Relationship Id="rId73" Type="http://schemas.openxmlformats.org/officeDocument/2006/relationships/customXml" Target="../ink/ink2531.xml"/><Relationship Id="rId78" Type="http://schemas.openxmlformats.org/officeDocument/2006/relationships/image" Target="../media/image1415.png"/><Relationship Id="rId81" Type="http://schemas.openxmlformats.org/officeDocument/2006/relationships/customXml" Target="../ink/ink2535.xml"/><Relationship Id="rId86" Type="http://schemas.openxmlformats.org/officeDocument/2006/relationships/image" Target="../media/image1419.png"/><Relationship Id="rId94" Type="http://schemas.openxmlformats.org/officeDocument/2006/relationships/image" Target="../media/image1423.png"/><Relationship Id="rId99" Type="http://schemas.openxmlformats.org/officeDocument/2006/relationships/customXml" Target="../ink/ink2544.xml"/><Relationship Id="rId4" Type="http://schemas.openxmlformats.org/officeDocument/2006/relationships/image" Target="../media/image1379.png"/><Relationship Id="rId9" Type="http://schemas.openxmlformats.org/officeDocument/2006/relationships/customXml" Target="../ink/ink2499.xml"/><Relationship Id="rId13" Type="http://schemas.openxmlformats.org/officeDocument/2006/relationships/customXml" Target="../ink/ink2501.xml"/><Relationship Id="rId18" Type="http://schemas.openxmlformats.org/officeDocument/2006/relationships/image" Target="../media/image1386.png"/><Relationship Id="rId39" Type="http://schemas.openxmlformats.org/officeDocument/2006/relationships/customXml" Target="../ink/ink2514.xml"/><Relationship Id="rId34" Type="http://schemas.openxmlformats.org/officeDocument/2006/relationships/image" Target="../media/image1394.png"/><Relationship Id="rId50" Type="http://schemas.openxmlformats.org/officeDocument/2006/relationships/image" Target="../media/image1402.png"/><Relationship Id="rId55" Type="http://schemas.openxmlformats.org/officeDocument/2006/relationships/customXml" Target="../ink/ink2522.xml"/><Relationship Id="rId76" Type="http://schemas.openxmlformats.org/officeDocument/2006/relationships/image" Target="../media/image1414.png"/><Relationship Id="rId97" Type="http://schemas.openxmlformats.org/officeDocument/2006/relationships/customXml" Target="../ink/ink2543.xml"/><Relationship Id="rId7" Type="http://schemas.openxmlformats.org/officeDocument/2006/relationships/customXml" Target="../ink/ink2498.xml"/><Relationship Id="rId71" Type="http://schemas.openxmlformats.org/officeDocument/2006/relationships/customXml" Target="../ink/ink2530.xml"/><Relationship Id="rId92" Type="http://schemas.openxmlformats.org/officeDocument/2006/relationships/image" Target="../media/image1422.png"/><Relationship Id="rId2" Type="http://schemas.openxmlformats.org/officeDocument/2006/relationships/image" Target="../media/image1.png"/><Relationship Id="rId29" Type="http://schemas.openxmlformats.org/officeDocument/2006/relationships/customXml" Target="../ink/ink2509.xml"/><Relationship Id="rId24" Type="http://schemas.openxmlformats.org/officeDocument/2006/relationships/image" Target="../media/image1389.png"/><Relationship Id="rId40" Type="http://schemas.openxmlformats.org/officeDocument/2006/relationships/image" Target="../media/image1397.png"/><Relationship Id="rId45" Type="http://schemas.openxmlformats.org/officeDocument/2006/relationships/customXml" Target="../ink/ink2517.xml"/><Relationship Id="rId66" Type="http://schemas.openxmlformats.org/officeDocument/2006/relationships/image" Target="../media/image1410.png"/><Relationship Id="rId87" Type="http://schemas.openxmlformats.org/officeDocument/2006/relationships/customXml" Target="../ink/ink2538.xml"/><Relationship Id="rId61" Type="http://schemas.openxmlformats.org/officeDocument/2006/relationships/customXml" Target="../ink/ink2525.xml"/><Relationship Id="rId82" Type="http://schemas.openxmlformats.org/officeDocument/2006/relationships/image" Target="../media/image1417.png"/><Relationship Id="rId19" Type="http://schemas.openxmlformats.org/officeDocument/2006/relationships/customXml" Target="../ink/ink2504.xml"/><Relationship Id="rId14" Type="http://schemas.openxmlformats.org/officeDocument/2006/relationships/image" Target="../media/image1384.png"/><Relationship Id="rId30" Type="http://schemas.openxmlformats.org/officeDocument/2006/relationships/image" Target="../media/image1392.png"/><Relationship Id="rId35" Type="http://schemas.openxmlformats.org/officeDocument/2006/relationships/customXml" Target="../ink/ink2512.xml"/><Relationship Id="rId56" Type="http://schemas.openxmlformats.org/officeDocument/2006/relationships/image" Target="../media/image1405.png"/><Relationship Id="rId77" Type="http://schemas.openxmlformats.org/officeDocument/2006/relationships/customXml" Target="../ink/ink2533.xml"/><Relationship Id="rId100" Type="http://schemas.openxmlformats.org/officeDocument/2006/relationships/image" Target="../media/image1426.png"/><Relationship Id="rId8" Type="http://schemas.openxmlformats.org/officeDocument/2006/relationships/image" Target="../media/image1381.png"/><Relationship Id="rId51" Type="http://schemas.openxmlformats.org/officeDocument/2006/relationships/customXml" Target="../ink/ink2520.xml"/><Relationship Id="rId72" Type="http://schemas.openxmlformats.org/officeDocument/2006/relationships/image" Target="../media/image1412.png"/><Relationship Id="rId93" Type="http://schemas.openxmlformats.org/officeDocument/2006/relationships/customXml" Target="../ink/ink2541.xml"/><Relationship Id="rId98" Type="http://schemas.openxmlformats.org/officeDocument/2006/relationships/image" Target="../media/image1425.png"/></Relationships>
</file>

<file path=ppt/slides/_rels/slide3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84.png"/><Relationship Id="rId21" Type="http://schemas.openxmlformats.org/officeDocument/2006/relationships/image" Target="../media/image1436.png"/><Relationship Id="rId42" Type="http://schemas.openxmlformats.org/officeDocument/2006/relationships/customXml" Target="../ink/ink2565.xml"/><Relationship Id="rId63" Type="http://schemas.openxmlformats.org/officeDocument/2006/relationships/image" Target="../media/image1457.png"/><Relationship Id="rId84" Type="http://schemas.openxmlformats.org/officeDocument/2006/relationships/customXml" Target="../ink/ink2586.xml"/><Relationship Id="rId138" Type="http://schemas.openxmlformats.org/officeDocument/2006/relationships/customXml" Target="../ink/ink2613.xml"/><Relationship Id="rId159" Type="http://schemas.openxmlformats.org/officeDocument/2006/relationships/image" Target="../media/image1505.png"/><Relationship Id="rId170" Type="http://schemas.openxmlformats.org/officeDocument/2006/relationships/customXml" Target="../ink/ink2629.xml"/><Relationship Id="rId191" Type="http://schemas.openxmlformats.org/officeDocument/2006/relationships/image" Target="../media/image1521.png"/><Relationship Id="rId205" Type="http://schemas.openxmlformats.org/officeDocument/2006/relationships/image" Target="../media/image1528.png"/><Relationship Id="rId226" Type="http://schemas.openxmlformats.org/officeDocument/2006/relationships/customXml" Target="../ink/ink2657.xml"/><Relationship Id="rId107" Type="http://schemas.openxmlformats.org/officeDocument/2006/relationships/image" Target="../media/image1479.png"/><Relationship Id="rId11" Type="http://schemas.openxmlformats.org/officeDocument/2006/relationships/image" Target="../media/image1431.png"/><Relationship Id="rId32" Type="http://schemas.openxmlformats.org/officeDocument/2006/relationships/customXml" Target="../ink/ink2560.xml"/><Relationship Id="rId53" Type="http://schemas.openxmlformats.org/officeDocument/2006/relationships/image" Target="../media/image1452.png"/><Relationship Id="rId74" Type="http://schemas.openxmlformats.org/officeDocument/2006/relationships/customXml" Target="../ink/ink2581.xml"/><Relationship Id="rId128" Type="http://schemas.openxmlformats.org/officeDocument/2006/relationships/customXml" Target="../ink/ink2608.xml"/><Relationship Id="rId149" Type="http://schemas.openxmlformats.org/officeDocument/2006/relationships/image" Target="../media/image1500.png"/><Relationship Id="rId5" Type="http://schemas.openxmlformats.org/officeDocument/2006/relationships/image" Target="../media/image1428.png"/><Relationship Id="rId95" Type="http://schemas.openxmlformats.org/officeDocument/2006/relationships/image" Target="../media/image1473.png"/><Relationship Id="rId160" Type="http://schemas.openxmlformats.org/officeDocument/2006/relationships/customXml" Target="../ink/ink2624.xml"/><Relationship Id="rId181" Type="http://schemas.openxmlformats.org/officeDocument/2006/relationships/image" Target="../media/image1516.png"/><Relationship Id="rId216" Type="http://schemas.openxmlformats.org/officeDocument/2006/relationships/customXml" Target="../ink/ink2652.xml"/><Relationship Id="rId237" Type="http://schemas.openxmlformats.org/officeDocument/2006/relationships/image" Target="../media/image1544.png"/><Relationship Id="rId22" Type="http://schemas.openxmlformats.org/officeDocument/2006/relationships/customXml" Target="../ink/ink2555.xml"/><Relationship Id="rId43" Type="http://schemas.openxmlformats.org/officeDocument/2006/relationships/image" Target="../media/image1447.png"/><Relationship Id="rId64" Type="http://schemas.openxmlformats.org/officeDocument/2006/relationships/customXml" Target="../ink/ink2576.xml"/><Relationship Id="rId118" Type="http://schemas.openxmlformats.org/officeDocument/2006/relationships/customXml" Target="../ink/ink2603.xml"/><Relationship Id="rId139" Type="http://schemas.openxmlformats.org/officeDocument/2006/relationships/image" Target="../media/image1495.png"/><Relationship Id="rId85" Type="http://schemas.openxmlformats.org/officeDocument/2006/relationships/image" Target="../media/image1468.png"/><Relationship Id="rId150" Type="http://schemas.openxmlformats.org/officeDocument/2006/relationships/customXml" Target="../ink/ink2619.xml"/><Relationship Id="rId171" Type="http://schemas.openxmlformats.org/officeDocument/2006/relationships/image" Target="../media/image1511.png"/><Relationship Id="rId192" Type="http://schemas.openxmlformats.org/officeDocument/2006/relationships/customXml" Target="../ink/ink2640.xml"/><Relationship Id="rId206" Type="http://schemas.openxmlformats.org/officeDocument/2006/relationships/customXml" Target="../ink/ink2647.xml"/><Relationship Id="rId227" Type="http://schemas.openxmlformats.org/officeDocument/2006/relationships/image" Target="../media/image1539.png"/><Relationship Id="rId12" Type="http://schemas.openxmlformats.org/officeDocument/2006/relationships/customXml" Target="../ink/ink2550.xml"/><Relationship Id="rId33" Type="http://schemas.openxmlformats.org/officeDocument/2006/relationships/image" Target="../media/image1442.png"/><Relationship Id="rId108" Type="http://schemas.openxmlformats.org/officeDocument/2006/relationships/customXml" Target="../ink/ink2598.xml"/><Relationship Id="rId129" Type="http://schemas.openxmlformats.org/officeDocument/2006/relationships/image" Target="../media/image1490.png"/><Relationship Id="rId54" Type="http://schemas.openxmlformats.org/officeDocument/2006/relationships/customXml" Target="../ink/ink2571.xml"/><Relationship Id="rId75" Type="http://schemas.openxmlformats.org/officeDocument/2006/relationships/image" Target="../media/image1463.png"/><Relationship Id="rId96" Type="http://schemas.openxmlformats.org/officeDocument/2006/relationships/customXml" Target="../ink/ink2592.xml"/><Relationship Id="rId140" Type="http://schemas.openxmlformats.org/officeDocument/2006/relationships/customXml" Target="../ink/ink2614.xml"/><Relationship Id="rId161" Type="http://schemas.openxmlformats.org/officeDocument/2006/relationships/image" Target="../media/image1506.png"/><Relationship Id="rId182" Type="http://schemas.openxmlformats.org/officeDocument/2006/relationships/customXml" Target="../ink/ink2635.xml"/><Relationship Id="rId217" Type="http://schemas.openxmlformats.org/officeDocument/2006/relationships/image" Target="../media/image1534.png"/><Relationship Id="rId6" Type="http://schemas.openxmlformats.org/officeDocument/2006/relationships/customXml" Target="../ink/ink2547.xml"/><Relationship Id="rId238" Type="http://schemas.openxmlformats.org/officeDocument/2006/relationships/customXml" Target="../ink/ink2663.xml"/><Relationship Id="rId23" Type="http://schemas.openxmlformats.org/officeDocument/2006/relationships/image" Target="../media/image1437.png"/><Relationship Id="rId119" Type="http://schemas.openxmlformats.org/officeDocument/2006/relationships/image" Target="../media/image1485.png"/><Relationship Id="rId44" Type="http://schemas.openxmlformats.org/officeDocument/2006/relationships/customXml" Target="../ink/ink2566.xml"/><Relationship Id="rId65" Type="http://schemas.openxmlformats.org/officeDocument/2006/relationships/image" Target="../media/image1458.png"/><Relationship Id="rId86" Type="http://schemas.openxmlformats.org/officeDocument/2006/relationships/customXml" Target="../ink/ink2587.xml"/><Relationship Id="rId130" Type="http://schemas.openxmlformats.org/officeDocument/2006/relationships/customXml" Target="../ink/ink2609.xml"/><Relationship Id="rId151" Type="http://schemas.openxmlformats.org/officeDocument/2006/relationships/image" Target="../media/image1501.png"/><Relationship Id="rId172" Type="http://schemas.openxmlformats.org/officeDocument/2006/relationships/customXml" Target="../ink/ink2630.xml"/><Relationship Id="rId193" Type="http://schemas.openxmlformats.org/officeDocument/2006/relationships/image" Target="../media/image1522.png"/><Relationship Id="rId207" Type="http://schemas.openxmlformats.org/officeDocument/2006/relationships/image" Target="../media/image1529.png"/><Relationship Id="rId228" Type="http://schemas.openxmlformats.org/officeDocument/2006/relationships/customXml" Target="../ink/ink2658.xml"/><Relationship Id="rId13" Type="http://schemas.openxmlformats.org/officeDocument/2006/relationships/image" Target="../media/image1432.png"/><Relationship Id="rId109" Type="http://schemas.openxmlformats.org/officeDocument/2006/relationships/image" Target="../media/image1480.png"/><Relationship Id="rId34" Type="http://schemas.openxmlformats.org/officeDocument/2006/relationships/customXml" Target="../ink/ink2561.xml"/><Relationship Id="rId55" Type="http://schemas.openxmlformats.org/officeDocument/2006/relationships/image" Target="../media/image1453.png"/><Relationship Id="rId76" Type="http://schemas.openxmlformats.org/officeDocument/2006/relationships/customXml" Target="../ink/ink2582.xml"/><Relationship Id="rId97" Type="http://schemas.openxmlformats.org/officeDocument/2006/relationships/image" Target="../media/image1474.png"/><Relationship Id="rId120" Type="http://schemas.openxmlformats.org/officeDocument/2006/relationships/customXml" Target="../ink/ink2604.xml"/><Relationship Id="rId141" Type="http://schemas.openxmlformats.org/officeDocument/2006/relationships/image" Target="../media/image1496.png"/><Relationship Id="rId7" Type="http://schemas.openxmlformats.org/officeDocument/2006/relationships/image" Target="../media/image1429.png"/><Relationship Id="rId162" Type="http://schemas.openxmlformats.org/officeDocument/2006/relationships/customXml" Target="../ink/ink2625.xml"/><Relationship Id="rId183" Type="http://schemas.openxmlformats.org/officeDocument/2006/relationships/image" Target="../media/image1517.png"/><Relationship Id="rId218" Type="http://schemas.openxmlformats.org/officeDocument/2006/relationships/customXml" Target="../ink/ink2653.xml"/><Relationship Id="rId239" Type="http://schemas.openxmlformats.org/officeDocument/2006/relationships/image" Target="../media/image1545.png"/><Relationship Id="rId24" Type="http://schemas.openxmlformats.org/officeDocument/2006/relationships/customXml" Target="../ink/ink2556.xml"/><Relationship Id="rId45" Type="http://schemas.openxmlformats.org/officeDocument/2006/relationships/image" Target="../media/image1448.png"/><Relationship Id="rId66" Type="http://schemas.openxmlformats.org/officeDocument/2006/relationships/customXml" Target="../ink/ink2577.xml"/><Relationship Id="rId87" Type="http://schemas.openxmlformats.org/officeDocument/2006/relationships/image" Target="../media/image1469.png"/><Relationship Id="rId110" Type="http://schemas.openxmlformats.org/officeDocument/2006/relationships/customXml" Target="../ink/ink2599.xml"/><Relationship Id="rId131" Type="http://schemas.openxmlformats.org/officeDocument/2006/relationships/image" Target="../media/image1491.png"/><Relationship Id="rId152" Type="http://schemas.openxmlformats.org/officeDocument/2006/relationships/customXml" Target="../ink/ink2620.xml"/><Relationship Id="rId173" Type="http://schemas.openxmlformats.org/officeDocument/2006/relationships/image" Target="../media/image1512.png"/><Relationship Id="rId194" Type="http://schemas.openxmlformats.org/officeDocument/2006/relationships/customXml" Target="../ink/ink2641.xml"/><Relationship Id="rId208" Type="http://schemas.openxmlformats.org/officeDocument/2006/relationships/customXml" Target="../ink/ink2648.xml"/><Relationship Id="rId229" Type="http://schemas.openxmlformats.org/officeDocument/2006/relationships/image" Target="../media/image1540.png"/><Relationship Id="rId240" Type="http://schemas.openxmlformats.org/officeDocument/2006/relationships/customXml" Target="../ink/ink2664.xml"/><Relationship Id="rId14" Type="http://schemas.openxmlformats.org/officeDocument/2006/relationships/customXml" Target="../ink/ink2551.xml"/><Relationship Id="rId35" Type="http://schemas.openxmlformats.org/officeDocument/2006/relationships/image" Target="../media/image1443.png"/><Relationship Id="rId56" Type="http://schemas.openxmlformats.org/officeDocument/2006/relationships/customXml" Target="../ink/ink2572.xml"/><Relationship Id="rId77" Type="http://schemas.openxmlformats.org/officeDocument/2006/relationships/image" Target="../media/image1464.png"/><Relationship Id="rId100" Type="http://schemas.openxmlformats.org/officeDocument/2006/relationships/customXml" Target="../ink/ink2594.xml"/><Relationship Id="rId8" Type="http://schemas.openxmlformats.org/officeDocument/2006/relationships/customXml" Target="../ink/ink2548.xml"/><Relationship Id="rId98" Type="http://schemas.openxmlformats.org/officeDocument/2006/relationships/customXml" Target="../ink/ink2593.xml"/><Relationship Id="rId121" Type="http://schemas.openxmlformats.org/officeDocument/2006/relationships/image" Target="../media/image1486.png"/><Relationship Id="rId142" Type="http://schemas.openxmlformats.org/officeDocument/2006/relationships/customXml" Target="../ink/ink2615.xml"/><Relationship Id="rId163" Type="http://schemas.openxmlformats.org/officeDocument/2006/relationships/image" Target="../media/image1507.png"/><Relationship Id="rId184" Type="http://schemas.openxmlformats.org/officeDocument/2006/relationships/customXml" Target="../ink/ink2636.xml"/><Relationship Id="rId219" Type="http://schemas.openxmlformats.org/officeDocument/2006/relationships/image" Target="../media/image1535.png"/><Relationship Id="rId230" Type="http://schemas.openxmlformats.org/officeDocument/2006/relationships/customXml" Target="../ink/ink2659.xml"/><Relationship Id="rId25" Type="http://schemas.openxmlformats.org/officeDocument/2006/relationships/image" Target="../media/image1438.png"/><Relationship Id="rId46" Type="http://schemas.openxmlformats.org/officeDocument/2006/relationships/customXml" Target="../ink/ink2567.xml"/><Relationship Id="rId67" Type="http://schemas.openxmlformats.org/officeDocument/2006/relationships/image" Target="../media/image1459.png"/><Relationship Id="rId88" Type="http://schemas.openxmlformats.org/officeDocument/2006/relationships/customXml" Target="../ink/ink2588.xml"/><Relationship Id="rId111" Type="http://schemas.openxmlformats.org/officeDocument/2006/relationships/image" Target="../media/image1481.png"/><Relationship Id="rId132" Type="http://schemas.openxmlformats.org/officeDocument/2006/relationships/customXml" Target="../ink/ink2610.xml"/><Relationship Id="rId153" Type="http://schemas.openxmlformats.org/officeDocument/2006/relationships/image" Target="../media/image1502.png"/><Relationship Id="rId174" Type="http://schemas.openxmlformats.org/officeDocument/2006/relationships/customXml" Target="../ink/ink2631.xml"/><Relationship Id="rId195" Type="http://schemas.openxmlformats.org/officeDocument/2006/relationships/image" Target="../media/image1523.png"/><Relationship Id="rId209" Type="http://schemas.openxmlformats.org/officeDocument/2006/relationships/image" Target="../media/image1530.png"/><Relationship Id="rId220" Type="http://schemas.openxmlformats.org/officeDocument/2006/relationships/customXml" Target="../ink/ink2654.xml"/><Relationship Id="rId241" Type="http://schemas.openxmlformats.org/officeDocument/2006/relationships/image" Target="../media/image1546.png"/><Relationship Id="rId15" Type="http://schemas.openxmlformats.org/officeDocument/2006/relationships/image" Target="../media/image1433.png"/><Relationship Id="rId36" Type="http://schemas.openxmlformats.org/officeDocument/2006/relationships/customXml" Target="../ink/ink2562.xml"/><Relationship Id="rId57" Type="http://schemas.openxmlformats.org/officeDocument/2006/relationships/image" Target="../media/image1454.png"/><Relationship Id="rId106" Type="http://schemas.openxmlformats.org/officeDocument/2006/relationships/customXml" Target="../ink/ink2597.xml"/><Relationship Id="rId127" Type="http://schemas.openxmlformats.org/officeDocument/2006/relationships/image" Target="../media/image1489.png"/><Relationship Id="rId10" Type="http://schemas.openxmlformats.org/officeDocument/2006/relationships/customXml" Target="../ink/ink2549.xml"/><Relationship Id="rId31" Type="http://schemas.openxmlformats.org/officeDocument/2006/relationships/image" Target="../media/image1441.png"/><Relationship Id="rId52" Type="http://schemas.openxmlformats.org/officeDocument/2006/relationships/customXml" Target="../ink/ink2570.xml"/><Relationship Id="rId73" Type="http://schemas.openxmlformats.org/officeDocument/2006/relationships/image" Target="../media/image1462.png"/><Relationship Id="rId78" Type="http://schemas.openxmlformats.org/officeDocument/2006/relationships/customXml" Target="../ink/ink2583.xml"/><Relationship Id="rId94" Type="http://schemas.openxmlformats.org/officeDocument/2006/relationships/customXml" Target="../ink/ink2591.xml"/><Relationship Id="rId99" Type="http://schemas.openxmlformats.org/officeDocument/2006/relationships/image" Target="../media/image1475.png"/><Relationship Id="rId101" Type="http://schemas.openxmlformats.org/officeDocument/2006/relationships/image" Target="../media/image1476.png"/><Relationship Id="rId122" Type="http://schemas.openxmlformats.org/officeDocument/2006/relationships/customXml" Target="../ink/ink2605.xml"/><Relationship Id="rId143" Type="http://schemas.openxmlformats.org/officeDocument/2006/relationships/image" Target="../media/image1497.png"/><Relationship Id="rId148" Type="http://schemas.openxmlformats.org/officeDocument/2006/relationships/customXml" Target="../ink/ink2618.xml"/><Relationship Id="rId164" Type="http://schemas.openxmlformats.org/officeDocument/2006/relationships/customXml" Target="../ink/ink2626.xml"/><Relationship Id="rId169" Type="http://schemas.openxmlformats.org/officeDocument/2006/relationships/image" Target="../media/image1510.png"/><Relationship Id="rId185" Type="http://schemas.openxmlformats.org/officeDocument/2006/relationships/image" Target="../media/image1518.png"/><Relationship Id="rId4" Type="http://schemas.openxmlformats.org/officeDocument/2006/relationships/customXml" Target="../ink/ink2546.xml"/><Relationship Id="rId9" Type="http://schemas.openxmlformats.org/officeDocument/2006/relationships/image" Target="../media/image1430.png"/><Relationship Id="rId180" Type="http://schemas.openxmlformats.org/officeDocument/2006/relationships/customXml" Target="../ink/ink2634.xml"/><Relationship Id="rId210" Type="http://schemas.openxmlformats.org/officeDocument/2006/relationships/customXml" Target="../ink/ink2649.xml"/><Relationship Id="rId215" Type="http://schemas.openxmlformats.org/officeDocument/2006/relationships/image" Target="../media/image1533.png"/><Relationship Id="rId236" Type="http://schemas.openxmlformats.org/officeDocument/2006/relationships/customXml" Target="../ink/ink2662.xml"/><Relationship Id="rId26" Type="http://schemas.openxmlformats.org/officeDocument/2006/relationships/customXml" Target="../ink/ink2557.xml"/><Relationship Id="rId231" Type="http://schemas.openxmlformats.org/officeDocument/2006/relationships/image" Target="../media/image1541.png"/><Relationship Id="rId47" Type="http://schemas.openxmlformats.org/officeDocument/2006/relationships/image" Target="../media/image1449.png"/><Relationship Id="rId68" Type="http://schemas.openxmlformats.org/officeDocument/2006/relationships/customXml" Target="../ink/ink2578.xml"/><Relationship Id="rId89" Type="http://schemas.openxmlformats.org/officeDocument/2006/relationships/image" Target="../media/image1470.png"/><Relationship Id="rId112" Type="http://schemas.openxmlformats.org/officeDocument/2006/relationships/customXml" Target="../ink/ink2600.xml"/><Relationship Id="rId133" Type="http://schemas.openxmlformats.org/officeDocument/2006/relationships/image" Target="../media/image1492.png"/><Relationship Id="rId154" Type="http://schemas.openxmlformats.org/officeDocument/2006/relationships/customXml" Target="../ink/ink2621.xml"/><Relationship Id="rId175" Type="http://schemas.openxmlformats.org/officeDocument/2006/relationships/image" Target="../media/image1513.png"/><Relationship Id="rId196" Type="http://schemas.openxmlformats.org/officeDocument/2006/relationships/customXml" Target="../ink/ink2642.xml"/><Relationship Id="rId200" Type="http://schemas.openxmlformats.org/officeDocument/2006/relationships/customXml" Target="../ink/ink2644.xml"/><Relationship Id="rId16" Type="http://schemas.openxmlformats.org/officeDocument/2006/relationships/customXml" Target="../ink/ink2552.xml"/><Relationship Id="rId221" Type="http://schemas.openxmlformats.org/officeDocument/2006/relationships/image" Target="../media/image1536.png"/><Relationship Id="rId37" Type="http://schemas.openxmlformats.org/officeDocument/2006/relationships/image" Target="../media/image1444.png"/><Relationship Id="rId58" Type="http://schemas.openxmlformats.org/officeDocument/2006/relationships/customXml" Target="../ink/ink2573.xml"/><Relationship Id="rId79" Type="http://schemas.openxmlformats.org/officeDocument/2006/relationships/image" Target="../media/image1465.png"/><Relationship Id="rId102" Type="http://schemas.openxmlformats.org/officeDocument/2006/relationships/customXml" Target="../ink/ink2595.xml"/><Relationship Id="rId123" Type="http://schemas.openxmlformats.org/officeDocument/2006/relationships/image" Target="../media/image1487.png"/><Relationship Id="rId144" Type="http://schemas.openxmlformats.org/officeDocument/2006/relationships/customXml" Target="../ink/ink2616.xml"/><Relationship Id="rId90" Type="http://schemas.openxmlformats.org/officeDocument/2006/relationships/customXml" Target="../ink/ink2589.xml"/><Relationship Id="rId165" Type="http://schemas.openxmlformats.org/officeDocument/2006/relationships/image" Target="../media/image1508.png"/><Relationship Id="rId186" Type="http://schemas.openxmlformats.org/officeDocument/2006/relationships/customXml" Target="../ink/ink2637.xml"/><Relationship Id="rId211" Type="http://schemas.openxmlformats.org/officeDocument/2006/relationships/image" Target="../media/image1531.png"/><Relationship Id="rId232" Type="http://schemas.openxmlformats.org/officeDocument/2006/relationships/customXml" Target="../ink/ink2660.xml"/><Relationship Id="rId27" Type="http://schemas.openxmlformats.org/officeDocument/2006/relationships/image" Target="../media/image1439.png"/><Relationship Id="rId48" Type="http://schemas.openxmlformats.org/officeDocument/2006/relationships/customXml" Target="../ink/ink2568.xml"/><Relationship Id="rId69" Type="http://schemas.openxmlformats.org/officeDocument/2006/relationships/image" Target="../media/image1460.png"/><Relationship Id="rId113" Type="http://schemas.openxmlformats.org/officeDocument/2006/relationships/image" Target="../media/image1482.png"/><Relationship Id="rId134" Type="http://schemas.openxmlformats.org/officeDocument/2006/relationships/customXml" Target="../ink/ink2611.xml"/><Relationship Id="rId80" Type="http://schemas.openxmlformats.org/officeDocument/2006/relationships/customXml" Target="../ink/ink2584.xml"/><Relationship Id="rId155" Type="http://schemas.openxmlformats.org/officeDocument/2006/relationships/image" Target="../media/image1503.png"/><Relationship Id="rId176" Type="http://schemas.openxmlformats.org/officeDocument/2006/relationships/customXml" Target="../ink/ink2632.xml"/><Relationship Id="rId197" Type="http://schemas.openxmlformats.org/officeDocument/2006/relationships/image" Target="../media/image1524.png"/><Relationship Id="rId201" Type="http://schemas.openxmlformats.org/officeDocument/2006/relationships/image" Target="../media/image1526.png"/><Relationship Id="rId222" Type="http://schemas.openxmlformats.org/officeDocument/2006/relationships/customXml" Target="../ink/ink2655.xml"/><Relationship Id="rId17" Type="http://schemas.openxmlformats.org/officeDocument/2006/relationships/image" Target="../media/image1434.png"/><Relationship Id="rId38" Type="http://schemas.openxmlformats.org/officeDocument/2006/relationships/customXml" Target="../ink/ink2563.xml"/><Relationship Id="rId59" Type="http://schemas.openxmlformats.org/officeDocument/2006/relationships/image" Target="../media/image1455.png"/><Relationship Id="rId103" Type="http://schemas.openxmlformats.org/officeDocument/2006/relationships/image" Target="../media/image1477.png"/><Relationship Id="rId124" Type="http://schemas.openxmlformats.org/officeDocument/2006/relationships/customXml" Target="../ink/ink2606.xml"/><Relationship Id="rId70" Type="http://schemas.openxmlformats.org/officeDocument/2006/relationships/customXml" Target="../ink/ink2579.xml"/><Relationship Id="rId91" Type="http://schemas.openxmlformats.org/officeDocument/2006/relationships/image" Target="../media/image1471.png"/><Relationship Id="rId145" Type="http://schemas.openxmlformats.org/officeDocument/2006/relationships/image" Target="../media/image1498.png"/><Relationship Id="rId166" Type="http://schemas.openxmlformats.org/officeDocument/2006/relationships/customXml" Target="../ink/ink2627.xml"/><Relationship Id="rId187" Type="http://schemas.openxmlformats.org/officeDocument/2006/relationships/image" Target="../media/image151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650.xml"/><Relationship Id="rId233" Type="http://schemas.openxmlformats.org/officeDocument/2006/relationships/image" Target="../media/image1542.png"/><Relationship Id="rId28" Type="http://schemas.openxmlformats.org/officeDocument/2006/relationships/customXml" Target="../ink/ink2558.xml"/><Relationship Id="rId49" Type="http://schemas.openxmlformats.org/officeDocument/2006/relationships/image" Target="../media/image1450.png"/><Relationship Id="rId114" Type="http://schemas.openxmlformats.org/officeDocument/2006/relationships/customXml" Target="../ink/ink2601.xml"/><Relationship Id="rId60" Type="http://schemas.openxmlformats.org/officeDocument/2006/relationships/customXml" Target="../ink/ink2574.xml"/><Relationship Id="rId81" Type="http://schemas.openxmlformats.org/officeDocument/2006/relationships/image" Target="../media/image1466.png"/><Relationship Id="rId135" Type="http://schemas.openxmlformats.org/officeDocument/2006/relationships/image" Target="../media/image1493.png"/><Relationship Id="rId156" Type="http://schemas.openxmlformats.org/officeDocument/2006/relationships/customXml" Target="../ink/ink2622.xml"/><Relationship Id="rId177" Type="http://schemas.openxmlformats.org/officeDocument/2006/relationships/image" Target="../media/image1514.png"/><Relationship Id="rId198" Type="http://schemas.openxmlformats.org/officeDocument/2006/relationships/customXml" Target="../ink/ink2643.xml"/><Relationship Id="rId202" Type="http://schemas.openxmlformats.org/officeDocument/2006/relationships/customXml" Target="../ink/ink2645.xml"/><Relationship Id="rId223" Type="http://schemas.openxmlformats.org/officeDocument/2006/relationships/image" Target="../media/image1537.png"/><Relationship Id="rId18" Type="http://schemas.openxmlformats.org/officeDocument/2006/relationships/customXml" Target="../ink/ink2553.xml"/><Relationship Id="rId39" Type="http://schemas.openxmlformats.org/officeDocument/2006/relationships/image" Target="../media/image1445.png"/><Relationship Id="rId50" Type="http://schemas.openxmlformats.org/officeDocument/2006/relationships/customXml" Target="../ink/ink2569.xml"/><Relationship Id="rId104" Type="http://schemas.openxmlformats.org/officeDocument/2006/relationships/customXml" Target="../ink/ink2596.xml"/><Relationship Id="rId125" Type="http://schemas.openxmlformats.org/officeDocument/2006/relationships/image" Target="../media/image1488.png"/><Relationship Id="rId146" Type="http://schemas.openxmlformats.org/officeDocument/2006/relationships/customXml" Target="../ink/ink2617.xml"/><Relationship Id="rId167" Type="http://schemas.openxmlformats.org/officeDocument/2006/relationships/image" Target="../media/image1509.png"/><Relationship Id="rId188" Type="http://schemas.openxmlformats.org/officeDocument/2006/relationships/customXml" Target="../ink/ink2638.xml"/><Relationship Id="rId71" Type="http://schemas.openxmlformats.org/officeDocument/2006/relationships/image" Target="../media/image1461.png"/><Relationship Id="rId92" Type="http://schemas.openxmlformats.org/officeDocument/2006/relationships/customXml" Target="../ink/ink2590.xml"/><Relationship Id="rId213" Type="http://schemas.openxmlformats.org/officeDocument/2006/relationships/image" Target="../media/image1532.png"/><Relationship Id="rId234" Type="http://schemas.openxmlformats.org/officeDocument/2006/relationships/customXml" Target="../ink/ink2661.xml"/><Relationship Id="rId2" Type="http://schemas.openxmlformats.org/officeDocument/2006/relationships/customXml" Target="../ink/ink2545.xml"/><Relationship Id="rId29" Type="http://schemas.openxmlformats.org/officeDocument/2006/relationships/image" Target="../media/image1440.png"/><Relationship Id="rId40" Type="http://schemas.openxmlformats.org/officeDocument/2006/relationships/customXml" Target="../ink/ink2564.xml"/><Relationship Id="rId115" Type="http://schemas.openxmlformats.org/officeDocument/2006/relationships/image" Target="../media/image1483.png"/><Relationship Id="rId136" Type="http://schemas.openxmlformats.org/officeDocument/2006/relationships/customXml" Target="../ink/ink2612.xml"/><Relationship Id="rId157" Type="http://schemas.openxmlformats.org/officeDocument/2006/relationships/image" Target="../media/image1504.png"/><Relationship Id="rId178" Type="http://schemas.openxmlformats.org/officeDocument/2006/relationships/customXml" Target="../ink/ink2633.xml"/><Relationship Id="rId61" Type="http://schemas.openxmlformats.org/officeDocument/2006/relationships/image" Target="../media/image1456.png"/><Relationship Id="rId82" Type="http://schemas.openxmlformats.org/officeDocument/2006/relationships/customXml" Target="../ink/ink2585.xml"/><Relationship Id="rId199" Type="http://schemas.openxmlformats.org/officeDocument/2006/relationships/image" Target="../media/image1525.png"/><Relationship Id="rId203" Type="http://schemas.openxmlformats.org/officeDocument/2006/relationships/image" Target="../media/image1527.png"/><Relationship Id="rId19" Type="http://schemas.openxmlformats.org/officeDocument/2006/relationships/image" Target="../media/image1435.png"/><Relationship Id="rId224" Type="http://schemas.openxmlformats.org/officeDocument/2006/relationships/customXml" Target="../ink/ink2656.xml"/><Relationship Id="rId30" Type="http://schemas.openxmlformats.org/officeDocument/2006/relationships/customXml" Target="../ink/ink2559.xml"/><Relationship Id="rId105" Type="http://schemas.openxmlformats.org/officeDocument/2006/relationships/image" Target="../media/image1478.png"/><Relationship Id="rId126" Type="http://schemas.openxmlformats.org/officeDocument/2006/relationships/customXml" Target="../ink/ink2607.xml"/><Relationship Id="rId147" Type="http://schemas.openxmlformats.org/officeDocument/2006/relationships/image" Target="../media/image1499.png"/><Relationship Id="rId168" Type="http://schemas.openxmlformats.org/officeDocument/2006/relationships/customXml" Target="../ink/ink2628.xml"/><Relationship Id="rId51" Type="http://schemas.openxmlformats.org/officeDocument/2006/relationships/image" Target="../media/image1451.png"/><Relationship Id="rId72" Type="http://schemas.openxmlformats.org/officeDocument/2006/relationships/customXml" Target="../ink/ink2580.xml"/><Relationship Id="rId93" Type="http://schemas.openxmlformats.org/officeDocument/2006/relationships/image" Target="../media/image1472.png"/><Relationship Id="rId189" Type="http://schemas.openxmlformats.org/officeDocument/2006/relationships/image" Target="../media/image1520.png"/><Relationship Id="rId3" Type="http://schemas.openxmlformats.org/officeDocument/2006/relationships/image" Target="../media/image1427.png"/><Relationship Id="rId214" Type="http://schemas.openxmlformats.org/officeDocument/2006/relationships/customXml" Target="../ink/ink2651.xml"/><Relationship Id="rId235" Type="http://schemas.openxmlformats.org/officeDocument/2006/relationships/image" Target="../media/image1543.png"/><Relationship Id="rId116" Type="http://schemas.openxmlformats.org/officeDocument/2006/relationships/customXml" Target="../ink/ink2602.xml"/><Relationship Id="rId137" Type="http://schemas.openxmlformats.org/officeDocument/2006/relationships/image" Target="../media/image1494.png"/><Relationship Id="rId158" Type="http://schemas.openxmlformats.org/officeDocument/2006/relationships/customXml" Target="../ink/ink2623.xml"/><Relationship Id="rId20" Type="http://schemas.openxmlformats.org/officeDocument/2006/relationships/customXml" Target="../ink/ink2554.xml"/><Relationship Id="rId41" Type="http://schemas.openxmlformats.org/officeDocument/2006/relationships/image" Target="../media/image1446.png"/><Relationship Id="rId62" Type="http://schemas.openxmlformats.org/officeDocument/2006/relationships/customXml" Target="../ink/ink2575.xml"/><Relationship Id="rId83" Type="http://schemas.openxmlformats.org/officeDocument/2006/relationships/image" Target="../media/image1467.png"/><Relationship Id="rId179" Type="http://schemas.openxmlformats.org/officeDocument/2006/relationships/image" Target="../media/image1515.png"/><Relationship Id="rId190" Type="http://schemas.openxmlformats.org/officeDocument/2006/relationships/customXml" Target="../ink/ink2639.xml"/><Relationship Id="rId204" Type="http://schemas.openxmlformats.org/officeDocument/2006/relationships/customXml" Target="../ink/ink2646.xml"/><Relationship Id="rId225" Type="http://schemas.openxmlformats.org/officeDocument/2006/relationships/image" Target="../media/image1538.png"/></Relationships>
</file>

<file path=ppt/slides/_rels/slide3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93.png"/><Relationship Id="rId21" Type="http://schemas.openxmlformats.org/officeDocument/2006/relationships/image" Target="../media/image1445.png"/><Relationship Id="rId63" Type="http://schemas.openxmlformats.org/officeDocument/2006/relationships/image" Target="../media/image1466.png"/><Relationship Id="rId159" Type="http://schemas.openxmlformats.org/officeDocument/2006/relationships/image" Target="../media/image1514.png"/><Relationship Id="rId170" Type="http://schemas.openxmlformats.org/officeDocument/2006/relationships/customXml" Target="../ink/ink2749.xml"/><Relationship Id="rId226" Type="http://schemas.openxmlformats.org/officeDocument/2006/relationships/customXml" Target="../ink/ink2777.xml"/><Relationship Id="rId268" Type="http://schemas.openxmlformats.org/officeDocument/2006/relationships/customXml" Target="../ink/ink2798.xml"/><Relationship Id="rId11" Type="http://schemas.openxmlformats.org/officeDocument/2006/relationships/image" Target="../media/image1440.png"/><Relationship Id="rId32" Type="http://schemas.openxmlformats.org/officeDocument/2006/relationships/customXml" Target="../ink/ink2680.xml"/><Relationship Id="rId53" Type="http://schemas.openxmlformats.org/officeDocument/2006/relationships/image" Target="../media/image1461.png"/><Relationship Id="rId74" Type="http://schemas.openxmlformats.org/officeDocument/2006/relationships/customXml" Target="../ink/ink2701.xml"/><Relationship Id="rId128" Type="http://schemas.openxmlformats.org/officeDocument/2006/relationships/customXml" Target="../ink/ink2728.xml"/><Relationship Id="rId149" Type="http://schemas.openxmlformats.org/officeDocument/2006/relationships/image" Target="../media/image1509.png"/><Relationship Id="rId5" Type="http://schemas.openxmlformats.org/officeDocument/2006/relationships/image" Target="../media/image1428.png"/><Relationship Id="rId95" Type="http://schemas.openxmlformats.org/officeDocument/2006/relationships/image" Target="../media/image1482.png"/><Relationship Id="rId160" Type="http://schemas.openxmlformats.org/officeDocument/2006/relationships/customXml" Target="../ink/ink2744.xml"/><Relationship Id="rId181" Type="http://schemas.openxmlformats.org/officeDocument/2006/relationships/image" Target="../media/image1525.png"/><Relationship Id="rId216" Type="http://schemas.openxmlformats.org/officeDocument/2006/relationships/customXml" Target="../ink/ink2772.xml"/><Relationship Id="rId237" Type="http://schemas.openxmlformats.org/officeDocument/2006/relationships/image" Target="../media/image1553.png"/><Relationship Id="rId258" Type="http://schemas.openxmlformats.org/officeDocument/2006/relationships/customXml" Target="../ink/ink2793.xml"/><Relationship Id="rId22" Type="http://schemas.openxmlformats.org/officeDocument/2006/relationships/customXml" Target="../ink/ink2675.xml"/><Relationship Id="rId43" Type="http://schemas.openxmlformats.org/officeDocument/2006/relationships/image" Target="../media/image1456.png"/><Relationship Id="rId64" Type="http://schemas.openxmlformats.org/officeDocument/2006/relationships/customXml" Target="../ink/ink2696.xml"/><Relationship Id="rId118" Type="http://schemas.openxmlformats.org/officeDocument/2006/relationships/customXml" Target="../ink/ink2723.xml"/><Relationship Id="rId139" Type="http://schemas.openxmlformats.org/officeDocument/2006/relationships/image" Target="../media/image1504.png"/><Relationship Id="rId85" Type="http://schemas.openxmlformats.org/officeDocument/2006/relationships/image" Target="../media/image1477.png"/><Relationship Id="rId150" Type="http://schemas.openxmlformats.org/officeDocument/2006/relationships/customXml" Target="../ink/ink2739.xml"/><Relationship Id="rId171" Type="http://schemas.openxmlformats.org/officeDocument/2006/relationships/image" Target="../media/image1520.png"/><Relationship Id="rId192" Type="http://schemas.openxmlformats.org/officeDocument/2006/relationships/customXml" Target="../ink/ink2760.xml"/><Relationship Id="rId206" Type="http://schemas.openxmlformats.org/officeDocument/2006/relationships/customXml" Target="../ink/ink2767.xml"/><Relationship Id="rId227" Type="http://schemas.openxmlformats.org/officeDocument/2006/relationships/image" Target="../media/image1548.png"/><Relationship Id="rId248" Type="http://schemas.openxmlformats.org/officeDocument/2006/relationships/customXml" Target="../ink/ink2788.xml"/><Relationship Id="rId269" Type="http://schemas.openxmlformats.org/officeDocument/2006/relationships/image" Target="../media/image1569.png"/><Relationship Id="rId12" Type="http://schemas.openxmlformats.org/officeDocument/2006/relationships/customXml" Target="../ink/ink2670.xml"/><Relationship Id="rId33" Type="http://schemas.openxmlformats.org/officeDocument/2006/relationships/image" Target="../media/image1451.png"/><Relationship Id="rId108" Type="http://schemas.openxmlformats.org/officeDocument/2006/relationships/customXml" Target="../ink/ink2718.xml"/><Relationship Id="rId129" Type="http://schemas.openxmlformats.org/officeDocument/2006/relationships/image" Target="../media/image1499.png"/><Relationship Id="rId54" Type="http://schemas.openxmlformats.org/officeDocument/2006/relationships/customXml" Target="../ink/ink2691.xml"/><Relationship Id="rId75" Type="http://schemas.openxmlformats.org/officeDocument/2006/relationships/image" Target="../media/image1472.png"/><Relationship Id="rId96" Type="http://schemas.openxmlformats.org/officeDocument/2006/relationships/customXml" Target="../ink/ink2712.xml"/><Relationship Id="rId140" Type="http://schemas.openxmlformats.org/officeDocument/2006/relationships/customXml" Target="../ink/ink2734.xml"/><Relationship Id="rId161" Type="http://schemas.openxmlformats.org/officeDocument/2006/relationships/image" Target="../media/image1515.png"/><Relationship Id="rId182" Type="http://schemas.openxmlformats.org/officeDocument/2006/relationships/customXml" Target="../ink/ink2755.xml"/><Relationship Id="rId217" Type="http://schemas.openxmlformats.org/officeDocument/2006/relationships/image" Target="../media/image1543.png"/><Relationship Id="rId6" Type="http://schemas.openxmlformats.org/officeDocument/2006/relationships/customXml" Target="../ink/ink2667.xml"/><Relationship Id="rId238" Type="http://schemas.openxmlformats.org/officeDocument/2006/relationships/customXml" Target="../ink/ink2783.xml"/><Relationship Id="rId259" Type="http://schemas.openxmlformats.org/officeDocument/2006/relationships/image" Target="../media/image1564.png"/><Relationship Id="rId23" Type="http://schemas.openxmlformats.org/officeDocument/2006/relationships/image" Target="../media/image1446.png"/><Relationship Id="rId119" Type="http://schemas.openxmlformats.org/officeDocument/2006/relationships/image" Target="../media/image1494.png"/><Relationship Id="rId44" Type="http://schemas.openxmlformats.org/officeDocument/2006/relationships/customXml" Target="../ink/ink2686.xml"/><Relationship Id="rId65" Type="http://schemas.openxmlformats.org/officeDocument/2006/relationships/image" Target="../media/image1467.png"/><Relationship Id="rId86" Type="http://schemas.openxmlformats.org/officeDocument/2006/relationships/customXml" Target="../ink/ink2707.xml"/><Relationship Id="rId130" Type="http://schemas.openxmlformats.org/officeDocument/2006/relationships/customXml" Target="../ink/ink2729.xml"/><Relationship Id="rId151" Type="http://schemas.openxmlformats.org/officeDocument/2006/relationships/image" Target="../media/image1510.png"/><Relationship Id="rId172" Type="http://schemas.openxmlformats.org/officeDocument/2006/relationships/customXml" Target="../ink/ink2750.xml"/><Relationship Id="rId193" Type="http://schemas.openxmlformats.org/officeDocument/2006/relationships/image" Target="../media/image1531.png"/><Relationship Id="rId207" Type="http://schemas.openxmlformats.org/officeDocument/2006/relationships/image" Target="../media/image1538.png"/><Relationship Id="rId228" Type="http://schemas.openxmlformats.org/officeDocument/2006/relationships/customXml" Target="../ink/ink2778.xml"/><Relationship Id="rId249" Type="http://schemas.openxmlformats.org/officeDocument/2006/relationships/image" Target="../media/image1559.png"/><Relationship Id="rId13" Type="http://schemas.openxmlformats.org/officeDocument/2006/relationships/image" Target="../media/image1441.png"/><Relationship Id="rId109" Type="http://schemas.openxmlformats.org/officeDocument/2006/relationships/image" Target="../media/image1489.png"/><Relationship Id="rId260" Type="http://schemas.openxmlformats.org/officeDocument/2006/relationships/customXml" Target="../ink/ink2794.xml"/><Relationship Id="rId34" Type="http://schemas.openxmlformats.org/officeDocument/2006/relationships/customXml" Target="../ink/ink2681.xml"/><Relationship Id="rId55" Type="http://schemas.openxmlformats.org/officeDocument/2006/relationships/image" Target="../media/image1462.png"/><Relationship Id="rId76" Type="http://schemas.openxmlformats.org/officeDocument/2006/relationships/customXml" Target="../ink/ink2702.xml"/><Relationship Id="rId97" Type="http://schemas.openxmlformats.org/officeDocument/2006/relationships/image" Target="../media/image1483.png"/><Relationship Id="rId120" Type="http://schemas.openxmlformats.org/officeDocument/2006/relationships/customXml" Target="../ink/ink2724.xml"/><Relationship Id="rId141" Type="http://schemas.openxmlformats.org/officeDocument/2006/relationships/image" Target="../media/image1505.png"/><Relationship Id="rId7" Type="http://schemas.openxmlformats.org/officeDocument/2006/relationships/image" Target="../media/image1438.png"/><Relationship Id="rId162" Type="http://schemas.openxmlformats.org/officeDocument/2006/relationships/customXml" Target="../ink/ink2745.xml"/><Relationship Id="rId183" Type="http://schemas.openxmlformats.org/officeDocument/2006/relationships/image" Target="../media/image1526.png"/><Relationship Id="rId218" Type="http://schemas.openxmlformats.org/officeDocument/2006/relationships/customXml" Target="../ink/ink2773.xml"/><Relationship Id="rId239" Type="http://schemas.openxmlformats.org/officeDocument/2006/relationships/image" Target="../media/image1554.png"/><Relationship Id="rId250" Type="http://schemas.openxmlformats.org/officeDocument/2006/relationships/customXml" Target="../ink/ink2789.xml"/><Relationship Id="rId24" Type="http://schemas.openxmlformats.org/officeDocument/2006/relationships/customXml" Target="../ink/ink2676.xml"/><Relationship Id="rId45" Type="http://schemas.openxmlformats.org/officeDocument/2006/relationships/image" Target="../media/image1457.png"/><Relationship Id="rId66" Type="http://schemas.openxmlformats.org/officeDocument/2006/relationships/customXml" Target="../ink/ink2697.xml"/><Relationship Id="rId87" Type="http://schemas.openxmlformats.org/officeDocument/2006/relationships/image" Target="../media/image1478.png"/><Relationship Id="rId110" Type="http://schemas.openxmlformats.org/officeDocument/2006/relationships/customXml" Target="../ink/ink2719.xml"/><Relationship Id="rId131" Type="http://schemas.openxmlformats.org/officeDocument/2006/relationships/image" Target="../media/image1500.png"/><Relationship Id="rId152" Type="http://schemas.openxmlformats.org/officeDocument/2006/relationships/customXml" Target="../ink/ink2740.xml"/><Relationship Id="rId173" Type="http://schemas.openxmlformats.org/officeDocument/2006/relationships/image" Target="../media/image1521.png"/><Relationship Id="rId194" Type="http://schemas.openxmlformats.org/officeDocument/2006/relationships/customXml" Target="../ink/ink2761.xml"/><Relationship Id="rId208" Type="http://schemas.openxmlformats.org/officeDocument/2006/relationships/customXml" Target="../ink/ink2768.xml"/><Relationship Id="rId229" Type="http://schemas.openxmlformats.org/officeDocument/2006/relationships/image" Target="../media/image1549.png"/><Relationship Id="rId240" Type="http://schemas.openxmlformats.org/officeDocument/2006/relationships/customXml" Target="../ink/ink2784.xml"/><Relationship Id="rId261" Type="http://schemas.openxmlformats.org/officeDocument/2006/relationships/image" Target="../media/image1565.png"/><Relationship Id="rId14" Type="http://schemas.openxmlformats.org/officeDocument/2006/relationships/customXml" Target="../ink/ink2671.xml"/><Relationship Id="rId35" Type="http://schemas.openxmlformats.org/officeDocument/2006/relationships/image" Target="../media/image1452.png"/><Relationship Id="rId56" Type="http://schemas.openxmlformats.org/officeDocument/2006/relationships/customXml" Target="../ink/ink2692.xml"/><Relationship Id="rId77" Type="http://schemas.openxmlformats.org/officeDocument/2006/relationships/image" Target="../media/image1473.png"/><Relationship Id="rId100" Type="http://schemas.openxmlformats.org/officeDocument/2006/relationships/customXml" Target="../ink/ink2714.xml"/><Relationship Id="rId8" Type="http://schemas.openxmlformats.org/officeDocument/2006/relationships/customXml" Target="../ink/ink2668.xml"/><Relationship Id="rId98" Type="http://schemas.openxmlformats.org/officeDocument/2006/relationships/customXml" Target="../ink/ink2713.xml"/><Relationship Id="rId121" Type="http://schemas.openxmlformats.org/officeDocument/2006/relationships/image" Target="../media/image1495.png"/><Relationship Id="rId142" Type="http://schemas.openxmlformats.org/officeDocument/2006/relationships/customXml" Target="../ink/ink2735.xml"/><Relationship Id="rId163" Type="http://schemas.openxmlformats.org/officeDocument/2006/relationships/image" Target="../media/image1516.png"/><Relationship Id="rId184" Type="http://schemas.openxmlformats.org/officeDocument/2006/relationships/customXml" Target="../ink/ink2756.xml"/><Relationship Id="rId219" Type="http://schemas.openxmlformats.org/officeDocument/2006/relationships/image" Target="../media/image1544.png"/><Relationship Id="rId230" Type="http://schemas.openxmlformats.org/officeDocument/2006/relationships/customXml" Target="../ink/ink2779.xml"/><Relationship Id="rId251" Type="http://schemas.openxmlformats.org/officeDocument/2006/relationships/image" Target="../media/image1560.png"/><Relationship Id="rId25" Type="http://schemas.openxmlformats.org/officeDocument/2006/relationships/image" Target="../media/image1447.png"/><Relationship Id="rId46" Type="http://schemas.openxmlformats.org/officeDocument/2006/relationships/customXml" Target="../ink/ink2687.xml"/><Relationship Id="rId67" Type="http://schemas.openxmlformats.org/officeDocument/2006/relationships/image" Target="../media/image1468.png"/><Relationship Id="rId88" Type="http://schemas.openxmlformats.org/officeDocument/2006/relationships/customXml" Target="../ink/ink2708.xml"/><Relationship Id="rId111" Type="http://schemas.openxmlformats.org/officeDocument/2006/relationships/image" Target="../media/image1490.png"/><Relationship Id="rId132" Type="http://schemas.openxmlformats.org/officeDocument/2006/relationships/customXml" Target="../ink/ink2730.xml"/><Relationship Id="rId153" Type="http://schemas.openxmlformats.org/officeDocument/2006/relationships/image" Target="../media/image1511.png"/><Relationship Id="rId174" Type="http://schemas.openxmlformats.org/officeDocument/2006/relationships/customXml" Target="../ink/ink2751.xml"/><Relationship Id="rId195" Type="http://schemas.openxmlformats.org/officeDocument/2006/relationships/image" Target="../media/image1532.png"/><Relationship Id="rId209" Type="http://schemas.openxmlformats.org/officeDocument/2006/relationships/image" Target="../media/image1539.png"/><Relationship Id="rId220" Type="http://schemas.openxmlformats.org/officeDocument/2006/relationships/customXml" Target="../ink/ink2774.xml"/><Relationship Id="rId241" Type="http://schemas.openxmlformats.org/officeDocument/2006/relationships/image" Target="../media/image1555.png"/><Relationship Id="rId15" Type="http://schemas.openxmlformats.org/officeDocument/2006/relationships/image" Target="../media/image1442.png"/><Relationship Id="rId36" Type="http://schemas.openxmlformats.org/officeDocument/2006/relationships/customXml" Target="../ink/ink2682.xml"/><Relationship Id="rId57" Type="http://schemas.openxmlformats.org/officeDocument/2006/relationships/image" Target="../media/image1463.png"/><Relationship Id="rId262" Type="http://schemas.openxmlformats.org/officeDocument/2006/relationships/customXml" Target="../ink/ink2795.xml"/><Relationship Id="rId78" Type="http://schemas.openxmlformats.org/officeDocument/2006/relationships/customXml" Target="../ink/ink2703.xml"/><Relationship Id="rId99" Type="http://schemas.openxmlformats.org/officeDocument/2006/relationships/image" Target="../media/image1484.png"/><Relationship Id="rId101" Type="http://schemas.openxmlformats.org/officeDocument/2006/relationships/image" Target="../media/image1485.png"/><Relationship Id="rId122" Type="http://schemas.openxmlformats.org/officeDocument/2006/relationships/customXml" Target="../ink/ink2725.xml"/><Relationship Id="rId143" Type="http://schemas.openxmlformats.org/officeDocument/2006/relationships/image" Target="../media/image1506.png"/><Relationship Id="rId164" Type="http://schemas.openxmlformats.org/officeDocument/2006/relationships/customXml" Target="../ink/ink2746.xml"/><Relationship Id="rId185" Type="http://schemas.openxmlformats.org/officeDocument/2006/relationships/image" Target="../media/image1527.png"/><Relationship Id="rId9" Type="http://schemas.openxmlformats.org/officeDocument/2006/relationships/image" Target="../media/image1439.png"/><Relationship Id="rId210" Type="http://schemas.openxmlformats.org/officeDocument/2006/relationships/customXml" Target="../ink/ink2769.xml"/><Relationship Id="rId26" Type="http://schemas.openxmlformats.org/officeDocument/2006/relationships/customXml" Target="../ink/ink2677.xml"/><Relationship Id="rId231" Type="http://schemas.openxmlformats.org/officeDocument/2006/relationships/image" Target="../media/image1550.png"/><Relationship Id="rId252" Type="http://schemas.openxmlformats.org/officeDocument/2006/relationships/customXml" Target="../ink/ink2790.xml"/><Relationship Id="rId47" Type="http://schemas.openxmlformats.org/officeDocument/2006/relationships/image" Target="../media/image1458.png"/><Relationship Id="rId68" Type="http://schemas.openxmlformats.org/officeDocument/2006/relationships/customXml" Target="../ink/ink2698.xml"/><Relationship Id="rId89" Type="http://schemas.openxmlformats.org/officeDocument/2006/relationships/image" Target="../media/image1479.png"/><Relationship Id="rId112" Type="http://schemas.openxmlformats.org/officeDocument/2006/relationships/customXml" Target="../ink/ink2720.xml"/><Relationship Id="rId133" Type="http://schemas.openxmlformats.org/officeDocument/2006/relationships/image" Target="../media/image1501.png"/><Relationship Id="rId154" Type="http://schemas.openxmlformats.org/officeDocument/2006/relationships/customXml" Target="../ink/ink2741.xml"/><Relationship Id="rId175" Type="http://schemas.openxmlformats.org/officeDocument/2006/relationships/image" Target="../media/image1522.png"/><Relationship Id="rId196" Type="http://schemas.openxmlformats.org/officeDocument/2006/relationships/customXml" Target="../ink/ink2762.xml"/><Relationship Id="rId200" Type="http://schemas.openxmlformats.org/officeDocument/2006/relationships/customXml" Target="../ink/ink2764.xml"/><Relationship Id="rId16" Type="http://schemas.openxmlformats.org/officeDocument/2006/relationships/customXml" Target="../ink/ink2672.xml"/><Relationship Id="rId221" Type="http://schemas.openxmlformats.org/officeDocument/2006/relationships/image" Target="../media/image1545.png"/><Relationship Id="rId242" Type="http://schemas.openxmlformats.org/officeDocument/2006/relationships/customXml" Target="../ink/ink2785.xml"/><Relationship Id="rId263" Type="http://schemas.openxmlformats.org/officeDocument/2006/relationships/image" Target="../media/image1566.png"/><Relationship Id="rId37" Type="http://schemas.openxmlformats.org/officeDocument/2006/relationships/image" Target="../media/image1453.png"/><Relationship Id="rId58" Type="http://schemas.openxmlformats.org/officeDocument/2006/relationships/customXml" Target="../ink/ink2693.xml"/><Relationship Id="rId79" Type="http://schemas.openxmlformats.org/officeDocument/2006/relationships/image" Target="../media/image1474.png"/><Relationship Id="rId102" Type="http://schemas.openxmlformats.org/officeDocument/2006/relationships/customXml" Target="../ink/ink2715.xml"/><Relationship Id="rId123" Type="http://schemas.openxmlformats.org/officeDocument/2006/relationships/image" Target="../media/image1496.png"/><Relationship Id="rId144" Type="http://schemas.openxmlformats.org/officeDocument/2006/relationships/customXml" Target="../ink/ink2736.xml"/><Relationship Id="rId90" Type="http://schemas.openxmlformats.org/officeDocument/2006/relationships/customXml" Target="../ink/ink2709.xml"/><Relationship Id="rId165" Type="http://schemas.openxmlformats.org/officeDocument/2006/relationships/image" Target="../media/image1517.png"/><Relationship Id="rId186" Type="http://schemas.openxmlformats.org/officeDocument/2006/relationships/customXml" Target="../ink/ink2757.xml"/><Relationship Id="rId211" Type="http://schemas.openxmlformats.org/officeDocument/2006/relationships/image" Target="../media/image1540.png"/><Relationship Id="rId232" Type="http://schemas.openxmlformats.org/officeDocument/2006/relationships/customXml" Target="../ink/ink2780.xml"/><Relationship Id="rId253" Type="http://schemas.openxmlformats.org/officeDocument/2006/relationships/image" Target="../media/image1561.png"/><Relationship Id="rId27" Type="http://schemas.openxmlformats.org/officeDocument/2006/relationships/image" Target="../media/image1448.png"/><Relationship Id="rId48" Type="http://schemas.openxmlformats.org/officeDocument/2006/relationships/customXml" Target="../ink/ink2688.xml"/><Relationship Id="rId69" Type="http://schemas.openxmlformats.org/officeDocument/2006/relationships/image" Target="../media/image1469.png"/><Relationship Id="rId113" Type="http://schemas.openxmlformats.org/officeDocument/2006/relationships/image" Target="../media/image1491.png"/><Relationship Id="rId134" Type="http://schemas.openxmlformats.org/officeDocument/2006/relationships/customXml" Target="../ink/ink2731.xml"/><Relationship Id="rId80" Type="http://schemas.openxmlformats.org/officeDocument/2006/relationships/customXml" Target="../ink/ink2704.xml"/><Relationship Id="rId155" Type="http://schemas.openxmlformats.org/officeDocument/2006/relationships/image" Target="../media/image1512.png"/><Relationship Id="rId176" Type="http://schemas.openxmlformats.org/officeDocument/2006/relationships/customXml" Target="../ink/ink2752.xml"/><Relationship Id="rId197" Type="http://schemas.openxmlformats.org/officeDocument/2006/relationships/image" Target="../media/image1533.png"/><Relationship Id="rId201" Type="http://schemas.openxmlformats.org/officeDocument/2006/relationships/image" Target="../media/image1535.png"/><Relationship Id="rId222" Type="http://schemas.openxmlformats.org/officeDocument/2006/relationships/customXml" Target="../ink/ink2775.xml"/><Relationship Id="rId243" Type="http://schemas.openxmlformats.org/officeDocument/2006/relationships/image" Target="../media/image1556.png"/><Relationship Id="rId264" Type="http://schemas.openxmlformats.org/officeDocument/2006/relationships/customXml" Target="../ink/ink2796.xml"/><Relationship Id="rId17" Type="http://schemas.openxmlformats.org/officeDocument/2006/relationships/image" Target="../media/image1443.png"/><Relationship Id="rId38" Type="http://schemas.openxmlformats.org/officeDocument/2006/relationships/customXml" Target="../ink/ink2683.xml"/><Relationship Id="rId59" Type="http://schemas.openxmlformats.org/officeDocument/2006/relationships/image" Target="../media/image1464.png"/><Relationship Id="rId103" Type="http://schemas.openxmlformats.org/officeDocument/2006/relationships/image" Target="../media/image1486.png"/><Relationship Id="rId124" Type="http://schemas.openxmlformats.org/officeDocument/2006/relationships/customXml" Target="../ink/ink2726.xml"/><Relationship Id="rId70" Type="http://schemas.openxmlformats.org/officeDocument/2006/relationships/customXml" Target="../ink/ink2699.xml"/><Relationship Id="rId91" Type="http://schemas.openxmlformats.org/officeDocument/2006/relationships/image" Target="../media/image1480.png"/><Relationship Id="rId145" Type="http://schemas.openxmlformats.org/officeDocument/2006/relationships/image" Target="../media/image1507.png"/><Relationship Id="rId166" Type="http://schemas.openxmlformats.org/officeDocument/2006/relationships/customXml" Target="../ink/ink2747.xml"/><Relationship Id="rId187" Type="http://schemas.openxmlformats.org/officeDocument/2006/relationships/image" Target="../media/image152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770.xml"/><Relationship Id="rId233" Type="http://schemas.openxmlformats.org/officeDocument/2006/relationships/image" Target="../media/image1551.png"/><Relationship Id="rId254" Type="http://schemas.openxmlformats.org/officeDocument/2006/relationships/customXml" Target="../ink/ink2791.xml"/><Relationship Id="rId28" Type="http://schemas.openxmlformats.org/officeDocument/2006/relationships/customXml" Target="../ink/ink2678.xml"/><Relationship Id="rId49" Type="http://schemas.openxmlformats.org/officeDocument/2006/relationships/image" Target="../media/image1459.png"/><Relationship Id="rId114" Type="http://schemas.openxmlformats.org/officeDocument/2006/relationships/customXml" Target="../ink/ink2721.xml"/><Relationship Id="rId60" Type="http://schemas.openxmlformats.org/officeDocument/2006/relationships/customXml" Target="../ink/ink2694.xml"/><Relationship Id="rId81" Type="http://schemas.openxmlformats.org/officeDocument/2006/relationships/image" Target="../media/image1475.png"/><Relationship Id="rId135" Type="http://schemas.openxmlformats.org/officeDocument/2006/relationships/image" Target="../media/image1502.png"/><Relationship Id="rId156" Type="http://schemas.openxmlformats.org/officeDocument/2006/relationships/customXml" Target="../ink/ink2742.xml"/><Relationship Id="rId177" Type="http://schemas.openxmlformats.org/officeDocument/2006/relationships/image" Target="../media/image1523.png"/><Relationship Id="rId198" Type="http://schemas.openxmlformats.org/officeDocument/2006/relationships/customXml" Target="../ink/ink2763.xml"/><Relationship Id="rId202" Type="http://schemas.openxmlformats.org/officeDocument/2006/relationships/customXml" Target="../ink/ink2765.xml"/><Relationship Id="rId223" Type="http://schemas.openxmlformats.org/officeDocument/2006/relationships/image" Target="../media/image1546.png"/><Relationship Id="rId244" Type="http://schemas.openxmlformats.org/officeDocument/2006/relationships/customXml" Target="../ink/ink2786.xml"/><Relationship Id="rId18" Type="http://schemas.openxmlformats.org/officeDocument/2006/relationships/customXml" Target="../ink/ink2673.xml"/><Relationship Id="rId39" Type="http://schemas.openxmlformats.org/officeDocument/2006/relationships/image" Target="../media/image1454.png"/><Relationship Id="rId265" Type="http://schemas.openxmlformats.org/officeDocument/2006/relationships/image" Target="../media/image1567.png"/><Relationship Id="rId50" Type="http://schemas.openxmlformats.org/officeDocument/2006/relationships/customXml" Target="../ink/ink2689.xml"/><Relationship Id="rId104" Type="http://schemas.openxmlformats.org/officeDocument/2006/relationships/customXml" Target="../ink/ink2716.xml"/><Relationship Id="rId125" Type="http://schemas.openxmlformats.org/officeDocument/2006/relationships/image" Target="../media/image1497.png"/><Relationship Id="rId146" Type="http://schemas.openxmlformats.org/officeDocument/2006/relationships/customXml" Target="../ink/ink2737.xml"/><Relationship Id="rId167" Type="http://schemas.openxmlformats.org/officeDocument/2006/relationships/image" Target="../media/image1518.png"/><Relationship Id="rId188" Type="http://schemas.openxmlformats.org/officeDocument/2006/relationships/customXml" Target="../ink/ink2758.xml"/><Relationship Id="rId71" Type="http://schemas.openxmlformats.org/officeDocument/2006/relationships/image" Target="../media/image1470.png"/><Relationship Id="rId92" Type="http://schemas.openxmlformats.org/officeDocument/2006/relationships/customXml" Target="../ink/ink2710.xml"/><Relationship Id="rId213" Type="http://schemas.openxmlformats.org/officeDocument/2006/relationships/image" Target="../media/image1541.png"/><Relationship Id="rId234" Type="http://schemas.openxmlformats.org/officeDocument/2006/relationships/customXml" Target="../ink/ink2781.xml"/><Relationship Id="rId2" Type="http://schemas.openxmlformats.org/officeDocument/2006/relationships/customXml" Target="../ink/ink2665.xml"/><Relationship Id="rId29" Type="http://schemas.openxmlformats.org/officeDocument/2006/relationships/image" Target="../media/image1449.png"/><Relationship Id="rId255" Type="http://schemas.openxmlformats.org/officeDocument/2006/relationships/image" Target="../media/image1562.png"/><Relationship Id="rId40" Type="http://schemas.openxmlformats.org/officeDocument/2006/relationships/customXml" Target="../ink/ink2684.xml"/><Relationship Id="rId115" Type="http://schemas.openxmlformats.org/officeDocument/2006/relationships/image" Target="../media/image1492.png"/><Relationship Id="rId136" Type="http://schemas.openxmlformats.org/officeDocument/2006/relationships/customXml" Target="../ink/ink2732.xml"/><Relationship Id="rId157" Type="http://schemas.openxmlformats.org/officeDocument/2006/relationships/image" Target="../media/image1513.png"/><Relationship Id="rId178" Type="http://schemas.openxmlformats.org/officeDocument/2006/relationships/customXml" Target="../ink/ink2753.xml"/><Relationship Id="rId61" Type="http://schemas.openxmlformats.org/officeDocument/2006/relationships/image" Target="../media/image1465.png"/><Relationship Id="rId82" Type="http://schemas.openxmlformats.org/officeDocument/2006/relationships/customXml" Target="../ink/ink2705.xml"/><Relationship Id="rId199" Type="http://schemas.openxmlformats.org/officeDocument/2006/relationships/image" Target="../media/image1534.png"/><Relationship Id="rId203" Type="http://schemas.openxmlformats.org/officeDocument/2006/relationships/image" Target="../media/image1536.png"/><Relationship Id="rId19" Type="http://schemas.openxmlformats.org/officeDocument/2006/relationships/image" Target="../media/image1444.png"/><Relationship Id="rId224" Type="http://schemas.openxmlformats.org/officeDocument/2006/relationships/customXml" Target="../ink/ink2776.xml"/><Relationship Id="rId245" Type="http://schemas.openxmlformats.org/officeDocument/2006/relationships/image" Target="../media/image1557.png"/><Relationship Id="rId266" Type="http://schemas.openxmlformats.org/officeDocument/2006/relationships/customXml" Target="../ink/ink2797.xml"/><Relationship Id="rId30" Type="http://schemas.openxmlformats.org/officeDocument/2006/relationships/customXml" Target="../ink/ink2679.xml"/><Relationship Id="rId105" Type="http://schemas.openxmlformats.org/officeDocument/2006/relationships/image" Target="../media/image1487.png"/><Relationship Id="rId126" Type="http://schemas.openxmlformats.org/officeDocument/2006/relationships/customXml" Target="../ink/ink2727.xml"/><Relationship Id="rId147" Type="http://schemas.openxmlformats.org/officeDocument/2006/relationships/image" Target="../media/image1508.png"/><Relationship Id="rId168" Type="http://schemas.openxmlformats.org/officeDocument/2006/relationships/customXml" Target="../ink/ink2748.xml"/><Relationship Id="rId51" Type="http://schemas.openxmlformats.org/officeDocument/2006/relationships/image" Target="../media/image1460.png"/><Relationship Id="rId72" Type="http://schemas.openxmlformats.org/officeDocument/2006/relationships/customXml" Target="../ink/ink2700.xml"/><Relationship Id="rId93" Type="http://schemas.openxmlformats.org/officeDocument/2006/relationships/image" Target="../media/image1481.png"/><Relationship Id="rId189" Type="http://schemas.openxmlformats.org/officeDocument/2006/relationships/image" Target="../media/image1529.png"/><Relationship Id="rId3" Type="http://schemas.openxmlformats.org/officeDocument/2006/relationships/image" Target="../media/image1427.png"/><Relationship Id="rId214" Type="http://schemas.openxmlformats.org/officeDocument/2006/relationships/customXml" Target="../ink/ink2771.xml"/><Relationship Id="rId235" Type="http://schemas.openxmlformats.org/officeDocument/2006/relationships/image" Target="../media/image1552.png"/><Relationship Id="rId256" Type="http://schemas.openxmlformats.org/officeDocument/2006/relationships/customXml" Target="../ink/ink2792.xml"/><Relationship Id="rId116" Type="http://schemas.openxmlformats.org/officeDocument/2006/relationships/customXml" Target="../ink/ink2722.xml"/><Relationship Id="rId137" Type="http://schemas.openxmlformats.org/officeDocument/2006/relationships/image" Target="../media/image1503.png"/><Relationship Id="rId158" Type="http://schemas.openxmlformats.org/officeDocument/2006/relationships/customXml" Target="../ink/ink2743.xml"/><Relationship Id="rId20" Type="http://schemas.openxmlformats.org/officeDocument/2006/relationships/customXml" Target="../ink/ink2674.xml"/><Relationship Id="rId41" Type="http://schemas.openxmlformats.org/officeDocument/2006/relationships/image" Target="../media/image1455.png"/><Relationship Id="rId62" Type="http://schemas.openxmlformats.org/officeDocument/2006/relationships/customXml" Target="../ink/ink2695.xml"/><Relationship Id="rId83" Type="http://schemas.openxmlformats.org/officeDocument/2006/relationships/image" Target="../media/image1476.png"/><Relationship Id="rId179" Type="http://schemas.openxmlformats.org/officeDocument/2006/relationships/image" Target="../media/image1524.png"/><Relationship Id="rId190" Type="http://schemas.openxmlformats.org/officeDocument/2006/relationships/customXml" Target="../ink/ink2759.xml"/><Relationship Id="rId204" Type="http://schemas.openxmlformats.org/officeDocument/2006/relationships/customXml" Target="../ink/ink2766.xml"/><Relationship Id="rId225" Type="http://schemas.openxmlformats.org/officeDocument/2006/relationships/image" Target="../media/image1547.png"/><Relationship Id="rId246" Type="http://schemas.openxmlformats.org/officeDocument/2006/relationships/customXml" Target="../ink/ink2787.xml"/><Relationship Id="rId267" Type="http://schemas.openxmlformats.org/officeDocument/2006/relationships/image" Target="../media/image1568.png"/><Relationship Id="rId106" Type="http://schemas.openxmlformats.org/officeDocument/2006/relationships/customXml" Target="../ink/ink2717.xml"/><Relationship Id="rId127" Type="http://schemas.openxmlformats.org/officeDocument/2006/relationships/image" Target="../media/image1498.png"/><Relationship Id="rId10" Type="http://schemas.openxmlformats.org/officeDocument/2006/relationships/customXml" Target="../ink/ink2669.xml"/><Relationship Id="rId31" Type="http://schemas.openxmlformats.org/officeDocument/2006/relationships/image" Target="../media/image1450.png"/><Relationship Id="rId52" Type="http://schemas.openxmlformats.org/officeDocument/2006/relationships/customXml" Target="../ink/ink2690.xml"/><Relationship Id="rId73" Type="http://schemas.openxmlformats.org/officeDocument/2006/relationships/image" Target="../media/image1471.png"/><Relationship Id="rId94" Type="http://schemas.openxmlformats.org/officeDocument/2006/relationships/customXml" Target="../ink/ink2711.xml"/><Relationship Id="rId148" Type="http://schemas.openxmlformats.org/officeDocument/2006/relationships/customXml" Target="../ink/ink2738.xml"/><Relationship Id="rId169" Type="http://schemas.openxmlformats.org/officeDocument/2006/relationships/image" Target="../media/image1519.png"/><Relationship Id="rId4" Type="http://schemas.openxmlformats.org/officeDocument/2006/relationships/customXml" Target="../ink/ink2666.xml"/><Relationship Id="rId180" Type="http://schemas.openxmlformats.org/officeDocument/2006/relationships/customXml" Target="../ink/ink2754.xml"/><Relationship Id="rId215" Type="http://schemas.openxmlformats.org/officeDocument/2006/relationships/image" Target="../media/image1542.png"/><Relationship Id="rId236" Type="http://schemas.openxmlformats.org/officeDocument/2006/relationships/customXml" Target="../ink/ink2782.xml"/><Relationship Id="rId257" Type="http://schemas.openxmlformats.org/officeDocument/2006/relationships/image" Target="../media/image1563.png"/><Relationship Id="rId42" Type="http://schemas.openxmlformats.org/officeDocument/2006/relationships/customXml" Target="../ink/ink2685.xml"/><Relationship Id="rId84" Type="http://schemas.openxmlformats.org/officeDocument/2006/relationships/customXml" Target="../ink/ink2706.xml"/><Relationship Id="rId138" Type="http://schemas.openxmlformats.org/officeDocument/2006/relationships/customXml" Target="../ink/ink2733.xml"/><Relationship Id="rId191" Type="http://schemas.openxmlformats.org/officeDocument/2006/relationships/image" Target="../media/image1530.png"/><Relationship Id="rId205" Type="http://schemas.openxmlformats.org/officeDocument/2006/relationships/image" Target="../media/image1537.png"/><Relationship Id="rId247" Type="http://schemas.openxmlformats.org/officeDocument/2006/relationships/image" Target="../media/image1558.png"/><Relationship Id="rId107" Type="http://schemas.openxmlformats.org/officeDocument/2006/relationships/image" Target="../media/image148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02.xml"/><Relationship Id="rId13" Type="http://schemas.openxmlformats.org/officeDocument/2006/relationships/image" Target="../media/image1575.png"/><Relationship Id="rId18" Type="http://schemas.openxmlformats.org/officeDocument/2006/relationships/customXml" Target="../ink/ink2807.xml"/><Relationship Id="rId3" Type="http://schemas.openxmlformats.org/officeDocument/2006/relationships/image" Target="../media/image1570.png"/><Relationship Id="rId21" Type="http://schemas.openxmlformats.org/officeDocument/2006/relationships/image" Target="../media/image1579.png"/><Relationship Id="rId7" Type="http://schemas.openxmlformats.org/officeDocument/2006/relationships/image" Target="../media/image1572.png"/><Relationship Id="rId12" Type="http://schemas.openxmlformats.org/officeDocument/2006/relationships/customXml" Target="../ink/ink2804.xml"/><Relationship Id="rId17" Type="http://schemas.openxmlformats.org/officeDocument/2006/relationships/image" Target="../media/image1577.png"/><Relationship Id="rId2" Type="http://schemas.openxmlformats.org/officeDocument/2006/relationships/customXml" Target="../ink/ink2799.xml"/><Relationship Id="rId16" Type="http://schemas.openxmlformats.org/officeDocument/2006/relationships/customXml" Target="../ink/ink2806.xml"/><Relationship Id="rId20" Type="http://schemas.openxmlformats.org/officeDocument/2006/relationships/customXml" Target="../ink/ink280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801.xml"/><Relationship Id="rId11" Type="http://schemas.openxmlformats.org/officeDocument/2006/relationships/image" Target="../media/image1574.png"/><Relationship Id="rId5" Type="http://schemas.openxmlformats.org/officeDocument/2006/relationships/image" Target="../media/image1571.png"/><Relationship Id="rId15" Type="http://schemas.openxmlformats.org/officeDocument/2006/relationships/image" Target="../media/image1576.png"/><Relationship Id="rId23" Type="http://schemas.openxmlformats.org/officeDocument/2006/relationships/image" Target="../media/image1580.png"/><Relationship Id="rId10" Type="http://schemas.openxmlformats.org/officeDocument/2006/relationships/customXml" Target="../ink/ink2803.xml"/><Relationship Id="rId19" Type="http://schemas.openxmlformats.org/officeDocument/2006/relationships/image" Target="../media/image1578.png"/><Relationship Id="rId4" Type="http://schemas.openxmlformats.org/officeDocument/2006/relationships/customXml" Target="../ink/ink2800.xml"/><Relationship Id="rId9" Type="http://schemas.openxmlformats.org/officeDocument/2006/relationships/image" Target="../media/image1573.png"/><Relationship Id="rId14" Type="http://schemas.openxmlformats.org/officeDocument/2006/relationships/customXml" Target="../ink/ink2805.xml"/><Relationship Id="rId22" Type="http://schemas.openxmlformats.org/officeDocument/2006/relationships/customXml" Target="../ink/ink28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A2D1AF-EA17-F0C9-C41E-9C8410278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084F948-C32F-8A3D-1B59-4ACB3192679D}"/>
              </a:ext>
            </a:extLst>
          </p:cNvPr>
          <p:cNvGrpSpPr/>
          <p:nvPr/>
        </p:nvGrpSpPr>
        <p:grpSpPr>
          <a:xfrm>
            <a:off x="2444787" y="588320"/>
            <a:ext cx="1134720" cy="400320"/>
            <a:chOff x="2444787" y="588320"/>
            <a:chExt cx="1134720" cy="40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B786277-1F3E-6D5E-EBCD-D118840737CC}"/>
                    </a:ext>
                  </a:extLst>
                </p14:cNvPr>
                <p14:cNvContentPartPr/>
                <p14:nvPr/>
              </p14:nvContentPartPr>
              <p14:xfrm>
                <a:off x="2444787" y="591560"/>
                <a:ext cx="586800" cy="96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B786277-1F3E-6D5E-EBCD-D118840737C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26787" y="573920"/>
                  <a:ext cx="6224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0350CEE-AB60-7B41-96FE-44622196C91C}"/>
                    </a:ext>
                  </a:extLst>
                </p14:cNvPr>
                <p14:cNvContentPartPr/>
                <p14:nvPr/>
              </p14:nvContentPartPr>
              <p14:xfrm>
                <a:off x="2762667" y="625040"/>
                <a:ext cx="53640" cy="325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0350CEE-AB60-7B41-96FE-44622196C91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44667" y="607040"/>
                  <a:ext cx="892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5A62B24-822B-A5BD-427C-3AFB334A27CA}"/>
                    </a:ext>
                  </a:extLst>
                </p14:cNvPr>
                <p14:cNvContentPartPr/>
                <p14:nvPr/>
              </p14:nvContentPartPr>
              <p14:xfrm>
                <a:off x="2941227" y="607040"/>
                <a:ext cx="246240" cy="372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5A62B24-822B-A5BD-427C-3AFB334A27C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23587" y="589040"/>
                  <a:ext cx="28188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C8B340F-95E1-B751-CE6F-A8DD07D34018}"/>
                    </a:ext>
                  </a:extLst>
                </p14:cNvPr>
                <p14:cNvContentPartPr/>
                <p14:nvPr/>
              </p14:nvContentPartPr>
              <p14:xfrm>
                <a:off x="3235347" y="770120"/>
                <a:ext cx="21600" cy="173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C8B340F-95E1-B751-CE6F-A8DD07D3401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17707" y="752480"/>
                  <a:ext cx="572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C1F1BE9-345D-AAC8-0632-C36F3E78A3F4}"/>
                    </a:ext>
                  </a:extLst>
                </p14:cNvPr>
                <p14:cNvContentPartPr/>
                <p14:nvPr/>
              </p14:nvContentPartPr>
              <p14:xfrm>
                <a:off x="3114747" y="588320"/>
                <a:ext cx="114840" cy="63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C1F1BE9-345D-AAC8-0632-C36F3E78A3F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96747" y="570680"/>
                  <a:ext cx="1504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37D1618-41C0-658D-82FC-6E55A7AD8E96}"/>
                    </a:ext>
                  </a:extLst>
                </p14:cNvPr>
                <p14:cNvContentPartPr/>
                <p14:nvPr/>
              </p14:nvContentPartPr>
              <p14:xfrm>
                <a:off x="3351987" y="674360"/>
                <a:ext cx="227520" cy="314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37D1618-41C0-658D-82FC-6E55A7AD8E9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33987" y="656360"/>
                  <a:ext cx="263160" cy="34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437BB2-AE72-7DA3-0089-D6252736F729}"/>
              </a:ext>
            </a:extLst>
          </p:cNvPr>
          <p:cNvGrpSpPr/>
          <p:nvPr/>
        </p:nvGrpSpPr>
        <p:grpSpPr>
          <a:xfrm>
            <a:off x="4149747" y="436760"/>
            <a:ext cx="524520" cy="493200"/>
            <a:chOff x="4149747" y="436760"/>
            <a:chExt cx="524520" cy="49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46219D3-DD27-7F94-0137-395C510583D5}"/>
                    </a:ext>
                  </a:extLst>
                </p14:cNvPr>
                <p14:cNvContentPartPr/>
                <p14:nvPr/>
              </p14:nvContentPartPr>
              <p14:xfrm>
                <a:off x="4302747" y="650960"/>
                <a:ext cx="11880" cy="247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46219D3-DD27-7F94-0137-395C510583D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285107" y="632960"/>
                  <a:ext cx="475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6C65E29-DF62-23D6-85C5-4BBF20708C95}"/>
                    </a:ext>
                  </a:extLst>
                </p14:cNvPr>
                <p14:cNvContentPartPr/>
                <p14:nvPr/>
              </p14:nvContentPartPr>
              <p14:xfrm>
                <a:off x="4149747" y="436760"/>
                <a:ext cx="121320" cy="122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6C65E29-DF62-23D6-85C5-4BBF20708C9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32107" y="418760"/>
                  <a:ext cx="1569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24D93CB-910B-8054-43D7-DEC2D927B200}"/>
                    </a:ext>
                  </a:extLst>
                </p14:cNvPr>
                <p14:cNvContentPartPr/>
                <p14:nvPr/>
              </p14:nvContentPartPr>
              <p14:xfrm>
                <a:off x="4419387" y="616400"/>
                <a:ext cx="254880" cy="313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24D93CB-910B-8054-43D7-DEC2D927B20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01387" y="598760"/>
                  <a:ext cx="290520" cy="34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B95D922-240A-027E-9538-9BDE8BEFBB2A}"/>
                  </a:ext>
                </a:extLst>
              </p14:cNvPr>
              <p14:cNvContentPartPr/>
              <p14:nvPr/>
            </p14:nvContentPartPr>
            <p14:xfrm>
              <a:off x="5220387" y="575360"/>
              <a:ext cx="405720" cy="275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B95D922-240A-027E-9538-9BDE8BEFBB2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02387" y="557720"/>
                <a:ext cx="441360" cy="31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153CE3C7-3E4E-F761-C2D6-EE40597AAF06}"/>
              </a:ext>
            </a:extLst>
          </p:cNvPr>
          <p:cNvGrpSpPr/>
          <p:nvPr/>
        </p:nvGrpSpPr>
        <p:grpSpPr>
          <a:xfrm>
            <a:off x="6220107" y="382400"/>
            <a:ext cx="1204560" cy="438480"/>
            <a:chOff x="6220107" y="382400"/>
            <a:chExt cx="1204560" cy="43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337DE50-B587-BB78-B011-C71F914D8CA2}"/>
                    </a:ext>
                  </a:extLst>
                </p14:cNvPr>
                <p14:cNvContentPartPr/>
                <p14:nvPr/>
              </p14:nvContentPartPr>
              <p14:xfrm>
                <a:off x="6228747" y="461240"/>
                <a:ext cx="31320" cy="318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337DE50-B587-BB78-B011-C71F914D8CA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10747" y="443600"/>
                  <a:ext cx="669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06F74C6-BB78-5D91-EAEA-A00FFF46CC34}"/>
                    </a:ext>
                  </a:extLst>
                </p14:cNvPr>
                <p14:cNvContentPartPr/>
                <p14:nvPr/>
              </p14:nvContentPartPr>
              <p14:xfrm>
                <a:off x="6220107" y="421640"/>
                <a:ext cx="282960" cy="399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06F74C6-BB78-5D91-EAEA-A00FFF46CC3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202467" y="403640"/>
                  <a:ext cx="31860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383270-5CAC-F468-B5AC-5F7DD95BB94F}"/>
                    </a:ext>
                  </a:extLst>
                </p14:cNvPr>
                <p14:cNvContentPartPr/>
                <p14:nvPr/>
              </p14:nvContentPartPr>
              <p14:xfrm>
                <a:off x="6612147" y="395000"/>
                <a:ext cx="320760" cy="353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383270-5CAC-F468-B5AC-5F7DD95BB94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594147" y="377360"/>
                  <a:ext cx="3564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AA2B3C9-7749-753A-EA35-F05AD91B0B2E}"/>
                    </a:ext>
                  </a:extLst>
                </p14:cNvPr>
                <p14:cNvContentPartPr/>
                <p14:nvPr/>
              </p14:nvContentPartPr>
              <p14:xfrm>
                <a:off x="7068267" y="405080"/>
                <a:ext cx="36720" cy="344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AA2B3C9-7749-753A-EA35-F05AD91B0B2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50267" y="387440"/>
                  <a:ext cx="723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0EFC832-E028-B2F4-B570-A4B6DCD842E2}"/>
                    </a:ext>
                  </a:extLst>
                </p14:cNvPr>
                <p14:cNvContentPartPr/>
                <p14:nvPr/>
              </p14:nvContentPartPr>
              <p14:xfrm>
                <a:off x="7039467" y="382400"/>
                <a:ext cx="385200" cy="428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0EFC832-E028-B2F4-B570-A4B6DCD842E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21467" y="364760"/>
                  <a:ext cx="420840" cy="46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7B65730-1F6D-D56F-7DC3-0A1E40DA594A}"/>
              </a:ext>
            </a:extLst>
          </p:cNvPr>
          <p:cNvGrpSpPr/>
          <p:nvPr/>
        </p:nvGrpSpPr>
        <p:grpSpPr>
          <a:xfrm>
            <a:off x="8238987" y="341360"/>
            <a:ext cx="2181960" cy="486360"/>
            <a:chOff x="8238987" y="341360"/>
            <a:chExt cx="2181960" cy="48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A3FE644-7FDF-164A-19C2-07EB4FD4DEA0}"/>
                    </a:ext>
                  </a:extLst>
                </p14:cNvPr>
                <p14:cNvContentPartPr/>
                <p14:nvPr/>
              </p14:nvContentPartPr>
              <p14:xfrm>
                <a:off x="8238987" y="539000"/>
                <a:ext cx="250560" cy="283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A3FE644-7FDF-164A-19C2-07EB4FD4DEA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21347" y="521360"/>
                  <a:ext cx="2862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1C4927-1B0E-E6A8-5E49-C304E6D2975B}"/>
                    </a:ext>
                  </a:extLst>
                </p14:cNvPr>
                <p14:cNvContentPartPr/>
                <p14:nvPr/>
              </p14:nvContentPartPr>
              <p14:xfrm>
                <a:off x="8548227" y="570320"/>
                <a:ext cx="168120" cy="217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1C4927-1B0E-E6A8-5E49-C304E6D2975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30227" y="552680"/>
                  <a:ext cx="203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990AFC6-0591-8D61-B755-3BCE96AA40D0}"/>
                    </a:ext>
                  </a:extLst>
                </p14:cNvPr>
                <p14:cNvContentPartPr/>
                <p14:nvPr/>
              </p14:nvContentPartPr>
              <p14:xfrm>
                <a:off x="8808147" y="554120"/>
                <a:ext cx="195120" cy="252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990AFC6-0591-8D61-B755-3BCE96AA40D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90147" y="536480"/>
                  <a:ext cx="2307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A759D9-7EB8-C7B7-05E5-16099C04406A}"/>
                    </a:ext>
                  </a:extLst>
                </p14:cNvPr>
                <p14:cNvContentPartPr/>
                <p14:nvPr/>
              </p14:nvContentPartPr>
              <p14:xfrm>
                <a:off x="9011187" y="530000"/>
                <a:ext cx="305280" cy="245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A759D9-7EB8-C7B7-05E5-16099C04406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93547" y="512000"/>
                  <a:ext cx="3409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2262D3D-BBA1-B615-9185-12FB3C74D1BC}"/>
                    </a:ext>
                  </a:extLst>
                </p14:cNvPr>
                <p14:cNvContentPartPr/>
                <p14:nvPr/>
              </p14:nvContentPartPr>
              <p14:xfrm>
                <a:off x="9527787" y="341360"/>
                <a:ext cx="149040" cy="448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2262D3D-BBA1-B615-9185-12FB3C74D1B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10147" y="323720"/>
                  <a:ext cx="18468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694C8D6-A07D-0268-8870-0E2A910DE17F}"/>
                    </a:ext>
                  </a:extLst>
                </p14:cNvPr>
                <p14:cNvContentPartPr/>
                <p14:nvPr/>
              </p14:nvContentPartPr>
              <p14:xfrm>
                <a:off x="9389907" y="570320"/>
                <a:ext cx="249480" cy="3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694C8D6-A07D-0268-8870-0E2A910DE17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371907" y="552320"/>
                  <a:ext cx="285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BC4DFAA-27A3-8681-0B52-AF34DE89C387}"/>
                    </a:ext>
                  </a:extLst>
                </p14:cNvPr>
                <p14:cNvContentPartPr/>
                <p14:nvPr/>
              </p14:nvContentPartPr>
              <p14:xfrm>
                <a:off x="9723267" y="510560"/>
                <a:ext cx="212760" cy="247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BC4DFAA-27A3-8681-0B52-AF34DE89C38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705267" y="492560"/>
                  <a:ext cx="2484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701936-570D-88E6-FB5E-4D7E8B238418}"/>
                    </a:ext>
                  </a:extLst>
                </p14:cNvPr>
                <p14:cNvContentPartPr/>
                <p14:nvPr/>
              </p14:nvContentPartPr>
              <p14:xfrm>
                <a:off x="10034667" y="504800"/>
                <a:ext cx="386280" cy="322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701936-570D-88E6-FB5E-4D7E8B23841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017027" y="486800"/>
                  <a:ext cx="421920" cy="358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0789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6EDA7-8D03-50EE-0F60-91F04EB2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9EB3BB-C492-A3A8-BC27-DD6687245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5A1899B8-1782-ECFF-39C8-DC4FC279AB32}"/>
              </a:ext>
            </a:extLst>
          </p:cNvPr>
          <p:cNvGrpSpPr/>
          <p:nvPr/>
        </p:nvGrpSpPr>
        <p:grpSpPr>
          <a:xfrm>
            <a:off x="1647387" y="251360"/>
            <a:ext cx="790920" cy="559800"/>
            <a:chOff x="1647387" y="251360"/>
            <a:chExt cx="790920" cy="55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51A0248-D20A-F9C0-8397-AD95FFBA0FE3}"/>
                    </a:ext>
                  </a:extLst>
                </p14:cNvPr>
                <p14:cNvContentPartPr/>
                <p14:nvPr/>
              </p14:nvContentPartPr>
              <p14:xfrm>
                <a:off x="1890027" y="321920"/>
                <a:ext cx="30240" cy="443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51A0248-D20A-F9C0-8397-AD95FFBA0FE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72387" y="304280"/>
                  <a:ext cx="6588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EA516CC-B00C-F103-C770-4E27E3DE415A}"/>
                    </a:ext>
                  </a:extLst>
                </p14:cNvPr>
                <p14:cNvContentPartPr/>
                <p14:nvPr/>
              </p14:nvContentPartPr>
              <p14:xfrm>
                <a:off x="1647387" y="338120"/>
                <a:ext cx="387360" cy="32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EA516CC-B00C-F103-C770-4E27E3DE415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29387" y="320480"/>
                  <a:ext cx="4230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18255CC-5487-8DB5-94FE-F18783D5F479}"/>
                    </a:ext>
                  </a:extLst>
                </p14:cNvPr>
                <p14:cNvContentPartPr/>
                <p14:nvPr/>
              </p14:nvContentPartPr>
              <p14:xfrm>
                <a:off x="1812987" y="788480"/>
                <a:ext cx="208800" cy="22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18255CC-5487-8DB5-94FE-F18783D5F47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95347" y="770480"/>
                  <a:ext cx="2444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B0AA869-DD35-DC42-A8CC-C5BB0AF73C89}"/>
                    </a:ext>
                  </a:extLst>
                </p14:cNvPr>
                <p14:cNvContentPartPr/>
                <p14:nvPr/>
              </p14:nvContentPartPr>
              <p14:xfrm>
                <a:off x="2262987" y="251360"/>
                <a:ext cx="145080" cy="464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B0AA869-DD35-DC42-A8CC-C5BB0AF73C8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45347" y="233720"/>
                  <a:ext cx="18072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90FA7D7-8F0A-5879-5114-A91A967179AC}"/>
                    </a:ext>
                  </a:extLst>
                </p14:cNvPr>
                <p14:cNvContentPartPr/>
                <p14:nvPr/>
              </p14:nvContentPartPr>
              <p14:xfrm>
                <a:off x="2094507" y="477080"/>
                <a:ext cx="343800" cy="54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90FA7D7-8F0A-5879-5114-A91A967179A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76507" y="459440"/>
                  <a:ext cx="37944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2C5397E-2F88-011A-1C37-A53BE0B8E470}"/>
              </a:ext>
            </a:extLst>
          </p:cNvPr>
          <p:cNvGrpSpPr/>
          <p:nvPr/>
        </p:nvGrpSpPr>
        <p:grpSpPr>
          <a:xfrm>
            <a:off x="3052467" y="356480"/>
            <a:ext cx="950400" cy="277560"/>
            <a:chOff x="3052467" y="356480"/>
            <a:chExt cx="95040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4938D60-9DE6-4726-FED9-DEAEAB856B57}"/>
                    </a:ext>
                  </a:extLst>
                </p14:cNvPr>
                <p14:cNvContentPartPr/>
                <p14:nvPr/>
              </p14:nvContentPartPr>
              <p14:xfrm>
                <a:off x="3052467" y="356480"/>
                <a:ext cx="286200" cy="276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4938D60-9DE6-4726-FED9-DEAEAB856B5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34467" y="338840"/>
                  <a:ext cx="3218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A8F64D9-F53C-8BA1-A8EC-657E5D54225A}"/>
                    </a:ext>
                  </a:extLst>
                </p14:cNvPr>
                <p14:cNvContentPartPr/>
                <p14:nvPr/>
              </p14:nvContentPartPr>
              <p14:xfrm>
                <a:off x="3352707" y="376280"/>
                <a:ext cx="219960" cy="257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A8F64D9-F53C-8BA1-A8EC-657E5D54225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34707" y="358640"/>
                  <a:ext cx="2556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1D34F19-5832-367D-AF4B-F704E8F25BDF}"/>
                    </a:ext>
                  </a:extLst>
                </p14:cNvPr>
                <p14:cNvContentPartPr/>
                <p14:nvPr/>
              </p14:nvContentPartPr>
              <p14:xfrm>
                <a:off x="3587427" y="369800"/>
                <a:ext cx="415440" cy="226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1D34F19-5832-367D-AF4B-F704E8F25BD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69427" y="351800"/>
                  <a:ext cx="45108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7B154FC-B82C-A6F7-9123-25761958F7C4}"/>
              </a:ext>
            </a:extLst>
          </p:cNvPr>
          <p:cNvGrpSpPr/>
          <p:nvPr/>
        </p:nvGrpSpPr>
        <p:grpSpPr>
          <a:xfrm>
            <a:off x="4573107" y="168560"/>
            <a:ext cx="1456200" cy="443880"/>
            <a:chOff x="4573107" y="168560"/>
            <a:chExt cx="145620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BEAA430-29C9-6295-E821-1E05062B11C0}"/>
                    </a:ext>
                  </a:extLst>
                </p14:cNvPr>
                <p14:cNvContentPartPr/>
                <p14:nvPr/>
              </p14:nvContentPartPr>
              <p14:xfrm>
                <a:off x="4573107" y="353600"/>
                <a:ext cx="263520" cy="258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BEAA430-29C9-6295-E821-1E05062B11C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55107" y="335960"/>
                  <a:ext cx="2991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A2801A0-0139-C94D-89BD-C0E9E1CA61DD}"/>
                    </a:ext>
                  </a:extLst>
                </p14:cNvPr>
                <p14:cNvContentPartPr/>
                <p14:nvPr/>
              </p14:nvContentPartPr>
              <p14:xfrm>
                <a:off x="4854627" y="393200"/>
                <a:ext cx="163800" cy="195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A2801A0-0139-C94D-89BD-C0E9E1CA61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36627" y="375200"/>
                  <a:ext cx="199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B41CA65-04ED-F46A-1637-83E8CA58364E}"/>
                    </a:ext>
                  </a:extLst>
                </p14:cNvPr>
                <p14:cNvContentPartPr/>
                <p14:nvPr/>
              </p14:nvContentPartPr>
              <p14:xfrm>
                <a:off x="5078907" y="408680"/>
                <a:ext cx="181440" cy="192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B41CA65-04ED-F46A-1637-83E8CA58364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60907" y="391040"/>
                  <a:ext cx="2170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402F167-97B8-C3F1-4D40-B5E257AFAD7D}"/>
                    </a:ext>
                  </a:extLst>
                </p14:cNvPr>
                <p14:cNvContentPartPr/>
                <p14:nvPr/>
              </p14:nvContentPartPr>
              <p14:xfrm>
                <a:off x="5252427" y="168560"/>
                <a:ext cx="441000" cy="440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402F167-97B8-C3F1-4D40-B5E257AFAD7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34427" y="150560"/>
                  <a:ext cx="47664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DD812C8-D972-3383-7CC1-A3A101614F67}"/>
                    </a:ext>
                  </a:extLst>
                </p14:cNvPr>
                <p14:cNvContentPartPr/>
                <p14:nvPr/>
              </p14:nvContentPartPr>
              <p14:xfrm>
                <a:off x="5559147" y="372320"/>
                <a:ext cx="213120" cy="24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DD812C8-D972-3383-7CC1-A3A101614F6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41507" y="354680"/>
                  <a:ext cx="2487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D4B5764-5FD5-7FE8-7CA5-74300FB75644}"/>
                    </a:ext>
                  </a:extLst>
                </p14:cNvPr>
                <p14:cNvContentPartPr/>
                <p14:nvPr/>
              </p14:nvContentPartPr>
              <p14:xfrm>
                <a:off x="5793507" y="321200"/>
                <a:ext cx="235800" cy="272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D4B5764-5FD5-7FE8-7CA5-74300FB7564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775507" y="303560"/>
                  <a:ext cx="27144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67503C4-9916-79D9-1468-833150980BA6}"/>
              </a:ext>
            </a:extLst>
          </p:cNvPr>
          <p:cNvGrpSpPr/>
          <p:nvPr/>
        </p:nvGrpSpPr>
        <p:grpSpPr>
          <a:xfrm>
            <a:off x="6531507" y="114200"/>
            <a:ext cx="1190160" cy="491400"/>
            <a:chOff x="6531507" y="114200"/>
            <a:chExt cx="1190160" cy="49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1EFC056-8468-F8EB-7CA2-0520B7E49DAF}"/>
                    </a:ext>
                  </a:extLst>
                </p14:cNvPr>
                <p14:cNvContentPartPr/>
                <p14:nvPr/>
              </p14:nvContentPartPr>
              <p14:xfrm>
                <a:off x="6631947" y="114200"/>
                <a:ext cx="288360" cy="479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1EFC056-8468-F8EB-7CA2-0520B7E49DA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13947" y="96560"/>
                  <a:ext cx="32400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80CE4EB-839A-576E-3406-485C0D432274}"/>
                    </a:ext>
                  </a:extLst>
                </p14:cNvPr>
                <p14:cNvContentPartPr/>
                <p14:nvPr/>
              </p14:nvContentPartPr>
              <p14:xfrm>
                <a:off x="6531507" y="340280"/>
                <a:ext cx="539280" cy="203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80CE4EB-839A-576E-3406-485C0D43227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13507" y="322640"/>
                  <a:ext cx="5749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268286B-8DA6-1CAD-02FC-9A573B955914}"/>
                    </a:ext>
                  </a:extLst>
                </p14:cNvPr>
                <p14:cNvContentPartPr/>
                <p14:nvPr/>
              </p14:nvContentPartPr>
              <p14:xfrm>
                <a:off x="7098867" y="341360"/>
                <a:ext cx="127800" cy="199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268286B-8DA6-1CAD-02FC-9A573B95591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80867" y="323720"/>
                  <a:ext cx="1634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EF73822-C58C-5C36-CBEB-AA14AF71EFC4}"/>
                    </a:ext>
                  </a:extLst>
                </p14:cNvPr>
                <p14:cNvContentPartPr/>
                <p14:nvPr/>
              </p14:nvContentPartPr>
              <p14:xfrm>
                <a:off x="7286067" y="323360"/>
                <a:ext cx="435600" cy="282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EF73822-C58C-5C36-CBEB-AA14AF71EFC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68427" y="305720"/>
                  <a:ext cx="471240" cy="31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2D650AB-96F1-C8C8-15B0-C7CF67E4256C}"/>
                  </a:ext>
                </a:extLst>
              </p14:cNvPr>
              <p14:cNvContentPartPr/>
              <p14:nvPr/>
            </p14:nvContentPartPr>
            <p14:xfrm>
              <a:off x="8397027" y="382400"/>
              <a:ext cx="341640" cy="3531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2D650AB-96F1-C8C8-15B0-C7CF67E4256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379387" y="364400"/>
                <a:ext cx="377280" cy="38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C473E92C-B969-2FB2-002E-7FB70F0F88F2}"/>
              </a:ext>
            </a:extLst>
          </p:cNvPr>
          <p:cNvGrpSpPr/>
          <p:nvPr/>
        </p:nvGrpSpPr>
        <p:grpSpPr>
          <a:xfrm>
            <a:off x="9304227" y="321920"/>
            <a:ext cx="673560" cy="369000"/>
            <a:chOff x="9304227" y="321920"/>
            <a:chExt cx="67356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3F82812-1452-AD54-5ED3-7508505806AA}"/>
                    </a:ext>
                  </a:extLst>
                </p14:cNvPr>
                <p14:cNvContentPartPr/>
                <p14:nvPr/>
              </p14:nvContentPartPr>
              <p14:xfrm>
                <a:off x="9483507" y="321920"/>
                <a:ext cx="199800" cy="369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3F82812-1452-AD54-5ED3-7508505806A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65507" y="303920"/>
                  <a:ext cx="23544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8119BE4-66ED-7BDA-3337-17480E4D74BF}"/>
                    </a:ext>
                  </a:extLst>
                </p14:cNvPr>
                <p14:cNvContentPartPr/>
                <p14:nvPr/>
              </p14:nvContentPartPr>
              <p14:xfrm>
                <a:off x="9304227" y="438920"/>
                <a:ext cx="673560" cy="212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8119BE4-66ED-7BDA-3337-17480E4D74B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286587" y="421280"/>
                  <a:ext cx="70920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8F95778-60DE-0928-4598-528BFA72B5E4}"/>
              </a:ext>
            </a:extLst>
          </p:cNvPr>
          <p:cNvGrpSpPr/>
          <p:nvPr/>
        </p:nvGrpSpPr>
        <p:grpSpPr>
          <a:xfrm>
            <a:off x="10602387" y="249560"/>
            <a:ext cx="861840" cy="749160"/>
            <a:chOff x="10602387" y="249560"/>
            <a:chExt cx="861840" cy="74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2711865-035E-9CD5-10EB-C2A8C4CB044B}"/>
                    </a:ext>
                  </a:extLst>
                </p14:cNvPr>
                <p14:cNvContentPartPr/>
                <p14:nvPr/>
              </p14:nvContentPartPr>
              <p14:xfrm>
                <a:off x="10602387" y="356120"/>
                <a:ext cx="354960" cy="368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2711865-035E-9CD5-10EB-C2A8C4CB044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584747" y="338480"/>
                  <a:ext cx="3906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0F95F99-77A5-F3B0-3789-A818AF1C1E22}"/>
                    </a:ext>
                  </a:extLst>
                </p14:cNvPr>
                <p14:cNvContentPartPr/>
                <p14:nvPr/>
              </p14:nvContentPartPr>
              <p14:xfrm>
                <a:off x="10810107" y="249560"/>
                <a:ext cx="654120" cy="749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0F95F99-77A5-F3B0-3789-A818AF1C1E2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792107" y="231560"/>
                  <a:ext cx="689760" cy="78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51611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E35CE-7D3E-56AA-C77E-A8B7DC1D3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BFBAC4-9A59-4948-B516-E85AF0C17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EC7A318-9B43-FCCF-F3FC-958AAA5D949C}"/>
              </a:ext>
            </a:extLst>
          </p:cNvPr>
          <p:cNvGrpSpPr/>
          <p:nvPr/>
        </p:nvGrpSpPr>
        <p:grpSpPr>
          <a:xfrm>
            <a:off x="5912307" y="555200"/>
            <a:ext cx="3472560" cy="1034280"/>
            <a:chOff x="5912307" y="555200"/>
            <a:chExt cx="3472560" cy="10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5989606-08D3-2A33-47A6-01EADEE42886}"/>
                    </a:ext>
                  </a:extLst>
                </p14:cNvPr>
                <p14:cNvContentPartPr/>
                <p14:nvPr/>
              </p14:nvContentPartPr>
              <p14:xfrm>
                <a:off x="6091947" y="833480"/>
                <a:ext cx="2002320" cy="654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5989606-08D3-2A33-47A6-01EADEE4288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73947" y="815480"/>
                  <a:ext cx="203796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8BC0D5A-5C06-E9CB-C9EA-22CFF74F679E}"/>
                    </a:ext>
                  </a:extLst>
                </p14:cNvPr>
                <p14:cNvContentPartPr/>
                <p14:nvPr/>
              </p14:nvContentPartPr>
              <p14:xfrm>
                <a:off x="5912307" y="1314440"/>
                <a:ext cx="401760" cy="275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8BC0D5A-5C06-E9CB-C9EA-22CFF74F679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94307" y="1296800"/>
                  <a:ext cx="4374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A26BD7A-897D-1F64-21DD-5F862B8E8C28}"/>
                    </a:ext>
                  </a:extLst>
                </p14:cNvPr>
                <p14:cNvContentPartPr/>
                <p14:nvPr/>
              </p14:nvContentPartPr>
              <p14:xfrm>
                <a:off x="8626347" y="581840"/>
                <a:ext cx="14400" cy="490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A26BD7A-897D-1F64-21DD-5F862B8E8C2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08347" y="564200"/>
                  <a:ext cx="5004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EBD8A62-A6C5-D28D-D55D-5B14DD7C8C5A}"/>
                    </a:ext>
                  </a:extLst>
                </p14:cNvPr>
                <p14:cNvContentPartPr/>
                <p14:nvPr/>
              </p14:nvContentPartPr>
              <p14:xfrm>
                <a:off x="8592147" y="555200"/>
                <a:ext cx="375840" cy="50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EBD8A62-A6C5-D28D-D55D-5B14DD7C8C5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74147" y="537560"/>
                  <a:ext cx="411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D72D224-FA59-31B5-DF92-AE1537E7A919}"/>
                    </a:ext>
                  </a:extLst>
                </p14:cNvPr>
                <p14:cNvContentPartPr/>
                <p14:nvPr/>
              </p14:nvContentPartPr>
              <p14:xfrm>
                <a:off x="8633907" y="789560"/>
                <a:ext cx="220680" cy="48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D72D224-FA59-31B5-DF92-AE1537E7A91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15907" y="771560"/>
                  <a:ext cx="2563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C6F6796-02B6-4819-9626-B718A977B16B}"/>
                    </a:ext>
                  </a:extLst>
                </p14:cNvPr>
                <p14:cNvContentPartPr/>
                <p14:nvPr/>
              </p14:nvContentPartPr>
              <p14:xfrm>
                <a:off x="8808147" y="762920"/>
                <a:ext cx="169920" cy="250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C6F6796-02B6-4819-9626-B718A977B16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790147" y="744920"/>
                  <a:ext cx="2055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82254E5-99E1-2D46-1509-D23D22D825B9}"/>
                    </a:ext>
                  </a:extLst>
                </p14:cNvPr>
                <p14:cNvContentPartPr/>
                <p14:nvPr/>
              </p14:nvContentPartPr>
              <p14:xfrm>
                <a:off x="9049707" y="738080"/>
                <a:ext cx="335160" cy="260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82254E5-99E1-2D46-1509-D23D22D825B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32067" y="720080"/>
                  <a:ext cx="37080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3E52007-F0D6-E877-434D-D59094B2E92C}"/>
              </a:ext>
            </a:extLst>
          </p:cNvPr>
          <p:cNvGrpSpPr/>
          <p:nvPr/>
        </p:nvGrpSpPr>
        <p:grpSpPr>
          <a:xfrm>
            <a:off x="9800667" y="501200"/>
            <a:ext cx="1274040" cy="471600"/>
            <a:chOff x="9800667" y="501200"/>
            <a:chExt cx="1274040" cy="47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D93D5C7-F05E-1B35-A413-9737FED54982}"/>
                    </a:ext>
                  </a:extLst>
                </p14:cNvPr>
                <p14:cNvContentPartPr/>
                <p14:nvPr/>
              </p14:nvContentPartPr>
              <p14:xfrm>
                <a:off x="9800667" y="501200"/>
                <a:ext cx="35640" cy="471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D93D5C7-F05E-1B35-A413-9737FED5498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782667" y="483560"/>
                  <a:ext cx="7128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9370490-D15F-6BF8-9EB0-B0C262A9A04B}"/>
                    </a:ext>
                  </a:extLst>
                </p14:cNvPr>
                <p14:cNvContentPartPr/>
                <p14:nvPr/>
              </p14:nvContentPartPr>
              <p14:xfrm>
                <a:off x="9903987" y="670400"/>
                <a:ext cx="151200" cy="282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9370490-D15F-6BF8-9EB0-B0C262A9A04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886347" y="652760"/>
                  <a:ext cx="1868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354DB2F-D38C-DEFA-48B3-1B693C4E0F30}"/>
                    </a:ext>
                  </a:extLst>
                </p14:cNvPr>
                <p14:cNvContentPartPr/>
                <p14:nvPr/>
              </p14:nvContentPartPr>
              <p14:xfrm>
                <a:off x="10124667" y="659960"/>
                <a:ext cx="307080" cy="301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354DB2F-D38C-DEFA-48B3-1B693C4E0F3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106667" y="642320"/>
                  <a:ext cx="3427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324231-ACEC-82B9-A584-9088D837E5B6}"/>
                    </a:ext>
                  </a:extLst>
                </p14:cNvPr>
                <p14:cNvContentPartPr/>
                <p14:nvPr/>
              </p14:nvContentPartPr>
              <p14:xfrm>
                <a:off x="10481787" y="661400"/>
                <a:ext cx="592920" cy="309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324231-ACEC-82B9-A584-9088D837E5B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63787" y="643400"/>
                  <a:ext cx="628560" cy="34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CAAB13A-F98E-C849-D1E1-28E87A15C798}"/>
              </a:ext>
            </a:extLst>
          </p:cNvPr>
          <p:cNvGrpSpPr/>
          <p:nvPr/>
        </p:nvGrpSpPr>
        <p:grpSpPr>
          <a:xfrm>
            <a:off x="9046467" y="1186280"/>
            <a:ext cx="1433520" cy="970200"/>
            <a:chOff x="9046467" y="1186280"/>
            <a:chExt cx="1433520" cy="97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AABE98-9B09-773C-BA3E-EC24DAA782A9}"/>
                    </a:ext>
                  </a:extLst>
                </p14:cNvPr>
                <p14:cNvContentPartPr/>
                <p14:nvPr/>
              </p14:nvContentPartPr>
              <p14:xfrm>
                <a:off x="9046467" y="1319120"/>
                <a:ext cx="66600" cy="460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FAABE98-9B09-773C-BA3E-EC24DAA782A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028827" y="1301480"/>
                  <a:ext cx="1022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B22CCAB-18DD-DD3E-272E-5227668C0016}"/>
                    </a:ext>
                  </a:extLst>
                </p14:cNvPr>
                <p14:cNvContentPartPr/>
                <p14:nvPr/>
              </p14:nvContentPartPr>
              <p14:xfrm>
                <a:off x="9049707" y="1348280"/>
                <a:ext cx="355320" cy="429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B22CCAB-18DD-DD3E-272E-5227668C001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032067" y="1330640"/>
                  <a:ext cx="3909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C417598-4678-B2E6-1F44-41EFF33884F0}"/>
                    </a:ext>
                  </a:extLst>
                </p14:cNvPr>
                <p14:cNvContentPartPr/>
                <p14:nvPr/>
              </p14:nvContentPartPr>
              <p14:xfrm>
                <a:off x="9511947" y="1499480"/>
                <a:ext cx="30240" cy="206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C417598-4678-B2E6-1F44-41EFF33884F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493947" y="1481840"/>
                  <a:ext cx="658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EE0100B-4126-9D98-1BAF-952A08F9B7C1}"/>
                    </a:ext>
                  </a:extLst>
                </p14:cNvPr>
                <p14:cNvContentPartPr/>
                <p14:nvPr/>
              </p14:nvContentPartPr>
              <p14:xfrm>
                <a:off x="9397467" y="1307240"/>
                <a:ext cx="79560" cy="65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EE0100B-4126-9D98-1BAF-952A08F9B7C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379467" y="1289240"/>
                  <a:ext cx="1152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3C1216F-B289-A35C-218C-988B8BBFDCF1}"/>
                    </a:ext>
                  </a:extLst>
                </p14:cNvPr>
                <p14:cNvContentPartPr/>
                <p14:nvPr/>
              </p14:nvContentPartPr>
              <p14:xfrm>
                <a:off x="9490347" y="1453400"/>
                <a:ext cx="334080" cy="703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3C1216F-B289-A35C-218C-988B8BBFDCF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72707" y="1435760"/>
                  <a:ext cx="36972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AEAABD8-7F90-AB4A-A650-E7609E53F553}"/>
                    </a:ext>
                  </a:extLst>
                </p14:cNvPr>
                <p14:cNvContentPartPr/>
                <p14:nvPr/>
              </p14:nvContentPartPr>
              <p14:xfrm>
                <a:off x="9920187" y="1510280"/>
                <a:ext cx="19440" cy="192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AEAABD8-7F90-AB4A-A650-E7609E53F55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02187" y="1492280"/>
                  <a:ext cx="550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8018A63-FD32-EF95-B592-515635A1C806}"/>
                    </a:ext>
                  </a:extLst>
                </p14:cNvPr>
                <p14:cNvContentPartPr/>
                <p14:nvPr/>
              </p14:nvContentPartPr>
              <p14:xfrm>
                <a:off x="9801747" y="1299680"/>
                <a:ext cx="33480" cy="54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8018A63-FD32-EF95-B592-515635A1C80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83747" y="1281680"/>
                  <a:ext cx="69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38B02FD-99D0-44FC-C1E5-AA89A0873610}"/>
                    </a:ext>
                  </a:extLst>
                </p14:cNvPr>
                <p14:cNvContentPartPr/>
                <p14:nvPr/>
              </p14:nvContentPartPr>
              <p14:xfrm>
                <a:off x="10028187" y="1186280"/>
                <a:ext cx="322200" cy="496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38B02FD-99D0-44FC-C1E5-AA89A087361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010547" y="1168280"/>
                  <a:ext cx="35784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CDF4D0-6AD2-4CE2-D31E-2A03005B1460}"/>
                    </a:ext>
                  </a:extLst>
                </p14:cNvPr>
                <p14:cNvContentPartPr/>
                <p14:nvPr/>
              </p14:nvContentPartPr>
              <p14:xfrm>
                <a:off x="10103067" y="1414160"/>
                <a:ext cx="376920" cy="27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2CDF4D0-6AD2-4CE2-D31E-2A03005B146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085427" y="1396160"/>
                  <a:ext cx="41256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20A6FAD-C4B8-8A0A-1F8C-42D4172C8ADB}"/>
              </a:ext>
            </a:extLst>
          </p:cNvPr>
          <p:cNvGrpSpPr/>
          <p:nvPr/>
        </p:nvGrpSpPr>
        <p:grpSpPr>
          <a:xfrm>
            <a:off x="8733627" y="2078360"/>
            <a:ext cx="2403000" cy="763560"/>
            <a:chOff x="8733627" y="2078360"/>
            <a:chExt cx="2403000" cy="76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C1CBA2E-77BB-6F1E-AE7B-BF1174E516BE}"/>
                    </a:ext>
                  </a:extLst>
                </p14:cNvPr>
                <p14:cNvContentPartPr/>
                <p14:nvPr/>
              </p14:nvContentPartPr>
              <p14:xfrm>
                <a:off x="8733627" y="2252600"/>
                <a:ext cx="249120" cy="589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C1CBA2E-77BB-6F1E-AE7B-BF1174E516B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715987" y="2234960"/>
                  <a:ext cx="28476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1A5E334-A1DD-C4FB-8A75-2F512FCA9ED8}"/>
                    </a:ext>
                  </a:extLst>
                </p14:cNvPr>
                <p14:cNvContentPartPr/>
                <p14:nvPr/>
              </p14:nvContentPartPr>
              <p14:xfrm>
                <a:off x="9091467" y="2393000"/>
                <a:ext cx="243000" cy="256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1A5E334-A1DD-C4FB-8A75-2F512FCA9ED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73827" y="2375360"/>
                  <a:ext cx="2786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E31B68A-50FE-D964-D2E5-50DA094A93C7}"/>
                    </a:ext>
                  </a:extLst>
                </p14:cNvPr>
                <p14:cNvContentPartPr/>
                <p14:nvPr/>
              </p14:nvContentPartPr>
              <p14:xfrm>
                <a:off x="9418707" y="2357000"/>
                <a:ext cx="316800" cy="253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E31B68A-50FE-D964-D2E5-50DA094A93C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401067" y="2339360"/>
                  <a:ext cx="3524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F31ADC9-77C8-8B36-CC7B-4065D985F643}"/>
                    </a:ext>
                  </a:extLst>
                </p14:cNvPr>
                <p14:cNvContentPartPr/>
                <p14:nvPr/>
              </p14:nvContentPartPr>
              <p14:xfrm>
                <a:off x="9784107" y="2347640"/>
                <a:ext cx="173160" cy="240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F31ADC9-77C8-8B36-CC7B-4065D985F64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66107" y="2330000"/>
                  <a:ext cx="2088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37BEFCB-5380-41CA-C12C-839B9DC002CF}"/>
                    </a:ext>
                  </a:extLst>
                </p14:cNvPr>
                <p14:cNvContentPartPr/>
                <p14:nvPr/>
              </p14:nvContentPartPr>
              <p14:xfrm>
                <a:off x="9955467" y="2297600"/>
                <a:ext cx="407880" cy="243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37BEFCB-5380-41CA-C12C-839B9DC002C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937827" y="2279600"/>
                  <a:ext cx="4435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92E95DC-32CC-F0C1-B80D-DAD080C2382F}"/>
                    </a:ext>
                  </a:extLst>
                </p14:cNvPr>
                <p14:cNvContentPartPr/>
                <p14:nvPr/>
              </p14:nvContentPartPr>
              <p14:xfrm>
                <a:off x="10413387" y="2287880"/>
                <a:ext cx="25920" cy="458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92E95DC-32CC-F0C1-B80D-DAD080C2382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395387" y="2270240"/>
                  <a:ext cx="6156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5F51FD8-5C75-C415-CDB8-F72BAC8DC2E9}"/>
                    </a:ext>
                  </a:extLst>
                </p14:cNvPr>
                <p14:cNvContentPartPr/>
                <p14:nvPr/>
              </p14:nvContentPartPr>
              <p14:xfrm>
                <a:off x="10417707" y="2288600"/>
                <a:ext cx="138240" cy="212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5F51FD8-5C75-C415-CDB8-F72BAC8DC2E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399707" y="2270960"/>
                  <a:ext cx="1738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FDBAA22-5490-8961-925B-213C5796D5C7}"/>
                    </a:ext>
                  </a:extLst>
                </p14:cNvPr>
                <p14:cNvContentPartPr/>
                <p14:nvPr/>
              </p14:nvContentPartPr>
              <p14:xfrm>
                <a:off x="10565307" y="2078360"/>
                <a:ext cx="571320" cy="407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FDBAA22-5490-8961-925B-213C5796D5C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547307" y="2060360"/>
                  <a:ext cx="606960" cy="44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AC5EAF7-F188-A7D9-7450-0DCAAA812476}"/>
              </a:ext>
            </a:extLst>
          </p:cNvPr>
          <p:cNvGrpSpPr/>
          <p:nvPr/>
        </p:nvGrpSpPr>
        <p:grpSpPr>
          <a:xfrm>
            <a:off x="9403587" y="3072680"/>
            <a:ext cx="1028160" cy="2611440"/>
            <a:chOff x="9403587" y="3072680"/>
            <a:chExt cx="1028160" cy="261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3C14E3E-2670-BD6D-9971-63498A7E0D15}"/>
                    </a:ext>
                  </a:extLst>
                </p14:cNvPr>
                <p14:cNvContentPartPr/>
                <p14:nvPr/>
              </p14:nvContentPartPr>
              <p14:xfrm>
                <a:off x="9403587" y="3072680"/>
                <a:ext cx="279360" cy="442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3C14E3E-2670-BD6D-9971-63498A7E0D1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385947" y="3054680"/>
                  <a:ext cx="31500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4E87D89-A989-7372-3B87-DA62075C68A6}"/>
                    </a:ext>
                  </a:extLst>
                </p14:cNvPr>
                <p14:cNvContentPartPr/>
                <p14:nvPr/>
              </p14:nvContentPartPr>
              <p14:xfrm>
                <a:off x="9811107" y="3080600"/>
                <a:ext cx="296640" cy="329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4E87D89-A989-7372-3B87-DA62075C68A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793467" y="3062600"/>
                  <a:ext cx="3322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0C75A59-D9D2-3154-AF3B-35B9CCE7B201}"/>
                    </a:ext>
                  </a:extLst>
                </p14:cNvPr>
                <p14:cNvContentPartPr/>
                <p14:nvPr/>
              </p14:nvContentPartPr>
              <p14:xfrm>
                <a:off x="9493587" y="3664880"/>
                <a:ext cx="260640" cy="372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0C75A59-D9D2-3154-AF3B-35B9CCE7B20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475587" y="3647240"/>
                  <a:ext cx="29628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FE1B193-04BD-4B7C-7AB8-7B08ABB1158C}"/>
                    </a:ext>
                  </a:extLst>
                </p14:cNvPr>
                <p14:cNvContentPartPr/>
                <p14:nvPr/>
              </p14:nvContentPartPr>
              <p14:xfrm>
                <a:off x="9957627" y="3677840"/>
                <a:ext cx="34560" cy="264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FE1B193-04BD-4B7C-7AB8-7B08ABB1158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39987" y="3660200"/>
                  <a:ext cx="702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3DBB43D-E414-D82C-2912-42071EBA4A06}"/>
                    </a:ext>
                  </a:extLst>
                </p14:cNvPr>
                <p14:cNvContentPartPr/>
                <p14:nvPr/>
              </p14:nvContentPartPr>
              <p14:xfrm>
                <a:off x="9490347" y="4245920"/>
                <a:ext cx="281160" cy="384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3DBB43D-E414-D82C-2912-42071EBA4A0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472707" y="4227920"/>
                  <a:ext cx="31680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A5F1B41-4283-A687-AAC3-492A3265BE5C}"/>
                    </a:ext>
                  </a:extLst>
                </p14:cNvPr>
                <p14:cNvContentPartPr/>
                <p14:nvPr/>
              </p14:nvContentPartPr>
              <p14:xfrm>
                <a:off x="9900027" y="4172840"/>
                <a:ext cx="452160" cy="323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A5F1B41-4283-A687-AAC3-492A3265BE5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82027" y="4155200"/>
                  <a:ext cx="4878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400CCE2-E93C-102F-A09B-BBBAAC31FEF3}"/>
                    </a:ext>
                  </a:extLst>
                </p14:cNvPr>
                <p14:cNvContentPartPr/>
                <p14:nvPr/>
              </p14:nvContentPartPr>
              <p14:xfrm>
                <a:off x="9605907" y="4789160"/>
                <a:ext cx="261000" cy="387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400CCE2-E93C-102F-A09B-BBBAAC31FEF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587907" y="4771160"/>
                  <a:ext cx="29664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2BFFBEE-4268-E096-EF6A-481204593658}"/>
                    </a:ext>
                  </a:extLst>
                </p14:cNvPr>
                <p14:cNvContentPartPr/>
                <p14:nvPr/>
              </p14:nvContentPartPr>
              <p14:xfrm>
                <a:off x="10046547" y="4737680"/>
                <a:ext cx="286920" cy="426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2BFFBEE-4268-E096-EF6A-48120459365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028547" y="4719680"/>
                  <a:ext cx="32256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C6EEE9D-4915-9CD2-6782-D6769C16A109}"/>
                    </a:ext>
                  </a:extLst>
                </p14:cNvPr>
                <p14:cNvContentPartPr/>
                <p14:nvPr/>
              </p14:nvContentPartPr>
              <p14:xfrm>
                <a:off x="9765747" y="5327000"/>
                <a:ext cx="214560" cy="357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C6EEE9D-4915-9CD2-6782-D6769C16A10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748107" y="5309360"/>
                  <a:ext cx="2502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E598E6D-EF5E-E020-292E-B811859A187F}"/>
                    </a:ext>
                  </a:extLst>
                </p14:cNvPr>
                <p14:cNvContentPartPr/>
                <p14:nvPr/>
              </p14:nvContentPartPr>
              <p14:xfrm>
                <a:off x="10177947" y="5267960"/>
                <a:ext cx="253800" cy="358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E598E6D-EF5E-E020-292E-B811859A187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160307" y="5250320"/>
                  <a:ext cx="289440" cy="39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09D051F-1E60-3240-62EE-B12D4CA50FDC}"/>
              </a:ext>
            </a:extLst>
          </p:cNvPr>
          <p:cNvGrpSpPr/>
          <p:nvPr/>
        </p:nvGrpSpPr>
        <p:grpSpPr>
          <a:xfrm>
            <a:off x="9677547" y="5857280"/>
            <a:ext cx="1245240" cy="698400"/>
            <a:chOff x="9677547" y="5857280"/>
            <a:chExt cx="1245240" cy="69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9812C7E-C02B-445D-412B-25105225DC7E}"/>
                    </a:ext>
                  </a:extLst>
                </p14:cNvPr>
                <p14:cNvContentPartPr/>
                <p14:nvPr/>
              </p14:nvContentPartPr>
              <p14:xfrm>
                <a:off x="9677547" y="5977160"/>
                <a:ext cx="151200" cy="31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9812C7E-C02B-445D-412B-25105225DC7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659547" y="5959160"/>
                  <a:ext cx="186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FD87C39-A4B1-21E6-2279-5ED0C1E015C1}"/>
                    </a:ext>
                  </a:extLst>
                </p14:cNvPr>
                <p14:cNvContentPartPr/>
                <p14:nvPr/>
              </p14:nvContentPartPr>
              <p14:xfrm>
                <a:off x="10087227" y="5889320"/>
                <a:ext cx="114840" cy="16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FD87C39-A4B1-21E6-2279-5ED0C1E015C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069227" y="5871320"/>
                  <a:ext cx="150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F62CF4D-1CED-5150-B8F9-B8290BEE9029}"/>
                    </a:ext>
                  </a:extLst>
                </p14:cNvPr>
                <p14:cNvContentPartPr/>
                <p14:nvPr/>
              </p14:nvContentPartPr>
              <p14:xfrm>
                <a:off x="10290267" y="5857280"/>
                <a:ext cx="153360" cy="23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F62CF4D-1CED-5150-B8F9-B8290BEE902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272627" y="5839280"/>
                  <a:ext cx="1890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DA4EA17-918A-74DB-DB9C-5F15103DB931}"/>
                    </a:ext>
                  </a:extLst>
                </p14:cNvPr>
                <p14:cNvContentPartPr/>
                <p14:nvPr/>
              </p14:nvContentPartPr>
              <p14:xfrm>
                <a:off x="9794187" y="6264800"/>
                <a:ext cx="77400" cy="5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DA4EA17-918A-74DB-DB9C-5F15103DB93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776187" y="6246800"/>
                  <a:ext cx="113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05D906F-73F0-A19D-3405-79304A2352F7}"/>
                    </a:ext>
                  </a:extLst>
                </p14:cNvPr>
                <p14:cNvContentPartPr/>
                <p14:nvPr/>
              </p14:nvContentPartPr>
              <p14:xfrm>
                <a:off x="10006947" y="6221960"/>
                <a:ext cx="82800" cy="16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05D906F-73F0-A19D-3405-79304A2352F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988947" y="6203960"/>
                  <a:ext cx="1184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F484B23-2D7F-4628-7DC1-DEECAE95B78F}"/>
                    </a:ext>
                  </a:extLst>
                </p14:cNvPr>
                <p14:cNvContentPartPr/>
                <p14:nvPr/>
              </p14:nvContentPartPr>
              <p14:xfrm>
                <a:off x="10276227" y="6169400"/>
                <a:ext cx="147960" cy="1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F484B23-2D7F-4628-7DC1-DEECAE95B78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258587" y="6151760"/>
                  <a:ext cx="1836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41351E1-37AE-47AF-9665-49896DD0C58F}"/>
                    </a:ext>
                  </a:extLst>
                </p14:cNvPr>
                <p14:cNvContentPartPr/>
                <p14:nvPr/>
              </p14:nvContentPartPr>
              <p14:xfrm>
                <a:off x="10626147" y="5881760"/>
                <a:ext cx="296640" cy="673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41351E1-37AE-47AF-9665-49896DD0C58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608147" y="5864120"/>
                  <a:ext cx="332280" cy="70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6462E9D-45BA-E2AC-0F21-F00485D6456C}"/>
              </a:ext>
            </a:extLst>
          </p:cNvPr>
          <p:cNvGrpSpPr/>
          <p:nvPr/>
        </p:nvGrpSpPr>
        <p:grpSpPr>
          <a:xfrm>
            <a:off x="9752427" y="2982320"/>
            <a:ext cx="870120" cy="2690280"/>
            <a:chOff x="9752427" y="2982320"/>
            <a:chExt cx="870120" cy="269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15CB7CE-9504-62AB-B77E-3041AF59379C}"/>
                    </a:ext>
                  </a:extLst>
                </p14:cNvPr>
                <p14:cNvContentPartPr/>
                <p14:nvPr/>
              </p14:nvContentPartPr>
              <p14:xfrm>
                <a:off x="9752427" y="2982320"/>
                <a:ext cx="514440" cy="518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15CB7CE-9504-62AB-B77E-3041AF59379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734787" y="2964320"/>
                  <a:ext cx="55008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B26FC32-6B0B-4720-984F-CC84EEF8BE4F}"/>
                    </a:ext>
                  </a:extLst>
                </p14:cNvPr>
                <p14:cNvContentPartPr/>
                <p14:nvPr/>
              </p14:nvContentPartPr>
              <p14:xfrm>
                <a:off x="9795267" y="3557600"/>
                <a:ext cx="477000" cy="513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B26FC32-6B0B-4720-984F-CC84EEF8BE4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777267" y="3539960"/>
                  <a:ext cx="51264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911C0C2-3C1A-CFE6-2158-7BFAE2B14916}"/>
                    </a:ext>
                  </a:extLst>
                </p14:cNvPr>
                <p14:cNvContentPartPr/>
                <p14:nvPr/>
              </p14:nvContentPartPr>
              <p14:xfrm>
                <a:off x="9796347" y="4037120"/>
                <a:ext cx="598680" cy="655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911C0C2-3C1A-CFE6-2158-7BFAE2B1491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778347" y="4019480"/>
                  <a:ext cx="63432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46B3D8C-396C-7073-39A1-EE0815E669DD}"/>
                    </a:ext>
                  </a:extLst>
                </p14:cNvPr>
                <p14:cNvContentPartPr/>
                <p14:nvPr/>
              </p14:nvContentPartPr>
              <p14:xfrm>
                <a:off x="9958707" y="4699520"/>
                <a:ext cx="591120" cy="519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46B3D8C-396C-7073-39A1-EE0815E669D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940707" y="4681520"/>
                  <a:ext cx="62676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3876818-7BCF-4E75-0FF9-B4272447ABF4}"/>
                    </a:ext>
                  </a:extLst>
                </p14:cNvPr>
                <p14:cNvContentPartPr/>
                <p14:nvPr/>
              </p14:nvContentPartPr>
              <p14:xfrm>
                <a:off x="10066347" y="5253200"/>
                <a:ext cx="556200" cy="419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3876818-7BCF-4E75-0FF9-B4272447ABF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048707" y="5235200"/>
                  <a:ext cx="591840" cy="45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9191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5984B-673A-171A-CABC-02C44631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55A6E-9907-9359-5467-744D77C12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E6D9A82A-9D21-233C-51E0-5E23E32C94EC}"/>
              </a:ext>
            </a:extLst>
          </p:cNvPr>
          <p:cNvGrpSpPr/>
          <p:nvPr/>
        </p:nvGrpSpPr>
        <p:grpSpPr>
          <a:xfrm>
            <a:off x="6100587" y="443960"/>
            <a:ext cx="5349600" cy="3498480"/>
            <a:chOff x="6100587" y="443960"/>
            <a:chExt cx="5349600" cy="349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C5C2449-865A-CCC0-2030-F01B3ACECB68}"/>
                    </a:ext>
                  </a:extLst>
                </p14:cNvPr>
                <p14:cNvContentPartPr/>
                <p14:nvPr/>
              </p14:nvContentPartPr>
              <p14:xfrm>
                <a:off x="6157107" y="1176200"/>
                <a:ext cx="2548440" cy="2682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C5C2449-865A-CCC0-2030-F01B3ACECB6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39107" y="1158560"/>
                  <a:ext cx="2584080" cy="27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1319C54-0F49-AC03-CB7A-DC7A2D415FC3}"/>
                    </a:ext>
                  </a:extLst>
                </p14:cNvPr>
                <p14:cNvContentPartPr/>
                <p14:nvPr/>
              </p14:nvContentPartPr>
              <p14:xfrm>
                <a:off x="6100587" y="3740120"/>
                <a:ext cx="324360" cy="202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1319C54-0F49-AC03-CB7A-DC7A2D415FC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82587" y="3722120"/>
                  <a:ext cx="360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506725E-340C-4FFB-264A-1361859637E0}"/>
                    </a:ext>
                  </a:extLst>
                </p14:cNvPr>
                <p14:cNvContentPartPr/>
                <p14:nvPr/>
              </p14:nvContentPartPr>
              <p14:xfrm>
                <a:off x="8955747" y="459080"/>
                <a:ext cx="360" cy="531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506725E-340C-4FFB-264A-1361859637E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37747" y="441440"/>
                  <a:ext cx="3600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8A52FC4-78D0-7FC1-9448-ABE774E51CD8}"/>
                    </a:ext>
                  </a:extLst>
                </p14:cNvPr>
                <p14:cNvContentPartPr/>
                <p14:nvPr/>
              </p14:nvContentPartPr>
              <p14:xfrm>
                <a:off x="8893827" y="443960"/>
                <a:ext cx="400320" cy="64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8A52FC4-78D0-7FC1-9448-ABE774E51CD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75827" y="426320"/>
                  <a:ext cx="4359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5392C30-B723-7A65-23EA-527FEB8DD551}"/>
                    </a:ext>
                  </a:extLst>
                </p14:cNvPr>
                <p14:cNvContentPartPr/>
                <p14:nvPr/>
              </p14:nvContentPartPr>
              <p14:xfrm>
                <a:off x="8936307" y="674000"/>
                <a:ext cx="240840" cy="52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5392C30-B723-7A65-23EA-527FEB8DD55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18667" y="656360"/>
                  <a:ext cx="2764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8E24500-29DE-ACAC-599D-987A8431A78A}"/>
                    </a:ext>
                  </a:extLst>
                </p14:cNvPr>
                <p14:cNvContentPartPr/>
                <p14:nvPr/>
              </p14:nvContentPartPr>
              <p14:xfrm>
                <a:off x="9096867" y="658880"/>
                <a:ext cx="163800" cy="270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8E24500-29DE-ACAC-599D-987A8431A78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79227" y="641240"/>
                  <a:ext cx="1994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C22082C-343B-9C5D-3553-5A5164373621}"/>
                    </a:ext>
                  </a:extLst>
                </p14:cNvPr>
                <p14:cNvContentPartPr/>
                <p14:nvPr/>
              </p14:nvContentPartPr>
              <p14:xfrm>
                <a:off x="9335187" y="641240"/>
                <a:ext cx="334080" cy="229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C22082C-343B-9C5D-3553-5A516437362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317547" y="623240"/>
                  <a:ext cx="3697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C2F7ACC-C428-751B-16AE-F78433EA8144}"/>
                    </a:ext>
                  </a:extLst>
                </p14:cNvPr>
                <p14:cNvContentPartPr/>
                <p14:nvPr/>
              </p14:nvContentPartPr>
              <p14:xfrm>
                <a:off x="10002627" y="603800"/>
                <a:ext cx="304200" cy="277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C2F7ACC-C428-751B-16AE-F78433EA814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984987" y="586160"/>
                  <a:ext cx="3398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A88A7E4-61B1-2B52-B0C1-B898473DCFDF}"/>
                    </a:ext>
                  </a:extLst>
                </p14:cNvPr>
                <p14:cNvContentPartPr/>
                <p14:nvPr/>
              </p14:nvContentPartPr>
              <p14:xfrm>
                <a:off x="10350027" y="619640"/>
                <a:ext cx="41040" cy="549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A88A7E4-61B1-2B52-B0C1-B898473DCFD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332387" y="601640"/>
                  <a:ext cx="7668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63BF7C5-8DD2-435C-BB51-0B56B840D0FB}"/>
                    </a:ext>
                  </a:extLst>
                </p14:cNvPr>
                <p14:cNvContentPartPr/>
                <p14:nvPr/>
              </p14:nvContentPartPr>
              <p14:xfrm>
                <a:off x="10329867" y="566000"/>
                <a:ext cx="186480" cy="279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63BF7C5-8DD2-435C-BB51-0B56B840D0F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312227" y="548360"/>
                  <a:ext cx="2221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2682A5A-F265-4549-B6FB-DAB489D98E1B}"/>
                    </a:ext>
                  </a:extLst>
                </p14:cNvPr>
                <p14:cNvContentPartPr/>
                <p14:nvPr/>
              </p14:nvContentPartPr>
              <p14:xfrm>
                <a:off x="10611027" y="614240"/>
                <a:ext cx="39960" cy="565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2682A5A-F265-4549-B6FB-DAB489D98E1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593027" y="596240"/>
                  <a:ext cx="7560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BB4677E-167C-B52D-77A9-F53F229FF774}"/>
                    </a:ext>
                  </a:extLst>
                </p14:cNvPr>
                <p14:cNvContentPartPr/>
                <p14:nvPr/>
              </p14:nvContentPartPr>
              <p14:xfrm>
                <a:off x="10580067" y="568520"/>
                <a:ext cx="182880" cy="234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BB4677E-167C-B52D-77A9-F53F229FF77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562427" y="550520"/>
                  <a:ext cx="2185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4D6C5B8-C68F-22A0-20A3-38366E495E27}"/>
                    </a:ext>
                  </a:extLst>
                </p14:cNvPr>
                <p14:cNvContentPartPr/>
                <p14:nvPr/>
              </p14:nvContentPartPr>
              <p14:xfrm>
                <a:off x="10817307" y="558440"/>
                <a:ext cx="214560" cy="248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4D6C5B8-C68F-22A0-20A3-38366E495E2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799307" y="540440"/>
                  <a:ext cx="2502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74FE59B-EFE0-8518-19B6-8F0924F5ED85}"/>
                    </a:ext>
                  </a:extLst>
                </p14:cNvPr>
                <p14:cNvContentPartPr/>
                <p14:nvPr/>
              </p14:nvContentPartPr>
              <p14:xfrm>
                <a:off x="11091627" y="535040"/>
                <a:ext cx="358560" cy="263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74FE59B-EFE0-8518-19B6-8F0924F5ED8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073627" y="517400"/>
                  <a:ext cx="3942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64598DF-9D42-0E54-7090-F9B06C672BEB}"/>
                    </a:ext>
                  </a:extLst>
                </p14:cNvPr>
                <p14:cNvContentPartPr/>
                <p14:nvPr/>
              </p14:nvContentPartPr>
              <p14:xfrm>
                <a:off x="8992107" y="1305800"/>
                <a:ext cx="334080" cy="504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64598DF-9D42-0E54-7090-F9B06C672BE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974107" y="1287800"/>
                  <a:ext cx="36972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3E8EC22-E889-8141-0291-95FF7B0BE222}"/>
                    </a:ext>
                  </a:extLst>
                </p14:cNvPr>
                <p14:cNvContentPartPr/>
                <p14:nvPr/>
              </p14:nvContentPartPr>
              <p14:xfrm>
                <a:off x="9366507" y="1531520"/>
                <a:ext cx="38520" cy="213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3E8EC22-E889-8141-0291-95FF7B0BE22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48867" y="1513880"/>
                  <a:ext cx="74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5C91509-020F-555A-052B-054E031CC842}"/>
                    </a:ext>
                  </a:extLst>
                </p14:cNvPr>
                <p14:cNvContentPartPr/>
                <p14:nvPr/>
              </p14:nvContentPartPr>
              <p14:xfrm>
                <a:off x="9236907" y="1328480"/>
                <a:ext cx="86040" cy="76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5C91509-020F-555A-052B-054E031CC84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219267" y="1310480"/>
                  <a:ext cx="1216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5585EB3-7FF9-23D6-8AAA-617BDDF8043D}"/>
                    </a:ext>
                  </a:extLst>
                </p14:cNvPr>
                <p14:cNvContentPartPr/>
                <p14:nvPr/>
              </p14:nvContentPartPr>
              <p14:xfrm>
                <a:off x="9311427" y="1504880"/>
                <a:ext cx="384480" cy="826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5585EB3-7FF9-23D6-8AAA-617BDDF8043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293427" y="1486880"/>
                  <a:ext cx="420120" cy="8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1FDB2E6-12F3-F08A-F6A1-CC55B94AE316}"/>
                    </a:ext>
                  </a:extLst>
                </p14:cNvPr>
                <p14:cNvContentPartPr/>
                <p14:nvPr/>
              </p14:nvContentPartPr>
              <p14:xfrm>
                <a:off x="9801747" y="1491560"/>
                <a:ext cx="17640" cy="194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1FDB2E6-12F3-F08A-F6A1-CC55B94AE31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83747" y="1473560"/>
                  <a:ext cx="53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5C3CE8F-3BDE-BB9B-48CB-699FF57FEBBB}"/>
                    </a:ext>
                  </a:extLst>
                </p14:cNvPr>
                <p14:cNvContentPartPr/>
                <p14:nvPr/>
              </p14:nvContentPartPr>
              <p14:xfrm>
                <a:off x="9651987" y="1322000"/>
                <a:ext cx="112680" cy="94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5C3CE8F-3BDE-BB9B-48CB-699FF57FEBB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33987" y="1304360"/>
                  <a:ext cx="148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C963656-B745-9979-DC6A-9CC34DCC9280}"/>
                    </a:ext>
                  </a:extLst>
                </p14:cNvPr>
                <p14:cNvContentPartPr/>
                <p14:nvPr/>
              </p14:nvContentPartPr>
              <p14:xfrm>
                <a:off x="10059867" y="1266920"/>
                <a:ext cx="174240" cy="500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C963656-B745-9979-DC6A-9CC34DCC928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042227" y="1249280"/>
                  <a:ext cx="20988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4E0A3F9-35A1-851B-223E-4E657B5C6C93}"/>
                    </a:ext>
                  </a:extLst>
                </p14:cNvPr>
                <p14:cNvContentPartPr/>
                <p14:nvPr/>
              </p14:nvContentPartPr>
              <p14:xfrm>
                <a:off x="9957627" y="1454480"/>
                <a:ext cx="415440" cy="46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4E0A3F9-35A1-851B-223E-4E657B5C6C9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939987" y="1436840"/>
                  <a:ext cx="4510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01A3519-75DB-FEAA-A9FB-9BEFABF2E070}"/>
                    </a:ext>
                  </a:extLst>
                </p14:cNvPr>
                <p14:cNvContentPartPr/>
                <p14:nvPr/>
              </p14:nvContentPartPr>
              <p14:xfrm>
                <a:off x="8557587" y="2182040"/>
                <a:ext cx="327600" cy="670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01A3519-75DB-FEAA-A9FB-9BEFABF2E07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539947" y="2164040"/>
                  <a:ext cx="36324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5F705C3-660B-3915-2AF1-2082280DB9AC}"/>
                    </a:ext>
                  </a:extLst>
                </p14:cNvPr>
                <p14:cNvContentPartPr/>
                <p14:nvPr/>
              </p14:nvContentPartPr>
              <p14:xfrm>
                <a:off x="8915067" y="2343320"/>
                <a:ext cx="227160" cy="317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5F705C3-660B-3915-2AF1-2082280DB9A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97067" y="2325320"/>
                  <a:ext cx="2628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764B3DE-6D2F-2587-A0D8-E6796A83CF48}"/>
                    </a:ext>
                  </a:extLst>
                </p14:cNvPr>
                <p14:cNvContentPartPr/>
                <p14:nvPr/>
              </p14:nvContentPartPr>
              <p14:xfrm>
                <a:off x="8931987" y="2492000"/>
                <a:ext cx="239760" cy="33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764B3DE-6D2F-2587-A0D8-E6796A83CF4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14347" y="2474000"/>
                  <a:ext cx="2754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8ECDC7-4130-DF30-5BDA-4D5799470602}"/>
                    </a:ext>
                  </a:extLst>
                </p14:cNvPr>
                <p14:cNvContentPartPr/>
                <p14:nvPr/>
              </p14:nvContentPartPr>
              <p14:xfrm>
                <a:off x="8938467" y="2648240"/>
                <a:ext cx="272160" cy="34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8ECDC7-4130-DF30-5BDA-4D579947060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920827" y="2630240"/>
                  <a:ext cx="307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42655E4-427C-143F-62DA-45F6854904A7}"/>
                    </a:ext>
                  </a:extLst>
                </p14:cNvPr>
                <p14:cNvContentPartPr/>
                <p14:nvPr/>
              </p14:nvContentPartPr>
              <p14:xfrm>
                <a:off x="9218907" y="2428640"/>
                <a:ext cx="321120" cy="220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42655E4-427C-143F-62DA-45F6854904A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201267" y="2410640"/>
                  <a:ext cx="356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65F88C6-7C4C-761A-5398-A1496F822115}"/>
                    </a:ext>
                  </a:extLst>
                </p14:cNvPr>
                <p14:cNvContentPartPr/>
                <p14:nvPr/>
              </p14:nvContentPartPr>
              <p14:xfrm>
                <a:off x="9574587" y="2399840"/>
                <a:ext cx="162000" cy="219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65F88C6-7C4C-761A-5398-A1496F82211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556587" y="2382200"/>
                  <a:ext cx="1976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9CBA29B-B1E5-7AE8-1500-1A8487AAD913}"/>
                    </a:ext>
                  </a:extLst>
                </p14:cNvPr>
                <p14:cNvContentPartPr/>
                <p14:nvPr/>
              </p14:nvContentPartPr>
              <p14:xfrm>
                <a:off x="9752427" y="2377520"/>
                <a:ext cx="371520" cy="229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9CBA29B-B1E5-7AE8-1500-1A8487AAD91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734427" y="2359520"/>
                  <a:ext cx="4071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ED815DC-1D4D-3C95-44F1-587A55E3C81A}"/>
                    </a:ext>
                  </a:extLst>
                </p14:cNvPr>
                <p14:cNvContentPartPr/>
                <p14:nvPr/>
              </p14:nvContentPartPr>
              <p14:xfrm>
                <a:off x="10185507" y="2359160"/>
                <a:ext cx="20880" cy="446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ED815DC-1D4D-3C95-44F1-587A55E3C81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167507" y="2341160"/>
                  <a:ext cx="565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BE4D61C-4EC4-9754-0272-4B8139387985}"/>
                    </a:ext>
                  </a:extLst>
                </p14:cNvPr>
                <p14:cNvContentPartPr/>
                <p14:nvPr/>
              </p14:nvContentPartPr>
              <p14:xfrm>
                <a:off x="10159947" y="2384000"/>
                <a:ext cx="144720" cy="192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BE4D61C-4EC4-9754-0272-4B813938798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41947" y="2366000"/>
                  <a:ext cx="1803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D545715-082C-CC61-6517-EC9618C682F8}"/>
                    </a:ext>
                  </a:extLst>
                </p14:cNvPr>
                <p14:cNvContentPartPr/>
                <p14:nvPr/>
              </p14:nvContentPartPr>
              <p14:xfrm>
                <a:off x="10295667" y="2165840"/>
                <a:ext cx="569160" cy="384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D545715-082C-CC61-6517-EC9618C682F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277667" y="2148200"/>
                  <a:ext cx="60480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8BD781E-6602-A8A8-E939-67639ABADEB7}"/>
                    </a:ext>
                  </a:extLst>
                </p14:cNvPr>
                <p14:cNvContentPartPr/>
                <p14:nvPr/>
              </p14:nvContentPartPr>
              <p14:xfrm>
                <a:off x="9082827" y="2865680"/>
                <a:ext cx="203040" cy="209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8BD781E-6602-A8A8-E939-67639ABADEB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064827" y="2847680"/>
                  <a:ext cx="238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7E5343A-BAD7-060D-3C32-84CAE87994CF}"/>
                    </a:ext>
                  </a:extLst>
                </p14:cNvPr>
                <p14:cNvContentPartPr/>
                <p14:nvPr/>
              </p14:nvContentPartPr>
              <p14:xfrm>
                <a:off x="9528867" y="2864600"/>
                <a:ext cx="9000" cy="217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7E5343A-BAD7-060D-3C32-84CAE87994C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511227" y="2846600"/>
                  <a:ext cx="4464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37EA8F4-8A46-310C-5457-8F037A407D40}"/>
              </a:ext>
            </a:extLst>
          </p:cNvPr>
          <p:cNvGrpSpPr/>
          <p:nvPr/>
        </p:nvGrpSpPr>
        <p:grpSpPr>
          <a:xfrm>
            <a:off x="9818667" y="2977280"/>
            <a:ext cx="1317600" cy="26280"/>
            <a:chOff x="9818667" y="2977280"/>
            <a:chExt cx="1317600" cy="2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B79C80C-BE2E-CCE7-B7D5-54290FD1D619}"/>
                    </a:ext>
                  </a:extLst>
                </p14:cNvPr>
                <p14:cNvContentPartPr/>
                <p14:nvPr/>
              </p14:nvContentPartPr>
              <p14:xfrm>
                <a:off x="9818667" y="3003200"/>
                <a:ext cx="39960" cy="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B79C80C-BE2E-CCE7-B7D5-54290FD1D61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801027" y="2985200"/>
                  <a:ext cx="75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C0CD269-BA7B-57A0-52F2-B0444A275D57}"/>
                    </a:ext>
                  </a:extLst>
                </p14:cNvPr>
                <p14:cNvContentPartPr/>
                <p14:nvPr/>
              </p14:nvContentPartPr>
              <p14:xfrm>
                <a:off x="9992907" y="2985920"/>
                <a:ext cx="56880" cy="5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C0CD269-BA7B-57A0-52F2-B0444A275D5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975267" y="2968280"/>
                  <a:ext cx="92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0D3F2B4-4BD7-4D66-0D4F-20F75F784120}"/>
                    </a:ext>
                  </a:extLst>
                </p14:cNvPr>
                <p14:cNvContentPartPr/>
                <p14:nvPr/>
              </p14:nvContentPartPr>
              <p14:xfrm>
                <a:off x="10150227" y="2980520"/>
                <a:ext cx="360" cy="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0D3F2B4-4BD7-4D66-0D4F-20F75F78412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132227" y="29628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B5F6B5C-C1FF-ADF7-6CD6-74645F7DCDC2}"/>
                    </a:ext>
                  </a:extLst>
                </p14:cNvPr>
                <p14:cNvContentPartPr/>
                <p14:nvPr/>
              </p14:nvContentPartPr>
              <p14:xfrm>
                <a:off x="10150227" y="2977280"/>
                <a:ext cx="111600" cy="3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B5F6B5C-C1FF-ADF7-6CD6-74645F7DCDC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132227" y="2959640"/>
                  <a:ext cx="147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432B1BF-F5EE-A6B0-DF6B-E1CF18F5FDCC}"/>
                    </a:ext>
                  </a:extLst>
                </p14:cNvPr>
                <p14:cNvContentPartPr/>
                <p14:nvPr/>
              </p14:nvContentPartPr>
              <p14:xfrm>
                <a:off x="10350027" y="2979440"/>
                <a:ext cx="67680" cy="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432B1BF-F5EE-A6B0-DF6B-E1CF18F5FDC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332387" y="2961800"/>
                  <a:ext cx="103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49F0CAC-F694-7637-4F2D-64F228E88C41}"/>
                    </a:ext>
                  </a:extLst>
                </p14:cNvPr>
                <p14:cNvContentPartPr/>
                <p14:nvPr/>
              </p14:nvContentPartPr>
              <p14:xfrm>
                <a:off x="10490427" y="2988080"/>
                <a:ext cx="62280" cy="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49F0CAC-F694-7637-4F2D-64F228E88C4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472427" y="2970440"/>
                  <a:ext cx="97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4D7BD70-844A-D253-33A9-E2EC83937FD4}"/>
                    </a:ext>
                  </a:extLst>
                </p14:cNvPr>
                <p14:cNvContentPartPr/>
                <p14:nvPr/>
              </p14:nvContentPartPr>
              <p14:xfrm>
                <a:off x="10616427" y="2988080"/>
                <a:ext cx="44280" cy="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4D7BD70-844A-D253-33A9-E2EC83937FD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598787" y="2970440"/>
                  <a:ext cx="79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F53E1AE-5B43-9797-637D-BCA96579C020}"/>
                    </a:ext>
                  </a:extLst>
                </p14:cNvPr>
                <p14:cNvContentPartPr/>
                <p14:nvPr/>
              </p14:nvContentPartPr>
              <p14:xfrm>
                <a:off x="10803627" y="2990240"/>
                <a:ext cx="110520" cy="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F53E1AE-5B43-9797-637D-BCA96579C02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785627" y="2972600"/>
                  <a:ext cx="146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E51EE61-DF0A-77D9-AA3D-78407FCE0843}"/>
                    </a:ext>
                  </a:extLst>
                </p14:cNvPr>
                <p14:cNvContentPartPr/>
                <p14:nvPr/>
              </p14:nvContentPartPr>
              <p14:xfrm>
                <a:off x="11041947" y="2997800"/>
                <a:ext cx="94320" cy="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E51EE61-DF0A-77D9-AA3D-78407FCE084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024307" y="2979800"/>
                  <a:ext cx="1299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EF51284-0D82-F5FD-EB10-A0783A6A462F}"/>
                  </a:ext>
                </a:extLst>
              </p14:cNvPr>
              <p14:cNvContentPartPr/>
              <p14:nvPr/>
            </p14:nvContentPartPr>
            <p14:xfrm>
              <a:off x="9155547" y="3294800"/>
              <a:ext cx="24840" cy="2966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EF51284-0D82-F5FD-EB10-A0783A6A462F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137907" y="3277160"/>
                <a:ext cx="6048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EDABEC0-CD57-FC6B-2BFF-67C1CD62FE93}"/>
                  </a:ext>
                </a:extLst>
              </p14:cNvPr>
              <p14:cNvContentPartPr/>
              <p14:nvPr/>
            </p14:nvContentPartPr>
            <p14:xfrm>
              <a:off x="9554067" y="3280040"/>
              <a:ext cx="28440" cy="2397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EDABEC0-CD57-FC6B-2BFF-67C1CD62FE93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536427" y="3262400"/>
                <a:ext cx="64080" cy="27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93C471CF-DC83-1642-136A-17084EAD6E4A}"/>
              </a:ext>
            </a:extLst>
          </p:cNvPr>
          <p:cNvGrpSpPr/>
          <p:nvPr/>
        </p:nvGrpSpPr>
        <p:grpSpPr>
          <a:xfrm>
            <a:off x="9963027" y="3385880"/>
            <a:ext cx="1307160" cy="68040"/>
            <a:chOff x="9963027" y="3385880"/>
            <a:chExt cx="1307160" cy="6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8562B1A-4EAD-C502-1D99-2183E4E19EEA}"/>
                    </a:ext>
                  </a:extLst>
                </p14:cNvPr>
                <p14:cNvContentPartPr/>
                <p14:nvPr/>
              </p14:nvContentPartPr>
              <p14:xfrm>
                <a:off x="9963027" y="3443840"/>
                <a:ext cx="177840" cy="10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8562B1A-4EAD-C502-1D99-2183E4E19EE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945387" y="3425840"/>
                  <a:ext cx="213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8430ED5-DDF5-B759-B736-7CBE75BFB16B}"/>
                    </a:ext>
                  </a:extLst>
                </p14:cNvPr>
                <p14:cNvContentPartPr/>
                <p14:nvPr/>
              </p14:nvContentPartPr>
              <p14:xfrm>
                <a:off x="10309707" y="3434120"/>
                <a:ext cx="76320" cy="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8430ED5-DDF5-B759-B736-7CBE75BFB16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291707" y="3416120"/>
                  <a:ext cx="111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EBC828-1EDE-0511-258D-5E738C4BE1BD}"/>
                    </a:ext>
                  </a:extLst>
                </p14:cNvPr>
                <p14:cNvContentPartPr/>
                <p14:nvPr/>
              </p14:nvContentPartPr>
              <p14:xfrm>
                <a:off x="10529667" y="3430880"/>
                <a:ext cx="107280" cy="4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EBC828-1EDE-0511-258D-5E738C4BE1B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512027" y="3412880"/>
                  <a:ext cx="142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B5D1BCE-D221-6E9F-96ED-468D34E1CA1C}"/>
                    </a:ext>
                  </a:extLst>
                </p14:cNvPr>
                <p14:cNvContentPartPr/>
                <p14:nvPr/>
              </p14:nvContentPartPr>
              <p14:xfrm>
                <a:off x="10774827" y="3403160"/>
                <a:ext cx="136080" cy="29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B5D1BCE-D221-6E9F-96ED-468D34E1CA1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756827" y="3385160"/>
                  <a:ext cx="171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26AA019-AA00-89AC-B551-DFD415A7BB0D}"/>
                    </a:ext>
                  </a:extLst>
                </p14:cNvPr>
                <p14:cNvContentPartPr/>
                <p14:nvPr/>
              </p14:nvContentPartPr>
              <p14:xfrm>
                <a:off x="11085867" y="3385880"/>
                <a:ext cx="184320" cy="12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26AA019-AA00-89AC-B551-DFD415A7BB0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068227" y="3368240"/>
                  <a:ext cx="21996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1CC7937-44FB-6AA5-FAC1-64F7CCE46D96}"/>
              </a:ext>
            </a:extLst>
          </p:cNvPr>
          <p:cNvGrpSpPr/>
          <p:nvPr/>
        </p:nvGrpSpPr>
        <p:grpSpPr>
          <a:xfrm>
            <a:off x="9007587" y="3776120"/>
            <a:ext cx="2141640" cy="322200"/>
            <a:chOff x="9007587" y="3776120"/>
            <a:chExt cx="214164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5E80D91-2F69-4004-67D4-CFB1FCFFD7C6}"/>
                    </a:ext>
                  </a:extLst>
                </p14:cNvPr>
                <p14:cNvContentPartPr/>
                <p14:nvPr/>
              </p14:nvContentPartPr>
              <p14:xfrm>
                <a:off x="9007587" y="3810680"/>
                <a:ext cx="402480" cy="287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5E80D91-2F69-4004-67D4-CFB1FCFFD7C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989947" y="3792680"/>
                  <a:ext cx="4381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A5ACBDC-333E-4FB9-BC0A-8F763E74FB8C}"/>
                    </a:ext>
                  </a:extLst>
                </p14:cNvPr>
                <p14:cNvContentPartPr/>
                <p14:nvPr/>
              </p14:nvContentPartPr>
              <p14:xfrm>
                <a:off x="9637947" y="3776120"/>
                <a:ext cx="34560" cy="219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A5ACBDC-333E-4FB9-BC0A-8F763E74FB8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620307" y="3758480"/>
                  <a:ext cx="702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57E9A8B-9249-E769-7926-4A13289DB9EA}"/>
                    </a:ext>
                  </a:extLst>
                </p14:cNvPr>
                <p14:cNvContentPartPr/>
                <p14:nvPr/>
              </p14:nvContentPartPr>
              <p14:xfrm>
                <a:off x="9916947" y="3900320"/>
                <a:ext cx="72000" cy="5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57E9A8B-9249-E769-7926-4A13289DB9E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899307" y="3882320"/>
                  <a:ext cx="107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FE2D6EC-4C2B-606B-A574-2DF3BEAA0983}"/>
                    </a:ext>
                  </a:extLst>
                </p14:cNvPr>
                <p14:cNvContentPartPr/>
                <p14:nvPr/>
              </p14:nvContentPartPr>
              <p14:xfrm>
                <a:off x="10253907" y="3893840"/>
                <a:ext cx="144720" cy="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FE2D6EC-4C2B-606B-A574-2DF3BEAA098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236267" y="3876200"/>
                  <a:ext cx="180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B7D466D-9286-1AC5-2B4E-6B230A9C030E}"/>
                    </a:ext>
                  </a:extLst>
                </p14:cNvPr>
                <p14:cNvContentPartPr/>
                <p14:nvPr/>
              </p14:nvContentPartPr>
              <p14:xfrm>
                <a:off x="10625067" y="3889520"/>
                <a:ext cx="360" cy="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B7D466D-9286-1AC5-2B4E-6B230A9C030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607067" y="38718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EF9BC01-5B64-D318-1B02-7A77B13799AB}"/>
                    </a:ext>
                  </a:extLst>
                </p14:cNvPr>
                <p14:cNvContentPartPr/>
                <p14:nvPr/>
              </p14:nvContentPartPr>
              <p14:xfrm>
                <a:off x="10897587" y="3916160"/>
                <a:ext cx="251640" cy="2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EF9BC01-5B64-D318-1B02-7A77B13799A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879947" y="3898520"/>
                  <a:ext cx="28728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667F4F8-CD40-00C8-2E77-EF96C024C75A}"/>
                  </a:ext>
                </a:extLst>
              </p14:cNvPr>
              <p14:cNvContentPartPr/>
              <p14:nvPr/>
            </p14:nvContentPartPr>
            <p14:xfrm>
              <a:off x="9002907" y="4316120"/>
              <a:ext cx="311760" cy="4078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667F4F8-CD40-00C8-2E77-EF96C024C75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984907" y="4298480"/>
                <a:ext cx="34740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657EE02-475C-3C15-7286-56823A4DA687}"/>
                  </a:ext>
                </a:extLst>
              </p14:cNvPr>
              <p14:cNvContentPartPr/>
              <p14:nvPr/>
            </p14:nvContentPartPr>
            <p14:xfrm>
              <a:off x="9640107" y="4387760"/>
              <a:ext cx="17640" cy="2336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657EE02-475C-3C15-7286-56823A4DA68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622107" y="4370120"/>
                <a:ext cx="53280" cy="26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2625068B-DE4A-D13E-5B16-93A0231375BA}"/>
              </a:ext>
            </a:extLst>
          </p:cNvPr>
          <p:cNvGrpSpPr/>
          <p:nvPr/>
        </p:nvGrpSpPr>
        <p:grpSpPr>
          <a:xfrm>
            <a:off x="9938547" y="4436000"/>
            <a:ext cx="1256760" cy="84960"/>
            <a:chOff x="9938547" y="4436000"/>
            <a:chExt cx="1256760" cy="8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3127926-9987-326B-78BB-B22482BABEF0}"/>
                    </a:ext>
                  </a:extLst>
                </p14:cNvPr>
                <p14:cNvContentPartPr/>
                <p14:nvPr/>
              </p14:nvContentPartPr>
              <p14:xfrm>
                <a:off x="9938547" y="4515200"/>
                <a:ext cx="131760" cy="5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3127926-9987-326B-78BB-B22482BABEF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920547" y="4497200"/>
                  <a:ext cx="167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0771998-F8E0-28D5-1EB6-C76F4BD1847A}"/>
                    </a:ext>
                  </a:extLst>
                </p14:cNvPr>
                <p14:cNvContentPartPr/>
                <p14:nvPr/>
              </p14:nvContentPartPr>
              <p14:xfrm>
                <a:off x="10281627" y="4471280"/>
                <a:ext cx="150120" cy="24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0771998-F8E0-28D5-1EB6-C76F4BD1847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63987" y="4453640"/>
                  <a:ext cx="1857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6DE632F-3622-74CC-5DDE-38228D874D82}"/>
                    </a:ext>
                  </a:extLst>
                </p14:cNvPr>
                <p14:cNvContentPartPr/>
                <p14:nvPr/>
              </p14:nvContentPartPr>
              <p14:xfrm>
                <a:off x="10582227" y="4457240"/>
                <a:ext cx="87120" cy="5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6DE632F-3622-74CC-5DDE-38228D874D8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564587" y="4439600"/>
                  <a:ext cx="122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43DFF58-EE11-8EAD-9801-D5CD9DF64EFE}"/>
                    </a:ext>
                  </a:extLst>
                </p14:cNvPr>
                <p14:cNvContentPartPr/>
                <p14:nvPr/>
              </p14:nvContentPartPr>
              <p14:xfrm>
                <a:off x="10848627" y="4436000"/>
                <a:ext cx="346680" cy="31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43DFF58-EE11-8EAD-9801-D5CD9DF64EF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830627" y="4418360"/>
                  <a:ext cx="38232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8B82841-8D93-CB5B-1EE5-D8977F2DDD24}"/>
                  </a:ext>
                </a:extLst>
              </p14:cNvPr>
              <p14:cNvContentPartPr/>
              <p14:nvPr/>
            </p14:nvContentPartPr>
            <p14:xfrm>
              <a:off x="8957907" y="4929920"/>
              <a:ext cx="316800" cy="4942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A8B82841-8D93-CB5B-1EE5-D8977F2DDD2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939907" y="4912280"/>
                <a:ext cx="352440" cy="52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B94B12F-AFDB-8CB7-96F7-12E3556BE03E}"/>
                  </a:ext>
                </a:extLst>
              </p14:cNvPr>
              <p14:cNvContentPartPr/>
              <p14:nvPr/>
            </p14:nvContentPartPr>
            <p14:xfrm>
              <a:off x="9633627" y="4961240"/>
              <a:ext cx="31320" cy="3052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B94B12F-AFDB-8CB7-96F7-12E3556BE03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615987" y="4943240"/>
                <a:ext cx="66960" cy="34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A49FF553-C49D-B4AC-C740-031F507A150D}"/>
              </a:ext>
            </a:extLst>
          </p:cNvPr>
          <p:cNvGrpSpPr/>
          <p:nvPr/>
        </p:nvGrpSpPr>
        <p:grpSpPr>
          <a:xfrm>
            <a:off x="10097667" y="5086160"/>
            <a:ext cx="1036800" cy="43920"/>
            <a:chOff x="10097667" y="5086160"/>
            <a:chExt cx="1036800" cy="4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2E31510-5D34-9928-6158-F7A90BEF9D5E}"/>
                    </a:ext>
                  </a:extLst>
                </p14:cNvPr>
                <p14:cNvContentPartPr/>
                <p14:nvPr/>
              </p14:nvContentPartPr>
              <p14:xfrm>
                <a:off x="10097667" y="5111720"/>
                <a:ext cx="180000" cy="18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2E31510-5D34-9928-6158-F7A90BEF9D5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80027" y="5094080"/>
                  <a:ext cx="2156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29D6E71-54EA-03E8-B963-6F270F555A0B}"/>
                    </a:ext>
                  </a:extLst>
                </p14:cNvPr>
                <p14:cNvContentPartPr/>
                <p14:nvPr/>
              </p14:nvContentPartPr>
              <p14:xfrm>
                <a:off x="10450827" y="5101280"/>
                <a:ext cx="325440" cy="46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29D6E71-54EA-03E8-B963-6F270F555A0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432827" y="5083280"/>
                  <a:ext cx="361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5FC078D-8585-B2F0-0D05-D038E736537D}"/>
                    </a:ext>
                  </a:extLst>
                </p14:cNvPr>
                <p14:cNvContentPartPr/>
                <p14:nvPr/>
              </p14:nvContentPartPr>
              <p14:xfrm>
                <a:off x="10923507" y="5086160"/>
                <a:ext cx="210960" cy="165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5FC078D-8585-B2F0-0D05-D038E736537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905507" y="5068520"/>
                  <a:ext cx="24660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77EA29D-FEEB-CEF0-8E23-DC1B17765F18}"/>
              </a:ext>
            </a:extLst>
          </p:cNvPr>
          <p:cNvGrpSpPr/>
          <p:nvPr/>
        </p:nvGrpSpPr>
        <p:grpSpPr>
          <a:xfrm>
            <a:off x="11187387" y="2862080"/>
            <a:ext cx="540000" cy="824760"/>
            <a:chOff x="11187387" y="2862080"/>
            <a:chExt cx="540000" cy="82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225B38A-7CFB-73C7-39F3-E89616908883}"/>
                    </a:ext>
                  </a:extLst>
                </p14:cNvPr>
                <p14:cNvContentPartPr/>
                <p14:nvPr/>
              </p14:nvContentPartPr>
              <p14:xfrm>
                <a:off x="11187387" y="2864960"/>
                <a:ext cx="185760" cy="208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225B38A-7CFB-73C7-39F3-E8961690888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169747" y="2847320"/>
                  <a:ext cx="2214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B9DFF26-85AE-5078-BE5A-BD3522574FAE}"/>
                    </a:ext>
                  </a:extLst>
                </p14:cNvPr>
                <p14:cNvContentPartPr/>
                <p14:nvPr/>
              </p14:nvContentPartPr>
              <p14:xfrm>
                <a:off x="11475387" y="2862080"/>
                <a:ext cx="252000" cy="300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B9DFF26-85AE-5078-BE5A-BD3522574FA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457387" y="2844440"/>
                  <a:ext cx="2876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1CE76E9-2910-824C-A889-09CAFA4D9339}"/>
                    </a:ext>
                  </a:extLst>
                </p14:cNvPr>
                <p14:cNvContentPartPr/>
                <p14:nvPr/>
              </p14:nvContentPartPr>
              <p14:xfrm>
                <a:off x="11263347" y="3267800"/>
                <a:ext cx="9360" cy="301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1CE76E9-2910-824C-A889-09CAFA4D933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45707" y="3249800"/>
                  <a:ext cx="450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11857F0-6AFB-D29D-7BEE-35E0830FEDCF}"/>
                    </a:ext>
                  </a:extLst>
                </p14:cNvPr>
                <p14:cNvContentPartPr/>
                <p14:nvPr/>
              </p14:nvContentPartPr>
              <p14:xfrm>
                <a:off x="11397987" y="3300200"/>
                <a:ext cx="254160" cy="386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11857F0-6AFB-D29D-7BEE-35E0830FEDC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379987" y="3282200"/>
                  <a:ext cx="289800" cy="42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BFDA117-3D55-B517-433F-FEFAF3E35804}"/>
              </a:ext>
            </a:extLst>
          </p:cNvPr>
          <p:cNvGrpSpPr/>
          <p:nvPr/>
        </p:nvGrpSpPr>
        <p:grpSpPr>
          <a:xfrm>
            <a:off x="11186307" y="3829400"/>
            <a:ext cx="465480" cy="363240"/>
            <a:chOff x="11186307" y="3829400"/>
            <a:chExt cx="465480" cy="36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71A5806-5B7F-FFAC-1360-763DE5F4661C}"/>
                    </a:ext>
                  </a:extLst>
                </p14:cNvPr>
                <p14:cNvContentPartPr/>
                <p14:nvPr/>
              </p14:nvContentPartPr>
              <p14:xfrm>
                <a:off x="11186307" y="3829400"/>
                <a:ext cx="220320" cy="208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71A5806-5B7F-FFAC-1360-763DE5F4661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168307" y="3811400"/>
                  <a:ext cx="2559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CA839AF-79C7-04AF-5468-E5724FE0FB86}"/>
                    </a:ext>
                  </a:extLst>
                </p14:cNvPr>
                <p14:cNvContentPartPr/>
                <p14:nvPr/>
              </p14:nvContentPartPr>
              <p14:xfrm>
                <a:off x="11442987" y="3829760"/>
                <a:ext cx="208800" cy="362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CA839AF-79C7-04AF-5468-E5724FE0FB8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425347" y="3812120"/>
                  <a:ext cx="244440" cy="39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F6B996B-54CE-BA09-9430-70D3D53B08DF}"/>
              </a:ext>
            </a:extLst>
          </p:cNvPr>
          <p:cNvGrpSpPr/>
          <p:nvPr/>
        </p:nvGrpSpPr>
        <p:grpSpPr>
          <a:xfrm>
            <a:off x="11136627" y="4320440"/>
            <a:ext cx="587160" cy="382320"/>
            <a:chOff x="11136627" y="4320440"/>
            <a:chExt cx="58716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7D6D470-B203-36A2-0151-227A4226D08F}"/>
                    </a:ext>
                  </a:extLst>
                </p14:cNvPr>
                <p14:cNvContentPartPr/>
                <p14:nvPr/>
              </p14:nvContentPartPr>
              <p14:xfrm>
                <a:off x="11136627" y="4320440"/>
                <a:ext cx="210960" cy="315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7D6D470-B203-36A2-0151-227A4226D08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118627" y="4302440"/>
                  <a:ext cx="2466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28AFA63-1FEE-8E5A-A028-1352CF583CC4}"/>
                    </a:ext>
                  </a:extLst>
                </p14:cNvPr>
                <p14:cNvContentPartPr/>
                <p14:nvPr/>
              </p14:nvContentPartPr>
              <p14:xfrm>
                <a:off x="11472507" y="4334840"/>
                <a:ext cx="251280" cy="367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28AFA63-1FEE-8E5A-A028-1352CF583CC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454867" y="4316840"/>
                  <a:ext cx="286920" cy="40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7B1985F-DDA1-4B59-2FF6-BA83212AC1A6}"/>
              </a:ext>
            </a:extLst>
          </p:cNvPr>
          <p:cNvGrpSpPr/>
          <p:nvPr/>
        </p:nvGrpSpPr>
        <p:grpSpPr>
          <a:xfrm>
            <a:off x="11079387" y="4938200"/>
            <a:ext cx="673920" cy="473400"/>
            <a:chOff x="11079387" y="4938200"/>
            <a:chExt cx="673920" cy="47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44ECE50-5C28-B94F-0444-CAD76642A7ED}"/>
                    </a:ext>
                  </a:extLst>
                </p14:cNvPr>
                <p14:cNvContentPartPr/>
                <p14:nvPr/>
              </p14:nvContentPartPr>
              <p14:xfrm>
                <a:off x="11079387" y="4938200"/>
                <a:ext cx="259200" cy="3708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44ECE50-5C28-B94F-0444-CAD76642A7E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061747" y="4920200"/>
                  <a:ext cx="2948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9210E97-F2C1-17FC-D7DA-674C98B89463}"/>
                    </a:ext>
                  </a:extLst>
                </p14:cNvPr>
                <p14:cNvContentPartPr/>
                <p14:nvPr/>
              </p14:nvContentPartPr>
              <p14:xfrm>
                <a:off x="11435787" y="4962320"/>
                <a:ext cx="317520" cy="449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9210E97-F2C1-17FC-D7DA-674C98B8946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417787" y="4944680"/>
                  <a:ext cx="353160" cy="48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E114AE8-4C86-C769-3B00-1AD74F841495}"/>
              </a:ext>
            </a:extLst>
          </p:cNvPr>
          <p:cNvGrpSpPr/>
          <p:nvPr/>
        </p:nvGrpSpPr>
        <p:grpSpPr>
          <a:xfrm>
            <a:off x="8755587" y="2808440"/>
            <a:ext cx="673200" cy="2671560"/>
            <a:chOff x="8755587" y="2808440"/>
            <a:chExt cx="673200" cy="267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8F0DA70-C0AA-BE7A-425C-1578D36D75E2}"/>
                    </a:ext>
                  </a:extLst>
                </p14:cNvPr>
                <p14:cNvContentPartPr/>
                <p14:nvPr/>
              </p14:nvContentPartPr>
              <p14:xfrm>
                <a:off x="8934147" y="2808440"/>
                <a:ext cx="476640" cy="378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8F0DA70-C0AA-BE7A-425C-1578D36D75E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16507" y="2790440"/>
                  <a:ext cx="51228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4C6BAFA-52E4-7341-E7BD-F724F73F6195}"/>
                    </a:ext>
                  </a:extLst>
                </p14:cNvPr>
                <p14:cNvContentPartPr/>
                <p14:nvPr/>
              </p14:nvContentPartPr>
              <p14:xfrm>
                <a:off x="8972667" y="3238280"/>
                <a:ext cx="403920" cy="4644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4C6BAFA-52E4-7341-E7BD-F724F73F619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955027" y="3220640"/>
                  <a:ext cx="43956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78BAEAD-B90B-5B1C-B111-17FD38B88D2A}"/>
                    </a:ext>
                  </a:extLst>
                </p14:cNvPr>
                <p14:cNvContentPartPr/>
                <p14:nvPr/>
              </p14:nvContentPartPr>
              <p14:xfrm>
                <a:off x="8777187" y="3773960"/>
                <a:ext cx="628200" cy="398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78BAEAD-B90B-5B1C-B111-17FD38B88D2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759187" y="3756320"/>
                  <a:ext cx="66384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E081DA3-EE25-0967-586D-D049CFF2EBD5}"/>
                    </a:ext>
                  </a:extLst>
                </p14:cNvPr>
                <p14:cNvContentPartPr/>
                <p14:nvPr/>
              </p14:nvContentPartPr>
              <p14:xfrm>
                <a:off x="8901387" y="4213520"/>
                <a:ext cx="477000" cy="5522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E081DA3-EE25-0967-586D-D049CFF2EBD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83747" y="4195880"/>
                  <a:ext cx="51264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CA03F0F-07EA-15A1-1014-D50822C4F681}"/>
                    </a:ext>
                  </a:extLst>
                </p14:cNvPr>
                <p14:cNvContentPartPr/>
                <p14:nvPr/>
              </p14:nvContentPartPr>
              <p14:xfrm>
                <a:off x="8755587" y="4862600"/>
                <a:ext cx="673200" cy="6174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CA03F0F-07EA-15A1-1014-D50822C4F68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737947" y="4844960"/>
                  <a:ext cx="708840" cy="65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15860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90868-E9F1-B0A2-8218-D8EDF5F0E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5AC606-B139-3099-7E7C-186259CD5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85EC76EE-E3EF-0115-F5E7-9FF1D684B35F}"/>
              </a:ext>
            </a:extLst>
          </p:cNvPr>
          <p:cNvGrpSpPr/>
          <p:nvPr/>
        </p:nvGrpSpPr>
        <p:grpSpPr>
          <a:xfrm>
            <a:off x="4208427" y="249560"/>
            <a:ext cx="1492200" cy="489240"/>
            <a:chOff x="4208427" y="249560"/>
            <a:chExt cx="1492200" cy="48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EE4FF11-B750-166F-E258-09F7FB1670F5}"/>
                    </a:ext>
                  </a:extLst>
                </p14:cNvPr>
                <p14:cNvContentPartPr/>
                <p14:nvPr/>
              </p14:nvContentPartPr>
              <p14:xfrm>
                <a:off x="4208427" y="270800"/>
                <a:ext cx="338400" cy="468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EE4FF11-B750-166F-E258-09F7FB1670F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190787" y="252800"/>
                  <a:ext cx="37404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F913A82-7E1B-7F9B-20D3-C90423A6498B}"/>
                    </a:ext>
                  </a:extLst>
                </p14:cNvPr>
                <p14:cNvContentPartPr/>
                <p14:nvPr/>
              </p14:nvContentPartPr>
              <p14:xfrm>
                <a:off x="4540347" y="454760"/>
                <a:ext cx="271800" cy="249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F913A82-7E1B-7F9B-20D3-C90423A6498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22707" y="437120"/>
                  <a:ext cx="3074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8A2930-0F1B-D640-07BF-411602B66A02}"/>
                    </a:ext>
                  </a:extLst>
                </p14:cNvPr>
                <p14:cNvContentPartPr/>
                <p14:nvPr/>
              </p14:nvContentPartPr>
              <p14:xfrm>
                <a:off x="4963707" y="249560"/>
                <a:ext cx="203400" cy="407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8A2930-0F1B-D640-07BF-411602B66A0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46067" y="231560"/>
                  <a:ext cx="2390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0C5AFB4-7F3C-B856-9603-E61008CD6940}"/>
                    </a:ext>
                  </a:extLst>
                </p14:cNvPr>
                <p14:cNvContentPartPr/>
                <p14:nvPr/>
              </p14:nvContentPartPr>
              <p14:xfrm>
                <a:off x="4826547" y="468800"/>
                <a:ext cx="311400" cy="19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0C5AFB4-7F3C-B856-9603-E61008CD694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808907" y="450800"/>
                  <a:ext cx="347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91B9B97-B689-7A38-9AF0-A63B2827D346}"/>
                    </a:ext>
                  </a:extLst>
                </p14:cNvPr>
                <p14:cNvContentPartPr/>
                <p14:nvPr/>
              </p14:nvContentPartPr>
              <p14:xfrm>
                <a:off x="5251347" y="398240"/>
                <a:ext cx="21600" cy="133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91B9B97-B689-7A38-9AF0-A63B2827D34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33347" y="380240"/>
                  <a:ext cx="57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DE7B41-A1C0-B62D-D4F8-CE31E6400516}"/>
                    </a:ext>
                  </a:extLst>
                </p14:cNvPr>
                <p14:cNvContentPartPr/>
                <p14:nvPr/>
              </p14:nvContentPartPr>
              <p14:xfrm>
                <a:off x="5371947" y="402560"/>
                <a:ext cx="328680" cy="279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DE7B41-A1C0-B62D-D4F8-CE31E640051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354307" y="384920"/>
                  <a:ext cx="364320" cy="31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62BB0D2-266D-24BA-42B0-BBC56A37A924}"/>
              </a:ext>
            </a:extLst>
          </p:cNvPr>
          <p:cNvGrpSpPr/>
          <p:nvPr/>
        </p:nvGrpSpPr>
        <p:grpSpPr>
          <a:xfrm>
            <a:off x="6273747" y="173600"/>
            <a:ext cx="945720" cy="507240"/>
            <a:chOff x="6273747" y="173600"/>
            <a:chExt cx="945720" cy="50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BBD0D58-E944-DBBA-54ED-07B325D1DB2B}"/>
                    </a:ext>
                  </a:extLst>
                </p14:cNvPr>
                <p14:cNvContentPartPr/>
                <p14:nvPr/>
              </p14:nvContentPartPr>
              <p14:xfrm>
                <a:off x="6273747" y="173600"/>
                <a:ext cx="272160" cy="437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BBD0D58-E944-DBBA-54ED-07B325D1DB2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56107" y="155960"/>
                  <a:ext cx="30780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3BCF165-0DD8-14E6-85B8-D6F33BEA2B33}"/>
                    </a:ext>
                  </a:extLst>
                </p14:cNvPr>
                <p14:cNvContentPartPr/>
                <p14:nvPr/>
              </p14:nvContentPartPr>
              <p14:xfrm>
                <a:off x="6554907" y="347480"/>
                <a:ext cx="298800" cy="253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3BCF165-0DD8-14E6-85B8-D6F33BEA2B3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36907" y="329480"/>
                  <a:ext cx="3344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7BBE7E6-AD7B-2276-67E2-F78BA1DDC6FB}"/>
                    </a:ext>
                  </a:extLst>
                </p14:cNvPr>
                <p14:cNvContentPartPr/>
                <p14:nvPr/>
              </p14:nvContentPartPr>
              <p14:xfrm>
                <a:off x="6945147" y="387440"/>
                <a:ext cx="274320" cy="293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7BBE7E6-AD7B-2276-67E2-F78BA1DDC6F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27147" y="369440"/>
                  <a:ext cx="309960" cy="32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A0364DE-1450-930E-298A-68E470E682DC}"/>
              </a:ext>
            </a:extLst>
          </p:cNvPr>
          <p:cNvGrpSpPr/>
          <p:nvPr/>
        </p:nvGrpSpPr>
        <p:grpSpPr>
          <a:xfrm>
            <a:off x="7842267" y="249560"/>
            <a:ext cx="1030680" cy="439560"/>
            <a:chOff x="7842267" y="249560"/>
            <a:chExt cx="1030680" cy="43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BE9118D-A770-54F9-608C-32DE21FD5C00}"/>
                    </a:ext>
                  </a:extLst>
                </p14:cNvPr>
                <p14:cNvContentPartPr/>
                <p14:nvPr/>
              </p14:nvContentPartPr>
              <p14:xfrm>
                <a:off x="7872507" y="270800"/>
                <a:ext cx="52560" cy="418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BE9118D-A770-54F9-608C-32DE21FD5C0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54867" y="253160"/>
                  <a:ext cx="8820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935E8B8-D209-72BD-8F79-FC38C8411F8D}"/>
                    </a:ext>
                  </a:extLst>
                </p14:cNvPr>
                <p14:cNvContentPartPr/>
                <p14:nvPr/>
              </p14:nvContentPartPr>
              <p14:xfrm>
                <a:off x="8106507" y="249560"/>
                <a:ext cx="32400" cy="384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935E8B8-D209-72BD-8F79-FC38C8411F8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88867" y="231560"/>
                  <a:ext cx="6804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E903D86-E09F-D9CB-B57E-8180DA2F8FCD}"/>
                    </a:ext>
                  </a:extLst>
                </p14:cNvPr>
                <p14:cNvContentPartPr/>
                <p14:nvPr/>
              </p14:nvContentPartPr>
              <p14:xfrm>
                <a:off x="7842267" y="486800"/>
                <a:ext cx="415440" cy="25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E903D86-E09F-D9CB-B57E-8180DA2F8FC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24627" y="469160"/>
                  <a:ext cx="4510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7AE7515-33AD-4237-6DFE-0356B5A7CDCE}"/>
                    </a:ext>
                  </a:extLst>
                </p14:cNvPr>
                <p14:cNvContentPartPr/>
                <p14:nvPr/>
              </p14:nvContentPartPr>
              <p14:xfrm>
                <a:off x="8262747" y="448280"/>
                <a:ext cx="171360" cy="208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7AE7515-33AD-4237-6DFE-0356B5A7CDC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45107" y="430640"/>
                  <a:ext cx="2070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4E4C67-4360-2F10-23BC-5F8EA16E4AAE}"/>
                    </a:ext>
                  </a:extLst>
                </p14:cNvPr>
                <p14:cNvContentPartPr/>
                <p14:nvPr/>
              </p14:nvContentPartPr>
              <p14:xfrm>
                <a:off x="8515107" y="424880"/>
                <a:ext cx="357840" cy="259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4E4C67-4360-2F10-23BC-5F8EA16E4AA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97107" y="406880"/>
                  <a:ext cx="393480" cy="29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D0C7EC2-B0CE-0F65-C89A-C66B60E66AF2}"/>
              </a:ext>
            </a:extLst>
          </p:cNvPr>
          <p:cNvGrpSpPr/>
          <p:nvPr/>
        </p:nvGrpSpPr>
        <p:grpSpPr>
          <a:xfrm>
            <a:off x="9286227" y="234440"/>
            <a:ext cx="808920" cy="478080"/>
            <a:chOff x="9286227" y="234440"/>
            <a:chExt cx="808920" cy="47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1CAAF6-8A02-7462-265C-F7E7478BA7EC}"/>
                    </a:ext>
                  </a:extLst>
                </p14:cNvPr>
                <p14:cNvContentPartPr/>
                <p14:nvPr/>
              </p14:nvContentPartPr>
              <p14:xfrm>
                <a:off x="9481707" y="462680"/>
                <a:ext cx="22680" cy="229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1CAAF6-8A02-7462-265C-F7E7478BA7E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464067" y="445040"/>
                  <a:ext cx="583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2EDD6A6-178F-5E43-0784-79A6A1D33D2B}"/>
                    </a:ext>
                  </a:extLst>
                </p14:cNvPr>
                <p14:cNvContentPartPr/>
                <p14:nvPr/>
              </p14:nvContentPartPr>
              <p14:xfrm>
                <a:off x="9286227" y="234440"/>
                <a:ext cx="180000" cy="122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2EDD6A6-178F-5E43-0784-79A6A1D33D2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268227" y="216800"/>
                  <a:ext cx="215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369B2A1-1611-F741-2FD7-8026E0E183AB}"/>
                    </a:ext>
                  </a:extLst>
                </p14:cNvPr>
                <p14:cNvContentPartPr/>
                <p14:nvPr/>
              </p14:nvContentPartPr>
              <p14:xfrm>
                <a:off x="9776907" y="281960"/>
                <a:ext cx="147960" cy="430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369B2A1-1611-F741-2FD7-8026E0E183A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59267" y="263960"/>
                  <a:ext cx="18360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A415E48-B0E3-EBC6-A221-4F2DEEA4EBD5}"/>
                    </a:ext>
                  </a:extLst>
                </p14:cNvPr>
                <p14:cNvContentPartPr/>
                <p14:nvPr/>
              </p14:nvContentPartPr>
              <p14:xfrm>
                <a:off x="9654147" y="483560"/>
                <a:ext cx="441000" cy="10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A415E48-B0E3-EBC6-A221-4F2DEEA4EBD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636147" y="465920"/>
                  <a:ext cx="47664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1F3DB8A-5060-2C06-5BC2-D36A3C4BBAF5}"/>
              </a:ext>
            </a:extLst>
          </p:cNvPr>
          <p:cNvGrpSpPr/>
          <p:nvPr/>
        </p:nvGrpSpPr>
        <p:grpSpPr>
          <a:xfrm>
            <a:off x="8501067" y="1066400"/>
            <a:ext cx="1844640" cy="517680"/>
            <a:chOff x="8501067" y="1066400"/>
            <a:chExt cx="1844640" cy="51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CF14F0C-502E-C601-6EFF-D75EA09898DF}"/>
                    </a:ext>
                  </a:extLst>
                </p14:cNvPr>
                <p14:cNvContentPartPr/>
                <p14:nvPr/>
              </p14:nvContentPartPr>
              <p14:xfrm>
                <a:off x="8501067" y="1066400"/>
                <a:ext cx="463680" cy="358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CF14F0C-502E-C601-6EFF-D75EA09898D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483067" y="1048760"/>
                  <a:ext cx="49932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713FFE2-F761-80A9-313A-9549ABC66715}"/>
                    </a:ext>
                  </a:extLst>
                </p14:cNvPr>
                <p14:cNvContentPartPr/>
                <p14:nvPr/>
              </p14:nvContentPartPr>
              <p14:xfrm>
                <a:off x="9064827" y="1192760"/>
                <a:ext cx="187200" cy="254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713FFE2-F761-80A9-313A-9549ABC6671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046827" y="1174760"/>
                  <a:ext cx="2228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72EF5E5-63A3-5764-E1FF-64DE332DBD89}"/>
                    </a:ext>
                  </a:extLst>
                </p14:cNvPr>
                <p14:cNvContentPartPr/>
                <p14:nvPr/>
              </p14:nvContentPartPr>
              <p14:xfrm>
                <a:off x="9326907" y="1175840"/>
                <a:ext cx="262440" cy="241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72EF5E5-63A3-5764-E1FF-64DE332DBD8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308907" y="1157840"/>
                  <a:ext cx="2980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C55922-DEDD-0EC6-BB2F-828E916C5D62}"/>
                    </a:ext>
                  </a:extLst>
                </p14:cNvPr>
                <p14:cNvContentPartPr/>
                <p14:nvPr/>
              </p14:nvContentPartPr>
              <p14:xfrm>
                <a:off x="9687267" y="1073960"/>
                <a:ext cx="240480" cy="347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C55922-DEDD-0EC6-BB2F-828E916C5D6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69267" y="1056320"/>
                  <a:ext cx="2761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C9698A0-B05A-5137-54E9-63C8F7BBD9AD}"/>
                    </a:ext>
                  </a:extLst>
                </p14:cNvPr>
                <p14:cNvContentPartPr/>
                <p14:nvPr/>
              </p14:nvContentPartPr>
              <p14:xfrm>
                <a:off x="9846387" y="1219400"/>
                <a:ext cx="141480" cy="240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C9698A0-B05A-5137-54E9-63C8F7BBD9A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828747" y="1201400"/>
                  <a:ext cx="1771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E3F33F4-B088-BF9B-2902-9CA9C65D93D8}"/>
                    </a:ext>
                  </a:extLst>
                </p14:cNvPr>
                <p14:cNvContentPartPr/>
                <p14:nvPr/>
              </p14:nvContentPartPr>
              <p14:xfrm>
                <a:off x="10065627" y="1113200"/>
                <a:ext cx="280080" cy="470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E3F33F4-B088-BF9B-2902-9CA9C65D93D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047987" y="1095560"/>
                  <a:ext cx="315720" cy="50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42284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19EA5-62FA-94EE-F205-8ABF14E40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4F0312-CD58-50A4-35E1-523F1C03F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1212F856-C661-2671-227E-0B29F65A8A2E}"/>
              </a:ext>
            </a:extLst>
          </p:cNvPr>
          <p:cNvGrpSpPr/>
          <p:nvPr/>
        </p:nvGrpSpPr>
        <p:grpSpPr>
          <a:xfrm>
            <a:off x="6535107" y="389960"/>
            <a:ext cx="5064480" cy="1641600"/>
            <a:chOff x="6535107" y="389960"/>
            <a:chExt cx="5064480" cy="164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90024CB-B29F-7F3A-E114-F4D62CB7B389}"/>
                    </a:ext>
                  </a:extLst>
                </p14:cNvPr>
                <p14:cNvContentPartPr/>
                <p14:nvPr/>
              </p14:nvContentPartPr>
              <p14:xfrm>
                <a:off x="6621147" y="973520"/>
                <a:ext cx="969840" cy="331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90024CB-B29F-7F3A-E114-F4D62CB7B38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03147" y="955520"/>
                  <a:ext cx="10054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2DFA622-A5CF-28F9-27FD-EC77AB9E0817}"/>
                    </a:ext>
                  </a:extLst>
                </p14:cNvPr>
                <p14:cNvContentPartPr/>
                <p14:nvPr/>
              </p14:nvContentPartPr>
              <p14:xfrm>
                <a:off x="6535107" y="1202120"/>
                <a:ext cx="352800" cy="171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2DFA622-A5CF-28F9-27FD-EC77AB9E081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17107" y="1184480"/>
                  <a:ext cx="3884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28BAED8-D9C7-5360-2D0B-F830726DE634}"/>
                    </a:ext>
                  </a:extLst>
                </p14:cNvPr>
                <p14:cNvContentPartPr/>
                <p14:nvPr/>
              </p14:nvContentPartPr>
              <p14:xfrm>
                <a:off x="7902387" y="542600"/>
                <a:ext cx="576720" cy="47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28BAED8-D9C7-5360-2D0B-F830726DE63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84387" y="524600"/>
                  <a:ext cx="6123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84F6F93-AFA0-CC1B-445C-C099CAC5CD64}"/>
                    </a:ext>
                  </a:extLst>
                </p14:cNvPr>
                <p14:cNvContentPartPr/>
                <p14:nvPr/>
              </p14:nvContentPartPr>
              <p14:xfrm>
                <a:off x="8165547" y="566000"/>
                <a:ext cx="21600" cy="322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84F6F93-AFA0-CC1B-445C-C099CAC5CD6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47547" y="548360"/>
                  <a:ext cx="572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B4C9E19-B385-075A-3984-75F59F6C1EE3}"/>
                    </a:ext>
                  </a:extLst>
                </p14:cNvPr>
                <p14:cNvContentPartPr/>
                <p14:nvPr/>
              </p14:nvContentPartPr>
              <p14:xfrm>
                <a:off x="8332227" y="556280"/>
                <a:ext cx="316800" cy="309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B4C9E19-B385-075A-3984-75F59F6C1EE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14227" y="538640"/>
                  <a:ext cx="3524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942E78D-4063-9F89-369B-3B312B1CF2B3}"/>
                    </a:ext>
                  </a:extLst>
                </p14:cNvPr>
                <p14:cNvContentPartPr/>
                <p14:nvPr/>
              </p14:nvContentPartPr>
              <p14:xfrm>
                <a:off x="8566587" y="541520"/>
                <a:ext cx="37800" cy="10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942E78D-4063-9F89-369B-3B312B1CF2B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48587" y="523520"/>
                  <a:ext cx="73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456209E-0B82-255D-8D92-DA7807A3700D}"/>
                    </a:ext>
                  </a:extLst>
                </p14:cNvPr>
                <p14:cNvContentPartPr/>
                <p14:nvPr/>
              </p14:nvContentPartPr>
              <p14:xfrm>
                <a:off x="8699067" y="632960"/>
                <a:ext cx="187200" cy="273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456209E-0B82-255D-8D92-DA7807A3700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81067" y="615320"/>
                  <a:ext cx="2228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85CD181-388A-7FC3-371A-ACFD75649F20}"/>
                    </a:ext>
                  </a:extLst>
                </p14:cNvPr>
                <p14:cNvContentPartPr/>
                <p14:nvPr/>
              </p14:nvContentPartPr>
              <p14:xfrm>
                <a:off x="9477387" y="598040"/>
                <a:ext cx="223200" cy="281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85CD181-388A-7FC3-371A-ACFD75649F2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59387" y="580040"/>
                  <a:ext cx="2588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ABC40CE-202A-7605-C137-ADD9C2263264}"/>
                    </a:ext>
                  </a:extLst>
                </p14:cNvPr>
                <p14:cNvContentPartPr/>
                <p14:nvPr/>
              </p14:nvContentPartPr>
              <p14:xfrm>
                <a:off x="9716067" y="631520"/>
                <a:ext cx="177840" cy="218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ABC40CE-202A-7605-C137-ADD9C226326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698067" y="613880"/>
                  <a:ext cx="2134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FD1A90C-A79A-939C-BB24-C950576635E8}"/>
                    </a:ext>
                  </a:extLst>
                </p14:cNvPr>
                <p14:cNvContentPartPr/>
                <p14:nvPr/>
              </p14:nvContentPartPr>
              <p14:xfrm>
                <a:off x="9967347" y="614600"/>
                <a:ext cx="188640" cy="241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FD1A90C-A79A-939C-BB24-C950576635E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49347" y="596960"/>
                  <a:ext cx="2242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8A5ABF2-85CE-87D2-9A8E-C61A5C4C9799}"/>
                    </a:ext>
                  </a:extLst>
                </p14:cNvPr>
                <p14:cNvContentPartPr/>
                <p14:nvPr/>
              </p14:nvContentPartPr>
              <p14:xfrm>
                <a:off x="10180107" y="389960"/>
                <a:ext cx="514800" cy="441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8A5ABF2-85CE-87D2-9A8E-C61A5C4C979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162467" y="371960"/>
                  <a:ext cx="55044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5B94913-6080-B109-600D-3133D9BD9037}"/>
                    </a:ext>
                  </a:extLst>
                </p14:cNvPr>
                <p14:cNvContentPartPr/>
                <p14:nvPr/>
              </p14:nvContentPartPr>
              <p14:xfrm>
                <a:off x="10559907" y="611000"/>
                <a:ext cx="191880" cy="16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5B94913-6080-B109-600D-3133D9BD903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541907" y="593000"/>
                  <a:ext cx="227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5E4173B-37E8-990C-3B2C-1BB86D430BC9}"/>
                    </a:ext>
                  </a:extLst>
                </p14:cNvPr>
                <p14:cNvContentPartPr/>
                <p14:nvPr/>
              </p14:nvContentPartPr>
              <p14:xfrm>
                <a:off x="10758987" y="545840"/>
                <a:ext cx="664920" cy="252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5E4173B-37E8-990C-3B2C-1BB86D430BC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741347" y="528200"/>
                  <a:ext cx="7005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4B90387-6D11-CC36-5972-97CBAD9F3574}"/>
                    </a:ext>
                  </a:extLst>
                </p14:cNvPr>
                <p14:cNvContentPartPr/>
                <p14:nvPr/>
              </p14:nvContentPartPr>
              <p14:xfrm>
                <a:off x="8430507" y="1300760"/>
                <a:ext cx="26280" cy="208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4B90387-6D11-CC36-5972-97CBAD9F357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12507" y="1282760"/>
                  <a:ext cx="619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F71A7FF-D283-DD2E-22CB-62C658786BA3}"/>
                    </a:ext>
                  </a:extLst>
                </p14:cNvPr>
                <p14:cNvContentPartPr/>
                <p14:nvPr/>
              </p14:nvContentPartPr>
              <p14:xfrm>
                <a:off x="8262747" y="1112480"/>
                <a:ext cx="139320" cy="63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F71A7FF-D283-DD2E-22CB-62C658786BA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44747" y="1094480"/>
                  <a:ext cx="1749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C5D7947-2D4F-B7DC-798D-A61F0F9E896E}"/>
                    </a:ext>
                  </a:extLst>
                </p14:cNvPr>
                <p14:cNvContentPartPr/>
                <p14:nvPr/>
              </p14:nvContentPartPr>
              <p14:xfrm>
                <a:off x="8530227" y="1249280"/>
                <a:ext cx="297360" cy="260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C5D7947-2D4F-B7DC-798D-A61F0F9E896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12227" y="1231280"/>
                  <a:ext cx="3330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3573457-0FEC-ABE8-DBC4-6EA07CB1EAE3}"/>
                    </a:ext>
                  </a:extLst>
                </p14:cNvPr>
                <p14:cNvContentPartPr/>
                <p14:nvPr/>
              </p14:nvContentPartPr>
              <p14:xfrm>
                <a:off x="9337347" y="1271960"/>
                <a:ext cx="16560" cy="215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3573457-0FEC-ABE8-DBC4-6EA07CB1EAE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19707" y="1254320"/>
                  <a:ext cx="522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477C872-16E0-5A48-89F3-33E4096D57BA}"/>
                    </a:ext>
                  </a:extLst>
                </p14:cNvPr>
                <p14:cNvContentPartPr/>
                <p14:nvPr/>
              </p14:nvContentPartPr>
              <p14:xfrm>
                <a:off x="9167427" y="1109240"/>
                <a:ext cx="136080" cy="90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477C872-16E0-5A48-89F3-33E4096D57B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49427" y="1091600"/>
                  <a:ext cx="171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42DCC6E-8066-E54C-B18D-DF877B326C5A}"/>
                    </a:ext>
                  </a:extLst>
                </p14:cNvPr>
                <p14:cNvContentPartPr/>
                <p14:nvPr/>
              </p14:nvContentPartPr>
              <p14:xfrm>
                <a:off x="9443187" y="1250360"/>
                <a:ext cx="278640" cy="238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42DCC6E-8066-E54C-B18D-DF877B326C5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25187" y="1232720"/>
                  <a:ext cx="3142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ABB118A-43F2-1598-93BC-23299BEF4C2F}"/>
                    </a:ext>
                  </a:extLst>
                </p14:cNvPr>
                <p14:cNvContentPartPr/>
                <p14:nvPr/>
              </p14:nvContentPartPr>
              <p14:xfrm>
                <a:off x="9768987" y="1262240"/>
                <a:ext cx="480240" cy="230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ABB118A-43F2-1598-93BC-23299BEF4C2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50987" y="1244240"/>
                  <a:ext cx="5158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64986CC-27CF-B4CD-67AE-4D3D7C8FAFA9}"/>
                    </a:ext>
                  </a:extLst>
                </p14:cNvPr>
                <p14:cNvContentPartPr/>
                <p14:nvPr/>
              </p14:nvContentPartPr>
              <p14:xfrm>
                <a:off x="10257867" y="1232720"/>
                <a:ext cx="218880" cy="218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64986CC-27CF-B4CD-67AE-4D3D7C8FAFA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39867" y="1215080"/>
                  <a:ext cx="2545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D9D0CB2-CB83-06BB-CCE4-80830B0E92C3}"/>
                    </a:ext>
                  </a:extLst>
                </p14:cNvPr>
                <p14:cNvContentPartPr/>
                <p14:nvPr/>
              </p14:nvContentPartPr>
              <p14:xfrm>
                <a:off x="10512027" y="1226240"/>
                <a:ext cx="530640" cy="222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D9D0CB2-CB83-06BB-CCE4-80830B0E92C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494387" y="1208600"/>
                  <a:ext cx="5662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2E86C9-18A8-60C0-9676-B21B9C774879}"/>
                    </a:ext>
                  </a:extLst>
                </p14:cNvPr>
                <p14:cNvContentPartPr/>
                <p14:nvPr/>
              </p14:nvContentPartPr>
              <p14:xfrm>
                <a:off x="11009907" y="1144520"/>
                <a:ext cx="21600" cy="33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2E86C9-18A8-60C0-9676-B21B9C77487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992267" y="1126880"/>
                  <a:ext cx="572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83EEB34-E002-D3FD-9B52-0EF4F19545B4}"/>
                    </a:ext>
                  </a:extLst>
                </p14:cNvPr>
                <p14:cNvContentPartPr/>
                <p14:nvPr/>
              </p14:nvContentPartPr>
              <p14:xfrm>
                <a:off x="11082627" y="1198880"/>
                <a:ext cx="516960" cy="832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83EEB34-E002-D3FD-9B52-0EF4F19545B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064987" y="1180880"/>
                  <a:ext cx="552600" cy="86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B129F6B-2041-4CCF-9AF2-A6CC4B8F8504}"/>
              </a:ext>
            </a:extLst>
          </p:cNvPr>
          <p:cNvGrpSpPr/>
          <p:nvPr/>
        </p:nvGrpSpPr>
        <p:grpSpPr>
          <a:xfrm>
            <a:off x="7923627" y="1815920"/>
            <a:ext cx="2844000" cy="766800"/>
            <a:chOff x="7923627" y="1815920"/>
            <a:chExt cx="2844000" cy="76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C1C9F08-0277-5863-3D36-E01DC9F82793}"/>
                    </a:ext>
                  </a:extLst>
                </p14:cNvPr>
                <p14:cNvContentPartPr/>
                <p14:nvPr/>
              </p14:nvContentPartPr>
              <p14:xfrm>
                <a:off x="8204067" y="2029040"/>
                <a:ext cx="324360" cy="311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C1C9F08-0277-5863-3D36-E01DC9F8279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186067" y="2011040"/>
                  <a:ext cx="3600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648F44D-B62B-FC5B-9746-306F4BD263E3}"/>
                    </a:ext>
                  </a:extLst>
                </p14:cNvPr>
                <p14:cNvContentPartPr/>
                <p14:nvPr/>
              </p14:nvContentPartPr>
              <p14:xfrm>
                <a:off x="8434827" y="2191400"/>
                <a:ext cx="170280" cy="172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648F44D-B62B-FC5B-9746-306F4BD263E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417187" y="2173760"/>
                  <a:ext cx="2059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3B16E2E-6A27-6BB9-A45F-D2A5561FB90A}"/>
                    </a:ext>
                  </a:extLst>
                </p14:cNvPr>
                <p14:cNvContentPartPr/>
                <p14:nvPr/>
              </p14:nvContentPartPr>
              <p14:xfrm>
                <a:off x="8645067" y="2175200"/>
                <a:ext cx="195480" cy="288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3B16E2E-6A27-6BB9-A45F-D2A5561FB90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27067" y="2157560"/>
                  <a:ext cx="2311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F9110FD-B4AB-E680-AC42-DE7291CD2442}"/>
                    </a:ext>
                  </a:extLst>
                </p14:cNvPr>
                <p14:cNvContentPartPr/>
                <p14:nvPr/>
              </p14:nvContentPartPr>
              <p14:xfrm>
                <a:off x="8933067" y="2047760"/>
                <a:ext cx="225000" cy="350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F9110FD-B4AB-E680-AC42-DE7291CD244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915427" y="2030120"/>
                  <a:ext cx="2606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0A8A9DA-F477-33B5-414A-A5032BA66BDC}"/>
                    </a:ext>
                  </a:extLst>
                </p14:cNvPr>
                <p14:cNvContentPartPr/>
                <p14:nvPr/>
              </p14:nvContentPartPr>
              <p14:xfrm>
                <a:off x="9017667" y="2160440"/>
                <a:ext cx="157680" cy="196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0A8A9DA-F477-33B5-414A-A5032BA66BD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000027" y="2142440"/>
                  <a:ext cx="193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D0A1317-CA5F-5F35-80E6-9B8E87D21A8C}"/>
                    </a:ext>
                  </a:extLst>
                </p14:cNvPr>
                <p14:cNvContentPartPr/>
                <p14:nvPr/>
              </p14:nvContentPartPr>
              <p14:xfrm>
                <a:off x="9242307" y="2214080"/>
                <a:ext cx="252720" cy="219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D0A1317-CA5F-5F35-80E6-9B8E87D21A8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24307" y="2196440"/>
                  <a:ext cx="2883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257D0DD-E93A-E6B2-0317-5FB5A87492B4}"/>
                    </a:ext>
                  </a:extLst>
                </p14:cNvPr>
                <p14:cNvContentPartPr/>
                <p14:nvPr/>
              </p14:nvContentPartPr>
              <p14:xfrm>
                <a:off x="9541827" y="2017160"/>
                <a:ext cx="262080" cy="367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257D0DD-E93A-E6B2-0317-5FB5A87492B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524187" y="1999160"/>
                  <a:ext cx="29772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FE2BFF2-71EF-F862-1053-0FFF343B4F2C}"/>
                    </a:ext>
                  </a:extLst>
                </p14:cNvPr>
                <p14:cNvContentPartPr/>
                <p14:nvPr/>
              </p14:nvContentPartPr>
              <p14:xfrm>
                <a:off x="9653067" y="2207600"/>
                <a:ext cx="173520" cy="150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FE2BFF2-71EF-F862-1053-0FFF343B4F2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635067" y="2189600"/>
                  <a:ext cx="209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02B9CA8-1495-DA08-BFE5-BA046D14F22D}"/>
                    </a:ext>
                  </a:extLst>
                </p14:cNvPr>
                <p14:cNvContentPartPr/>
                <p14:nvPr/>
              </p14:nvContentPartPr>
              <p14:xfrm>
                <a:off x="9902187" y="2227760"/>
                <a:ext cx="49680" cy="162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02B9CA8-1495-DA08-BFE5-BA046D14F22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84187" y="2210120"/>
                  <a:ext cx="853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54D5837-103F-3F13-3225-395342848DA9}"/>
                    </a:ext>
                  </a:extLst>
                </p14:cNvPr>
                <p14:cNvContentPartPr/>
                <p14:nvPr/>
              </p14:nvContentPartPr>
              <p14:xfrm>
                <a:off x="10038267" y="1982960"/>
                <a:ext cx="266760" cy="381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54D5837-103F-3F13-3225-395342848DA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20627" y="1964960"/>
                  <a:ext cx="30240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B49DF8C-252B-82A9-713F-B7CB40F78FE1}"/>
                    </a:ext>
                  </a:extLst>
                </p14:cNvPr>
                <p14:cNvContentPartPr/>
                <p14:nvPr/>
              </p14:nvContentPartPr>
              <p14:xfrm>
                <a:off x="10190907" y="2182760"/>
                <a:ext cx="163800" cy="172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B49DF8C-252B-82A9-713F-B7CB40F78FE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172907" y="2165120"/>
                  <a:ext cx="199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89A7BA4-9911-2C3E-4C81-D4CAA859D379}"/>
                    </a:ext>
                  </a:extLst>
                </p14:cNvPr>
                <p14:cNvContentPartPr/>
                <p14:nvPr/>
              </p14:nvContentPartPr>
              <p14:xfrm>
                <a:off x="10419147" y="2231000"/>
                <a:ext cx="144000" cy="174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89A7BA4-9911-2C3E-4C81-D4CAA859D37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401147" y="2213360"/>
                  <a:ext cx="179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A1120A1-E77D-970C-CE24-941D95F3FB45}"/>
                    </a:ext>
                  </a:extLst>
                </p14:cNvPr>
                <p14:cNvContentPartPr/>
                <p14:nvPr/>
              </p14:nvContentPartPr>
              <p14:xfrm>
                <a:off x="10431387" y="1815920"/>
                <a:ext cx="336240" cy="731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A1120A1-E77D-970C-CE24-941D95F3FB4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413747" y="1798280"/>
                  <a:ext cx="371880" cy="76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AAEA82A-20F3-9D32-131C-1E9661A7210A}"/>
                    </a:ext>
                  </a:extLst>
                </p14:cNvPr>
                <p14:cNvContentPartPr/>
                <p14:nvPr/>
              </p14:nvContentPartPr>
              <p14:xfrm>
                <a:off x="7923627" y="1857320"/>
                <a:ext cx="406800" cy="725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AAEA82A-20F3-9D32-131C-1E9661A7210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05987" y="1839320"/>
                  <a:ext cx="442440" cy="76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8796AD5-62D5-C52A-092D-86727340BA3F}"/>
              </a:ext>
            </a:extLst>
          </p:cNvPr>
          <p:cNvGrpSpPr/>
          <p:nvPr/>
        </p:nvGrpSpPr>
        <p:grpSpPr>
          <a:xfrm>
            <a:off x="8345187" y="2858120"/>
            <a:ext cx="398160" cy="393120"/>
            <a:chOff x="8345187" y="2858120"/>
            <a:chExt cx="39816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2AA1A15-9951-5951-6AED-DABB377A95CA}"/>
                    </a:ext>
                  </a:extLst>
                </p14:cNvPr>
                <p14:cNvContentPartPr/>
                <p14:nvPr/>
              </p14:nvContentPartPr>
              <p14:xfrm>
                <a:off x="8494947" y="2858120"/>
                <a:ext cx="22680" cy="330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2AA1A15-9951-5951-6AED-DABB377A95C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476947" y="2840120"/>
                  <a:ext cx="58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6A5D0BC-829F-7387-AE2F-907189278AC0}"/>
                    </a:ext>
                  </a:extLst>
                </p14:cNvPr>
                <p14:cNvContentPartPr/>
                <p14:nvPr/>
              </p14:nvContentPartPr>
              <p14:xfrm>
                <a:off x="8345187" y="2862080"/>
                <a:ext cx="137160" cy="147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6A5D0BC-829F-7387-AE2F-907189278AC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27187" y="2844080"/>
                  <a:ext cx="172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D6D5D22-0AC5-9895-AB88-18A9179F6AD9}"/>
                    </a:ext>
                  </a:extLst>
                </p14:cNvPr>
                <p14:cNvContentPartPr/>
                <p14:nvPr/>
              </p14:nvContentPartPr>
              <p14:xfrm>
                <a:off x="8369667" y="3232880"/>
                <a:ext cx="373680" cy="18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D6D5D22-0AC5-9895-AB88-18A9179F6AD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51667" y="3215240"/>
                  <a:ext cx="4093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D9A2763-87D5-DBCC-4771-9BE07789395F}"/>
              </a:ext>
            </a:extLst>
          </p:cNvPr>
          <p:cNvGrpSpPr/>
          <p:nvPr/>
        </p:nvGrpSpPr>
        <p:grpSpPr>
          <a:xfrm>
            <a:off x="9108747" y="2803040"/>
            <a:ext cx="543600" cy="945000"/>
            <a:chOff x="9108747" y="2803040"/>
            <a:chExt cx="543600" cy="94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AF1D61F-D562-91F4-8E3C-949D0C83C383}"/>
                    </a:ext>
                  </a:extLst>
                </p14:cNvPr>
                <p14:cNvContentPartPr/>
                <p14:nvPr/>
              </p14:nvContentPartPr>
              <p14:xfrm>
                <a:off x="9108747" y="2803040"/>
                <a:ext cx="206640" cy="385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AF1D61F-D562-91F4-8E3C-949D0C83C38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090747" y="2785400"/>
                  <a:ext cx="24228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247A053-4232-676E-98F7-96016790201F}"/>
                    </a:ext>
                  </a:extLst>
                </p14:cNvPr>
                <p14:cNvContentPartPr/>
                <p14:nvPr/>
              </p14:nvContentPartPr>
              <p14:xfrm>
                <a:off x="9241947" y="2936240"/>
                <a:ext cx="410400" cy="8118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247A053-4232-676E-98F7-96016790201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224307" y="2918240"/>
                  <a:ext cx="446040" cy="84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922C67D-99A4-AAA5-7029-574EF6200904}"/>
              </a:ext>
            </a:extLst>
          </p:cNvPr>
          <p:cNvGrpSpPr/>
          <p:nvPr/>
        </p:nvGrpSpPr>
        <p:grpSpPr>
          <a:xfrm>
            <a:off x="10292427" y="2792600"/>
            <a:ext cx="352080" cy="358560"/>
            <a:chOff x="10292427" y="2792600"/>
            <a:chExt cx="35208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77DF9D6-A7E1-073D-A6CB-0C9F9C82ED8D}"/>
                    </a:ext>
                  </a:extLst>
                </p14:cNvPr>
                <p14:cNvContentPartPr/>
                <p14:nvPr/>
              </p14:nvContentPartPr>
              <p14:xfrm>
                <a:off x="10405827" y="2800520"/>
                <a:ext cx="15480" cy="322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77DF9D6-A7E1-073D-A6CB-0C9F9C82ED8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387827" y="2782880"/>
                  <a:ext cx="511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BED6E0F-9077-AFAE-6BCF-D89F1C8FE6C1}"/>
                    </a:ext>
                  </a:extLst>
                </p14:cNvPr>
                <p14:cNvContentPartPr/>
                <p14:nvPr/>
              </p14:nvContentPartPr>
              <p14:xfrm>
                <a:off x="10306467" y="2792600"/>
                <a:ext cx="119160" cy="138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BED6E0F-9077-AFAE-6BCF-D89F1C8FE6C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288467" y="2774600"/>
                  <a:ext cx="1548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429D723-AC91-0EA2-914C-4A204EE9A6DC}"/>
                    </a:ext>
                  </a:extLst>
                </p14:cNvPr>
                <p14:cNvContentPartPr/>
                <p14:nvPr/>
              </p14:nvContentPartPr>
              <p14:xfrm>
                <a:off x="10292427" y="3114440"/>
                <a:ext cx="352080" cy="367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429D723-AC91-0EA2-914C-4A204EE9A6D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274787" y="3096440"/>
                  <a:ext cx="387720" cy="72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01299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B8DFF-26DF-8DCD-580C-977B1A29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8B8187-4617-0A2C-7156-D1712C5BC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589EA61E-1368-14F1-E0E2-6B1EC689ECF2}"/>
              </a:ext>
            </a:extLst>
          </p:cNvPr>
          <p:cNvGrpSpPr/>
          <p:nvPr/>
        </p:nvGrpSpPr>
        <p:grpSpPr>
          <a:xfrm>
            <a:off x="6535107" y="389960"/>
            <a:ext cx="5064480" cy="1641600"/>
            <a:chOff x="6535107" y="389960"/>
            <a:chExt cx="5064480" cy="164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2ABE246-B265-5AE1-9648-1A432B6B36E9}"/>
                    </a:ext>
                  </a:extLst>
                </p14:cNvPr>
                <p14:cNvContentPartPr/>
                <p14:nvPr/>
              </p14:nvContentPartPr>
              <p14:xfrm>
                <a:off x="6621147" y="973520"/>
                <a:ext cx="969840" cy="331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2ABE246-B265-5AE1-9648-1A432B6B36E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03147" y="955520"/>
                  <a:ext cx="10054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A209F7B-C484-88D6-9B59-0BF1C7BDB3D9}"/>
                    </a:ext>
                  </a:extLst>
                </p14:cNvPr>
                <p14:cNvContentPartPr/>
                <p14:nvPr/>
              </p14:nvContentPartPr>
              <p14:xfrm>
                <a:off x="6535107" y="1202120"/>
                <a:ext cx="352800" cy="171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A209F7B-C484-88D6-9B59-0BF1C7BDB3D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17107" y="1184480"/>
                  <a:ext cx="3884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7B510EB-38B2-9060-FE7F-63FA966D6AC5}"/>
                    </a:ext>
                  </a:extLst>
                </p14:cNvPr>
                <p14:cNvContentPartPr/>
                <p14:nvPr/>
              </p14:nvContentPartPr>
              <p14:xfrm>
                <a:off x="7902387" y="542600"/>
                <a:ext cx="576720" cy="47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7B510EB-38B2-9060-FE7F-63FA966D6AC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84387" y="524600"/>
                  <a:ext cx="6123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5D3F701-7338-2345-A181-EDBCB6FC7159}"/>
                    </a:ext>
                  </a:extLst>
                </p14:cNvPr>
                <p14:cNvContentPartPr/>
                <p14:nvPr/>
              </p14:nvContentPartPr>
              <p14:xfrm>
                <a:off x="8165547" y="566000"/>
                <a:ext cx="21600" cy="322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5D3F701-7338-2345-A181-EDBCB6FC715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47547" y="548360"/>
                  <a:ext cx="572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22281AF-3693-BF7B-08D2-69C2C15BCB62}"/>
                    </a:ext>
                  </a:extLst>
                </p14:cNvPr>
                <p14:cNvContentPartPr/>
                <p14:nvPr/>
              </p14:nvContentPartPr>
              <p14:xfrm>
                <a:off x="8332227" y="556280"/>
                <a:ext cx="316800" cy="309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22281AF-3693-BF7B-08D2-69C2C15BCB6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14227" y="538640"/>
                  <a:ext cx="3524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A7B3269-B493-7889-C159-E13C3B3C4518}"/>
                    </a:ext>
                  </a:extLst>
                </p14:cNvPr>
                <p14:cNvContentPartPr/>
                <p14:nvPr/>
              </p14:nvContentPartPr>
              <p14:xfrm>
                <a:off x="8566587" y="541520"/>
                <a:ext cx="37800" cy="10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A7B3269-B493-7889-C159-E13C3B3C451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48587" y="523520"/>
                  <a:ext cx="73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D0CD664-4E36-884D-0F4B-282FE3D66195}"/>
                    </a:ext>
                  </a:extLst>
                </p14:cNvPr>
                <p14:cNvContentPartPr/>
                <p14:nvPr/>
              </p14:nvContentPartPr>
              <p14:xfrm>
                <a:off x="8699067" y="632960"/>
                <a:ext cx="187200" cy="273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D0CD664-4E36-884D-0F4B-282FE3D6619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81067" y="615320"/>
                  <a:ext cx="2228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0C624EA-F6B4-1646-2BBF-52783D5A142B}"/>
                    </a:ext>
                  </a:extLst>
                </p14:cNvPr>
                <p14:cNvContentPartPr/>
                <p14:nvPr/>
              </p14:nvContentPartPr>
              <p14:xfrm>
                <a:off x="9477387" y="598040"/>
                <a:ext cx="223200" cy="281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0C624EA-F6B4-1646-2BBF-52783D5A142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59387" y="580040"/>
                  <a:ext cx="2588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DFFEC2-777A-C943-E16C-FACA90D846C9}"/>
                    </a:ext>
                  </a:extLst>
                </p14:cNvPr>
                <p14:cNvContentPartPr/>
                <p14:nvPr/>
              </p14:nvContentPartPr>
              <p14:xfrm>
                <a:off x="9716067" y="631520"/>
                <a:ext cx="177840" cy="218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DFFEC2-777A-C943-E16C-FACA90D846C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698067" y="613880"/>
                  <a:ext cx="2134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715970-F60F-4F90-BA1B-6D4CA02C5365}"/>
                    </a:ext>
                  </a:extLst>
                </p14:cNvPr>
                <p14:cNvContentPartPr/>
                <p14:nvPr/>
              </p14:nvContentPartPr>
              <p14:xfrm>
                <a:off x="9967347" y="614600"/>
                <a:ext cx="188640" cy="241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715970-F60F-4F90-BA1B-6D4CA02C536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49347" y="596960"/>
                  <a:ext cx="2242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E83ED63-9B01-5EC2-B2C1-9A0E0FD8A5E8}"/>
                    </a:ext>
                  </a:extLst>
                </p14:cNvPr>
                <p14:cNvContentPartPr/>
                <p14:nvPr/>
              </p14:nvContentPartPr>
              <p14:xfrm>
                <a:off x="10180107" y="389960"/>
                <a:ext cx="514800" cy="441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E83ED63-9B01-5EC2-B2C1-9A0E0FD8A5E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162467" y="371960"/>
                  <a:ext cx="55044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46A4A72-2637-7970-C570-E33E6465D2BE}"/>
                    </a:ext>
                  </a:extLst>
                </p14:cNvPr>
                <p14:cNvContentPartPr/>
                <p14:nvPr/>
              </p14:nvContentPartPr>
              <p14:xfrm>
                <a:off x="10559907" y="611000"/>
                <a:ext cx="191880" cy="16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46A4A72-2637-7970-C570-E33E6465D2B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541907" y="593000"/>
                  <a:ext cx="227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580CE80-0E78-29DE-D0F8-05AAAB057621}"/>
                    </a:ext>
                  </a:extLst>
                </p14:cNvPr>
                <p14:cNvContentPartPr/>
                <p14:nvPr/>
              </p14:nvContentPartPr>
              <p14:xfrm>
                <a:off x="10758987" y="545840"/>
                <a:ext cx="664920" cy="252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580CE80-0E78-29DE-D0F8-05AAAB05762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741347" y="528200"/>
                  <a:ext cx="7005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890C2E3-25F7-FFC6-72D4-0D1F0F4E738B}"/>
                    </a:ext>
                  </a:extLst>
                </p14:cNvPr>
                <p14:cNvContentPartPr/>
                <p14:nvPr/>
              </p14:nvContentPartPr>
              <p14:xfrm>
                <a:off x="8430507" y="1300760"/>
                <a:ext cx="26280" cy="208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890C2E3-25F7-FFC6-72D4-0D1F0F4E738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12507" y="1282760"/>
                  <a:ext cx="619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1512A12-D946-965C-220E-9EF5D3B60A23}"/>
                    </a:ext>
                  </a:extLst>
                </p14:cNvPr>
                <p14:cNvContentPartPr/>
                <p14:nvPr/>
              </p14:nvContentPartPr>
              <p14:xfrm>
                <a:off x="8262747" y="1112480"/>
                <a:ext cx="139320" cy="63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1512A12-D946-965C-220E-9EF5D3B60A2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44747" y="1094480"/>
                  <a:ext cx="1749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121ACAC-15D6-3144-A645-29A4BA3FA7DB}"/>
                    </a:ext>
                  </a:extLst>
                </p14:cNvPr>
                <p14:cNvContentPartPr/>
                <p14:nvPr/>
              </p14:nvContentPartPr>
              <p14:xfrm>
                <a:off x="8530227" y="1249280"/>
                <a:ext cx="297360" cy="260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121ACAC-15D6-3144-A645-29A4BA3FA7D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12227" y="1231280"/>
                  <a:ext cx="3330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9C760A8-634C-7B34-C40F-D0329811757F}"/>
                    </a:ext>
                  </a:extLst>
                </p14:cNvPr>
                <p14:cNvContentPartPr/>
                <p14:nvPr/>
              </p14:nvContentPartPr>
              <p14:xfrm>
                <a:off x="9337347" y="1271960"/>
                <a:ext cx="16560" cy="215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9C760A8-634C-7B34-C40F-D0329811757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19707" y="1254320"/>
                  <a:ext cx="522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B74E6B4-5924-D610-4970-27AD29466644}"/>
                    </a:ext>
                  </a:extLst>
                </p14:cNvPr>
                <p14:cNvContentPartPr/>
                <p14:nvPr/>
              </p14:nvContentPartPr>
              <p14:xfrm>
                <a:off x="9167427" y="1109240"/>
                <a:ext cx="136080" cy="90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B74E6B4-5924-D610-4970-27AD2946664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49427" y="1091600"/>
                  <a:ext cx="171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F36C8C4-146F-1E5D-2F34-DD4D6AC6BB1D}"/>
                    </a:ext>
                  </a:extLst>
                </p14:cNvPr>
                <p14:cNvContentPartPr/>
                <p14:nvPr/>
              </p14:nvContentPartPr>
              <p14:xfrm>
                <a:off x="9443187" y="1250360"/>
                <a:ext cx="278640" cy="238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F36C8C4-146F-1E5D-2F34-DD4D6AC6BB1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25187" y="1232720"/>
                  <a:ext cx="3142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C913B0D-2DD1-0D6D-A85B-1F90D44FD03B}"/>
                    </a:ext>
                  </a:extLst>
                </p14:cNvPr>
                <p14:cNvContentPartPr/>
                <p14:nvPr/>
              </p14:nvContentPartPr>
              <p14:xfrm>
                <a:off x="9768987" y="1262240"/>
                <a:ext cx="480240" cy="230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C913B0D-2DD1-0D6D-A85B-1F90D44FD03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50987" y="1244240"/>
                  <a:ext cx="5158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17E47C1-A88D-3943-FEF7-C9CC03F90C6D}"/>
                    </a:ext>
                  </a:extLst>
                </p14:cNvPr>
                <p14:cNvContentPartPr/>
                <p14:nvPr/>
              </p14:nvContentPartPr>
              <p14:xfrm>
                <a:off x="10257867" y="1232720"/>
                <a:ext cx="218880" cy="218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17E47C1-A88D-3943-FEF7-C9CC03F90C6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39867" y="1215080"/>
                  <a:ext cx="2545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721E611-6344-D5B8-85FD-EA634BCEC75D}"/>
                    </a:ext>
                  </a:extLst>
                </p14:cNvPr>
                <p14:cNvContentPartPr/>
                <p14:nvPr/>
              </p14:nvContentPartPr>
              <p14:xfrm>
                <a:off x="10512027" y="1226240"/>
                <a:ext cx="530640" cy="222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721E611-6344-D5B8-85FD-EA634BCEC75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494387" y="1208600"/>
                  <a:ext cx="5662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0210DD6-508E-1BEC-CC57-CD6D9061FFAA}"/>
                    </a:ext>
                  </a:extLst>
                </p14:cNvPr>
                <p14:cNvContentPartPr/>
                <p14:nvPr/>
              </p14:nvContentPartPr>
              <p14:xfrm>
                <a:off x="11009907" y="1144520"/>
                <a:ext cx="21600" cy="33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0210DD6-508E-1BEC-CC57-CD6D9061FFA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992267" y="1126880"/>
                  <a:ext cx="572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F95A6AE-0D7F-FF05-E3F9-B6A05D28D8D2}"/>
                    </a:ext>
                  </a:extLst>
                </p14:cNvPr>
                <p14:cNvContentPartPr/>
                <p14:nvPr/>
              </p14:nvContentPartPr>
              <p14:xfrm>
                <a:off x="11082627" y="1198880"/>
                <a:ext cx="516960" cy="832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F95A6AE-0D7F-FF05-E3F9-B6A05D28D8D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064987" y="1180880"/>
                  <a:ext cx="552600" cy="86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3C1105D-86C9-1F9E-9F65-4472667655B6}"/>
              </a:ext>
            </a:extLst>
          </p:cNvPr>
          <p:cNvGrpSpPr/>
          <p:nvPr/>
        </p:nvGrpSpPr>
        <p:grpSpPr>
          <a:xfrm>
            <a:off x="7923627" y="1815920"/>
            <a:ext cx="2844000" cy="766800"/>
            <a:chOff x="7923627" y="1815920"/>
            <a:chExt cx="2844000" cy="76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A48C6A9-7527-8986-2336-6FE2C64A895E}"/>
                    </a:ext>
                  </a:extLst>
                </p14:cNvPr>
                <p14:cNvContentPartPr/>
                <p14:nvPr/>
              </p14:nvContentPartPr>
              <p14:xfrm>
                <a:off x="8204067" y="2029040"/>
                <a:ext cx="324360" cy="311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A48C6A9-7527-8986-2336-6FE2C64A895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186067" y="2011040"/>
                  <a:ext cx="3600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E5DEB81-4320-2BC3-5899-238AED67B9B8}"/>
                    </a:ext>
                  </a:extLst>
                </p14:cNvPr>
                <p14:cNvContentPartPr/>
                <p14:nvPr/>
              </p14:nvContentPartPr>
              <p14:xfrm>
                <a:off x="8434827" y="2191400"/>
                <a:ext cx="170280" cy="172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E5DEB81-4320-2BC3-5899-238AED67B9B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417187" y="2173760"/>
                  <a:ext cx="2059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C7AA5C2-E998-0172-9498-6B8BBF62E084}"/>
                    </a:ext>
                  </a:extLst>
                </p14:cNvPr>
                <p14:cNvContentPartPr/>
                <p14:nvPr/>
              </p14:nvContentPartPr>
              <p14:xfrm>
                <a:off x="8645067" y="2175200"/>
                <a:ext cx="195480" cy="288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C7AA5C2-E998-0172-9498-6B8BBF62E08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27067" y="2157560"/>
                  <a:ext cx="2311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668260A-F9E1-78DB-7890-9FC323FDD402}"/>
                    </a:ext>
                  </a:extLst>
                </p14:cNvPr>
                <p14:cNvContentPartPr/>
                <p14:nvPr/>
              </p14:nvContentPartPr>
              <p14:xfrm>
                <a:off x="8933067" y="2047760"/>
                <a:ext cx="225000" cy="350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668260A-F9E1-78DB-7890-9FC323FDD40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915427" y="2030120"/>
                  <a:ext cx="2606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C50FD7D-BBA4-CDFE-2318-BB1DD9FD6C95}"/>
                    </a:ext>
                  </a:extLst>
                </p14:cNvPr>
                <p14:cNvContentPartPr/>
                <p14:nvPr/>
              </p14:nvContentPartPr>
              <p14:xfrm>
                <a:off x="9017667" y="2160440"/>
                <a:ext cx="157680" cy="196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C50FD7D-BBA4-CDFE-2318-BB1DD9FD6C9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000027" y="2142440"/>
                  <a:ext cx="193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6830700-D82A-5D27-AC32-4A7E3CBDFDC1}"/>
                    </a:ext>
                  </a:extLst>
                </p14:cNvPr>
                <p14:cNvContentPartPr/>
                <p14:nvPr/>
              </p14:nvContentPartPr>
              <p14:xfrm>
                <a:off x="9242307" y="2214080"/>
                <a:ext cx="252720" cy="219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6830700-D82A-5D27-AC32-4A7E3CBDFDC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24307" y="2196440"/>
                  <a:ext cx="2883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8428185-1D30-C577-3CA4-4CA2F8BCE93C}"/>
                    </a:ext>
                  </a:extLst>
                </p14:cNvPr>
                <p14:cNvContentPartPr/>
                <p14:nvPr/>
              </p14:nvContentPartPr>
              <p14:xfrm>
                <a:off x="9541827" y="2017160"/>
                <a:ext cx="262080" cy="367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8428185-1D30-C577-3CA4-4CA2F8BCE93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524187" y="1999160"/>
                  <a:ext cx="29772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74687BE-9209-E266-B7F8-53A6C337DF62}"/>
                    </a:ext>
                  </a:extLst>
                </p14:cNvPr>
                <p14:cNvContentPartPr/>
                <p14:nvPr/>
              </p14:nvContentPartPr>
              <p14:xfrm>
                <a:off x="9653067" y="2207600"/>
                <a:ext cx="173520" cy="150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74687BE-9209-E266-B7F8-53A6C337DF6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635067" y="2189600"/>
                  <a:ext cx="209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075A259-03E9-F3F8-EB2E-44C3FC7A5632}"/>
                    </a:ext>
                  </a:extLst>
                </p14:cNvPr>
                <p14:cNvContentPartPr/>
                <p14:nvPr/>
              </p14:nvContentPartPr>
              <p14:xfrm>
                <a:off x="9902187" y="2227760"/>
                <a:ext cx="49680" cy="162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075A259-03E9-F3F8-EB2E-44C3FC7A563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84187" y="2210120"/>
                  <a:ext cx="853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BCC310E-838F-2807-7008-0603C03BBA1D}"/>
                    </a:ext>
                  </a:extLst>
                </p14:cNvPr>
                <p14:cNvContentPartPr/>
                <p14:nvPr/>
              </p14:nvContentPartPr>
              <p14:xfrm>
                <a:off x="10038267" y="1982960"/>
                <a:ext cx="266760" cy="381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BCC310E-838F-2807-7008-0603C03BBA1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20627" y="1964960"/>
                  <a:ext cx="30240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0E3FFB5-2B44-7522-89D3-F462EC6B0EDB}"/>
                    </a:ext>
                  </a:extLst>
                </p14:cNvPr>
                <p14:cNvContentPartPr/>
                <p14:nvPr/>
              </p14:nvContentPartPr>
              <p14:xfrm>
                <a:off x="10190907" y="2182760"/>
                <a:ext cx="163800" cy="172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0E3FFB5-2B44-7522-89D3-F462EC6B0ED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172907" y="2165120"/>
                  <a:ext cx="199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CAFD73F-DF8E-DAAE-C4AB-BA7423517017}"/>
                    </a:ext>
                  </a:extLst>
                </p14:cNvPr>
                <p14:cNvContentPartPr/>
                <p14:nvPr/>
              </p14:nvContentPartPr>
              <p14:xfrm>
                <a:off x="10419147" y="2231000"/>
                <a:ext cx="144000" cy="174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CAFD73F-DF8E-DAAE-C4AB-BA742351701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401147" y="2213360"/>
                  <a:ext cx="179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526A389-B171-74E5-7324-BAEC408171AB}"/>
                    </a:ext>
                  </a:extLst>
                </p14:cNvPr>
                <p14:cNvContentPartPr/>
                <p14:nvPr/>
              </p14:nvContentPartPr>
              <p14:xfrm>
                <a:off x="10431387" y="1815920"/>
                <a:ext cx="336240" cy="731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526A389-B171-74E5-7324-BAEC408171A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413747" y="1798280"/>
                  <a:ext cx="371880" cy="76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231A388-4618-834C-625A-58BA60C4FDC1}"/>
                    </a:ext>
                  </a:extLst>
                </p14:cNvPr>
                <p14:cNvContentPartPr/>
                <p14:nvPr/>
              </p14:nvContentPartPr>
              <p14:xfrm>
                <a:off x="7923627" y="1857320"/>
                <a:ext cx="406800" cy="725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231A388-4618-834C-625A-58BA60C4FDC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05987" y="1839320"/>
                  <a:ext cx="442440" cy="76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42EC4DF-2B68-1FC7-49F2-A3D7F4020D44}"/>
              </a:ext>
            </a:extLst>
          </p:cNvPr>
          <p:cNvGrpSpPr/>
          <p:nvPr/>
        </p:nvGrpSpPr>
        <p:grpSpPr>
          <a:xfrm>
            <a:off x="8345187" y="2858120"/>
            <a:ext cx="398160" cy="393120"/>
            <a:chOff x="8345187" y="2858120"/>
            <a:chExt cx="39816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DA16FFA-9211-C080-8E1B-D133B8041C52}"/>
                    </a:ext>
                  </a:extLst>
                </p14:cNvPr>
                <p14:cNvContentPartPr/>
                <p14:nvPr/>
              </p14:nvContentPartPr>
              <p14:xfrm>
                <a:off x="8494947" y="2858120"/>
                <a:ext cx="22680" cy="330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DA16FFA-9211-C080-8E1B-D133B8041C5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476947" y="2840120"/>
                  <a:ext cx="58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44E9B73-A692-6956-274E-5D522529783A}"/>
                    </a:ext>
                  </a:extLst>
                </p14:cNvPr>
                <p14:cNvContentPartPr/>
                <p14:nvPr/>
              </p14:nvContentPartPr>
              <p14:xfrm>
                <a:off x="8345187" y="2862080"/>
                <a:ext cx="137160" cy="147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44E9B73-A692-6956-274E-5D522529783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27187" y="2844080"/>
                  <a:ext cx="172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09C09AB-CEC9-690F-7C43-B93C0F4EC5AB}"/>
                    </a:ext>
                  </a:extLst>
                </p14:cNvPr>
                <p14:cNvContentPartPr/>
                <p14:nvPr/>
              </p14:nvContentPartPr>
              <p14:xfrm>
                <a:off x="8369667" y="3232880"/>
                <a:ext cx="373680" cy="18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09C09AB-CEC9-690F-7C43-B93C0F4EC5A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51667" y="3215240"/>
                  <a:ext cx="4093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8FEFB98-1C1F-5009-86A0-A04160163E5E}"/>
              </a:ext>
            </a:extLst>
          </p:cNvPr>
          <p:cNvGrpSpPr/>
          <p:nvPr/>
        </p:nvGrpSpPr>
        <p:grpSpPr>
          <a:xfrm>
            <a:off x="9108747" y="2803040"/>
            <a:ext cx="543600" cy="945000"/>
            <a:chOff x="9108747" y="2803040"/>
            <a:chExt cx="543600" cy="94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478E77A-AD88-70CC-CA1A-D73338678CC1}"/>
                    </a:ext>
                  </a:extLst>
                </p14:cNvPr>
                <p14:cNvContentPartPr/>
                <p14:nvPr/>
              </p14:nvContentPartPr>
              <p14:xfrm>
                <a:off x="9108747" y="2803040"/>
                <a:ext cx="206640" cy="385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478E77A-AD88-70CC-CA1A-D73338678CC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090747" y="2785400"/>
                  <a:ext cx="24228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6EF4528-A63C-2A59-1DF7-1E98103EBC39}"/>
                    </a:ext>
                  </a:extLst>
                </p14:cNvPr>
                <p14:cNvContentPartPr/>
                <p14:nvPr/>
              </p14:nvContentPartPr>
              <p14:xfrm>
                <a:off x="9241947" y="2936240"/>
                <a:ext cx="410400" cy="8118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6EF4528-A63C-2A59-1DF7-1E98103EBC3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224307" y="2918240"/>
                  <a:ext cx="446040" cy="84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9D78D51-521B-2E3F-D767-111045B6200F}"/>
              </a:ext>
            </a:extLst>
          </p:cNvPr>
          <p:cNvGrpSpPr/>
          <p:nvPr/>
        </p:nvGrpSpPr>
        <p:grpSpPr>
          <a:xfrm>
            <a:off x="10292427" y="2792600"/>
            <a:ext cx="352080" cy="358560"/>
            <a:chOff x="10292427" y="2792600"/>
            <a:chExt cx="35208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B8378C2-46BD-0834-4368-3A1813C66DC2}"/>
                    </a:ext>
                  </a:extLst>
                </p14:cNvPr>
                <p14:cNvContentPartPr/>
                <p14:nvPr/>
              </p14:nvContentPartPr>
              <p14:xfrm>
                <a:off x="10405827" y="2800520"/>
                <a:ext cx="15480" cy="322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B8378C2-46BD-0834-4368-3A1813C66DC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387827" y="2782880"/>
                  <a:ext cx="511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E156794-4B6A-3B5C-C252-015AF73B64E1}"/>
                    </a:ext>
                  </a:extLst>
                </p14:cNvPr>
                <p14:cNvContentPartPr/>
                <p14:nvPr/>
              </p14:nvContentPartPr>
              <p14:xfrm>
                <a:off x="10306467" y="2792600"/>
                <a:ext cx="119160" cy="138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E156794-4B6A-3B5C-C252-015AF73B64E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288467" y="2774600"/>
                  <a:ext cx="1548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5AA144A-29C5-ED5D-0AA9-505AC24C8003}"/>
                    </a:ext>
                  </a:extLst>
                </p14:cNvPr>
                <p14:cNvContentPartPr/>
                <p14:nvPr/>
              </p14:nvContentPartPr>
              <p14:xfrm>
                <a:off x="10292427" y="3114440"/>
                <a:ext cx="352080" cy="367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5AA144A-29C5-ED5D-0AA9-505AC24C800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274787" y="3096440"/>
                  <a:ext cx="387720" cy="7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C34321-A7C7-4BD1-5CA8-63FA9AE2090E}"/>
                  </a:ext>
                </a:extLst>
              </p14:cNvPr>
              <p14:cNvContentPartPr/>
              <p14:nvPr/>
            </p14:nvContentPartPr>
            <p14:xfrm>
              <a:off x="1201707" y="677067"/>
              <a:ext cx="400680" cy="426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C34321-A7C7-4BD1-5CA8-63FA9AE2090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183707" y="659067"/>
                <a:ext cx="43632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B8F3F09-8B86-429C-ABAF-7CCA378D29E2}"/>
                  </a:ext>
                </a:extLst>
              </p14:cNvPr>
              <p14:cNvContentPartPr/>
              <p14:nvPr/>
            </p14:nvContentPartPr>
            <p14:xfrm>
              <a:off x="1910547" y="627027"/>
              <a:ext cx="68040" cy="472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B8F3F09-8B86-429C-ABAF-7CCA378D29E2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892547" y="609387"/>
                <a:ext cx="103680" cy="50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CE51584D-8BAF-4ED4-F609-5464BEB8FB8C}"/>
              </a:ext>
            </a:extLst>
          </p:cNvPr>
          <p:cNvGrpSpPr/>
          <p:nvPr/>
        </p:nvGrpSpPr>
        <p:grpSpPr>
          <a:xfrm>
            <a:off x="1260387" y="1416867"/>
            <a:ext cx="1061640" cy="443880"/>
            <a:chOff x="1260387" y="1416867"/>
            <a:chExt cx="106164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A06849-AABF-0BCF-A7E9-71E1AA889604}"/>
                    </a:ext>
                  </a:extLst>
                </p14:cNvPr>
                <p14:cNvContentPartPr/>
                <p14:nvPr/>
              </p14:nvContentPartPr>
              <p14:xfrm>
                <a:off x="1260387" y="1421907"/>
                <a:ext cx="388800" cy="426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A06849-AABF-0BCF-A7E9-71E1AA88960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242387" y="1404267"/>
                  <a:ext cx="42444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C31D686-7176-13D6-EECC-F7FE9354D203}"/>
                    </a:ext>
                  </a:extLst>
                </p14:cNvPr>
                <p14:cNvContentPartPr/>
                <p14:nvPr/>
              </p14:nvContentPartPr>
              <p14:xfrm>
                <a:off x="1851147" y="1416867"/>
                <a:ext cx="470880" cy="443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C31D686-7176-13D6-EECC-F7FE9354D20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833507" y="1398867"/>
                  <a:ext cx="506520" cy="47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815AC11-E36D-5524-7F76-1D4226EA8F85}"/>
              </a:ext>
            </a:extLst>
          </p:cNvPr>
          <p:cNvGrpSpPr/>
          <p:nvPr/>
        </p:nvGrpSpPr>
        <p:grpSpPr>
          <a:xfrm>
            <a:off x="1241667" y="2094027"/>
            <a:ext cx="958320" cy="520920"/>
            <a:chOff x="1241667" y="2094027"/>
            <a:chExt cx="958320" cy="52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1745D4-303D-4464-BE1F-C7340A30988A}"/>
                    </a:ext>
                  </a:extLst>
                </p14:cNvPr>
                <p14:cNvContentPartPr/>
                <p14:nvPr/>
              </p14:nvContentPartPr>
              <p14:xfrm>
                <a:off x="1241667" y="2168187"/>
                <a:ext cx="356040" cy="379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1745D4-303D-4464-BE1F-C7340A30988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223667" y="2150547"/>
                  <a:ext cx="3916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B269AAA-60D9-162D-9E02-42571CB38B7A}"/>
                    </a:ext>
                  </a:extLst>
                </p14:cNvPr>
                <p14:cNvContentPartPr/>
                <p14:nvPr/>
              </p14:nvContentPartPr>
              <p14:xfrm>
                <a:off x="1926747" y="2094027"/>
                <a:ext cx="273240" cy="520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B269AAA-60D9-162D-9E02-42571CB38B7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909107" y="2076387"/>
                  <a:ext cx="308880" cy="55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57C396C-D2E9-04CB-254F-595C832077A4}"/>
              </a:ext>
            </a:extLst>
          </p:cNvPr>
          <p:cNvGrpSpPr/>
          <p:nvPr/>
        </p:nvGrpSpPr>
        <p:grpSpPr>
          <a:xfrm>
            <a:off x="1256427" y="2803587"/>
            <a:ext cx="1154880" cy="805320"/>
            <a:chOff x="1256427" y="2803587"/>
            <a:chExt cx="1154880" cy="80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A93904F-0F5F-01A8-8DDF-91B423290D87}"/>
                    </a:ext>
                  </a:extLst>
                </p14:cNvPr>
                <p14:cNvContentPartPr/>
                <p14:nvPr/>
              </p14:nvContentPartPr>
              <p14:xfrm>
                <a:off x="1256427" y="2851827"/>
                <a:ext cx="433080" cy="440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A93904F-0F5F-01A8-8DDF-91B423290D8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238427" y="2834187"/>
                  <a:ext cx="46872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573CF7E-F995-3F55-C45C-7CFD48659467}"/>
                    </a:ext>
                  </a:extLst>
                </p14:cNvPr>
                <p14:cNvContentPartPr/>
                <p14:nvPr/>
              </p14:nvContentPartPr>
              <p14:xfrm>
                <a:off x="1966707" y="2803587"/>
                <a:ext cx="307800" cy="526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573CF7E-F995-3F55-C45C-7CFD4865946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948707" y="2785587"/>
                  <a:ext cx="34344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55DAF6-84CE-5B29-4882-09A176276852}"/>
                    </a:ext>
                  </a:extLst>
                </p14:cNvPr>
                <p14:cNvContentPartPr/>
                <p14:nvPr/>
              </p14:nvContentPartPr>
              <p14:xfrm>
                <a:off x="1425987" y="3602067"/>
                <a:ext cx="68760" cy="6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55DAF6-84CE-5B29-4882-09A17627685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408347" y="3584067"/>
                  <a:ext cx="104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381E391-2BE9-6580-0235-01CA35CC8774}"/>
                    </a:ext>
                  </a:extLst>
                </p14:cNvPr>
                <p14:cNvContentPartPr/>
                <p14:nvPr/>
              </p14:nvContentPartPr>
              <p14:xfrm>
                <a:off x="1779867" y="3525027"/>
                <a:ext cx="177840" cy="21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381E391-2BE9-6580-0235-01CA35CC877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762227" y="3507027"/>
                  <a:ext cx="2134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AF4B79D-68F3-055E-9B66-2F07B5902479}"/>
                    </a:ext>
                  </a:extLst>
                </p14:cNvPr>
                <p14:cNvContentPartPr/>
                <p14:nvPr/>
              </p14:nvContentPartPr>
              <p14:xfrm>
                <a:off x="2205747" y="3464907"/>
                <a:ext cx="205560" cy="31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AF4B79D-68F3-055E-9B66-2F07B590247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187747" y="3447267"/>
                  <a:ext cx="24120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0725124-D773-16BC-3438-3DDC3D216106}"/>
              </a:ext>
            </a:extLst>
          </p:cNvPr>
          <p:cNvGrpSpPr/>
          <p:nvPr/>
        </p:nvGrpSpPr>
        <p:grpSpPr>
          <a:xfrm>
            <a:off x="1470987" y="3786027"/>
            <a:ext cx="930600" cy="98640"/>
            <a:chOff x="1470987" y="3786027"/>
            <a:chExt cx="930600" cy="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824A1DB-F746-0139-C482-498375D8773D}"/>
                    </a:ext>
                  </a:extLst>
                </p14:cNvPr>
                <p14:cNvContentPartPr/>
                <p14:nvPr/>
              </p14:nvContentPartPr>
              <p14:xfrm>
                <a:off x="1470987" y="3853347"/>
                <a:ext cx="215280" cy="31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824A1DB-F746-0139-C482-498375D8773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452987" y="3835347"/>
                  <a:ext cx="250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BB4D6EE-34A1-9DD6-DD64-67C7A9269BEA}"/>
                    </a:ext>
                  </a:extLst>
                </p14:cNvPr>
                <p14:cNvContentPartPr/>
                <p14:nvPr/>
              </p14:nvContentPartPr>
              <p14:xfrm>
                <a:off x="1883547" y="3809427"/>
                <a:ext cx="126720" cy="24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BB4D6EE-34A1-9DD6-DD64-67C7A9269BE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865907" y="3791427"/>
                  <a:ext cx="162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3387B34-DC36-9720-525D-6B743A784817}"/>
                    </a:ext>
                  </a:extLst>
                </p14:cNvPr>
                <p14:cNvContentPartPr/>
                <p14:nvPr/>
              </p14:nvContentPartPr>
              <p14:xfrm>
                <a:off x="2224827" y="3786027"/>
                <a:ext cx="176760" cy="20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3387B34-DC36-9720-525D-6B743A78481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207187" y="3768027"/>
                  <a:ext cx="21240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94D9FFC-7A3F-9CB2-7177-819568CD28BC}"/>
                  </a:ext>
                </a:extLst>
              </p14:cNvPr>
              <p14:cNvContentPartPr/>
              <p14:nvPr/>
            </p14:nvContentPartPr>
            <p14:xfrm>
              <a:off x="1562787" y="4115067"/>
              <a:ext cx="149040" cy="226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94D9FFC-7A3F-9CB2-7177-819568CD28BC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545147" y="4097427"/>
                <a:ext cx="18468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854D9A4-0790-D61D-B339-1EAEB0FEB8F4}"/>
                  </a:ext>
                </a:extLst>
              </p14:cNvPr>
              <p14:cNvContentPartPr/>
              <p14:nvPr/>
            </p14:nvContentPartPr>
            <p14:xfrm>
              <a:off x="2068587" y="4042347"/>
              <a:ext cx="450720" cy="48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854D9A4-0790-D61D-B339-1EAEB0FEB8F4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050947" y="4024707"/>
                <a:ext cx="48636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2A97B535-A2EB-4A7C-62AC-3D03CA91ABF7}"/>
              </a:ext>
            </a:extLst>
          </p:cNvPr>
          <p:cNvGrpSpPr/>
          <p:nvPr/>
        </p:nvGrpSpPr>
        <p:grpSpPr>
          <a:xfrm>
            <a:off x="945027" y="4309827"/>
            <a:ext cx="1090080" cy="518400"/>
            <a:chOff x="945027" y="4309827"/>
            <a:chExt cx="1090080" cy="51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5909EB2-E0CC-E9BD-5A00-6BE65BD8823B}"/>
                    </a:ext>
                  </a:extLst>
                </p14:cNvPr>
                <p14:cNvContentPartPr/>
                <p14:nvPr/>
              </p14:nvContentPartPr>
              <p14:xfrm>
                <a:off x="945027" y="4380747"/>
                <a:ext cx="339120" cy="447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5909EB2-E0CC-E9BD-5A00-6BE65BD8823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27387" y="4363107"/>
                  <a:ext cx="3747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9B9547F-53B2-EFA8-EF8C-D8F63BC491C8}"/>
                    </a:ext>
                  </a:extLst>
                </p14:cNvPr>
                <p14:cNvContentPartPr/>
                <p14:nvPr/>
              </p14:nvContentPartPr>
              <p14:xfrm>
                <a:off x="1009107" y="4642467"/>
                <a:ext cx="324360" cy="52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9B9547F-53B2-EFA8-EF8C-D8F63BC491C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91107" y="4624467"/>
                  <a:ext cx="360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07A400-64A3-E12F-DD76-DE4EDA210E34}"/>
                    </a:ext>
                  </a:extLst>
                </p14:cNvPr>
                <p14:cNvContentPartPr/>
                <p14:nvPr/>
              </p14:nvContentPartPr>
              <p14:xfrm>
                <a:off x="1343187" y="4551027"/>
                <a:ext cx="351720" cy="228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07A400-64A3-E12F-DD76-DE4EDA210E3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325187" y="4533027"/>
                  <a:ext cx="387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46747EF-75D3-B09F-A93D-2F32932B197D}"/>
                    </a:ext>
                  </a:extLst>
                </p14:cNvPr>
                <p14:cNvContentPartPr/>
                <p14:nvPr/>
              </p14:nvContentPartPr>
              <p14:xfrm>
                <a:off x="1764027" y="4309827"/>
                <a:ext cx="271080" cy="448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46747EF-75D3-B09F-A93D-2F32932B197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746027" y="4292187"/>
                  <a:ext cx="306720" cy="48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3DB6FC8-1250-412B-F757-E33501D2E2F3}"/>
              </a:ext>
            </a:extLst>
          </p:cNvPr>
          <p:cNvGrpSpPr/>
          <p:nvPr/>
        </p:nvGrpSpPr>
        <p:grpSpPr>
          <a:xfrm>
            <a:off x="1050507" y="5003547"/>
            <a:ext cx="762480" cy="502200"/>
            <a:chOff x="1050507" y="5003547"/>
            <a:chExt cx="762480" cy="50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9DE19C9-6729-A84A-D952-60C4F248A7C8}"/>
                    </a:ext>
                  </a:extLst>
                </p14:cNvPr>
                <p14:cNvContentPartPr/>
                <p14:nvPr/>
              </p14:nvContentPartPr>
              <p14:xfrm>
                <a:off x="1050507" y="5003547"/>
                <a:ext cx="387360" cy="502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9DE19C9-6729-A84A-D952-60C4F248A7C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32867" y="4985547"/>
                  <a:ext cx="42300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FDE0C65-0C88-E954-B595-158135E11D2D}"/>
                    </a:ext>
                  </a:extLst>
                </p14:cNvPr>
                <p14:cNvContentPartPr/>
                <p14:nvPr/>
              </p14:nvContentPartPr>
              <p14:xfrm>
                <a:off x="1526067" y="5208747"/>
                <a:ext cx="286920" cy="265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FDE0C65-0C88-E954-B595-158135E11D2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508427" y="5190747"/>
                  <a:ext cx="32256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8D7CF2D-154F-3561-4CEA-8AED84B196FD}"/>
              </a:ext>
            </a:extLst>
          </p:cNvPr>
          <p:cNvGrpSpPr/>
          <p:nvPr/>
        </p:nvGrpSpPr>
        <p:grpSpPr>
          <a:xfrm>
            <a:off x="2352267" y="5021187"/>
            <a:ext cx="936000" cy="372600"/>
            <a:chOff x="2352267" y="5021187"/>
            <a:chExt cx="93600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5ED4711-3B10-C7F6-9F53-8AC265691078}"/>
                    </a:ext>
                  </a:extLst>
                </p14:cNvPr>
                <p14:cNvContentPartPr/>
                <p14:nvPr/>
              </p14:nvContentPartPr>
              <p14:xfrm>
                <a:off x="2352267" y="5124147"/>
                <a:ext cx="288720" cy="269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5ED4711-3B10-C7F6-9F53-8AC26569107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334627" y="5106147"/>
                  <a:ext cx="3243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E35570D-FC67-BD71-B995-3C778A241B6D}"/>
                    </a:ext>
                  </a:extLst>
                </p14:cNvPr>
                <p14:cNvContentPartPr/>
                <p14:nvPr/>
              </p14:nvContentPartPr>
              <p14:xfrm>
                <a:off x="2712627" y="5021187"/>
                <a:ext cx="575640" cy="306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E35570D-FC67-BD71-B995-3C778A241B6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694627" y="5003547"/>
                  <a:ext cx="61128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74CC4C7-BB5E-70D7-CF85-84B8915F1343}"/>
              </a:ext>
            </a:extLst>
          </p:cNvPr>
          <p:cNvGrpSpPr/>
          <p:nvPr/>
        </p:nvGrpSpPr>
        <p:grpSpPr>
          <a:xfrm>
            <a:off x="1324467" y="5805627"/>
            <a:ext cx="2750040" cy="645480"/>
            <a:chOff x="1324467" y="5805627"/>
            <a:chExt cx="2750040" cy="64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EAD75AD-EF15-65C1-8E0D-56A08E8AFF2F}"/>
                    </a:ext>
                  </a:extLst>
                </p14:cNvPr>
                <p14:cNvContentPartPr/>
                <p14:nvPr/>
              </p14:nvContentPartPr>
              <p14:xfrm>
                <a:off x="1324467" y="5829747"/>
                <a:ext cx="322200" cy="621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EAD75AD-EF15-65C1-8E0D-56A08E8AFF2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306467" y="5811747"/>
                  <a:ext cx="35784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7FA8C68-EADA-E0FC-603A-C8DFC47B200F}"/>
                    </a:ext>
                  </a:extLst>
                </p14:cNvPr>
                <p14:cNvContentPartPr/>
                <p14:nvPr/>
              </p14:nvContentPartPr>
              <p14:xfrm>
                <a:off x="1731987" y="6108747"/>
                <a:ext cx="383400" cy="321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7FA8C68-EADA-E0FC-603A-C8DFC47B200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713987" y="6090747"/>
                  <a:ext cx="4190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AD4E100-3FC8-C3E3-39E1-2B403D6D871C}"/>
                    </a:ext>
                  </a:extLst>
                </p14:cNvPr>
                <p14:cNvContentPartPr/>
                <p14:nvPr/>
              </p14:nvContentPartPr>
              <p14:xfrm>
                <a:off x="2207187" y="5805627"/>
                <a:ext cx="235080" cy="511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AD4E100-3FC8-C3E3-39E1-2B403D6D871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189547" y="5787627"/>
                  <a:ext cx="27072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8157D3C-FF62-13B4-2B16-182D551CA5DC}"/>
                    </a:ext>
                  </a:extLst>
                </p14:cNvPr>
                <p14:cNvContentPartPr/>
                <p14:nvPr/>
              </p14:nvContentPartPr>
              <p14:xfrm>
                <a:off x="2145627" y="6102267"/>
                <a:ext cx="304200" cy="17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8157D3C-FF62-13B4-2B16-182D551CA5D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127987" y="6084267"/>
                  <a:ext cx="339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FBF3C32-5D00-6D74-6841-B6135C89648C}"/>
                    </a:ext>
                  </a:extLst>
                </p14:cNvPr>
                <p14:cNvContentPartPr/>
                <p14:nvPr/>
              </p14:nvContentPartPr>
              <p14:xfrm>
                <a:off x="2715867" y="6181107"/>
                <a:ext cx="181080" cy="15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FBF3C32-5D00-6D74-6841-B6135C89648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697867" y="6163467"/>
                  <a:ext cx="216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BB5D05E-05E0-5B15-B16E-28122D0AFB27}"/>
                    </a:ext>
                  </a:extLst>
                </p14:cNvPr>
                <p14:cNvContentPartPr/>
                <p14:nvPr/>
              </p14:nvContentPartPr>
              <p14:xfrm>
                <a:off x="3132747" y="6178947"/>
                <a:ext cx="187560" cy="9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BB5D05E-05E0-5B15-B16E-28122D0AFB2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115107" y="6161307"/>
                  <a:ext cx="223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F50B9D1-5D8B-A7A7-5FF2-84D1D65A6D23}"/>
                    </a:ext>
                  </a:extLst>
                </p14:cNvPr>
                <p14:cNvContentPartPr/>
                <p14:nvPr/>
              </p14:nvContentPartPr>
              <p14:xfrm>
                <a:off x="3518667" y="6150147"/>
                <a:ext cx="158760" cy="16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F50B9D1-5D8B-A7A7-5FF2-84D1D65A6D2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501027" y="6132507"/>
                  <a:ext cx="1944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B7E3851-3FF6-FEEA-45C7-F1FC908663E1}"/>
                    </a:ext>
                  </a:extLst>
                </p14:cNvPr>
                <p14:cNvContentPartPr/>
                <p14:nvPr/>
              </p14:nvContentPartPr>
              <p14:xfrm>
                <a:off x="3843027" y="6164187"/>
                <a:ext cx="231480" cy="13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B7E3851-3FF6-FEEA-45C7-F1FC908663E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825027" y="6146187"/>
                  <a:ext cx="267120" cy="4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4749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C0BC1-5D04-D07F-9842-119E6C56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CCFA79-4FE5-2A9A-07D4-B375DD126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6F97CD-D99B-4BCB-41D7-A3C013ABD19A}"/>
                  </a:ext>
                </a:extLst>
              </p14:cNvPr>
              <p14:cNvContentPartPr/>
              <p14:nvPr/>
            </p14:nvContentPartPr>
            <p14:xfrm>
              <a:off x="1201707" y="677067"/>
              <a:ext cx="400680" cy="426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6F97CD-D99B-4BCB-41D7-A3C013ABD1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3707" y="659067"/>
                <a:ext cx="43632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15B5F25-AC9C-CC4A-14B4-692D0E2BE977}"/>
                  </a:ext>
                </a:extLst>
              </p14:cNvPr>
              <p14:cNvContentPartPr/>
              <p14:nvPr/>
            </p14:nvContentPartPr>
            <p14:xfrm>
              <a:off x="1910547" y="627027"/>
              <a:ext cx="68040" cy="472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15B5F25-AC9C-CC4A-14B4-692D0E2BE9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92547" y="609387"/>
                <a:ext cx="103680" cy="50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C60E8BAA-832C-AEBB-E3BE-87B9995C22EB}"/>
              </a:ext>
            </a:extLst>
          </p:cNvPr>
          <p:cNvGrpSpPr/>
          <p:nvPr/>
        </p:nvGrpSpPr>
        <p:grpSpPr>
          <a:xfrm>
            <a:off x="1260387" y="1416867"/>
            <a:ext cx="1061640" cy="443880"/>
            <a:chOff x="1260387" y="1416867"/>
            <a:chExt cx="106164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C1258C0-2744-DAAD-60DB-B6BEFDB489AB}"/>
                    </a:ext>
                  </a:extLst>
                </p14:cNvPr>
                <p14:cNvContentPartPr/>
                <p14:nvPr/>
              </p14:nvContentPartPr>
              <p14:xfrm>
                <a:off x="1260387" y="1421907"/>
                <a:ext cx="388800" cy="426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C1258C0-2744-DAAD-60DB-B6BEFDB489A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42387" y="1404267"/>
                  <a:ext cx="42444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128E85A-5838-82FE-7D7C-84DFD7FEBEE3}"/>
                    </a:ext>
                  </a:extLst>
                </p14:cNvPr>
                <p14:cNvContentPartPr/>
                <p14:nvPr/>
              </p14:nvContentPartPr>
              <p14:xfrm>
                <a:off x="1851147" y="1416867"/>
                <a:ext cx="470880" cy="443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128E85A-5838-82FE-7D7C-84DFD7FEBEE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33507" y="1398867"/>
                  <a:ext cx="506520" cy="47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E63599E-44BD-5C77-CE03-8FF5104B73C7}"/>
              </a:ext>
            </a:extLst>
          </p:cNvPr>
          <p:cNvGrpSpPr/>
          <p:nvPr/>
        </p:nvGrpSpPr>
        <p:grpSpPr>
          <a:xfrm>
            <a:off x="1241667" y="2094027"/>
            <a:ext cx="958320" cy="520920"/>
            <a:chOff x="1241667" y="2094027"/>
            <a:chExt cx="958320" cy="52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6147D0C-85B8-57B1-4932-DB946DF3308E}"/>
                    </a:ext>
                  </a:extLst>
                </p14:cNvPr>
                <p14:cNvContentPartPr/>
                <p14:nvPr/>
              </p14:nvContentPartPr>
              <p14:xfrm>
                <a:off x="1241667" y="2168187"/>
                <a:ext cx="356040" cy="379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6147D0C-85B8-57B1-4932-DB946DF3308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23667" y="2150547"/>
                  <a:ext cx="3916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ADD623A-FA3C-BF6B-981B-26D87AFBE6F5}"/>
                    </a:ext>
                  </a:extLst>
                </p14:cNvPr>
                <p14:cNvContentPartPr/>
                <p14:nvPr/>
              </p14:nvContentPartPr>
              <p14:xfrm>
                <a:off x="1926747" y="2094027"/>
                <a:ext cx="273240" cy="520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ADD623A-FA3C-BF6B-981B-26D87AFBE6F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09107" y="2076387"/>
                  <a:ext cx="308880" cy="55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2042869-F835-78C8-5469-424500F6B09D}"/>
              </a:ext>
            </a:extLst>
          </p:cNvPr>
          <p:cNvGrpSpPr/>
          <p:nvPr/>
        </p:nvGrpSpPr>
        <p:grpSpPr>
          <a:xfrm>
            <a:off x="1256427" y="2803587"/>
            <a:ext cx="1154880" cy="805320"/>
            <a:chOff x="1256427" y="2803587"/>
            <a:chExt cx="1154880" cy="80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D6447F2-1EF1-581F-F6BE-96A3B41405D4}"/>
                    </a:ext>
                  </a:extLst>
                </p14:cNvPr>
                <p14:cNvContentPartPr/>
                <p14:nvPr/>
              </p14:nvContentPartPr>
              <p14:xfrm>
                <a:off x="1256427" y="2851827"/>
                <a:ext cx="433080" cy="440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D6447F2-1EF1-581F-F6BE-96A3B41405D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38427" y="2834187"/>
                  <a:ext cx="46872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EF12F35-482A-453C-020B-C4FB7014FD45}"/>
                    </a:ext>
                  </a:extLst>
                </p14:cNvPr>
                <p14:cNvContentPartPr/>
                <p14:nvPr/>
              </p14:nvContentPartPr>
              <p14:xfrm>
                <a:off x="1966707" y="2803587"/>
                <a:ext cx="307800" cy="526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EF12F35-482A-453C-020B-C4FB7014FD4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48707" y="2785587"/>
                  <a:ext cx="34344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B15F7D4-D315-68FB-A5D6-CA7D452D9949}"/>
                    </a:ext>
                  </a:extLst>
                </p14:cNvPr>
                <p14:cNvContentPartPr/>
                <p14:nvPr/>
              </p14:nvContentPartPr>
              <p14:xfrm>
                <a:off x="1425987" y="3602067"/>
                <a:ext cx="68760" cy="6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B15F7D4-D315-68FB-A5D6-CA7D452D994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08347" y="3584067"/>
                  <a:ext cx="104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4D8CF76-0DF0-3076-D2C9-DE3B13B8E247}"/>
                    </a:ext>
                  </a:extLst>
                </p14:cNvPr>
                <p14:cNvContentPartPr/>
                <p14:nvPr/>
              </p14:nvContentPartPr>
              <p14:xfrm>
                <a:off x="1779867" y="3525027"/>
                <a:ext cx="177840" cy="21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4D8CF76-0DF0-3076-D2C9-DE3B13B8E24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62227" y="3507027"/>
                  <a:ext cx="2134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C4282AF-3EB1-4109-5B62-8665FAEDCE76}"/>
                    </a:ext>
                  </a:extLst>
                </p14:cNvPr>
                <p14:cNvContentPartPr/>
                <p14:nvPr/>
              </p14:nvContentPartPr>
              <p14:xfrm>
                <a:off x="2205747" y="3464907"/>
                <a:ext cx="205560" cy="31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C4282AF-3EB1-4109-5B62-8665FAEDCE7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87747" y="3447267"/>
                  <a:ext cx="24120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08458A-6184-93F7-00EC-23F5200591A9}"/>
              </a:ext>
            </a:extLst>
          </p:cNvPr>
          <p:cNvGrpSpPr/>
          <p:nvPr/>
        </p:nvGrpSpPr>
        <p:grpSpPr>
          <a:xfrm>
            <a:off x="1470987" y="3786027"/>
            <a:ext cx="930600" cy="98640"/>
            <a:chOff x="1470987" y="3786027"/>
            <a:chExt cx="930600" cy="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E0ADD28-E469-492F-F4EF-565B52448ED8}"/>
                    </a:ext>
                  </a:extLst>
                </p14:cNvPr>
                <p14:cNvContentPartPr/>
                <p14:nvPr/>
              </p14:nvContentPartPr>
              <p14:xfrm>
                <a:off x="1470987" y="3853347"/>
                <a:ext cx="215280" cy="31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E0ADD28-E469-492F-F4EF-565B52448ED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52987" y="3835347"/>
                  <a:ext cx="250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180F48A-3D4C-786D-1525-56A28C5CD83C}"/>
                    </a:ext>
                  </a:extLst>
                </p14:cNvPr>
                <p14:cNvContentPartPr/>
                <p14:nvPr/>
              </p14:nvContentPartPr>
              <p14:xfrm>
                <a:off x="1883547" y="3809427"/>
                <a:ext cx="126720" cy="24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180F48A-3D4C-786D-1525-56A28C5CD83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865907" y="3791427"/>
                  <a:ext cx="162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344AB55-FD5F-AC37-6F34-E9EA34C50470}"/>
                    </a:ext>
                  </a:extLst>
                </p14:cNvPr>
                <p14:cNvContentPartPr/>
                <p14:nvPr/>
              </p14:nvContentPartPr>
              <p14:xfrm>
                <a:off x="2224827" y="3786027"/>
                <a:ext cx="176760" cy="20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344AB55-FD5F-AC37-6F34-E9EA34C5047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207187" y="3768027"/>
                  <a:ext cx="21240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895A05B-1F5D-F91A-1E57-CEE591DB40B6}"/>
                  </a:ext>
                </a:extLst>
              </p14:cNvPr>
              <p14:cNvContentPartPr/>
              <p14:nvPr/>
            </p14:nvContentPartPr>
            <p14:xfrm>
              <a:off x="1562787" y="4115067"/>
              <a:ext cx="149040" cy="226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895A05B-1F5D-F91A-1E57-CEE591DB40B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545147" y="4097427"/>
                <a:ext cx="18468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CB6D539-7C32-6F5A-1BDA-9653D52B4908}"/>
                  </a:ext>
                </a:extLst>
              </p14:cNvPr>
              <p14:cNvContentPartPr/>
              <p14:nvPr/>
            </p14:nvContentPartPr>
            <p14:xfrm>
              <a:off x="2068587" y="4042347"/>
              <a:ext cx="450720" cy="48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CB6D539-7C32-6F5A-1BDA-9653D52B490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050947" y="4024707"/>
                <a:ext cx="48636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F4F8D27-7D03-DC08-5986-8E667EB2E5A7}"/>
              </a:ext>
            </a:extLst>
          </p:cNvPr>
          <p:cNvGrpSpPr/>
          <p:nvPr/>
        </p:nvGrpSpPr>
        <p:grpSpPr>
          <a:xfrm>
            <a:off x="945027" y="4309827"/>
            <a:ext cx="1090080" cy="518400"/>
            <a:chOff x="945027" y="4309827"/>
            <a:chExt cx="1090080" cy="51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500EE0D-650D-452E-8E2A-2ED7E54A0C38}"/>
                    </a:ext>
                  </a:extLst>
                </p14:cNvPr>
                <p14:cNvContentPartPr/>
                <p14:nvPr/>
              </p14:nvContentPartPr>
              <p14:xfrm>
                <a:off x="945027" y="4380747"/>
                <a:ext cx="339120" cy="447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500EE0D-650D-452E-8E2A-2ED7E54A0C3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27387" y="4363107"/>
                  <a:ext cx="3747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96406B3-A6D2-EC4D-48D6-FD3D402B8EC4}"/>
                    </a:ext>
                  </a:extLst>
                </p14:cNvPr>
                <p14:cNvContentPartPr/>
                <p14:nvPr/>
              </p14:nvContentPartPr>
              <p14:xfrm>
                <a:off x="1009107" y="4642467"/>
                <a:ext cx="324360" cy="52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96406B3-A6D2-EC4D-48D6-FD3D402B8EC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91107" y="4624467"/>
                  <a:ext cx="360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8E7D708-F392-55A1-62DE-29DA4F5F88A1}"/>
                    </a:ext>
                  </a:extLst>
                </p14:cNvPr>
                <p14:cNvContentPartPr/>
                <p14:nvPr/>
              </p14:nvContentPartPr>
              <p14:xfrm>
                <a:off x="1343187" y="4551027"/>
                <a:ext cx="351720" cy="228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8E7D708-F392-55A1-62DE-29DA4F5F88A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325187" y="4533027"/>
                  <a:ext cx="387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2081999-A3AE-ECDC-00AA-4A27EF6BB785}"/>
                    </a:ext>
                  </a:extLst>
                </p14:cNvPr>
                <p14:cNvContentPartPr/>
                <p14:nvPr/>
              </p14:nvContentPartPr>
              <p14:xfrm>
                <a:off x="1764027" y="4309827"/>
                <a:ext cx="271080" cy="448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2081999-A3AE-ECDC-00AA-4A27EF6BB78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746027" y="4292187"/>
                  <a:ext cx="306720" cy="48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888102-1BD2-3D31-41B6-4E28EB107638}"/>
              </a:ext>
            </a:extLst>
          </p:cNvPr>
          <p:cNvGrpSpPr/>
          <p:nvPr/>
        </p:nvGrpSpPr>
        <p:grpSpPr>
          <a:xfrm>
            <a:off x="1050507" y="5003547"/>
            <a:ext cx="762480" cy="502200"/>
            <a:chOff x="1050507" y="5003547"/>
            <a:chExt cx="762480" cy="50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6A31941-F948-EC5A-5733-17CF0452AE31}"/>
                    </a:ext>
                  </a:extLst>
                </p14:cNvPr>
                <p14:cNvContentPartPr/>
                <p14:nvPr/>
              </p14:nvContentPartPr>
              <p14:xfrm>
                <a:off x="1050507" y="5003547"/>
                <a:ext cx="387360" cy="502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6A31941-F948-EC5A-5733-17CF0452AE3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32867" y="4985547"/>
                  <a:ext cx="42300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B71B453-1DB8-3E48-F7AA-728DAB3D9080}"/>
                    </a:ext>
                  </a:extLst>
                </p14:cNvPr>
                <p14:cNvContentPartPr/>
                <p14:nvPr/>
              </p14:nvContentPartPr>
              <p14:xfrm>
                <a:off x="1526067" y="5208747"/>
                <a:ext cx="286920" cy="265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B71B453-1DB8-3E48-F7AA-728DAB3D908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508427" y="5190747"/>
                  <a:ext cx="32256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08C39DC-4031-EC8D-4B88-8CAB9B44B068}"/>
              </a:ext>
            </a:extLst>
          </p:cNvPr>
          <p:cNvGrpSpPr/>
          <p:nvPr/>
        </p:nvGrpSpPr>
        <p:grpSpPr>
          <a:xfrm>
            <a:off x="2352267" y="5021187"/>
            <a:ext cx="936000" cy="372600"/>
            <a:chOff x="2352267" y="5021187"/>
            <a:chExt cx="93600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A6646DE-6CE6-0995-4144-349741E03025}"/>
                    </a:ext>
                  </a:extLst>
                </p14:cNvPr>
                <p14:cNvContentPartPr/>
                <p14:nvPr/>
              </p14:nvContentPartPr>
              <p14:xfrm>
                <a:off x="2352267" y="5124147"/>
                <a:ext cx="288720" cy="269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A6646DE-6CE6-0995-4144-349741E0302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334627" y="5106147"/>
                  <a:ext cx="3243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7F7957C-ED0B-EE2A-3921-1BF41DACA89F}"/>
                    </a:ext>
                  </a:extLst>
                </p14:cNvPr>
                <p14:cNvContentPartPr/>
                <p14:nvPr/>
              </p14:nvContentPartPr>
              <p14:xfrm>
                <a:off x="2712627" y="5021187"/>
                <a:ext cx="575640" cy="306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7F7957C-ED0B-EE2A-3921-1BF41DACA89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694627" y="5003547"/>
                  <a:ext cx="61128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756E1DA-0B4F-D76E-2C07-B7C21D66F362}"/>
              </a:ext>
            </a:extLst>
          </p:cNvPr>
          <p:cNvGrpSpPr/>
          <p:nvPr/>
        </p:nvGrpSpPr>
        <p:grpSpPr>
          <a:xfrm>
            <a:off x="1324467" y="5805627"/>
            <a:ext cx="2750040" cy="645480"/>
            <a:chOff x="1324467" y="5805627"/>
            <a:chExt cx="2750040" cy="64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BC31951-0F36-DF30-2D78-0230EDE6410F}"/>
                    </a:ext>
                  </a:extLst>
                </p14:cNvPr>
                <p14:cNvContentPartPr/>
                <p14:nvPr/>
              </p14:nvContentPartPr>
              <p14:xfrm>
                <a:off x="1324467" y="5829747"/>
                <a:ext cx="322200" cy="621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BC31951-0F36-DF30-2D78-0230EDE6410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306467" y="5811747"/>
                  <a:ext cx="35784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5D4E807-2A14-DF4A-9078-D88760C5CE13}"/>
                    </a:ext>
                  </a:extLst>
                </p14:cNvPr>
                <p14:cNvContentPartPr/>
                <p14:nvPr/>
              </p14:nvContentPartPr>
              <p14:xfrm>
                <a:off x="1731987" y="6108747"/>
                <a:ext cx="383400" cy="321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5D4E807-2A14-DF4A-9078-D88760C5CE1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713987" y="6090747"/>
                  <a:ext cx="4190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1865E2F-D061-09B9-786D-1CFD94A94DD4}"/>
                    </a:ext>
                  </a:extLst>
                </p14:cNvPr>
                <p14:cNvContentPartPr/>
                <p14:nvPr/>
              </p14:nvContentPartPr>
              <p14:xfrm>
                <a:off x="2207187" y="5805627"/>
                <a:ext cx="235080" cy="511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1865E2F-D061-09B9-786D-1CFD94A94DD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189547" y="5787627"/>
                  <a:ext cx="27072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714D29D-6EC7-3F75-1A8B-3E5CCD71A859}"/>
                    </a:ext>
                  </a:extLst>
                </p14:cNvPr>
                <p14:cNvContentPartPr/>
                <p14:nvPr/>
              </p14:nvContentPartPr>
              <p14:xfrm>
                <a:off x="2145627" y="6102267"/>
                <a:ext cx="304200" cy="17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714D29D-6EC7-3F75-1A8B-3E5CCD71A85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127987" y="6084267"/>
                  <a:ext cx="339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068B122-15B7-1BCC-8453-F317D339C133}"/>
                    </a:ext>
                  </a:extLst>
                </p14:cNvPr>
                <p14:cNvContentPartPr/>
                <p14:nvPr/>
              </p14:nvContentPartPr>
              <p14:xfrm>
                <a:off x="2715867" y="6181107"/>
                <a:ext cx="181080" cy="15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068B122-15B7-1BCC-8453-F317D339C13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697867" y="6163467"/>
                  <a:ext cx="216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1F1CC42-59A8-1836-F214-2AD93BA6E76E}"/>
                    </a:ext>
                  </a:extLst>
                </p14:cNvPr>
                <p14:cNvContentPartPr/>
                <p14:nvPr/>
              </p14:nvContentPartPr>
              <p14:xfrm>
                <a:off x="3132747" y="6178947"/>
                <a:ext cx="187560" cy="9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1F1CC42-59A8-1836-F214-2AD93BA6E76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115107" y="6161307"/>
                  <a:ext cx="223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8E1476F-A969-1095-7D85-76FEEF31298C}"/>
                    </a:ext>
                  </a:extLst>
                </p14:cNvPr>
                <p14:cNvContentPartPr/>
                <p14:nvPr/>
              </p14:nvContentPartPr>
              <p14:xfrm>
                <a:off x="3518667" y="6150147"/>
                <a:ext cx="158760" cy="16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8E1476F-A969-1095-7D85-76FEEF31298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501027" y="6132507"/>
                  <a:ext cx="1944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117142E-9C5D-C23D-201B-68699905B75A}"/>
                    </a:ext>
                  </a:extLst>
                </p14:cNvPr>
                <p14:cNvContentPartPr/>
                <p14:nvPr/>
              </p14:nvContentPartPr>
              <p14:xfrm>
                <a:off x="3843027" y="6164187"/>
                <a:ext cx="231480" cy="13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117142E-9C5D-C23D-201B-68699905B75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825027" y="6146187"/>
                  <a:ext cx="26712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6893734-A21F-3709-16E2-9BED9DE7DCE4}"/>
              </a:ext>
            </a:extLst>
          </p:cNvPr>
          <p:cNvGrpSpPr/>
          <p:nvPr/>
        </p:nvGrpSpPr>
        <p:grpSpPr>
          <a:xfrm>
            <a:off x="7291107" y="632427"/>
            <a:ext cx="2366280" cy="889920"/>
            <a:chOff x="7291107" y="632427"/>
            <a:chExt cx="2366280" cy="88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D707D01-FFDF-1862-C819-33719EE621B1}"/>
                    </a:ext>
                  </a:extLst>
                </p14:cNvPr>
                <p14:cNvContentPartPr/>
                <p14:nvPr/>
              </p14:nvContentPartPr>
              <p14:xfrm>
                <a:off x="7376067" y="1045707"/>
                <a:ext cx="806400" cy="445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D707D01-FFDF-1862-C819-33719EE621B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358427" y="1028067"/>
                  <a:ext cx="84204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922EF92-4728-BFEA-D453-BF119335CC0B}"/>
                    </a:ext>
                  </a:extLst>
                </p14:cNvPr>
                <p14:cNvContentPartPr/>
                <p14:nvPr/>
              </p14:nvContentPartPr>
              <p14:xfrm>
                <a:off x="7291107" y="1249467"/>
                <a:ext cx="433440" cy="272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922EF92-4728-BFEA-D453-BF119335CC0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73107" y="1231467"/>
                  <a:ext cx="4690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B06D388-5372-8FB4-9FAE-6049229E04AA}"/>
                    </a:ext>
                  </a:extLst>
                </p14:cNvPr>
                <p14:cNvContentPartPr/>
                <p14:nvPr/>
              </p14:nvContentPartPr>
              <p14:xfrm>
                <a:off x="8359947" y="685707"/>
                <a:ext cx="421560" cy="397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B06D388-5372-8FB4-9FAE-6049229E04A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341947" y="668067"/>
                  <a:ext cx="45720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C7AB849-192E-04C5-C9D5-1FD570D8BCED}"/>
                    </a:ext>
                  </a:extLst>
                </p14:cNvPr>
                <p14:cNvContentPartPr/>
                <p14:nvPr/>
              </p14:nvContentPartPr>
              <p14:xfrm>
                <a:off x="8894907" y="632427"/>
                <a:ext cx="108360" cy="446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C7AB849-192E-04C5-C9D5-1FD570D8BCE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876907" y="614427"/>
                  <a:ext cx="14400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680FD04-8D6B-E973-459E-206FAF894C7D}"/>
                    </a:ext>
                  </a:extLst>
                </p14:cNvPr>
                <p14:cNvContentPartPr/>
                <p14:nvPr/>
              </p14:nvContentPartPr>
              <p14:xfrm>
                <a:off x="9093627" y="840147"/>
                <a:ext cx="195480" cy="270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680FD04-8D6B-E973-459E-206FAF894C7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075627" y="822507"/>
                  <a:ext cx="2311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5FAF305-7167-ED84-C1A4-16A947689A09}"/>
                    </a:ext>
                  </a:extLst>
                </p14:cNvPr>
                <p14:cNvContentPartPr/>
                <p14:nvPr/>
              </p14:nvContentPartPr>
              <p14:xfrm>
                <a:off x="9335187" y="804147"/>
                <a:ext cx="322200" cy="260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5FAF305-7167-ED84-C1A4-16A947689A0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317547" y="786507"/>
                  <a:ext cx="357840" cy="2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60959280-A7C6-22AC-166C-4E4C31B07861}"/>
              </a:ext>
            </a:extLst>
          </p:cNvPr>
          <p:cNvGrpSpPr/>
          <p:nvPr/>
        </p:nvGrpSpPr>
        <p:grpSpPr>
          <a:xfrm>
            <a:off x="8186067" y="1590027"/>
            <a:ext cx="3573000" cy="2180160"/>
            <a:chOff x="8186067" y="1590027"/>
            <a:chExt cx="3573000" cy="218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FD6C5BA-BDE9-3873-1098-BA05DD4AF7D3}"/>
                    </a:ext>
                  </a:extLst>
                </p14:cNvPr>
                <p14:cNvContentPartPr/>
                <p14:nvPr/>
              </p14:nvContentPartPr>
              <p14:xfrm>
                <a:off x="8268147" y="1642587"/>
                <a:ext cx="279720" cy="384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FD6C5BA-BDE9-3873-1098-BA05DD4AF7D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250507" y="1624587"/>
                  <a:ext cx="31536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33BF0D4-73BD-17FC-1F84-47B296F68B8D}"/>
                    </a:ext>
                  </a:extLst>
                </p14:cNvPr>
                <p14:cNvContentPartPr/>
                <p14:nvPr/>
              </p14:nvContentPartPr>
              <p14:xfrm>
                <a:off x="8415747" y="1805307"/>
                <a:ext cx="191880" cy="198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33BF0D4-73BD-17FC-1F84-47B296F68B8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97747" y="1787667"/>
                  <a:ext cx="227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F574C1B-3351-9F4E-1162-344BBFEDB71A}"/>
                    </a:ext>
                  </a:extLst>
                </p14:cNvPr>
                <p14:cNvContentPartPr/>
                <p14:nvPr/>
              </p14:nvContentPartPr>
              <p14:xfrm>
                <a:off x="8642907" y="1810347"/>
                <a:ext cx="207360" cy="320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F574C1B-3351-9F4E-1162-344BBFEDB71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25267" y="1792707"/>
                  <a:ext cx="2430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FF080FB-16B2-DE05-A29E-5C399D25C4F9}"/>
                    </a:ext>
                  </a:extLst>
                </p14:cNvPr>
                <p14:cNvContentPartPr/>
                <p14:nvPr/>
              </p14:nvContentPartPr>
              <p14:xfrm>
                <a:off x="8943867" y="1703787"/>
                <a:ext cx="205560" cy="333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FF080FB-16B2-DE05-A29E-5C399D25C4F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926227" y="1686147"/>
                  <a:ext cx="2412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CFA48AE-152E-9089-EF9C-FF3474633728}"/>
                    </a:ext>
                  </a:extLst>
                </p14:cNvPr>
                <p14:cNvContentPartPr/>
                <p14:nvPr/>
              </p14:nvContentPartPr>
              <p14:xfrm>
                <a:off x="9039267" y="1883427"/>
                <a:ext cx="132840" cy="198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CFA48AE-152E-9089-EF9C-FF347463372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021267" y="1865787"/>
                  <a:ext cx="1684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07448B5-1989-87F9-A86B-C785EF765744}"/>
                    </a:ext>
                  </a:extLst>
                </p14:cNvPr>
                <p14:cNvContentPartPr/>
                <p14:nvPr/>
              </p14:nvContentPartPr>
              <p14:xfrm>
                <a:off x="9195867" y="1870467"/>
                <a:ext cx="242640" cy="270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07448B5-1989-87F9-A86B-C785EF76574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178227" y="1852827"/>
                  <a:ext cx="2782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B2AC67B-A2BD-9BE7-A3C0-1F7FB7B7DB59}"/>
                    </a:ext>
                  </a:extLst>
                </p14:cNvPr>
                <p14:cNvContentPartPr/>
                <p14:nvPr/>
              </p14:nvContentPartPr>
              <p14:xfrm>
                <a:off x="9501507" y="1640427"/>
                <a:ext cx="222480" cy="356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B2AC67B-A2BD-9BE7-A3C0-1F7FB7B7DB5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483867" y="1622787"/>
                  <a:ext cx="2581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1874E0E-C231-DA9E-8CCE-2979EB67844B}"/>
                    </a:ext>
                  </a:extLst>
                </p14:cNvPr>
                <p14:cNvContentPartPr/>
                <p14:nvPr/>
              </p14:nvContentPartPr>
              <p14:xfrm>
                <a:off x="9605907" y="1845987"/>
                <a:ext cx="151200" cy="1843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1874E0E-C231-DA9E-8CCE-2979EB67844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587907" y="1828347"/>
                  <a:ext cx="1868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DEA8865-19F4-F822-2B14-3B068F7B8D29}"/>
                    </a:ext>
                  </a:extLst>
                </p14:cNvPr>
                <p14:cNvContentPartPr/>
                <p14:nvPr/>
              </p14:nvContentPartPr>
              <p14:xfrm>
                <a:off x="9828387" y="1908987"/>
                <a:ext cx="38880" cy="181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DEA8865-19F4-F822-2B14-3B068F7B8D2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810387" y="1891347"/>
                  <a:ext cx="74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57D8DB4-0B9B-5480-FC2E-0CA34A161F23}"/>
                    </a:ext>
                  </a:extLst>
                </p14:cNvPr>
                <p14:cNvContentPartPr/>
                <p14:nvPr/>
              </p14:nvContentPartPr>
              <p14:xfrm>
                <a:off x="9915867" y="1628907"/>
                <a:ext cx="249840" cy="394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57D8DB4-0B9B-5480-FC2E-0CA34A161F2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898227" y="1611267"/>
                  <a:ext cx="28548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442EDC9-1B25-175B-30F0-B234C2443812}"/>
                    </a:ext>
                  </a:extLst>
                </p14:cNvPr>
                <p14:cNvContentPartPr/>
                <p14:nvPr/>
              </p14:nvContentPartPr>
              <p14:xfrm>
                <a:off x="10065627" y="1807467"/>
                <a:ext cx="153360" cy="243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442EDC9-1B25-175B-30F0-B234C244381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047987" y="1789827"/>
                  <a:ext cx="1890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35A0C71-EDEA-2DCA-78B5-92775A3FDF77}"/>
                    </a:ext>
                  </a:extLst>
                </p14:cNvPr>
                <p14:cNvContentPartPr/>
                <p14:nvPr/>
              </p14:nvContentPartPr>
              <p14:xfrm>
                <a:off x="10280187" y="1886667"/>
                <a:ext cx="128160" cy="212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35A0C71-EDEA-2DCA-78B5-92775A3FDF7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262547" y="1869027"/>
                  <a:ext cx="1638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A8DDED4-85A5-384F-C275-F3500BCCFA4C}"/>
                    </a:ext>
                  </a:extLst>
                </p14:cNvPr>
                <p14:cNvContentPartPr/>
                <p14:nvPr/>
              </p14:nvContentPartPr>
              <p14:xfrm>
                <a:off x="10588707" y="1823667"/>
                <a:ext cx="223920" cy="5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A8DDED4-85A5-384F-C275-F3500BCCFA4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570707" y="1805667"/>
                  <a:ext cx="259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FDFB677-D929-8E2A-0D38-BC7E136F75A7}"/>
                    </a:ext>
                  </a:extLst>
                </p14:cNvPr>
                <p14:cNvContentPartPr/>
                <p14:nvPr/>
              </p14:nvContentPartPr>
              <p14:xfrm>
                <a:off x="10598427" y="1927347"/>
                <a:ext cx="244080" cy="22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FDFB677-D929-8E2A-0D38-BC7E136F75A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580427" y="1909347"/>
                  <a:ext cx="2797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6DA1BF0-98ED-E0DE-0BCE-C430526EE6E1}"/>
                    </a:ext>
                  </a:extLst>
                </p14:cNvPr>
                <p14:cNvContentPartPr/>
                <p14:nvPr/>
              </p14:nvContentPartPr>
              <p14:xfrm>
                <a:off x="10981107" y="1590027"/>
                <a:ext cx="43920" cy="418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6DA1BF0-98ED-E0DE-0BCE-C430526EE6E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963467" y="1572027"/>
                  <a:ext cx="7956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D888F78-675B-E8B6-9F32-DA1FE60C4B54}"/>
                    </a:ext>
                  </a:extLst>
                </p14:cNvPr>
                <p14:cNvContentPartPr/>
                <p14:nvPr/>
              </p14:nvContentPartPr>
              <p14:xfrm>
                <a:off x="11163987" y="1649427"/>
                <a:ext cx="183240" cy="3232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D888F78-675B-E8B6-9F32-DA1FE60C4B5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145987" y="1631427"/>
                  <a:ext cx="2188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9AC5EF3-2C9C-E4B9-45CF-F041AFD48953}"/>
                    </a:ext>
                  </a:extLst>
                </p14:cNvPr>
                <p14:cNvContentPartPr/>
                <p14:nvPr/>
              </p14:nvContentPartPr>
              <p14:xfrm>
                <a:off x="11427867" y="1688667"/>
                <a:ext cx="170640" cy="306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9AC5EF3-2C9C-E4B9-45CF-F041AFD4895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410227" y="1671027"/>
                  <a:ext cx="2062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2A89F3B-D007-E1F4-0840-63B43D1B15BB}"/>
                    </a:ext>
                  </a:extLst>
                </p14:cNvPr>
                <p14:cNvContentPartPr/>
                <p14:nvPr/>
              </p14:nvContentPartPr>
              <p14:xfrm>
                <a:off x="11720187" y="1683627"/>
                <a:ext cx="38880" cy="346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2A89F3B-D007-E1F4-0840-63B43D1B15B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702187" y="1665627"/>
                  <a:ext cx="745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278D8E1-55DA-04A8-DC5C-41EDB83FD3A0}"/>
                    </a:ext>
                  </a:extLst>
                </p14:cNvPr>
                <p14:cNvContentPartPr/>
                <p14:nvPr/>
              </p14:nvContentPartPr>
              <p14:xfrm>
                <a:off x="8186067" y="2288427"/>
                <a:ext cx="317520" cy="687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278D8E1-55DA-04A8-DC5C-41EDB83FD3A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168427" y="2270787"/>
                  <a:ext cx="353160" cy="72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BA7294C-A88C-69DE-8EC3-0DD6369ABC6E}"/>
                    </a:ext>
                  </a:extLst>
                </p14:cNvPr>
                <p14:cNvContentPartPr/>
                <p14:nvPr/>
              </p14:nvContentPartPr>
              <p14:xfrm>
                <a:off x="8618787" y="2564907"/>
                <a:ext cx="3600" cy="193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BA7294C-A88C-69DE-8EC3-0DD6369ABC6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601147" y="2547267"/>
                  <a:ext cx="392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C331AB3-2211-0B17-5708-688E2AE643A6}"/>
                    </a:ext>
                  </a:extLst>
                </p14:cNvPr>
                <p14:cNvContentPartPr/>
                <p14:nvPr/>
              </p14:nvContentPartPr>
              <p14:xfrm>
                <a:off x="8521587" y="2406507"/>
                <a:ext cx="119160" cy="1029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C331AB3-2211-0B17-5708-688E2AE643A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503587" y="2388507"/>
                  <a:ext cx="154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EA41219-2C71-2A84-F541-082804D8324D}"/>
                    </a:ext>
                  </a:extLst>
                </p14:cNvPr>
                <p14:cNvContentPartPr/>
                <p14:nvPr/>
              </p14:nvContentPartPr>
              <p14:xfrm>
                <a:off x="8735427" y="2560587"/>
                <a:ext cx="268560" cy="257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EA41219-2C71-2A84-F541-082804D8324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717787" y="2542587"/>
                  <a:ext cx="3042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7DD633B-121C-6FD6-A80D-9F8DF7AF1212}"/>
                    </a:ext>
                  </a:extLst>
                </p14:cNvPr>
                <p14:cNvContentPartPr/>
                <p14:nvPr/>
              </p14:nvContentPartPr>
              <p14:xfrm>
                <a:off x="9304227" y="2362587"/>
                <a:ext cx="162360" cy="3888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7DD633B-121C-6FD6-A80D-9F8DF7AF121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286227" y="2344947"/>
                  <a:ext cx="19800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3FBD8F8-4AD4-E4D9-6363-C3809283F83B}"/>
                    </a:ext>
                  </a:extLst>
                </p14:cNvPr>
                <p14:cNvContentPartPr/>
                <p14:nvPr/>
              </p14:nvContentPartPr>
              <p14:xfrm>
                <a:off x="9518067" y="2560587"/>
                <a:ext cx="240840" cy="217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3FBD8F8-4AD4-E4D9-6363-C3809283F83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500427" y="2542947"/>
                  <a:ext cx="2764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CB040D5-EBC3-8D17-0B32-4A18DDC72E53}"/>
                    </a:ext>
                  </a:extLst>
                </p14:cNvPr>
                <p14:cNvContentPartPr/>
                <p14:nvPr/>
              </p14:nvContentPartPr>
              <p14:xfrm>
                <a:off x="9780147" y="2520267"/>
                <a:ext cx="285840" cy="287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CB040D5-EBC3-8D17-0B32-4A18DDC72E5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762507" y="2502627"/>
                  <a:ext cx="3214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4509902-79FF-7340-1E8F-6654FC163ED7}"/>
                    </a:ext>
                  </a:extLst>
                </p14:cNvPr>
                <p14:cNvContentPartPr/>
                <p14:nvPr/>
              </p14:nvContentPartPr>
              <p14:xfrm>
                <a:off x="9918027" y="2316507"/>
                <a:ext cx="138240" cy="137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4509902-79FF-7340-1E8F-6654FC163ED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900387" y="2298867"/>
                  <a:ext cx="1738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0E37D4E-A90E-D7E7-4AA6-9890520792EC}"/>
                    </a:ext>
                  </a:extLst>
                </p14:cNvPr>
                <p14:cNvContentPartPr/>
                <p14:nvPr/>
              </p14:nvContentPartPr>
              <p14:xfrm>
                <a:off x="10152387" y="2508027"/>
                <a:ext cx="364320" cy="2869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0E37D4E-A90E-D7E7-4AA6-9890520792E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134387" y="2490387"/>
                  <a:ext cx="3999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F875C6C-1EE5-1B36-B4F2-EA49CB057D54}"/>
                    </a:ext>
                  </a:extLst>
                </p14:cNvPr>
                <p14:cNvContentPartPr/>
                <p14:nvPr/>
              </p14:nvContentPartPr>
              <p14:xfrm>
                <a:off x="10615347" y="2320827"/>
                <a:ext cx="489240" cy="4928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F875C6C-1EE5-1B36-B4F2-EA49CB057D5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597707" y="2302827"/>
                  <a:ext cx="52488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2463D24-20D8-45A9-6ED7-C07CCBC38C17}"/>
                    </a:ext>
                  </a:extLst>
                </p14:cNvPr>
                <p14:cNvContentPartPr/>
                <p14:nvPr/>
              </p14:nvContentPartPr>
              <p14:xfrm>
                <a:off x="11263347" y="2717547"/>
                <a:ext cx="67680" cy="254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2463D24-20D8-45A9-6ED7-C07CCBC38C1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245707" y="2699907"/>
                  <a:ext cx="1033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6FAF281-FA13-3F1D-FD53-187950A4AB1D}"/>
                    </a:ext>
                  </a:extLst>
                </p14:cNvPr>
                <p14:cNvContentPartPr/>
                <p14:nvPr/>
              </p14:nvContentPartPr>
              <p14:xfrm>
                <a:off x="8811027" y="2969907"/>
                <a:ext cx="178560" cy="430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6FAF281-FA13-3F1D-FD53-187950A4AB1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793387" y="2952267"/>
                  <a:ext cx="21420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4EDF6DE-AC7A-9702-4453-C12A0808A427}"/>
                    </a:ext>
                  </a:extLst>
                </p14:cNvPr>
                <p14:cNvContentPartPr/>
                <p14:nvPr/>
              </p14:nvContentPartPr>
              <p14:xfrm>
                <a:off x="9058347" y="3154947"/>
                <a:ext cx="231480" cy="2642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4EDF6DE-AC7A-9702-4453-C12A0808A42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040707" y="3137307"/>
                  <a:ext cx="2671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1EC004A-3B69-60FC-A336-2BDB15901A3A}"/>
                    </a:ext>
                  </a:extLst>
                </p14:cNvPr>
                <p14:cNvContentPartPr/>
                <p14:nvPr/>
              </p14:nvContentPartPr>
              <p14:xfrm>
                <a:off x="9346707" y="3136587"/>
                <a:ext cx="205200" cy="237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1EC004A-3B69-60FC-A336-2BDB15901A3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329067" y="3118587"/>
                  <a:ext cx="2408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07453BB-5265-0E9F-153C-7D3A163489E8}"/>
                    </a:ext>
                  </a:extLst>
                </p14:cNvPr>
                <p14:cNvContentPartPr/>
                <p14:nvPr/>
              </p14:nvContentPartPr>
              <p14:xfrm>
                <a:off x="9578907" y="3170067"/>
                <a:ext cx="190440" cy="217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07453BB-5265-0E9F-153C-7D3A163489E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561267" y="3152067"/>
                  <a:ext cx="2260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BC4A96B-D78F-98B9-2F70-BA207B4C2CEB}"/>
                    </a:ext>
                  </a:extLst>
                </p14:cNvPr>
                <p14:cNvContentPartPr/>
                <p14:nvPr/>
              </p14:nvContentPartPr>
              <p14:xfrm>
                <a:off x="9804267" y="3156027"/>
                <a:ext cx="379440" cy="200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BC4A96B-D78F-98B9-2F70-BA207B4C2CE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786267" y="3138027"/>
                  <a:ext cx="415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14D1B3A-3929-A8B3-3865-98664C9DB8D9}"/>
                    </a:ext>
                  </a:extLst>
                </p14:cNvPr>
                <p14:cNvContentPartPr/>
                <p14:nvPr/>
              </p14:nvContentPartPr>
              <p14:xfrm>
                <a:off x="10266147" y="3149547"/>
                <a:ext cx="388080" cy="2732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14D1B3A-3929-A8B3-3865-98664C9DB8D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248507" y="3131907"/>
                  <a:ext cx="4237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423CFC8-02A4-021D-C0A3-8538DA351919}"/>
                    </a:ext>
                  </a:extLst>
                </p14:cNvPr>
                <p14:cNvContentPartPr/>
                <p14:nvPr/>
              </p14:nvContentPartPr>
              <p14:xfrm>
                <a:off x="10923867" y="3115707"/>
                <a:ext cx="300240" cy="4532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423CFC8-02A4-021D-C0A3-8538DA35191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905867" y="3097707"/>
                  <a:ext cx="33588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8A2CF0F-DC38-B9AF-D7A6-4729A4588BA3}"/>
                    </a:ext>
                  </a:extLst>
                </p14:cNvPr>
                <p14:cNvContentPartPr/>
                <p14:nvPr/>
              </p14:nvContentPartPr>
              <p14:xfrm>
                <a:off x="11118987" y="3076827"/>
                <a:ext cx="421560" cy="693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8A2CF0F-DC38-B9AF-D7A6-4729A4588BA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101347" y="3059187"/>
                  <a:ext cx="457200" cy="72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D37303DB-9249-8066-4209-3324B47918E6}"/>
                  </a:ext>
                </a:extLst>
              </p14:cNvPr>
              <p14:cNvContentPartPr/>
              <p14:nvPr/>
            </p14:nvContentPartPr>
            <p14:xfrm>
              <a:off x="8765307" y="3955947"/>
              <a:ext cx="333000" cy="2916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D37303DB-9249-8066-4209-3324B47918E6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8747667" y="3937947"/>
                <a:ext cx="3686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D85A6A02-C5B3-3BB7-574C-5D2259410A9C}"/>
                  </a:ext>
                </a:extLst>
              </p14:cNvPr>
              <p14:cNvContentPartPr/>
              <p14:nvPr/>
            </p14:nvContentPartPr>
            <p14:xfrm>
              <a:off x="9668907" y="3922827"/>
              <a:ext cx="305280" cy="792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D85A6A02-C5B3-3BB7-574C-5D2259410A9C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9651267" y="3904827"/>
                <a:ext cx="3409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1E52C024-64A2-7BDC-9CC1-9D0A151BF784}"/>
                  </a:ext>
                </a:extLst>
              </p14:cNvPr>
              <p14:cNvContentPartPr/>
              <p14:nvPr/>
            </p14:nvContentPartPr>
            <p14:xfrm>
              <a:off x="10456947" y="3940827"/>
              <a:ext cx="463320" cy="1944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1E52C024-64A2-7BDC-9CC1-9D0A151BF784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0439307" y="3923187"/>
                <a:ext cx="4989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F6912749-E03F-108B-1DE4-83C40737B072}"/>
                  </a:ext>
                </a:extLst>
              </p14:cNvPr>
              <p14:cNvContentPartPr/>
              <p14:nvPr/>
            </p14:nvContentPartPr>
            <p14:xfrm>
              <a:off x="8955747" y="4419987"/>
              <a:ext cx="156600" cy="111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F6912749-E03F-108B-1DE4-83C40737B072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8937747" y="4402347"/>
                <a:ext cx="1922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2EF553D4-18F6-9169-1A96-D396010C857C}"/>
                  </a:ext>
                </a:extLst>
              </p14:cNvPr>
              <p14:cNvContentPartPr/>
              <p14:nvPr/>
            </p14:nvContentPartPr>
            <p14:xfrm>
              <a:off x="9604827" y="4370667"/>
              <a:ext cx="293400" cy="144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2EF553D4-18F6-9169-1A96-D396010C857C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9586827" y="4353027"/>
                <a:ext cx="3290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D2174ED3-F29E-21EA-5FF6-A612614882C9}"/>
                  </a:ext>
                </a:extLst>
              </p14:cNvPr>
              <p14:cNvContentPartPr/>
              <p14:nvPr/>
            </p14:nvContentPartPr>
            <p14:xfrm>
              <a:off x="10281627" y="4352667"/>
              <a:ext cx="275040" cy="46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D2174ED3-F29E-21EA-5FF6-A612614882C9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0263987" y="4334667"/>
                <a:ext cx="3106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0F5A0DC2-CF55-E878-BFDC-A8D777DBEE9B}"/>
                  </a:ext>
                </a:extLst>
              </p14:cNvPr>
              <p14:cNvContentPartPr/>
              <p14:nvPr/>
            </p14:nvContentPartPr>
            <p14:xfrm>
              <a:off x="10924587" y="4323867"/>
              <a:ext cx="138240" cy="1224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0F5A0DC2-CF55-E878-BFDC-A8D777DBEE9B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0906587" y="4305867"/>
                <a:ext cx="173880" cy="4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6816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C417-5A0D-F788-AD7C-6088A34CC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61D137-AE87-0A54-9485-F21814DE7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226" name="Group 225">
            <a:extLst>
              <a:ext uri="{FF2B5EF4-FFF2-40B4-BE49-F238E27FC236}">
                <a16:creationId xmlns:a16="http://schemas.microsoft.com/office/drawing/2014/main" id="{17CF6A3C-1064-1294-2187-416320227B66}"/>
              </a:ext>
            </a:extLst>
          </p:cNvPr>
          <p:cNvGrpSpPr/>
          <p:nvPr/>
        </p:nvGrpSpPr>
        <p:grpSpPr>
          <a:xfrm>
            <a:off x="8220987" y="325347"/>
            <a:ext cx="3449706" cy="4879800"/>
            <a:chOff x="8220987" y="325347"/>
            <a:chExt cx="3949560" cy="5870880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2766292D-C08F-F7D5-B44F-03B5BF4CE6A7}"/>
                </a:ext>
              </a:extLst>
            </p:cNvPr>
            <p:cNvGrpSpPr/>
            <p:nvPr/>
          </p:nvGrpSpPr>
          <p:grpSpPr>
            <a:xfrm>
              <a:off x="8733267" y="325347"/>
              <a:ext cx="1160640" cy="2931120"/>
              <a:chOff x="8733267" y="325347"/>
              <a:chExt cx="1160640" cy="2931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171" name="Ink 170">
                    <a:extLst>
                      <a:ext uri="{FF2B5EF4-FFF2-40B4-BE49-F238E27FC236}">
                        <a16:creationId xmlns:a16="http://schemas.microsoft.com/office/drawing/2014/main" id="{86912174-7D93-ACC1-EA60-9D60EE621777}"/>
                      </a:ext>
                    </a:extLst>
                  </p14:cNvPr>
                  <p14:cNvContentPartPr/>
                  <p14:nvPr/>
                </p14:nvContentPartPr>
                <p14:xfrm>
                  <a:off x="8841267" y="351987"/>
                  <a:ext cx="331920" cy="281880"/>
                </p14:xfrm>
              </p:contentPart>
            </mc:Choice>
            <mc:Fallback>
              <p:pic>
                <p:nvPicPr>
                  <p:cNvPr id="171" name="Ink 170">
                    <a:extLst>
                      <a:ext uri="{FF2B5EF4-FFF2-40B4-BE49-F238E27FC236}">
                        <a16:creationId xmlns:a16="http://schemas.microsoft.com/office/drawing/2014/main" id="{86912174-7D93-ACC1-EA60-9D60EE621777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821063" y="330770"/>
                    <a:ext cx="372740" cy="3247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172" name="Ink 171">
                    <a:extLst>
                      <a:ext uri="{FF2B5EF4-FFF2-40B4-BE49-F238E27FC236}">
                        <a16:creationId xmlns:a16="http://schemas.microsoft.com/office/drawing/2014/main" id="{DABBDA5E-8DD6-E41E-448F-215BCDBC1B04}"/>
                      </a:ext>
                    </a:extLst>
                  </p14:cNvPr>
                  <p14:cNvContentPartPr/>
                  <p14:nvPr/>
                </p14:nvContentPartPr>
                <p14:xfrm>
                  <a:off x="9334467" y="325347"/>
                  <a:ext cx="272160" cy="262080"/>
                </p14:xfrm>
              </p:contentPart>
            </mc:Choice>
            <mc:Fallback>
              <p:pic>
                <p:nvPicPr>
                  <p:cNvPr id="172" name="Ink 171">
                    <a:extLst>
                      <a:ext uri="{FF2B5EF4-FFF2-40B4-BE49-F238E27FC236}">
                        <a16:creationId xmlns:a16="http://schemas.microsoft.com/office/drawing/2014/main" id="{DABBDA5E-8DD6-E41E-448F-215BCDBC1B04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314292" y="303687"/>
                    <a:ext cx="312922" cy="3049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174" name="Ink 173">
                    <a:extLst>
                      <a:ext uri="{FF2B5EF4-FFF2-40B4-BE49-F238E27FC236}">
                        <a16:creationId xmlns:a16="http://schemas.microsoft.com/office/drawing/2014/main" id="{FD3FE232-0AC9-C94C-5675-7CE69DA430D4}"/>
                      </a:ext>
                    </a:extLst>
                  </p14:cNvPr>
                  <p14:cNvContentPartPr/>
                  <p14:nvPr/>
                </p14:nvContentPartPr>
                <p14:xfrm>
                  <a:off x="8871507" y="693267"/>
                  <a:ext cx="340200" cy="312840"/>
                </p14:xfrm>
              </p:contentPart>
            </mc:Choice>
            <mc:Fallback>
              <p:pic>
                <p:nvPicPr>
                  <p:cNvPr id="174" name="Ink 173">
                    <a:extLst>
                      <a:ext uri="{FF2B5EF4-FFF2-40B4-BE49-F238E27FC236}">
                        <a16:creationId xmlns:a16="http://schemas.microsoft.com/office/drawing/2014/main" id="{FD3FE232-0AC9-C94C-5675-7CE69DA430D4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8850889" y="671602"/>
                    <a:ext cx="381024" cy="3557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175" name="Ink 174">
                    <a:extLst>
                      <a:ext uri="{FF2B5EF4-FFF2-40B4-BE49-F238E27FC236}">
                        <a16:creationId xmlns:a16="http://schemas.microsoft.com/office/drawing/2014/main" id="{37C93B1A-9961-5D69-0F66-D8AAAA89648A}"/>
                      </a:ext>
                    </a:extLst>
                  </p14:cNvPr>
                  <p14:cNvContentPartPr/>
                  <p14:nvPr/>
                </p14:nvContentPartPr>
                <p14:xfrm>
                  <a:off x="9563067" y="667707"/>
                  <a:ext cx="61200" cy="354240"/>
                </p14:xfrm>
              </p:contentPart>
            </mc:Choice>
            <mc:Fallback>
              <p:pic>
                <p:nvPicPr>
                  <p:cNvPr id="175" name="Ink 174">
                    <a:extLst>
                      <a:ext uri="{FF2B5EF4-FFF2-40B4-BE49-F238E27FC236}">
                        <a16:creationId xmlns:a16="http://schemas.microsoft.com/office/drawing/2014/main" id="{37C93B1A-9961-5D69-0F66-D8AAAA89648A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542941" y="646054"/>
                    <a:ext cx="101863" cy="3971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177" name="Ink 176">
                    <a:extLst>
                      <a:ext uri="{FF2B5EF4-FFF2-40B4-BE49-F238E27FC236}">
                        <a16:creationId xmlns:a16="http://schemas.microsoft.com/office/drawing/2014/main" id="{9E895974-DC18-28DA-CB23-8BC3D0F6633F}"/>
                      </a:ext>
                    </a:extLst>
                  </p14:cNvPr>
                  <p14:cNvContentPartPr/>
                  <p14:nvPr/>
                </p14:nvContentPartPr>
                <p14:xfrm>
                  <a:off x="8867907" y="1128507"/>
                  <a:ext cx="285840" cy="340200"/>
                </p14:xfrm>
              </p:contentPart>
            </mc:Choice>
            <mc:Fallback>
              <p:pic>
                <p:nvPicPr>
                  <p:cNvPr id="177" name="Ink 176">
                    <a:extLst>
                      <a:ext uri="{FF2B5EF4-FFF2-40B4-BE49-F238E27FC236}">
                        <a16:creationId xmlns:a16="http://schemas.microsoft.com/office/drawing/2014/main" id="{9E895974-DC18-28DA-CB23-8BC3D0F6633F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8847725" y="1106866"/>
                    <a:ext cx="326615" cy="3830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178" name="Ink 177">
                    <a:extLst>
                      <a:ext uri="{FF2B5EF4-FFF2-40B4-BE49-F238E27FC236}">
                        <a16:creationId xmlns:a16="http://schemas.microsoft.com/office/drawing/2014/main" id="{C6A1CFA5-F1CB-4474-77EF-5D61391B52AD}"/>
                      </a:ext>
                    </a:extLst>
                  </p14:cNvPr>
                  <p14:cNvContentPartPr/>
                  <p14:nvPr/>
                </p14:nvContentPartPr>
                <p14:xfrm>
                  <a:off x="9475587" y="1134987"/>
                  <a:ext cx="415080" cy="281520"/>
                </p14:xfrm>
              </p:contentPart>
            </mc:Choice>
            <mc:Fallback>
              <p:pic>
                <p:nvPicPr>
                  <p:cNvPr id="178" name="Ink 177">
                    <a:extLst>
                      <a:ext uri="{FF2B5EF4-FFF2-40B4-BE49-F238E27FC236}">
                        <a16:creationId xmlns:a16="http://schemas.microsoft.com/office/drawing/2014/main" id="{C6A1CFA5-F1CB-4474-77EF-5D61391B52AD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9454977" y="1113332"/>
                    <a:ext cx="455887" cy="3243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179" name="Ink 178">
                    <a:extLst>
                      <a:ext uri="{FF2B5EF4-FFF2-40B4-BE49-F238E27FC236}">
                        <a16:creationId xmlns:a16="http://schemas.microsoft.com/office/drawing/2014/main" id="{235C1968-64A7-576B-B69A-3923D3F1FFA3}"/>
                      </a:ext>
                    </a:extLst>
                  </p14:cNvPr>
                  <p14:cNvContentPartPr/>
                  <p14:nvPr/>
                </p14:nvContentPartPr>
                <p14:xfrm>
                  <a:off x="8850987" y="1581027"/>
                  <a:ext cx="262800" cy="337680"/>
                </p14:xfrm>
              </p:contentPart>
            </mc:Choice>
            <mc:Fallback>
              <p:pic>
                <p:nvPicPr>
                  <p:cNvPr id="179" name="Ink 178">
                    <a:extLst>
                      <a:ext uri="{FF2B5EF4-FFF2-40B4-BE49-F238E27FC236}">
                        <a16:creationId xmlns:a16="http://schemas.microsoft.com/office/drawing/2014/main" id="{235C1968-64A7-576B-B69A-3923D3F1FFA3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8830391" y="1559381"/>
                    <a:ext cx="303579" cy="3805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180" name="Ink 179">
                    <a:extLst>
                      <a:ext uri="{FF2B5EF4-FFF2-40B4-BE49-F238E27FC236}">
                        <a16:creationId xmlns:a16="http://schemas.microsoft.com/office/drawing/2014/main" id="{CE3DFCCD-6FE9-DC8B-B065-09D2CB530A58}"/>
                      </a:ext>
                    </a:extLst>
                  </p14:cNvPr>
                  <p14:cNvContentPartPr/>
                  <p14:nvPr/>
                </p14:nvContentPartPr>
                <p14:xfrm>
                  <a:off x="9495747" y="1527747"/>
                  <a:ext cx="268560" cy="403920"/>
                </p14:xfrm>
              </p:contentPart>
            </mc:Choice>
            <mc:Fallback>
              <p:pic>
                <p:nvPicPr>
                  <p:cNvPr id="180" name="Ink 179">
                    <a:extLst>
                      <a:ext uri="{FF2B5EF4-FFF2-40B4-BE49-F238E27FC236}">
                        <a16:creationId xmlns:a16="http://schemas.microsoft.com/office/drawing/2014/main" id="{CE3DFCCD-6FE9-DC8B-B065-09D2CB530A58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9475564" y="1506534"/>
                    <a:ext cx="309338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181" name="Ink 180">
                    <a:extLst>
                      <a:ext uri="{FF2B5EF4-FFF2-40B4-BE49-F238E27FC236}">
                        <a16:creationId xmlns:a16="http://schemas.microsoft.com/office/drawing/2014/main" id="{FA0CF9B3-1CB3-0E6E-1676-B5EF33B2B28B}"/>
                      </a:ext>
                    </a:extLst>
                  </p14:cNvPr>
                  <p14:cNvContentPartPr/>
                  <p14:nvPr/>
                </p14:nvContentPartPr>
                <p14:xfrm>
                  <a:off x="8820747" y="2004027"/>
                  <a:ext cx="278280" cy="290880"/>
                </p14:xfrm>
              </p:contentPart>
            </mc:Choice>
            <mc:Fallback>
              <p:pic>
                <p:nvPicPr>
                  <p:cNvPr id="181" name="Ink 180">
                    <a:extLst>
                      <a:ext uri="{FF2B5EF4-FFF2-40B4-BE49-F238E27FC236}">
                        <a16:creationId xmlns:a16="http://schemas.microsoft.com/office/drawing/2014/main" id="{FA0CF9B3-1CB3-0E6E-1676-B5EF33B2B28B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8800546" y="1982384"/>
                    <a:ext cx="319094" cy="3337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182" name="Ink 181">
                    <a:extLst>
                      <a:ext uri="{FF2B5EF4-FFF2-40B4-BE49-F238E27FC236}">
                        <a16:creationId xmlns:a16="http://schemas.microsoft.com/office/drawing/2014/main" id="{B143A29A-0F6C-C646-0842-74CA2295470C}"/>
                      </a:ext>
                    </a:extLst>
                  </p14:cNvPr>
                  <p14:cNvContentPartPr/>
                  <p14:nvPr/>
                </p14:nvContentPartPr>
                <p14:xfrm>
                  <a:off x="9536427" y="1999347"/>
                  <a:ext cx="278280" cy="330120"/>
                </p14:xfrm>
              </p:contentPart>
            </mc:Choice>
            <mc:Fallback>
              <p:pic>
                <p:nvPicPr>
                  <p:cNvPr id="182" name="Ink 181">
                    <a:extLst>
                      <a:ext uri="{FF2B5EF4-FFF2-40B4-BE49-F238E27FC236}">
                        <a16:creationId xmlns:a16="http://schemas.microsoft.com/office/drawing/2014/main" id="{B143A29A-0F6C-C646-0842-74CA2295470C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9515844" y="1978147"/>
                    <a:ext cx="319034" cy="3729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183" name="Ink 182">
                    <a:extLst>
                      <a:ext uri="{FF2B5EF4-FFF2-40B4-BE49-F238E27FC236}">
                        <a16:creationId xmlns:a16="http://schemas.microsoft.com/office/drawing/2014/main" id="{2098A836-E1DF-0493-9954-26682FA178AF}"/>
                      </a:ext>
                    </a:extLst>
                  </p14:cNvPr>
                  <p14:cNvContentPartPr/>
                  <p14:nvPr/>
                </p14:nvContentPartPr>
                <p14:xfrm>
                  <a:off x="8733267" y="2460867"/>
                  <a:ext cx="274320" cy="327960"/>
                </p14:xfrm>
              </p:contentPart>
            </mc:Choice>
            <mc:Fallback>
              <p:pic>
                <p:nvPicPr>
                  <p:cNvPr id="183" name="Ink 182">
                    <a:extLst>
                      <a:ext uri="{FF2B5EF4-FFF2-40B4-BE49-F238E27FC236}">
                        <a16:creationId xmlns:a16="http://schemas.microsoft.com/office/drawing/2014/main" id="{2098A836-E1DF-0493-9954-26682FA178AF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8712672" y="2439205"/>
                    <a:ext cx="315097" cy="3708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184" name="Ink 183">
                    <a:extLst>
                      <a:ext uri="{FF2B5EF4-FFF2-40B4-BE49-F238E27FC236}">
                        <a16:creationId xmlns:a16="http://schemas.microsoft.com/office/drawing/2014/main" id="{9DD38D01-6B81-4A38-B540-1AEFBE958537}"/>
                      </a:ext>
                    </a:extLst>
                  </p14:cNvPr>
                  <p14:cNvContentPartPr/>
                  <p14:nvPr/>
                </p14:nvContentPartPr>
                <p14:xfrm>
                  <a:off x="9596187" y="2448987"/>
                  <a:ext cx="297720" cy="18360"/>
                </p14:xfrm>
              </p:contentPart>
            </mc:Choice>
            <mc:Fallback>
              <p:pic>
                <p:nvPicPr>
                  <p:cNvPr id="184" name="Ink 183">
                    <a:extLst>
                      <a:ext uri="{FF2B5EF4-FFF2-40B4-BE49-F238E27FC236}">
                        <a16:creationId xmlns:a16="http://schemas.microsoft.com/office/drawing/2014/main" id="{9DD38D01-6B81-4A38-B540-1AEFBE958537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9575982" y="2428065"/>
                    <a:ext cx="338543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185" name="Ink 184">
                    <a:extLst>
                      <a:ext uri="{FF2B5EF4-FFF2-40B4-BE49-F238E27FC236}">
                        <a16:creationId xmlns:a16="http://schemas.microsoft.com/office/drawing/2014/main" id="{4D2F7C99-FEBF-C7C4-9160-2DCDD9CCAD60}"/>
                      </a:ext>
                    </a:extLst>
                  </p14:cNvPr>
                  <p14:cNvContentPartPr/>
                  <p14:nvPr/>
                </p14:nvContentPartPr>
                <p14:xfrm>
                  <a:off x="9626067" y="2481387"/>
                  <a:ext cx="215640" cy="406800"/>
                </p14:xfrm>
              </p:contentPart>
            </mc:Choice>
            <mc:Fallback>
              <p:pic>
                <p:nvPicPr>
                  <p:cNvPr id="185" name="Ink 184">
                    <a:extLst>
                      <a:ext uri="{FF2B5EF4-FFF2-40B4-BE49-F238E27FC236}">
                        <a16:creationId xmlns:a16="http://schemas.microsoft.com/office/drawing/2014/main" id="{4D2F7C99-FEBF-C7C4-9160-2DCDD9CCAD60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9605451" y="2459726"/>
                    <a:ext cx="256459" cy="4496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186" name="Ink 185">
                    <a:extLst>
                      <a:ext uri="{FF2B5EF4-FFF2-40B4-BE49-F238E27FC236}">
                        <a16:creationId xmlns:a16="http://schemas.microsoft.com/office/drawing/2014/main" id="{40651F58-EEAB-030D-D341-E878864B5CFE}"/>
                      </a:ext>
                    </a:extLst>
                  </p14:cNvPr>
                  <p14:cNvContentPartPr/>
                  <p14:nvPr/>
                </p14:nvContentPartPr>
                <p14:xfrm>
                  <a:off x="8742627" y="2883147"/>
                  <a:ext cx="306360" cy="373320"/>
                </p14:xfrm>
              </p:contentPart>
            </mc:Choice>
            <mc:Fallback>
              <p:pic>
                <p:nvPicPr>
                  <p:cNvPr id="186" name="Ink 185">
                    <a:extLst>
                      <a:ext uri="{FF2B5EF4-FFF2-40B4-BE49-F238E27FC236}">
                        <a16:creationId xmlns:a16="http://schemas.microsoft.com/office/drawing/2014/main" id="{40651F58-EEAB-030D-D341-E878864B5CFE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8722450" y="2861493"/>
                    <a:ext cx="347126" cy="4161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187" name="Ink 186">
                    <a:extLst>
                      <a:ext uri="{FF2B5EF4-FFF2-40B4-BE49-F238E27FC236}">
                        <a16:creationId xmlns:a16="http://schemas.microsoft.com/office/drawing/2014/main" id="{40D12B0F-529D-403C-17F1-A60AD18960FA}"/>
                      </a:ext>
                    </a:extLst>
                  </p14:cNvPr>
                  <p14:cNvContentPartPr/>
                  <p14:nvPr/>
                </p14:nvContentPartPr>
                <p14:xfrm>
                  <a:off x="9484947" y="2941107"/>
                  <a:ext cx="333720" cy="287640"/>
                </p14:xfrm>
              </p:contentPart>
            </mc:Choice>
            <mc:Fallback>
              <p:pic>
                <p:nvPicPr>
                  <p:cNvPr id="187" name="Ink 186">
                    <a:extLst>
                      <a:ext uri="{FF2B5EF4-FFF2-40B4-BE49-F238E27FC236}">
                        <a16:creationId xmlns:a16="http://schemas.microsoft.com/office/drawing/2014/main" id="{40D12B0F-529D-403C-17F1-A60AD18960FA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9464759" y="2919881"/>
                    <a:ext cx="374508" cy="33052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85D6BDEC-8BCD-95ED-024A-B627C36C56E4}"/>
                </a:ext>
              </a:extLst>
            </p:cNvPr>
            <p:cNvGrpSpPr/>
            <p:nvPr/>
          </p:nvGrpSpPr>
          <p:grpSpPr>
            <a:xfrm>
              <a:off x="8220987" y="3431427"/>
              <a:ext cx="3949560" cy="2764800"/>
              <a:chOff x="8220987" y="3431427"/>
              <a:chExt cx="3949560" cy="2764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188" name="Ink 187">
                    <a:extLst>
                      <a:ext uri="{FF2B5EF4-FFF2-40B4-BE49-F238E27FC236}">
                        <a16:creationId xmlns:a16="http://schemas.microsoft.com/office/drawing/2014/main" id="{8FE01894-493F-0534-B4A1-1BC6326C7029}"/>
                      </a:ext>
                    </a:extLst>
                  </p14:cNvPr>
                  <p14:cNvContentPartPr/>
                  <p14:nvPr/>
                </p14:nvContentPartPr>
                <p14:xfrm>
                  <a:off x="8708787" y="3431427"/>
                  <a:ext cx="336240" cy="322920"/>
                </p14:xfrm>
              </p:contentPart>
            </mc:Choice>
            <mc:Fallback>
              <p:pic>
                <p:nvPicPr>
                  <p:cNvPr id="188" name="Ink 187">
                    <a:extLst>
                      <a:ext uri="{FF2B5EF4-FFF2-40B4-BE49-F238E27FC236}">
                        <a16:creationId xmlns:a16="http://schemas.microsoft.com/office/drawing/2014/main" id="{8FE01894-493F-0534-B4A1-1BC6326C7029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8688184" y="3409755"/>
                    <a:ext cx="377034" cy="3658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193" name="Ink 192">
                    <a:extLst>
                      <a:ext uri="{FF2B5EF4-FFF2-40B4-BE49-F238E27FC236}">
                        <a16:creationId xmlns:a16="http://schemas.microsoft.com/office/drawing/2014/main" id="{B9763B18-2C30-0E69-8BDE-C0CBFCC3CA7E}"/>
                      </a:ext>
                    </a:extLst>
                  </p14:cNvPr>
                  <p14:cNvContentPartPr/>
                  <p14:nvPr/>
                </p14:nvContentPartPr>
                <p14:xfrm>
                  <a:off x="8726427" y="3887907"/>
                  <a:ext cx="315360" cy="319680"/>
                </p14:xfrm>
              </p:contentPart>
            </mc:Choice>
            <mc:Fallback>
              <p:pic>
                <p:nvPicPr>
                  <p:cNvPr id="193" name="Ink 192">
                    <a:extLst>
                      <a:ext uri="{FF2B5EF4-FFF2-40B4-BE49-F238E27FC236}">
                        <a16:creationId xmlns:a16="http://schemas.microsoft.com/office/drawing/2014/main" id="{B9763B18-2C30-0E69-8BDE-C0CBFCC3CA7E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8705815" y="3866278"/>
                    <a:ext cx="356171" cy="3625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7">
                <p14:nvContentPartPr>
                  <p14:cNvPr id="195" name="Ink 194">
                    <a:extLst>
                      <a:ext uri="{FF2B5EF4-FFF2-40B4-BE49-F238E27FC236}">
                        <a16:creationId xmlns:a16="http://schemas.microsoft.com/office/drawing/2014/main" id="{A94FE3CE-953F-A5F1-7452-1760893FB198}"/>
                      </a:ext>
                    </a:extLst>
                  </p14:cNvPr>
                  <p14:cNvContentPartPr/>
                  <p14:nvPr/>
                </p14:nvContentPartPr>
                <p14:xfrm>
                  <a:off x="8695107" y="4234227"/>
                  <a:ext cx="282240" cy="340920"/>
                </p14:xfrm>
              </p:contentPart>
            </mc:Choice>
            <mc:Fallback>
              <p:pic>
                <p:nvPicPr>
                  <p:cNvPr id="195" name="Ink 194">
                    <a:extLst>
                      <a:ext uri="{FF2B5EF4-FFF2-40B4-BE49-F238E27FC236}">
                        <a16:creationId xmlns:a16="http://schemas.microsoft.com/office/drawing/2014/main" id="{A94FE3CE-953F-A5F1-7452-1760893FB198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8674506" y="4212568"/>
                    <a:ext cx="323031" cy="3838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9">
                <p14:nvContentPartPr>
                  <p14:cNvPr id="189" name="Ink 188">
                    <a:extLst>
                      <a:ext uri="{FF2B5EF4-FFF2-40B4-BE49-F238E27FC236}">
                        <a16:creationId xmlns:a16="http://schemas.microsoft.com/office/drawing/2014/main" id="{D6C39212-61C7-610B-62D7-F7A735658EEB}"/>
                      </a:ext>
                    </a:extLst>
                  </p14:cNvPr>
                  <p14:cNvContentPartPr/>
                  <p14:nvPr/>
                </p14:nvContentPartPr>
                <p14:xfrm>
                  <a:off x="9468387" y="3438267"/>
                  <a:ext cx="343080" cy="330840"/>
                </p14:xfrm>
              </p:contentPart>
            </mc:Choice>
            <mc:Fallback>
              <p:pic>
                <p:nvPicPr>
                  <p:cNvPr id="189" name="Ink 188">
                    <a:extLst>
                      <a:ext uri="{FF2B5EF4-FFF2-40B4-BE49-F238E27FC236}">
                        <a16:creationId xmlns:a16="http://schemas.microsoft.com/office/drawing/2014/main" id="{D6C39212-61C7-610B-62D7-F7A735658EEB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9448206" y="3417048"/>
                    <a:ext cx="383854" cy="3737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1">
                <p14:nvContentPartPr>
                  <p14:cNvPr id="190" name="Ink 189">
                    <a:extLst>
                      <a:ext uri="{FF2B5EF4-FFF2-40B4-BE49-F238E27FC236}">
                        <a16:creationId xmlns:a16="http://schemas.microsoft.com/office/drawing/2014/main" id="{092DE1F3-501D-C629-1D33-B4CE7CDFA18B}"/>
                      </a:ext>
                    </a:extLst>
                  </p14:cNvPr>
                  <p14:cNvContentPartPr/>
                  <p14:nvPr/>
                </p14:nvContentPartPr>
                <p14:xfrm>
                  <a:off x="9616707" y="3637347"/>
                  <a:ext cx="276120" cy="30240"/>
                </p14:xfrm>
              </p:contentPart>
            </mc:Choice>
            <mc:Fallback>
              <p:pic>
                <p:nvPicPr>
                  <p:cNvPr id="190" name="Ink 189">
                    <a:extLst>
                      <a:ext uri="{FF2B5EF4-FFF2-40B4-BE49-F238E27FC236}">
                        <a16:creationId xmlns:a16="http://schemas.microsoft.com/office/drawing/2014/main" id="{092DE1F3-501D-C629-1D33-B4CE7CDFA18B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9596101" y="3615747"/>
                    <a:ext cx="316920" cy="730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3">
                <p14:nvContentPartPr>
                  <p14:cNvPr id="194" name="Ink 193">
                    <a:extLst>
                      <a:ext uri="{FF2B5EF4-FFF2-40B4-BE49-F238E27FC236}">
                        <a16:creationId xmlns:a16="http://schemas.microsoft.com/office/drawing/2014/main" id="{E3AF0D9A-F020-87EE-EA95-16830307C6B2}"/>
                      </a:ext>
                    </a:extLst>
                  </p14:cNvPr>
                  <p14:cNvContentPartPr/>
                  <p14:nvPr/>
                </p14:nvContentPartPr>
                <p14:xfrm>
                  <a:off x="9574587" y="3818067"/>
                  <a:ext cx="223920" cy="404280"/>
                </p14:xfrm>
              </p:contentPart>
            </mc:Choice>
            <mc:Fallback>
              <p:pic>
                <p:nvPicPr>
                  <p:cNvPr id="194" name="Ink 193">
                    <a:extLst>
                      <a:ext uri="{FF2B5EF4-FFF2-40B4-BE49-F238E27FC236}">
                        <a16:creationId xmlns:a16="http://schemas.microsoft.com/office/drawing/2014/main" id="{E3AF0D9A-F020-87EE-EA95-16830307C6B2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9554418" y="3796857"/>
                    <a:ext cx="264670" cy="4471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">
                <p14:nvContentPartPr>
                  <p14:cNvPr id="196" name="Ink 195">
                    <a:extLst>
                      <a:ext uri="{FF2B5EF4-FFF2-40B4-BE49-F238E27FC236}">
                        <a16:creationId xmlns:a16="http://schemas.microsoft.com/office/drawing/2014/main" id="{DFA48EA5-225F-4FB1-5D77-0C7013C190A2}"/>
                      </a:ext>
                    </a:extLst>
                  </p14:cNvPr>
                  <p14:cNvContentPartPr/>
                  <p14:nvPr/>
                </p14:nvContentPartPr>
                <p14:xfrm>
                  <a:off x="9509787" y="4264467"/>
                  <a:ext cx="382680" cy="434160"/>
                </p14:xfrm>
              </p:contentPart>
            </mc:Choice>
            <mc:Fallback>
              <p:pic>
                <p:nvPicPr>
                  <p:cNvPr id="196" name="Ink 195">
                    <a:extLst>
                      <a:ext uri="{FF2B5EF4-FFF2-40B4-BE49-F238E27FC236}">
                        <a16:creationId xmlns:a16="http://schemas.microsoft.com/office/drawing/2014/main" id="{DFA48EA5-225F-4FB1-5D77-0C7013C190A2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9489191" y="4242802"/>
                    <a:ext cx="423461" cy="4770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">
                <p14:nvContentPartPr>
                  <p14:cNvPr id="202" name="Ink 201">
                    <a:extLst>
                      <a:ext uri="{FF2B5EF4-FFF2-40B4-BE49-F238E27FC236}">
                        <a16:creationId xmlns:a16="http://schemas.microsoft.com/office/drawing/2014/main" id="{15FBCD31-28A6-A263-F4F6-1BC4B9D58DF7}"/>
                      </a:ext>
                    </a:extLst>
                  </p14:cNvPr>
                  <p14:cNvContentPartPr/>
                  <p14:nvPr/>
                </p14:nvContentPartPr>
                <p14:xfrm>
                  <a:off x="9516627" y="4881147"/>
                  <a:ext cx="535320" cy="280800"/>
                </p14:xfrm>
              </p:contentPart>
            </mc:Choice>
            <mc:Fallback>
              <p:pic>
                <p:nvPicPr>
                  <p:cNvPr id="202" name="Ink 201">
                    <a:extLst>
                      <a:ext uri="{FF2B5EF4-FFF2-40B4-BE49-F238E27FC236}">
                        <a16:creationId xmlns:a16="http://schemas.microsoft.com/office/drawing/2014/main" id="{15FBCD31-28A6-A263-F4F6-1BC4B9D58DF7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9496434" y="4859514"/>
                    <a:ext cx="576118" cy="3236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9">
                <p14:nvContentPartPr>
                  <p14:cNvPr id="203" name="Ink 202">
                    <a:extLst>
                      <a:ext uri="{FF2B5EF4-FFF2-40B4-BE49-F238E27FC236}">
                        <a16:creationId xmlns:a16="http://schemas.microsoft.com/office/drawing/2014/main" id="{FBCA85E1-25CD-5218-656A-ADC0C7336A8A}"/>
                      </a:ext>
                    </a:extLst>
                  </p14:cNvPr>
                  <p14:cNvContentPartPr/>
                  <p14:nvPr/>
                </p14:nvContentPartPr>
                <p14:xfrm>
                  <a:off x="10029987" y="4885467"/>
                  <a:ext cx="256320" cy="301680"/>
                </p14:xfrm>
              </p:contentPart>
            </mc:Choice>
            <mc:Fallback>
              <p:pic>
                <p:nvPicPr>
                  <p:cNvPr id="203" name="Ink 202">
                    <a:extLst>
                      <a:ext uri="{FF2B5EF4-FFF2-40B4-BE49-F238E27FC236}">
                        <a16:creationId xmlns:a16="http://schemas.microsoft.com/office/drawing/2014/main" id="{FBCA85E1-25CD-5218-656A-ADC0C7336A8A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10009795" y="4863826"/>
                    <a:ext cx="297117" cy="3445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">
                <p14:nvContentPartPr>
                  <p14:cNvPr id="204" name="Ink 203">
                    <a:extLst>
                      <a:ext uri="{FF2B5EF4-FFF2-40B4-BE49-F238E27FC236}">
                        <a16:creationId xmlns:a16="http://schemas.microsoft.com/office/drawing/2014/main" id="{362E417A-BE7A-529C-D5EF-CEBAA1FF23A1}"/>
                      </a:ext>
                    </a:extLst>
                  </p14:cNvPr>
                  <p14:cNvContentPartPr/>
                  <p14:nvPr/>
                </p14:nvContentPartPr>
                <p14:xfrm>
                  <a:off x="10401867" y="4719507"/>
                  <a:ext cx="148680" cy="386280"/>
                </p14:xfrm>
              </p:contentPart>
            </mc:Choice>
            <mc:Fallback>
              <p:pic>
                <p:nvPicPr>
                  <p:cNvPr id="204" name="Ink 203">
                    <a:extLst>
                      <a:ext uri="{FF2B5EF4-FFF2-40B4-BE49-F238E27FC236}">
                        <a16:creationId xmlns:a16="http://schemas.microsoft.com/office/drawing/2014/main" id="{362E417A-BE7A-529C-D5EF-CEBAA1FF23A1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10381686" y="4697855"/>
                    <a:ext cx="189454" cy="42915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3">
                <p14:nvContentPartPr>
                  <p14:cNvPr id="205" name="Ink 204">
                    <a:extLst>
                      <a:ext uri="{FF2B5EF4-FFF2-40B4-BE49-F238E27FC236}">
                        <a16:creationId xmlns:a16="http://schemas.microsoft.com/office/drawing/2014/main" id="{A7E6CC25-8678-00B3-4B9A-9EF38E15F973}"/>
                      </a:ext>
                    </a:extLst>
                  </p14:cNvPr>
                  <p14:cNvContentPartPr/>
                  <p14:nvPr/>
                </p14:nvContentPartPr>
                <p14:xfrm>
                  <a:off x="10351107" y="4921467"/>
                  <a:ext cx="373680" cy="9000"/>
                </p14:xfrm>
              </p:contentPart>
            </mc:Choice>
            <mc:Fallback>
              <p:pic>
                <p:nvPicPr>
                  <p:cNvPr id="205" name="Ink 204">
                    <a:extLst>
                      <a:ext uri="{FF2B5EF4-FFF2-40B4-BE49-F238E27FC236}">
                        <a16:creationId xmlns:a16="http://schemas.microsoft.com/office/drawing/2014/main" id="{A7E6CC25-8678-00B3-4B9A-9EF38E15F973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10330919" y="4900467"/>
                    <a:ext cx="414468" cy="514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">
                <p14:nvContentPartPr>
                  <p14:cNvPr id="208" name="Ink 207">
                    <a:extLst>
                      <a:ext uri="{FF2B5EF4-FFF2-40B4-BE49-F238E27FC236}">
                        <a16:creationId xmlns:a16="http://schemas.microsoft.com/office/drawing/2014/main" id="{9705AE67-53F0-BFD0-D239-C3F49D777D82}"/>
                      </a:ext>
                    </a:extLst>
                  </p14:cNvPr>
                  <p14:cNvContentPartPr/>
                  <p14:nvPr/>
                </p14:nvContentPartPr>
                <p14:xfrm>
                  <a:off x="10830267" y="4873227"/>
                  <a:ext cx="235800" cy="228600"/>
                </p14:xfrm>
              </p:contentPart>
            </mc:Choice>
            <mc:Fallback>
              <p:pic>
                <p:nvPicPr>
                  <p:cNvPr id="208" name="Ink 207">
                    <a:extLst>
                      <a:ext uri="{FF2B5EF4-FFF2-40B4-BE49-F238E27FC236}">
                        <a16:creationId xmlns:a16="http://schemas.microsoft.com/office/drawing/2014/main" id="{9705AE67-53F0-BFD0-D239-C3F49D777D82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10810067" y="4852012"/>
                    <a:ext cx="276612" cy="2714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">
                <p14:nvContentPartPr>
                  <p14:cNvPr id="209" name="Ink 208">
                    <a:extLst>
                      <a:ext uri="{FF2B5EF4-FFF2-40B4-BE49-F238E27FC236}">
                        <a16:creationId xmlns:a16="http://schemas.microsoft.com/office/drawing/2014/main" id="{793B9A4C-9270-8D6C-AA66-23F3029F8A12}"/>
                      </a:ext>
                    </a:extLst>
                  </p14:cNvPr>
                  <p14:cNvContentPartPr/>
                  <p14:nvPr/>
                </p14:nvContentPartPr>
                <p14:xfrm>
                  <a:off x="11116827" y="4901307"/>
                  <a:ext cx="152280" cy="217440"/>
                </p14:xfrm>
              </p:contentPart>
            </mc:Choice>
            <mc:Fallback>
              <p:pic>
                <p:nvPicPr>
                  <p:cNvPr id="209" name="Ink 208">
                    <a:extLst>
                      <a:ext uri="{FF2B5EF4-FFF2-40B4-BE49-F238E27FC236}">
                        <a16:creationId xmlns:a16="http://schemas.microsoft.com/office/drawing/2014/main" id="{793B9A4C-9270-8D6C-AA66-23F3029F8A12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11096660" y="4879650"/>
                    <a:ext cx="193025" cy="2603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">
                <p14:nvContentPartPr>
                  <p14:cNvPr id="210" name="Ink 209">
                    <a:extLst>
                      <a:ext uri="{FF2B5EF4-FFF2-40B4-BE49-F238E27FC236}">
                        <a16:creationId xmlns:a16="http://schemas.microsoft.com/office/drawing/2014/main" id="{0662801F-D97A-1155-196D-AB01330A102E}"/>
                      </a:ext>
                    </a:extLst>
                  </p14:cNvPr>
                  <p14:cNvContentPartPr/>
                  <p14:nvPr/>
                </p14:nvContentPartPr>
                <p14:xfrm>
                  <a:off x="11282787" y="4886187"/>
                  <a:ext cx="293400" cy="196200"/>
                </p14:xfrm>
              </p:contentPart>
            </mc:Choice>
            <mc:Fallback>
              <p:pic>
                <p:nvPicPr>
                  <p:cNvPr id="210" name="Ink 209">
                    <a:extLst>
                      <a:ext uri="{FF2B5EF4-FFF2-40B4-BE49-F238E27FC236}">
                        <a16:creationId xmlns:a16="http://schemas.microsoft.com/office/drawing/2014/main" id="{0662801F-D97A-1155-196D-AB01330A102E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11262183" y="4864579"/>
                    <a:ext cx="334196" cy="2389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1">
                <p14:nvContentPartPr>
                  <p14:cNvPr id="211" name="Ink 210">
                    <a:extLst>
                      <a:ext uri="{FF2B5EF4-FFF2-40B4-BE49-F238E27FC236}">
                        <a16:creationId xmlns:a16="http://schemas.microsoft.com/office/drawing/2014/main" id="{01B714ED-A23B-E960-3D74-1B0AD732A087}"/>
                      </a:ext>
                    </a:extLst>
                  </p14:cNvPr>
                  <p14:cNvContentPartPr/>
                  <p14:nvPr/>
                </p14:nvContentPartPr>
                <p14:xfrm>
                  <a:off x="11628027" y="4708347"/>
                  <a:ext cx="110880" cy="374760"/>
                </p14:xfrm>
              </p:contentPart>
            </mc:Choice>
            <mc:Fallback>
              <p:pic>
                <p:nvPicPr>
                  <p:cNvPr id="211" name="Ink 210">
                    <a:extLst>
                      <a:ext uri="{FF2B5EF4-FFF2-40B4-BE49-F238E27FC236}">
                        <a16:creationId xmlns:a16="http://schemas.microsoft.com/office/drawing/2014/main" id="{01B714ED-A23B-E960-3D74-1B0AD732A087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11607830" y="4686710"/>
                    <a:ext cx="151687" cy="4176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3">
                <p14:nvContentPartPr>
                  <p14:cNvPr id="212" name="Ink 211">
                    <a:extLst>
                      <a:ext uri="{FF2B5EF4-FFF2-40B4-BE49-F238E27FC236}">
                        <a16:creationId xmlns:a16="http://schemas.microsoft.com/office/drawing/2014/main" id="{1F271B16-8EB9-BCB7-373B-5C5F75D4D7DD}"/>
                      </a:ext>
                    </a:extLst>
                  </p14:cNvPr>
                  <p14:cNvContentPartPr/>
                  <p14:nvPr/>
                </p14:nvContentPartPr>
                <p14:xfrm>
                  <a:off x="11764827" y="4919307"/>
                  <a:ext cx="405720" cy="209880"/>
                </p14:xfrm>
              </p:contentPart>
            </mc:Choice>
            <mc:Fallback>
              <p:pic>
                <p:nvPicPr>
                  <p:cNvPr id="212" name="Ink 211">
                    <a:extLst>
                      <a:ext uri="{FF2B5EF4-FFF2-40B4-BE49-F238E27FC236}">
                        <a16:creationId xmlns:a16="http://schemas.microsoft.com/office/drawing/2014/main" id="{1F271B16-8EB9-BCB7-373B-5C5F75D4D7DD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11744623" y="4898103"/>
                    <a:ext cx="446539" cy="2527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5">
                <p14:nvContentPartPr>
                  <p14:cNvPr id="199" name="Ink 198">
                    <a:extLst>
                      <a:ext uri="{FF2B5EF4-FFF2-40B4-BE49-F238E27FC236}">
                        <a16:creationId xmlns:a16="http://schemas.microsoft.com/office/drawing/2014/main" id="{FB0632F7-696B-D85C-3325-77AF958642AC}"/>
                      </a:ext>
                    </a:extLst>
                  </p14:cNvPr>
                  <p14:cNvContentPartPr/>
                  <p14:nvPr/>
                </p14:nvContentPartPr>
                <p14:xfrm>
                  <a:off x="8220987" y="4850907"/>
                  <a:ext cx="644400" cy="28080"/>
                </p14:xfrm>
              </p:contentPart>
            </mc:Choice>
            <mc:Fallback>
              <p:pic>
                <p:nvPicPr>
                  <p:cNvPr id="199" name="Ink 198">
                    <a:extLst>
                      <a:ext uri="{FF2B5EF4-FFF2-40B4-BE49-F238E27FC236}">
                        <a16:creationId xmlns:a16="http://schemas.microsoft.com/office/drawing/2014/main" id="{FB0632F7-696B-D85C-3325-77AF958642AC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8200373" y="4829739"/>
                    <a:ext cx="685216" cy="708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7">
                <p14:nvContentPartPr>
                  <p14:cNvPr id="200" name="Ink 199">
                    <a:extLst>
                      <a:ext uri="{FF2B5EF4-FFF2-40B4-BE49-F238E27FC236}">
                        <a16:creationId xmlns:a16="http://schemas.microsoft.com/office/drawing/2014/main" id="{14C8A720-9F6B-9047-FC61-7233BE221711}"/>
                      </a:ext>
                    </a:extLst>
                  </p14:cNvPr>
                  <p14:cNvContentPartPr/>
                  <p14:nvPr/>
                </p14:nvContentPartPr>
                <p14:xfrm>
                  <a:off x="8553987" y="4857027"/>
                  <a:ext cx="40320" cy="332280"/>
                </p14:xfrm>
              </p:contentPart>
            </mc:Choice>
            <mc:Fallback>
              <p:pic>
                <p:nvPicPr>
                  <p:cNvPr id="200" name="Ink 199">
                    <a:extLst>
                      <a:ext uri="{FF2B5EF4-FFF2-40B4-BE49-F238E27FC236}">
                        <a16:creationId xmlns:a16="http://schemas.microsoft.com/office/drawing/2014/main" id="{14C8A720-9F6B-9047-FC61-7233BE221711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8533827" y="4835366"/>
                    <a:ext cx="81051" cy="3751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9">
                <p14:nvContentPartPr>
                  <p14:cNvPr id="201" name="Ink 200">
                    <a:extLst>
                      <a:ext uri="{FF2B5EF4-FFF2-40B4-BE49-F238E27FC236}">
                        <a16:creationId xmlns:a16="http://schemas.microsoft.com/office/drawing/2014/main" id="{D9CB4890-8971-190F-C002-034BF70499F7}"/>
                      </a:ext>
                    </a:extLst>
                  </p14:cNvPr>
                  <p14:cNvContentPartPr/>
                  <p14:nvPr/>
                </p14:nvContentPartPr>
                <p14:xfrm>
                  <a:off x="8693307" y="4854147"/>
                  <a:ext cx="456480" cy="300960"/>
                </p14:xfrm>
              </p:contentPart>
            </mc:Choice>
            <mc:Fallback>
              <p:pic>
                <p:nvPicPr>
                  <p:cNvPr id="201" name="Ink 200">
                    <a:extLst>
                      <a:ext uri="{FF2B5EF4-FFF2-40B4-BE49-F238E27FC236}">
                        <a16:creationId xmlns:a16="http://schemas.microsoft.com/office/drawing/2014/main" id="{D9CB4890-8971-190F-C002-034BF70499F7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8672708" y="4832495"/>
                    <a:ext cx="497267" cy="3438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1">
                <p14:nvContentPartPr>
                  <p14:cNvPr id="218" name="Ink 217">
                    <a:extLst>
                      <a:ext uri="{FF2B5EF4-FFF2-40B4-BE49-F238E27FC236}">
                        <a16:creationId xmlns:a16="http://schemas.microsoft.com/office/drawing/2014/main" id="{FBF176A7-1EB2-1DC4-0D55-99A4C139083F}"/>
                      </a:ext>
                    </a:extLst>
                  </p14:cNvPr>
                  <p14:cNvContentPartPr/>
                  <p14:nvPr/>
                </p14:nvContentPartPr>
                <p14:xfrm>
                  <a:off x="9126027" y="5389827"/>
                  <a:ext cx="6480" cy="161640"/>
                </p14:xfrm>
              </p:contentPart>
            </mc:Choice>
            <mc:Fallback>
              <p:pic>
                <p:nvPicPr>
                  <p:cNvPr id="218" name="Ink 217">
                    <a:extLst>
                      <a:ext uri="{FF2B5EF4-FFF2-40B4-BE49-F238E27FC236}">
                        <a16:creationId xmlns:a16="http://schemas.microsoft.com/office/drawing/2014/main" id="{FBF176A7-1EB2-1DC4-0D55-99A4C139083F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9106182" y="5368593"/>
                    <a:ext cx="46575" cy="2045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3">
                <p14:nvContentPartPr>
                  <p14:cNvPr id="219" name="Ink 218">
                    <a:extLst>
                      <a:ext uri="{FF2B5EF4-FFF2-40B4-BE49-F238E27FC236}">
                        <a16:creationId xmlns:a16="http://schemas.microsoft.com/office/drawing/2014/main" id="{5D09B626-0BA9-F9FC-B51C-7A85EE57C4BD}"/>
                      </a:ext>
                    </a:extLst>
                  </p14:cNvPr>
                  <p14:cNvContentPartPr/>
                  <p14:nvPr/>
                </p14:nvContentPartPr>
                <p14:xfrm>
                  <a:off x="9017667" y="5234667"/>
                  <a:ext cx="112680" cy="104040"/>
                </p14:xfrm>
              </p:contentPart>
            </mc:Choice>
            <mc:Fallback>
              <p:pic>
                <p:nvPicPr>
                  <p:cNvPr id="219" name="Ink 218">
                    <a:extLst>
                      <a:ext uri="{FF2B5EF4-FFF2-40B4-BE49-F238E27FC236}">
                        <a16:creationId xmlns:a16="http://schemas.microsoft.com/office/drawing/2014/main" id="{5D09B626-0BA9-F9FC-B51C-7A85EE57C4BD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8997442" y="5213425"/>
                    <a:ext cx="153542" cy="1469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5">
                <p14:nvContentPartPr>
                  <p14:cNvPr id="220" name="Ink 219">
                    <a:extLst>
                      <a:ext uri="{FF2B5EF4-FFF2-40B4-BE49-F238E27FC236}">
                        <a16:creationId xmlns:a16="http://schemas.microsoft.com/office/drawing/2014/main" id="{185D65E1-0E46-548F-B5D5-EA00567129FD}"/>
                      </a:ext>
                    </a:extLst>
                  </p14:cNvPr>
                  <p14:cNvContentPartPr/>
                  <p14:nvPr/>
                </p14:nvContentPartPr>
                <p14:xfrm>
                  <a:off x="9252027" y="5307387"/>
                  <a:ext cx="277560" cy="320040"/>
                </p14:xfrm>
              </p:contentPart>
            </mc:Choice>
            <mc:Fallback>
              <p:pic>
                <p:nvPicPr>
                  <p:cNvPr id="220" name="Ink 219">
                    <a:extLst>
                      <a:ext uri="{FF2B5EF4-FFF2-40B4-BE49-F238E27FC236}">
                        <a16:creationId xmlns:a16="http://schemas.microsoft.com/office/drawing/2014/main" id="{185D65E1-0E46-548F-B5D5-EA00567129FD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9231406" y="5285733"/>
                    <a:ext cx="318390" cy="3629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7">
                <p14:nvContentPartPr>
                  <p14:cNvPr id="221" name="Ink 220">
                    <a:extLst>
                      <a:ext uri="{FF2B5EF4-FFF2-40B4-BE49-F238E27FC236}">
                        <a16:creationId xmlns:a16="http://schemas.microsoft.com/office/drawing/2014/main" id="{7C9A8431-E072-DAC2-A56D-E857BD7F716C}"/>
                      </a:ext>
                    </a:extLst>
                  </p14:cNvPr>
                  <p14:cNvContentPartPr/>
                  <p14:nvPr/>
                </p14:nvContentPartPr>
                <p14:xfrm>
                  <a:off x="8779347" y="5717787"/>
                  <a:ext cx="46800" cy="403920"/>
                </p14:xfrm>
              </p:contentPart>
            </mc:Choice>
            <mc:Fallback>
              <p:pic>
                <p:nvPicPr>
                  <p:cNvPr id="221" name="Ink 220">
                    <a:extLst>
                      <a:ext uri="{FF2B5EF4-FFF2-40B4-BE49-F238E27FC236}">
                        <a16:creationId xmlns:a16="http://schemas.microsoft.com/office/drawing/2014/main" id="{7C9A8431-E072-DAC2-A56D-E857BD7F716C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8758639" y="5696141"/>
                    <a:ext cx="87802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9">
                <p14:nvContentPartPr>
                  <p14:cNvPr id="222" name="Ink 221">
                    <a:extLst>
                      <a:ext uri="{FF2B5EF4-FFF2-40B4-BE49-F238E27FC236}">
                        <a16:creationId xmlns:a16="http://schemas.microsoft.com/office/drawing/2014/main" id="{4CA24C53-3894-1C4E-FD16-F9F6A4CF2BEB}"/>
                      </a:ext>
                    </a:extLst>
                  </p14:cNvPr>
                  <p14:cNvContentPartPr/>
                  <p14:nvPr/>
                </p14:nvContentPartPr>
                <p14:xfrm>
                  <a:off x="8648667" y="5719227"/>
                  <a:ext cx="144720" cy="162000"/>
                </p14:xfrm>
              </p:contentPart>
            </mc:Choice>
            <mc:Fallback>
              <p:pic>
                <p:nvPicPr>
                  <p:cNvPr id="222" name="Ink 221">
                    <a:extLst>
                      <a:ext uri="{FF2B5EF4-FFF2-40B4-BE49-F238E27FC236}">
                        <a16:creationId xmlns:a16="http://schemas.microsoft.com/office/drawing/2014/main" id="{4CA24C53-3894-1C4E-FD16-F9F6A4CF2BEB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8628464" y="5698002"/>
                    <a:ext cx="185538" cy="2048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1">
                <p14:nvContentPartPr>
                  <p14:cNvPr id="223" name="Ink 222">
                    <a:extLst>
                      <a:ext uri="{FF2B5EF4-FFF2-40B4-BE49-F238E27FC236}">
                        <a16:creationId xmlns:a16="http://schemas.microsoft.com/office/drawing/2014/main" id="{5780E727-6712-036A-5D29-0F21E9FB2861}"/>
                      </a:ext>
                    </a:extLst>
                  </p14:cNvPr>
                  <p14:cNvContentPartPr/>
                  <p14:nvPr/>
                </p14:nvContentPartPr>
                <p14:xfrm>
                  <a:off x="8641107" y="6136467"/>
                  <a:ext cx="330840" cy="18360"/>
                </p14:xfrm>
              </p:contentPart>
            </mc:Choice>
            <mc:Fallback>
              <p:pic>
                <p:nvPicPr>
                  <p:cNvPr id="223" name="Ink 222">
                    <a:extLst>
                      <a:ext uri="{FF2B5EF4-FFF2-40B4-BE49-F238E27FC236}">
                        <a16:creationId xmlns:a16="http://schemas.microsoft.com/office/drawing/2014/main" id="{5780E727-6712-036A-5D29-0F21E9FB2861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8620919" y="6115118"/>
                    <a:ext cx="371628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3">
                <p14:nvContentPartPr>
                  <p14:cNvPr id="224" name="Ink 223">
                    <a:extLst>
                      <a:ext uri="{FF2B5EF4-FFF2-40B4-BE49-F238E27FC236}">
                        <a16:creationId xmlns:a16="http://schemas.microsoft.com/office/drawing/2014/main" id="{9193C565-DAFB-CA07-100D-359CADC755D7}"/>
                      </a:ext>
                    </a:extLst>
                  </p14:cNvPr>
                  <p14:cNvContentPartPr/>
                  <p14:nvPr/>
                </p14:nvContentPartPr>
                <p14:xfrm>
                  <a:off x="9496827" y="5747307"/>
                  <a:ext cx="410760" cy="448920"/>
                </p14:xfrm>
              </p:contentPart>
            </mc:Choice>
            <mc:Fallback>
              <p:pic>
                <p:nvPicPr>
                  <p:cNvPr id="224" name="Ink 223">
                    <a:extLst>
                      <a:ext uri="{FF2B5EF4-FFF2-40B4-BE49-F238E27FC236}">
                        <a16:creationId xmlns:a16="http://schemas.microsoft.com/office/drawing/2014/main" id="{9193C565-DAFB-CA07-100D-359CADC755D7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9476227" y="5725662"/>
                    <a:ext cx="451548" cy="491777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37C15B6-AAAF-2C78-AE3A-18AA5FFF9CFA}"/>
              </a:ext>
            </a:extLst>
          </p:cNvPr>
          <p:cNvGrpSpPr/>
          <p:nvPr/>
        </p:nvGrpSpPr>
        <p:grpSpPr>
          <a:xfrm>
            <a:off x="7835067" y="5404947"/>
            <a:ext cx="3569760" cy="1065600"/>
            <a:chOff x="7835067" y="5404947"/>
            <a:chExt cx="3569760" cy="10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74DEED5-D449-7CE4-EBEF-8AB5A2D7E80D}"/>
                    </a:ext>
                  </a:extLst>
                </p14:cNvPr>
                <p14:cNvContentPartPr/>
                <p14:nvPr/>
              </p14:nvContentPartPr>
              <p14:xfrm>
                <a:off x="7913187" y="5438067"/>
                <a:ext cx="39960" cy="4546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74DEED5-D449-7CE4-EBEF-8AB5A2D7E80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95187" y="5420067"/>
                  <a:ext cx="756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825E41A-C8A7-6AE7-08A6-2CDB4C5116F1}"/>
                    </a:ext>
                  </a:extLst>
                </p14:cNvPr>
                <p14:cNvContentPartPr/>
                <p14:nvPr/>
              </p14:nvContentPartPr>
              <p14:xfrm>
                <a:off x="7993467" y="5622027"/>
                <a:ext cx="154800" cy="222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825E41A-C8A7-6AE7-08A6-2CDB4C5116F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75827" y="5604027"/>
                  <a:ext cx="190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15A1AD2-D744-3071-CDC2-0A688198F18A}"/>
                    </a:ext>
                  </a:extLst>
                </p14:cNvPr>
                <p14:cNvContentPartPr/>
                <p14:nvPr/>
              </p14:nvContentPartPr>
              <p14:xfrm>
                <a:off x="8212347" y="5602587"/>
                <a:ext cx="266040" cy="246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15A1AD2-D744-3071-CDC2-0A688198F18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94347" y="5584947"/>
                  <a:ext cx="3016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839C3CB-0DE1-77C2-1DCC-08BDA54E65B1}"/>
                    </a:ext>
                  </a:extLst>
                </p14:cNvPr>
                <p14:cNvContentPartPr/>
                <p14:nvPr/>
              </p14:nvContentPartPr>
              <p14:xfrm>
                <a:off x="8546067" y="5600427"/>
                <a:ext cx="182880" cy="220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839C3CB-0DE1-77C2-1DCC-08BDA54E65B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28427" y="5582787"/>
                  <a:ext cx="218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EF20B53-FE55-B722-10CA-D1F1A0409522}"/>
                    </a:ext>
                  </a:extLst>
                </p14:cNvPr>
                <p14:cNvContentPartPr/>
                <p14:nvPr/>
              </p14:nvContentPartPr>
              <p14:xfrm>
                <a:off x="8771787" y="5608707"/>
                <a:ext cx="240840" cy="1695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EF20B53-FE55-B722-10CA-D1F1A040952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754147" y="5591067"/>
                  <a:ext cx="276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DD8B6E3-B119-105A-F58C-45433CA56F7F}"/>
                    </a:ext>
                  </a:extLst>
                </p14:cNvPr>
                <p14:cNvContentPartPr/>
                <p14:nvPr/>
              </p14:nvContentPartPr>
              <p14:xfrm>
                <a:off x="9385587" y="5414307"/>
                <a:ext cx="264600" cy="381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DD8B6E3-B119-105A-F58C-45433CA56F7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367947" y="5396667"/>
                  <a:ext cx="3002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0E2C9C0-2D81-51E1-73C2-25102D2C8485}"/>
                    </a:ext>
                  </a:extLst>
                </p14:cNvPr>
                <p14:cNvContentPartPr/>
                <p14:nvPr/>
              </p14:nvContentPartPr>
              <p14:xfrm>
                <a:off x="9767187" y="5616627"/>
                <a:ext cx="6840" cy="145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0E2C9C0-2D81-51E1-73C2-25102D2C848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749547" y="5598627"/>
                  <a:ext cx="42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7F7DA3F-944B-35DC-7FDE-8C9029A72F26}"/>
                    </a:ext>
                  </a:extLst>
                </p14:cNvPr>
                <p14:cNvContentPartPr/>
                <p14:nvPr/>
              </p14:nvContentPartPr>
              <p14:xfrm>
                <a:off x="9696627" y="5493507"/>
                <a:ext cx="35640" cy="122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7F7DA3F-944B-35DC-7FDE-8C9029A72F2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78987" y="5475867"/>
                  <a:ext cx="71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CB6BBD1-A492-9327-C6D7-26249D87DF94}"/>
                    </a:ext>
                  </a:extLst>
                </p14:cNvPr>
                <p14:cNvContentPartPr/>
                <p14:nvPr/>
              </p14:nvContentPartPr>
              <p14:xfrm>
                <a:off x="9658467" y="5592867"/>
                <a:ext cx="329400" cy="619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CB6BBD1-A492-9327-C6D7-26249D87DF9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640467" y="5575227"/>
                  <a:ext cx="36504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430BD8F-645C-122E-B34A-AA8E8942A70C}"/>
                    </a:ext>
                  </a:extLst>
                </p14:cNvPr>
                <p14:cNvContentPartPr/>
                <p14:nvPr/>
              </p14:nvContentPartPr>
              <p14:xfrm>
                <a:off x="10146987" y="5610507"/>
                <a:ext cx="7920" cy="174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430BD8F-645C-122E-B34A-AA8E8942A70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29347" y="5592507"/>
                  <a:ext cx="43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410E0F4-DCFF-4E23-AE67-FC3DF477E9C8}"/>
                    </a:ext>
                  </a:extLst>
                </p14:cNvPr>
                <p14:cNvContentPartPr/>
                <p14:nvPr/>
              </p14:nvContentPartPr>
              <p14:xfrm>
                <a:off x="9992907" y="5432667"/>
                <a:ext cx="119160" cy="81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410E0F4-DCFF-4E23-AE67-FC3DF477E9C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975267" y="5415027"/>
                  <a:ext cx="154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8FB2C67-12BF-F492-69C9-4D47AC91B6C3}"/>
                    </a:ext>
                  </a:extLst>
                </p14:cNvPr>
                <p14:cNvContentPartPr/>
                <p14:nvPr/>
              </p14:nvContentPartPr>
              <p14:xfrm>
                <a:off x="10378827" y="5404947"/>
                <a:ext cx="153360" cy="3463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8FB2C67-12BF-F492-69C9-4D47AC91B6C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61187" y="5386947"/>
                  <a:ext cx="1890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E97459F-B099-A054-7946-2BA5E4DA2375}"/>
                    </a:ext>
                  </a:extLst>
                </p14:cNvPr>
                <p14:cNvContentPartPr/>
                <p14:nvPr/>
              </p14:nvContentPartPr>
              <p14:xfrm>
                <a:off x="10285947" y="5575947"/>
                <a:ext cx="331920" cy="12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E97459F-B099-A054-7946-2BA5E4DA237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268307" y="5558307"/>
                  <a:ext cx="367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2DD5608-D265-F2A6-67F1-A35D9D45F8F4}"/>
                    </a:ext>
                  </a:extLst>
                </p14:cNvPr>
                <p14:cNvContentPartPr/>
                <p14:nvPr/>
              </p14:nvContentPartPr>
              <p14:xfrm>
                <a:off x="7835067" y="6063747"/>
                <a:ext cx="168120" cy="3816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2DD5608-D265-F2A6-67F1-A35D9D45F8F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817067" y="6046107"/>
                  <a:ext cx="2037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E37D367-1324-2607-B03E-BA97B002AE56}"/>
                    </a:ext>
                  </a:extLst>
                </p14:cNvPr>
                <p14:cNvContentPartPr/>
                <p14:nvPr/>
              </p14:nvContentPartPr>
              <p14:xfrm>
                <a:off x="8028387" y="6236187"/>
                <a:ext cx="258120" cy="2170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E37D367-1324-2607-B03E-BA97B002AE5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010747" y="6218187"/>
                  <a:ext cx="293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E715BFE-2F9A-CC28-CE0A-C2C50A55D589}"/>
                    </a:ext>
                  </a:extLst>
                </p14:cNvPr>
                <p14:cNvContentPartPr/>
                <p14:nvPr/>
              </p14:nvContentPartPr>
              <p14:xfrm>
                <a:off x="8312067" y="6238347"/>
                <a:ext cx="172440" cy="190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E715BFE-2F9A-CC28-CE0A-C2C50A55D58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294427" y="6220347"/>
                  <a:ext cx="208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8FD099D-BCA3-2871-C983-664A925CDE9A}"/>
                    </a:ext>
                  </a:extLst>
                </p14:cNvPr>
                <p14:cNvContentPartPr/>
                <p14:nvPr/>
              </p14:nvContentPartPr>
              <p14:xfrm>
                <a:off x="8533107" y="6257067"/>
                <a:ext cx="137160" cy="193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8FD099D-BCA3-2871-C983-664A925CDE9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515467" y="6239427"/>
                  <a:ext cx="172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E5ADCC3-36D9-91DA-32B9-6A43C4D4BFEE}"/>
                    </a:ext>
                  </a:extLst>
                </p14:cNvPr>
                <p14:cNvContentPartPr/>
                <p14:nvPr/>
              </p14:nvContentPartPr>
              <p14:xfrm>
                <a:off x="8708787" y="6254187"/>
                <a:ext cx="355320" cy="190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E5ADCC3-36D9-91DA-32B9-6A43C4D4BFE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691147" y="6236187"/>
                  <a:ext cx="390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823B0FA-DBE2-4913-0ED5-A466E21BCF9E}"/>
                    </a:ext>
                  </a:extLst>
                </p14:cNvPr>
                <p14:cNvContentPartPr/>
                <p14:nvPr/>
              </p14:nvContentPartPr>
              <p14:xfrm>
                <a:off x="9155907" y="6235827"/>
                <a:ext cx="331200" cy="2109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823B0FA-DBE2-4913-0ED5-A466E21BCF9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137907" y="6218187"/>
                  <a:ext cx="366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0E36BD27-7CE4-2F1C-424A-EAC88107A0EE}"/>
                    </a:ext>
                  </a:extLst>
                </p14:cNvPr>
                <p14:cNvContentPartPr/>
                <p14:nvPr/>
              </p14:nvContentPartPr>
              <p14:xfrm>
                <a:off x="10074627" y="6223947"/>
                <a:ext cx="398880" cy="2217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0E36BD27-7CE4-2F1C-424A-EAC88107A0E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056627" y="6206307"/>
                  <a:ext cx="434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E52CC2F-8ACC-E768-B7FC-2A03ABB18B1C}"/>
                    </a:ext>
                  </a:extLst>
                </p14:cNvPr>
                <p14:cNvContentPartPr/>
                <p14:nvPr/>
              </p14:nvContentPartPr>
              <p14:xfrm>
                <a:off x="10511667" y="6196947"/>
                <a:ext cx="637560" cy="2736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E52CC2F-8ACC-E768-B7FC-2A03ABB18B1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494027" y="6178947"/>
                  <a:ext cx="673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D3AF7BE-B6B4-AC48-7BC9-2E844808545C}"/>
                    </a:ext>
                  </a:extLst>
                </p14:cNvPr>
                <p14:cNvContentPartPr/>
                <p14:nvPr/>
              </p14:nvContentPartPr>
              <p14:xfrm>
                <a:off x="11221587" y="6184347"/>
                <a:ext cx="183240" cy="2350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D3AF7BE-B6B4-AC48-7BC9-2E844808545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203947" y="6166707"/>
                  <a:ext cx="218880" cy="270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70996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57D0A-6B94-C325-8D2E-65490A9A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EA2FE9-C3FE-E994-3C0F-F065B3DBB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3509CEA5-934F-4AB0-0FD3-8D58E7E1DF07}"/>
              </a:ext>
            </a:extLst>
          </p:cNvPr>
          <p:cNvGrpSpPr/>
          <p:nvPr/>
        </p:nvGrpSpPr>
        <p:grpSpPr>
          <a:xfrm>
            <a:off x="7000947" y="3043707"/>
            <a:ext cx="230040" cy="268920"/>
            <a:chOff x="7000947" y="3043707"/>
            <a:chExt cx="23004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3DC9A1F-D994-62FC-36DC-5247EA3E5E53}"/>
                    </a:ext>
                  </a:extLst>
                </p14:cNvPr>
                <p14:cNvContentPartPr/>
                <p14:nvPr/>
              </p14:nvContentPartPr>
              <p14:xfrm>
                <a:off x="7000947" y="3043707"/>
                <a:ext cx="98640" cy="241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3DC9A1F-D994-62FC-36DC-5247EA3E5E5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82947" y="3026067"/>
                  <a:ext cx="1342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AAA0745-5F2A-F069-894A-FD1A691E8531}"/>
                    </a:ext>
                  </a:extLst>
                </p14:cNvPr>
                <p14:cNvContentPartPr/>
                <p14:nvPr/>
              </p14:nvContentPartPr>
              <p14:xfrm>
                <a:off x="7017867" y="3296067"/>
                <a:ext cx="213120" cy="16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AAA0745-5F2A-F069-894A-FD1A691E853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00227" y="3278427"/>
                  <a:ext cx="2487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C956B02-763F-151C-2005-BFB74B1B06B3}"/>
              </a:ext>
            </a:extLst>
          </p:cNvPr>
          <p:cNvGrpSpPr/>
          <p:nvPr/>
        </p:nvGrpSpPr>
        <p:grpSpPr>
          <a:xfrm>
            <a:off x="6102387" y="3066027"/>
            <a:ext cx="581040" cy="191160"/>
            <a:chOff x="6102387" y="3066027"/>
            <a:chExt cx="581040" cy="19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BEDB967-A9D6-E5BB-91B7-C335980899AD}"/>
                    </a:ext>
                  </a:extLst>
                </p14:cNvPr>
                <p14:cNvContentPartPr/>
                <p14:nvPr/>
              </p14:nvContentPartPr>
              <p14:xfrm>
                <a:off x="6429987" y="3075747"/>
                <a:ext cx="253440" cy="181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BEDB967-A9D6-E5BB-91B7-C335980899A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12347" y="3057747"/>
                  <a:ext cx="289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BA898E2-53DB-CBE8-0144-03275F0B0A67}"/>
                    </a:ext>
                  </a:extLst>
                </p14:cNvPr>
                <p14:cNvContentPartPr/>
                <p14:nvPr/>
              </p14:nvContentPartPr>
              <p14:xfrm>
                <a:off x="6102387" y="3066027"/>
                <a:ext cx="250560" cy="144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BA898E2-53DB-CBE8-0144-03275F0B0A6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84747" y="3048387"/>
                  <a:ext cx="28620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3287E7D-B416-992D-BB06-1117A98F49C4}"/>
              </a:ext>
            </a:extLst>
          </p:cNvPr>
          <p:cNvGrpSpPr/>
          <p:nvPr/>
        </p:nvGrpSpPr>
        <p:grpSpPr>
          <a:xfrm>
            <a:off x="4329747" y="3055227"/>
            <a:ext cx="1433160" cy="209160"/>
            <a:chOff x="4329747" y="3055227"/>
            <a:chExt cx="1433160" cy="20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EE29977-27EF-5611-EF80-659C7618F810}"/>
                    </a:ext>
                  </a:extLst>
                </p14:cNvPr>
                <p14:cNvContentPartPr/>
                <p14:nvPr/>
              </p14:nvContentPartPr>
              <p14:xfrm>
                <a:off x="5536107" y="3081507"/>
                <a:ext cx="226800" cy="182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EE29977-27EF-5611-EF80-659C7618F81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18107" y="3063867"/>
                  <a:ext cx="2624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C9734E4-9F1E-E839-E7B4-57A5B58422CB}"/>
                    </a:ext>
                  </a:extLst>
                </p14:cNvPr>
                <p14:cNvContentPartPr/>
                <p14:nvPr/>
              </p14:nvContentPartPr>
              <p14:xfrm>
                <a:off x="5052267" y="3057747"/>
                <a:ext cx="262800" cy="173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C9734E4-9F1E-E839-E7B4-57A5B58422C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34627" y="3039747"/>
                  <a:ext cx="2984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8423D90-D26B-DD4B-0EE8-708DB36F3E7B}"/>
                    </a:ext>
                  </a:extLst>
                </p14:cNvPr>
                <p14:cNvContentPartPr/>
                <p14:nvPr/>
              </p14:nvContentPartPr>
              <p14:xfrm>
                <a:off x="4646907" y="3098427"/>
                <a:ext cx="268920" cy="149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8423D90-D26B-DD4B-0EE8-708DB36F3E7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29267" y="3080427"/>
                  <a:ext cx="304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5E8CBB0-F707-F31C-3328-AA69E0AD723F}"/>
                    </a:ext>
                  </a:extLst>
                </p14:cNvPr>
                <p14:cNvContentPartPr/>
                <p14:nvPr/>
              </p14:nvContentPartPr>
              <p14:xfrm>
                <a:off x="4329747" y="3055227"/>
                <a:ext cx="266400" cy="169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5E8CBB0-F707-F31C-3328-AA69E0AD723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11747" y="3037587"/>
                  <a:ext cx="30204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73CF30E-AE61-8F7F-2565-7202E5CD01F1}"/>
              </a:ext>
            </a:extLst>
          </p:cNvPr>
          <p:cNvGrpSpPr/>
          <p:nvPr/>
        </p:nvGrpSpPr>
        <p:grpSpPr>
          <a:xfrm>
            <a:off x="4335867" y="2610627"/>
            <a:ext cx="318960" cy="289080"/>
            <a:chOff x="4335867" y="2610627"/>
            <a:chExt cx="318960" cy="2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0DF2D1D-47FC-8F9E-9ED5-BD84C5524A4A}"/>
                    </a:ext>
                  </a:extLst>
                </p14:cNvPr>
                <p14:cNvContentPartPr/>
                <p14:nvPr/>
              </p14:nvContentPartPr>
              <p14:xfrm>
                <a:off x="4335867" y="2761467"/>
                <a:ext cx="261360" cy="138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0DF2D1D-47FC-8F9E-9ED5-BD84C5524A4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17867" y="2743467"/>
                  <a:ext cx="297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F7724F7-6B6D-BA53-D06C-31D6FBDF133B}"/>
                    </a:ext>
                  </a:extLst>
                </p14:cNvPr>
                <p14:cNvContentPartPr/>
                <p14:nvPr/>
              </p14:nvContentPartPr>
              <p14:xfrm>
                <a:off x="4500387" y="2610627"/>
                <a:ext cx="154440" cy="161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F7724F7-6B6D-BA53-D06C-31D6FBDF133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82747" y="2592987"/>
                  <a:ext cx="19008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B53127F-D347-3645-1C92-8EE3F0456B63}"/>
              </a:ext>
            </a:extLst>
          </p:cNvPr>
          <p:cNvGrpSpPr/>
          <p:nvPr/>
        </p:nvGrpSpPr>
        <p:grpSpPr>
          <a:xfrm>
            <a:off x="5114547" y="2219307"/>
            <a:ext cx="208800" cy="358560"/>
            <a:chOff x="5114547" y="2219307"/>
            <a:chExt cx="20880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E4DAF7-D623-51CF-152E-59604393FF1B}"/>
                    </a:ext>
                  </a:extLst>
                </p14:cNvPr>
                <p14:cNvContentPartPr/>
                <p14:nvPr/>
              </p14:nvContentPartPr>
              <p14:xfrm>
                <a:off x="5154507" y="2437107"/>
                <a:ext cx="165960" cy="140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E4DAF7-D623-51CF-152E-59604393FF1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36867" y="2419107"/>
                  <a:ext cx="2016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6B964A4-E402-35E2-41D7-DD4E5D272956}"/>
                    </a:ext>
                  </a:extLst>
                </p14:cNvPr>
                <p14:cNvContentPartPr/>
                <p14:nvPr/>
              </p14:nvContentPartPr>
              <p14:xfrm>
                <a:off x="5114547" y="2219307"/>
                <a:ext cx="90720" cy="162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6B964A4-E402-35E2-41D7-DD4E5D27295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096547" y="2201307"/>
                  <a:ext cx="1263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A018C81-8CE8-C141-757F-79105FB57A5B}"/>
                    </a:ext>
                  </a:extLst>
                </p14:cNvPr>
                <p14:cNvContentPartPr/>
                <p14:nvPr/>
              </p14:nvContentPartPr>
              <p14:xfrm>
                <a:off x="5123907" y="2389227"/>
                <a:ext cx="199440" cy="17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A018C81-8CE8-C141-757F-79105FB57A5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106267" y="2371587"/>
                  <a:ext cx="23508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F44821D-5F20-4EA4-919A-052FA565A193}"/>
              </a:ext>
            </a:extLst>
          </p:cNvPr>
          <p:cNvGrpSpPr/>
          <p:nvPr/>
        </p:nvGrpSpPr>
        <p:grpSpPr>
          <a:xfrm>
            <a:off x="869787" y="549987"/>
            <a:ext cx="3646800" cy="1773720"/>
            <a:chOff x="869787" y="549987"/>
            <a:chExt cx="3646800" cy="177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4B31154-E46F-A5DF-4273-972A8546E055}"/>
                    </a:ext>
                  </a:extLst>
                </p14:cNvPr>
                <p14:cNvContentPartPr/>
                <p14:nvPr/>
              </p14:nvContentPartPr>
              <p14:xfrm>
                <a:off x="2142387" y="695427"/>
                <a:ext cx="2374200" cy="1628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4B31154-E46F-A5DF-4273-972A8546E05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24747" y="677427"/>
                  <a:ext cx="2409840" cy="166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D06BF1E-F6F3-D561-1457-94B7B3DCF9C1}"/>
                    </a:ext>
                  </a:extLst>
                </p14:cNvPr>
                <p14:cNvContentPartPr/>
                <p14:nvPr/>
              </p14:nvContentPartPr>
              <p14:xfrm>
                <a:off x="3938067" y="1471587"/>
                <a:ext cx="357480" cy="474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D06BF1E-F6F3-D561-1457-94B7B3DCF9C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20427" y="1453947"/>
                  <a:ext cx="39312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A634A17-54EF-A15D-64EE-9701192FF10F}"/>
                    </a:ext>
                  </a:extLst>
                </p14:cNvPr>
                <p14:cNvContentPartPr/>
                <p14:nvPr/>
              </p14:nvContentPartPr>
              <p14:xfrm>
                <a:off x="870147" y="692187"/>
                <a:ext cx="82080" cy="509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A634A17-54EF-A15D-64EE-9701192FF10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2507" y="674187"/>
                  <a:ext cx="11772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E630367-F5B8-3428-30D7-94FB7AEC5322}"/>
                    </a:ext>
                  </a:extLst>
                </p14:cNvPr>
                <p14:cNvContentPartPr/>
                <p14:nvPr/>
              </p14:nvContentPartPr>
              <p14:xfrm>
                <a:off x="1011267" y="924747"/>
                <a:ext cx="182160" cy="210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E630367-F5B8-3428-30D7-94FB7AEC532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3267" y="906747"/>
                  <a:ext cx="2178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FAF55A1-A5CB-40B2-06DA-8FCCF4A21573}"/>
                    </a:ext>
                  </a:extLst>
                </p14:cNvPr>
                <p14:cNvContentPartPr/>
                <p14:nvPr/>
              </p14:nvContentPartPr>
              <p14:xfrm>
                <a:off x="1249587" y="896307"/>
                <a:ext cx="283680" cy="208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FAF55A1-A5CB-40B2-06DA-8FCCF4A2157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31587" y="878667"/>
                  <a:ext cx="3193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FCEC678-568B-5A5B-13DB-CE2EE2E79E9F}"/>
                    </a:ext>
                  </a:extLst>
                </p14:cNvPr>
                <p14:cNvContentPartPr/>
                <p14:nvPr/>
              </p14:nvContentPartPr>
              <p14:xfrm>
                <a:off x="1565667" y="549987"/>
                <a:ext cx="252360" cy="544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FCEC678-568B-5A5B-13DB-CE2EE2E79E9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547667" y="531987"/>
                  <a:ext cx="2880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75E9856-C473-5037-FC77-A8D97109D950}"/>
                    </a:ext>
                  </a:extLst>
                </p14:cNvPr>
                <p14:cNvContentPartPr/>
                <p14:nvPr/>
              </p14:nvContentPartPr>
              <p14:xfrm>
                <a:off x="869787" y="1478067"/>
                <a:ext cx="386280" cy="86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75E9856-C473-5037-FC77-A8D97109D95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2147" y="1460427"/>
                  <a:ext cx="4219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F698C3-ED7A-4AE2-BA2F-2336A47682A7}"/>
                    </a:ext>
                  </a:extLst>
                </p14:cNvPr>
                <p14:cNvContentPartPr/>
                <p14:nvPr/>
              </p14:nvContentPartPr>
              <p14:xfrm>
                <a:off x="939267" y="1610907"/>
                <a:ext cx="344880" cy="92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F698C3-ED7A-4AE2-BA2F-2336A47682A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21627" y="1592907"/>
                  <a:ext cx="3805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0CA8784-2C7A-3CC5-1B05-60A2B9D4173D}"/>
                    </a:ext>
                  </a:extLst>
                </p14:cNvPr>
                <p14:cNvContentPartPr/>
                <p14:nvPr/>
              </p14:nvContentPartPr>
              <p14:xfrm>
                <a:off x="1464507" y="1275387"/>
                <a:ext cx="129600" cy="394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0CA8784-2C7A-3CC5-1B05-60A2B9D4173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446867" y="1257387"/>
                  <a:ext cx="16524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B2EAB37-2C6A-E205-0365-FB018897478B}"/>
                    </a:ext>
                  </a:extLst>
                </p14:cNvPr>
                <p14:cNvContentPartPr/>
                <p14:nvPr/>
              </p14:nvContentPartPr>
              <p14:xfrm>
                <a:off x="1478547" y="1615227"/>
                <a:ext cx="273960" cy="111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B2EAB37-2C6A-E205-0365-FB01889747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460547" y="1597227"/>
                  <a:ext cx="30960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F92E090-251D-06AF-232A-3B75BBAC7723}"/>
              </a:ext>
            </a:extLst>
          </p:cNvPr>
          <p:cNvGrpSpPr/>
          <p:nvPr/>
        </p:nvGrpSpPr>
        <p:grpSpPr>
          <a:xfrm>
            <a:off x="277587" y="2337027"/>
            <a:ext cx="2738160" cy="1809360"/>
            <a:chOff x="277587" y="2337027"/>
            <a:chExt cx="2738160" cy="180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DB0505E-04AD-245E-4011-E41CF3AF881F}"/>
                    </a:ext>
                  </a:extLst>
                </p14:cNvPr>
                <p14:cNvContentPartPr/>
                <p14:nvPr/>
              </p14:nvContentPartPr>
              <p14:xfrm>
                <a:off x="376947" y="2337027"/>
                <a:ext cx="340920" cy="505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DB0505E-04AD-245E-4011-E41CF3AF881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8947" y="2319027"/>
                  <a:ext cx="37656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8B3AF56-AD42-ED31-F97E-81AE7E6147C1}"/>
                    </a:ext>
                  </a:extLst>
                </p14:cNvPr>
                <p14:cNvContentPartPr/>
                <p14:nvPr/>
              </p14:nvContentPartPr>
              <p14:xfrm>
                <a:off x="854307" y="2543307"/>
                <a:ext cx="266760" cy="236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8B3AF56-AD42-ED31-F97E-81AE7E6147C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36307" y="2525307"/>
                  <a:ext cx="3024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3D39E75-0B2A-69B3-18CA-479FAB52B0F1}"/>
                    </a:ext>
                  </a:extLst>
                </p14:cNvPr>
                <p14:cNvContentPartPr/>
                <p14:nvPr/>
              </p14:nvContentPartPr>
              <p14:xfrm>
                <a:off x="277587" y="3111387"/>
                <a:ext cx="292680" cy="422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3D39E75-0B2A-69B3-18CA-479FAB52B0F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59947" y="3093747"/>
                  <a:ext cx="3283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CC3444E-CA50-CFEF-F60E-D9F1F3577455}"/>
                    </a:ext>
                  </a:extLst>
                </p14:cNvPr>
                <p14:cNvContentPartPr/>
                <p14:nvPr/>
              </p14:nvContentPartPr>
              <p14:xfrm>
                <a:off x="449667" y="3312267"/>
                <a:ext cx="257040" cy="165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CC3444E-CA50-CFEF-F60E-D9F1F357745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31667" y="3294267"/>
                  <a:ext cx="2926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9905CDE-E232-B35D-7FA9-B2B2906A4F6D}"/>
                    </a:ext>
                  </a:extLst>
                </p14:cNvPr>
                <p14:cNvContentPartPr/>
                <p14:nvPr/>
              </p14:nvContentPartPr>
              <p14:xfrm>
                <a:off x="727587" y="3291747"/>
                <a:ext cx="218160" cy="347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9905CDE-E232-B35D-7FA9-B2B2906A4F6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09587" y="3273747"/>
                  <a:ext cx="2538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E1C0D7C-766C-90A8-B64B-DB636B1F67B9}"/>
                    </a:ext>
                  </a:extLst>
                </p14:cNvPr>
                <p14:cNvContentPartPr/>
                <p14:nvPr/>
              </p14:nvContentPartPr>
              <p14:xfrm>
                <a:off x="1060587" y="3040467"/>
                <a:ext cx="241920" cy="376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E1C0D7C-766C-90A8-B64B-DB636B1F67B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42587" y="3022827"/>
                  <a:ext cx="27756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55A56AE-3359-8F35-9505-3325C9E4A1C1}"/>
                    </a:ext>
                  </a:extLst>
                </p14:cNvPr>
                <p14:cNvContentPartPr/>
                <p14:nvPr/>
              </p14:nvContentPartPr>
              <p14:xfrm>
                <a:off x="1162827" y="3233067"/>
                <a:ext cx="205560" cy="216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55A56AE-3359-8F35-9505-3325C9E4A1C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45187" y="3215067"/>
                  <a:ext cx="2412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7173123-2B4D-5031-5D38-37F57CF09D3D}"/>
                    </a:ext>
                  </a:extLst>
                </p14:cNvPr>
                <p14:cNvContentPartPr/>
                <p14:nvPr/>
              </p14:nvContentPartPr>
              <p14:xfrm>
                <a:off x="1398987" y="3225507"/>
                <a:ext cx="217800" cy="276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7173123-2B4D-5031-5D38-37F57CF09D3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381347" y="3207867"/>
                  <a:ext cx="253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7BCA471-81B8-137D-A796-DA686650BB9E}"/>
                    </a:ext>
                  </a:extLst>
                </p14:cNvPr>
                <p14:cNvContentPartPr/>
                <p14:nvPr/>
              </p14:nvContentPartPr>
              <p14:xfrm>
                <a:off x="1704987" y="2947227"/>
                <a:ext cx="224640" cy="367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7BCA471-81B8-137D-A796-DA686650BB9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687347" y="2929227"/>
                  <a:ext cx="2602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4DBBFCF-4A0B-45F3-5E7C-8F47C2F1B0CD}"/>
                    </a:ext>
                  </a:extLst>
                </p14:cNvPr>
                <p14:cNvContentPartPr/>
                <p14:nvPr/>
              </p14:nvContentPartPr>
              <p14:xfrm>
                <a:off x="1773747" y="3156027"/>
                <a:ext cx="208800" cy="192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4DBBFCF-4A0B-45F3-5E7C-8F47C2F1B0C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755747" y="3138027"/>
                  <a:ext cx="2444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1914A00-6723-33A8-0E4B-F5F5312AF7EC}"/>
                    </a:ext>
                  </a:extLst>
                </p14:cNvPr>
                <p14:cNvContentPartPr/>
                <p14:nvPr/>
              </p14:nvContentPartPr>
              <p14:xfrm>
                <a:off x="2006667" y="3136947"/>
                <a:ext cx="199800" cy="247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1914A00-6723-33A8-0E4B-F5F5312AF7E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989027" y="3119307"/>
                  <a:ext cx="2354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8E10D17-5CD7-E170-C0D8-86A94AE1A48F}"/>
                    </a:ext>
                  </a:extLst>
                </p14:cNvPr>
                <p14:cNvContentPartPr/>
                <p14:nvPr/>
              </p14:nvContentPartPr>
              <p14:xfrm>
                <a:off x="2260827" y="2852187"/>
                <a:ext cx="337680" cy="404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8E10D17-5CD7-E170-C0D8-86A94AE1A48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243187" y="2834547"/>
                  <a:ext cx="3733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6C245AE-A34D-599A-7B13-8EDEAAE614FD}"/>
                    </a:ext>
                  </a:extLst>
                </p14:cNvPr>
                <p14:cNvContentPartPr/>
                <p14:nvPr/>
              </p14:nvContentPartPr>
              <p14:xfrm>
                <a:off x="2404467" y="3057747"/>
                <a:ext cx="241920" cy="213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6C245AE-A34D-599A-7B13-8EDEAAE614F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386827" y="3039747"/>
                  <a:ext cx="2775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A5C3C10-3860-0651-6C99-D28822961255}"/>
                    </a:ext>
                  </a:extLst>
                </p14:cNvPr>
                <p14:cNvContentPartPr/>
                <p14:nvPr/>
              </p14:nvContentPartPr>
              <p14:xfrm>
                <a:off x="2708307" y="3086547"/>
                <a:ext cx="59040" cy="231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A5C3C10-3860-0651-6C99-D2882296125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690307" y="3068547"/>
                  <a:ext cx="946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2DF2E3-89C5-171D-2F51-5F585905A03B}"/>
                    </a:ext>
                  </a:extLst>
                </p14:cNvPr>
                <p14:cNvContentPartPr/>
                <p14:nvPr/>
              </p14:nvContentPartPr>
              <p14:xfrm>
                <a:off x="589707" y="3954867"/>
                <a:ext cx="392760" cy="41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2DF2E3-89C5-171D-2F51-5F585905A03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72067" y="3936867"/>
                  <a:ext cx="4284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C952307-D061-2D43-1CB6-738F938F5C83}"/>
                    </a:ext>
                  </a:extLst>
                </p14:cNvPr>
                <p14:cNvContentPartPr/>
                <p14:nvPr/>
              </p14:nvContentPartPr>
              <p14:xfrm>
                <a:off x="730827" y="4077627"/>
                <a:ext cx="282600" cy="68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C952307-D061-2D43-1CB6-738F938F5C8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13187" y="4059987"/>
                  <a:ext cx="318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926176D-ADE3-CCDA-D117-8F192B31DD81}"/>
                    </a:ext>
                  </a:extLst>
                </p14:cNvPr>
                <p14:cNvContentPartPr/>
                <p14:nvPr/>
              </p14:nvContentPartPr>
              <p14:xfrm>
                <a:off x="1195947" y="3746427"/>
                <a:ext cx="383040" cy="369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926176D-ADE3-CCDA-D117-8F192B31DD8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78307" y="3728427"/>
                  <a:ext cx="41868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8955C19-60F4-B129-22D8-7B0B1588498A}"/>
                    </a:ext>
                  </a:extLst>
                </p14:cNvPr>
                <p14:cNvContentPartPr/>
                <p14:nvPr/>
              </p14:nvContentPartPr>
              <p14:xfrm>
                <a:off x="1783467" y="3653547"/>
                <a:ext cx="325440" cy="352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8955C19-60F4-B129-22D8-7B0B1588498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765467" y="3635547"/>
                  <a:ext cx="3610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304746A-0B2D-A771-CAD7-E45FB9AE1D7D}"/>
                    </a:ext>
                  </a:extLst>
                </p14:cNvPr>
                <p14:cNvContentPartPr/>
                <p14:nvPr/>
              </p14:nvContentPartPr>
              <p14:xfrm>
                <a:off x="2194947" y="3545907"/>
                <a:ext cx="339480" cy="377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304746A-0B2D-A771-CAD7-E45FB9AE1D7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177307" y="3527907"/>
                  <a:ext cx="37512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460C1C3-0833-5D1C-A6E7-76E3BF45C675}"/>
                    </a:ext>
                  </a:extLst>
                </p14:cNvPr>
                <p14:cNvContentPartPr/>
                <p14:nvPr/>
              </p14:nvContentPartPr>
              <p14:xfrm>
                <a:off x="2674107" y="3512067"/>
                <a:ext cx="341640" cy="334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460C1C3-0833-5D1C-A6E7-76E3BF45C67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656467" y="3494427"/>
                  <a:ext cx="377280" cy="37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D692C18-FAEA-159F-2096-41D04AA627FC}"/>
              </a:ext>
            </a:extLst>
          </p:cNvPr>
          <p:cNvGrpSpPr/>
          <p:nvPr/>
        </p:nvGrpSpPr>
        <p:grpSpPr>
          <a:xfrm>
            <a:off x="374787" y="4439787"/>
            <a:ext cx="4939920" cy="1703160"/>
            <a:chOff x="374787" y="4439787"/>
            <a:chExt cx="4939920" cy="170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C6C2C06-7D70-36EC-AAF8-052D9B5D1DF2}"/>
                    </a:ext>
                  </a:extLst>
                </p14:cNvPr>
                <p14:cNvContentPartPr/>
                <p14:nvPr/>
              </p14:nvContentPartPr>
              <p14:xfrm>
                <a:off x="608787" y="4602507"/>
                <a:ext cx="33840" cy="406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C6C2C06-7D70-36EC-AAF8-052D9B5D1DF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90787" y="4584867"/>
                  <a:ext cx="6948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284CD8C-C3EC-3638-C581-0B7F8A944CF2}"/>
                    </a:ext>
                  </a:extLst>
                </p14:cNvPr>
                <p14:cNvContentPartPr/>
                <p14:nvPr/>
              </p14:nvContentPartPr>
              <p14:xfrm>
                <a:off x="374787" y="4592067"/>
                <a:ext cx="413280" cy="52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284CD8C-C3EC-3638-C581-0B7F8A944CF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57147" y="4574427"/>
                  <a:ext cx="448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C255375-64B9-DD39-F6CB-B31E7A964DBC}"/>
                    </a:ext>
                  </a:extLst>
                </p14:cNvPr>
                <p14:cNvContentPartPr/>
                <p14:nvPr/>
              </p14:nvContentPartPr>
              <p14:xfrm>
                <a:off x="521307" y="4979427"/>
                <a:ext cx="237600" cy="54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C255375-64B9-DD39-F6CB-B31E7A964DB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03307" y="4961427"/>
                  <a:ext cx="2732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0B0C5E5-D8D5-F2DE-B601-A2B801DD777F}"/>
                    </a:ext>
                  </a:extLst>
                </p14:cNvPr>
                <p14:cNvContentPartPr/>
                <p14:nvPr/>
              </p14:nvContentPartPr>
              <p14:xfrm>
                <a:off x="771507" y="4558587"/>
                <a:ext cx="249480" cy="496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0B0C5E5-D8D5-F2DE-B601-A2B801DD777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53867" y="4540947"/>
                  <a:ext cx="28512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1C6F93C-CD49-245B-8F63-8CDA26073EF0}"/>
                    </a:ext>
                  </a:extLst>
                </p14:cNvPr>
                <p14:cNvContentPartPr/>
                <p14:nvPr/>
              </p14:nvContentPartPr>
              <p14:xfrm>
                <a:off x="820827" y="4754787"/>
                <a:ext cx="286920" cy="28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1C6F93C-CD49-245B-8F63-8CDA26073EF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02827" y="4736787"/>
                  <a:ext cx="322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16A6CBA-9F36-9079-2236-C8F9E82D2E43}"/>
                    </a:ext>
                  </a:extLst>
                </p14:cNvPr>
                <p14:cNvContentPartPr/>
                <p14:nvPr/>
              </p14:nvContentPartPr>
              <p14:xfrm>
                <a:off x="1628307" y="4439787"/>
                <a:ext cx="272160" cy="4111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16A6CBA-9F36-9079-2236-C8F9E82D2E4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610307" y="4422147"/>
                  <a:ext cx="3078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79FECC4-7FA3-D27B-518A-9C25FA15D367}"/>
                    </a:ext>
                  </a:extLst>
                </p14:cNvPr>
                <p14:cNvContentPartPr/>
                <p14:nvPr/>
              </p14:nvContentPartPr>
              <p14:xfrm>
                <a:off x="1909827" y="4587387"/>
                <a:ext cx="257400" cy="253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79FECC4-7FA3-D27B-518A-9C25FA15D36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892187" y="4569387"/>
                  <a:ext cx="2930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C401BA1-9930-451C-0EAF-9393CAB7EEAD}"/>
                    </a:ext>
                  </a:extLst>
                </p14:cNvPr>
                <p14:cNvContentPartPr/>
                <p14:nvPr/>
              </p14:nvContentPartPr>
              <p14:xfrm>
                <a:off x="2201067" y="4541667"/>
                <a:ext cx="324360" cy="299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C401BA1-9930-451C-0EAF-9393CAB7EEA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183067" y="4524027"/>
                  <a:ext cx="3600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83BDE16-F3E8-69BF-AB38-8195B5603F63}"/>
                    </a:ext>
                  </a:extLst>
                </p14:cNvPr>
                <p14:cNvContentPartPr/>
                <p14:nvPr/>
              </p14:nvContentPartPr>
              <p14:xfrm>
                <a:off x="618147" y="5205147"/>
                <a:ext cx="187920" cy="405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83BDE16-F3E8-69BF-AB38-8195B5603F6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00507" y="5187507"/>
                  <a:ext cx="22356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2EF97AB-9B03-A7EB-FA7C-3897155A842C}"/>
                    </a:ext>
                  </a:extLst>
                </p14:cNvPr>
                <p14:cNvContentPartPr/>
                <p14:nvPr/>
              </p14:nvContentPartPr>
              <p14:xfrm>
                <a:off x="508347" y="5352747"/>
                <a:ext cx="564480" cy="175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2EF97AB-9B03-A7EB-FA7C-3897155A842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90707" y="5334747"/>
                  <a:ext cx="6001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98D89CB-8D8D-EC60-F246-5AEC01198F8E}"/>
                    </a:ext>
                  </a:extLst>
                </p14:cNvPr>
                <p14:cNvContentPartPr/>
                <p14:nvPr/>
              </p14:nvContentPartPr>
              <p14:xfrm>
                <a:off x="1476027" y="5114067"/>
                <a:ext cx="136440" cy="3564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98D89CB-8D8D-EC60-F246-5AEC01198F8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458027" y="5096067"/>
                  <a:ext cx="1720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0C105B7-FA70-4360-44A1-528372ED985D}"/>
                    </a:ext>
                  </a:extLst>
                </p14:cNvPr>
                <p14:cNvContentPartPr/>
                <p14:nvPr/>
              </p14:nvContentPartPr>
              <p14:xfrm>
                <a:off x="1686987" y="5215587"/>
                <a:ext cx="272160" cy="1796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0C105B7-FA70-4360-44A1-528372ED985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668987" y="5197947"/>
                  <a:ext cx="3078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F36BB71-56E5-91F0-525B-E3AE452495CE}"/>
                    </a:ext>
                  </a:extLst>
                </p14:cNvPr>
                <p14:cNvContentPartPr/>
                <p14:nvPr/>
              </p14:nvContentPartPr>
              <p14:xfrm>
                <a:off x="852867" y="5726427"/>
                <a:ext cx="300600" cy="4165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F36BB71-56E5-91F0-525B-E3AE452495C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35227" y="5708427"/>
                  <a:ext cx="33624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17631EA-4F37-40BB-C550-818D0BF373D9}"/>
                    </a:ext>
                  </a:extLst>
                </p14:cNvPr>
                <p14:cNvContentPartPr/>
                <p14:nvPr/>
              </p14:nvContentPartPr>
              <p14:xfrm>
                <a:off x="1140867" y="5891667"/>
                <a:ext cx="138960" cy="187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17631EA-4F37-40BB-C550-818D0BF373D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23227" y="5874027"/>
                  <a:ext cx="1746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873C022-B42F-C49C-7C83-B5B2F8F62CB4}"/>
                    </a:ext>
                  </a:extLst>
                </p14:cNvPr>
                <p14:cNvContentPartPr/>
                <p14:nvPr/>
              </p14:nvContentPartPr>
              <p14:xfrm>
                <a:off x="1329867" y="5768187"/>
                <a:ext cx="774360" cy="3056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873C022-B42F-C49C-7C83-B5B2F8F62CB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312227" y="5750187"/>
                  <a:ext cx="8100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00AE91F-431A-496F-2C4D-41F01B302631}"/>
                    </a:ext>
                  </a:extLst>
                </p14:cNvPr>
                <p14:cNvContentPartPr/>
                <p14:nvPr/>
              </p14:nvContentPartPr>
              <p14:xfrm>
                <a:off x="2529027" y="5484507"/>
                <a:ext cx="178200" cy="484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00AE91F-431A-496F-2C4D-41F01B30263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511387" y="5466867"/>
                  <a:ext cx="21384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8EA3894-BCCF-F121-C164-893F78A47867}"/>
                    </a:ext>
                  </a:extLst>
                </p14:cNvPr>
                <p14:cNvContentPartPr/>
                <p14:nvPr/>
              </p14:nvContentPartPr>
              <p14:xfrm>
                <a:off x="2715867" y="5715987"/>
                <a:ext cx="259200" cy="259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8EA3894-BCCF-F121-C164-893F78A4786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697867" y="5697987"/>
                  <a:ext cx="2948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1D63AC9-C8D3-FABE-68EC-912872BE4B5D}"/>
                    </a:ext>
                  </a:extLst>
                </p14:cNvPr>
                <p14:cNvContentPartPr/>
                <p14:nvPr/>
              </p14:nvContentPartPr>
              <p14:xfrm>
                <a:off x="2988387" y="5710947"/>
                <a:ext cx="229320" cy="261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1D63AC9-C8D3-FABE-68EC-912872BE4B5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970747" y="5693307"/>
                  <a:ext cx="2649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1D5FDF1-DC0C-E088-5031-AED6A705E988}"/>
                    </a:ext>
                  </a:extLst>
                </p14:cNvPr>
                <p14:cNvContentPartPr/>
                <p14:nvPr/>
              </p14:nvContentPartPr>
              <p14:xfrm>
                <a:off x="3256587" y="5701947"/>
                <a:ext cx="295560" cy="2743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1D5FDF1-DC0C-E088-5031-AED6A705E98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238947" y="5683947"/>
                  <a:ext cx="3312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241C7BA-B9FB-168B-FCD2-B97EFFA17223}"/>
                    </a:ext>
                  </a:extLst>
                </p14:cNvPr>
                <p14:cNvContentPartPr/>
                <p14:nvPr/>
              </p14:nvContentPartPr>
              <p14:xfrm>
                <a:off x="3596787" y="5700867"/>
                <a:ext cx="715680" cy="3171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241C7BA-B9FB-168B-FCD2-B97EFFA1722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579147" y="5682867"/>
                  <a:ext cx="7513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5A0CC22-CEC3-1AAA-1599-BD46980F0120}"/>
                    </a:ext>
                  </a:extLst>
                </p14:cNvPr>
                <p14:cNvContentPartPr/>
                <p14:nvPr/>
              </p14:nvContentPartPr>
              <p14:xfrm>
                <a:off x="4458987" y="5996067"/>
                <a:ext cx="133920" cy="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5A0CC22-CEC3-1AAA-1599-BD46980F012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440987" y="5978427"/>
                  <a:ext cx="169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F8974C5-43C7-657E-0FA8-EAFFDCC4455D}"/>
                    </a:ext>
                  </a:extLst>
                </p14:cNvPr>
                <p14:cNvContentPartPr/>
                <p14:nvPr/>
              </p14:nvContentPartPr>
              <p14:xfrm>
                <a:off x="4835187" y="5978067"/>
                <a:ext cx="158760" cy="57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F8974C5-43C7-657E-0FA8-EAFFDCC4455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817547" y="5960067"/>
                  <a:ext cx="194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82D32D3-8E69-06D3-F689-D203939C3708}"/>
                    </a:ext>
                  </a:extLst>
                </p14:cNvPr>
                <p14:cNvContentPartPr/>
                <p14:nvPr/>
              </p14:nvContentPartPr>
              <p14:xfrm>
                <a:off x="5114547" y="6006867"/>
                <a:ext cx="200160" cy="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82D32D3-8E69-06D3-F689-D203939C370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096547" y="5989227"/>
                  <a:ext cx="2358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4996ABBF-E679-0AE7-2769-4BED345F40CB}"/>
              </a:ext>
            </a:extLst>
          </p:cNvPr>
          <p:cNvGrpSpPr/>
          <p:nvPr/>
        </p:nvGrpSpPr>
        <p:grpSpPr>
          <a:xfrm>
            <a:off x="8220987" y="325347"/>
            <a:ext cx="3449706" cy="4879800"/>
            <a:chOff x="8220987" y="325347"/>
            <a:chExt cx="3949560" cy="5870880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5AEEAC6E-E250-29EA-A2A8-A5BAEA2590DA}"/>
                </a:ext>
              </a:extLst>
            </p:cNvPr>
            <p:cNvGrpSpPr/>
            <p:nvPr/>
          </p:nvGrpSpPr>
          <p:grpSpPr>
            <a:xfrm>
              <a:off x="8733267" y="325347"/>
              <a:ext cx="1160640" cy="2931120"/>
              <a:chOff x="8733267" y="325347"/>
              <a:chExt cx="1160640" cy="2931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35">
                <p14:nvContentPartPr>
                  <p14:cNvPr id="171" name="Ink 170">
                    <a:extLst>
                      <a:ext uri="{FF2B5EF4-FFF2-40B4-BE49-F238E27FC236}">
                        <a16:creationId xmlns:a16="http://schemas.microsoft.com/office/drawing/2014/main" id="{816DD7BF-A176-AF79-4C9F-DF24C4ADE105}"/>
                      </a:ext>
                    </a:extLst>
                  </p14:cNvPr>
                  <p14:cNvContentPartPr/>
                  <p14:nvPr/>
                </p14:nvContentPartPr>
                <p14:xfrm>
                  <a:off x="8841267" y="351987"/>
                  <a:ext cx="331920" cy="281880"/>
                </p14:xfrm>
              </p:contentPart>
            </mc:Choice>
            <mc:Fallback>
              <p:pic>
                <p:nvPicPr>
                  <p:cNvPr id="171" name="Ink 170">
                    <a:extLst>
                      <a:ext uri="{FF2B5EF4-FFF2-40B4-BE49-F238E27FC236}">
                        <a16:creationId xmlns:a16="http://schemas.microsoft.com/office/drawing/2014/main" id="{816DD7BF-A176-AF79-4C9F-DF24C4ADE105}"/>
                      </a:ext>
                    </a:extLst>
                  </p:cNvPr>
                  <p:cNvPicPr/>
                  <p:nvPr/>
                </p:nvPicPr>
                <p:blipFill>
                  <a:blip r:embed="rId136"/>
                  <a:stretch>
                    <a:fillRect/>
                  </a:stretch>
                </p:blipFill>
                <p:spPr>
                  <a:xfrm>
                    <a:off x="8821063" y="330770"/>
                    <a:ext cx="372740" cy="3247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7">
                <p14:nvContentPartPr>
                  <p14:cNvPr id="172" name="Ink 171">
                    <a:extLst>
                      <a:ext uri="{FF2B5EF4-FFF2-40B4-BE49-F238E27FC236}">
                        <a16:creationId xmlns:a16="http://schemas.microsoft.com/office/drawing/2014/main" id="{CDCF098C-CC7A-0445-CE6C-FC9838B5A124}"/>
                      </a:ext>
                    </a:extLst>
                  </p14:cNvPr>
                  <p14:cNvContentPartPr/>
                  <p14:nvPr/>
                </p14:nvContentPartPr>
                <p14:xfrm>
                  <a:off x="9334467" y="325347"/>
                  <a:ext cx="272160" cy="262080"/>
                </p14:xfrm>
              </p:contentPart>
            </mc:Choice>
            <mc:Fallback>
              <p:pic>
                <p:nvPicPr>
                  <p:cNvPr id="172" name="Ink 171">
                    <a:extLst>
                      <a:ext uri="{FF2B5EF4-FFF2-40B4-BE49-F238E27FC236}">
                        <a16:creationId xmlns:a16="http://schemas.microsoft.com/office/drawing/2014/main" id="{CDCF098C-CC7A-0445-CE6C-FC9838B5A124}"/>
                      </a:ext>
                    </a:extLst>
                  </p:cNvPr>
                  <p:cNvPicPr/>
                  <p:nvPr/>
                </p:nvPicPr>
                <p:blipFill>
                  <a:blip r:embed="rId138"/>
                  <a:stretch>
                    <a:fillRect/>
                  </a:stretch>
                </p:blipFill>
                <p:spPr>
                  <a:xfrm>
                    <a:off x="9314292" y="303687"/>
                    <a:ext cx="312922" cy="3049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9">
                <p14:nvContentPartPr>
                  <p14:cNvPr id="174" name="Ink 173">
                    <a:extLst>
                      <a:ext uri="{FF2B5EF4-FFF2-40B4-BE49-F238E27FC236}">
                        <a16:creationId xmlns:a16="http://schemas.microsoft.com/office/drawing/2014/main" id="{33601ECD-2BFD-C3E6-BAFB-7E65D8833946}"/>
                      </a:ext>
                    </a:extLst>
                  </p14:cNvPr>
                  <p14:cNvContentPartPr/>
                  <p14:nvPr/>
                </p14:nvContentPartPr>
                <p14:xfrm>
                  <a:off x="8871507" y="693267"/>
                  <a:ext cx="340200" cy="312840"/>
                </p14:xfrm>
              </p:contentPart>
            </mc:Choice>
            <mc:Fallback>
              <p:pic>
                <p:nvPicPr>
                  <p:cNvPr id="174" name="Ink 173">
                    <a:extLst>
                      <a:ext uri="{FF2B5EF4-FFF2-40B4-BE49-F238E27FC236}">
                        <a16:creationId xmlns:a16="http://schemas.microsoft.com/office/drawing/2014/main" id="{33601ECD-2BFD-C3E6-BAFB-7E65D8833946}"/>
                      </a:ext>
                    </a:extLst>
                  </p:cNvPr>
                  <p:cNvPicPr/>
                  <p:nvPr/>
                </p:nvPicPr>
                <p:blipFill>
                  <a:blip r:embed="rId140"/>
                  <a:stretch>
                    <a:fillRect/>
                  </a:stretch>
                </p:blipFill>
                <p:spPr>
                  <a:xfrm>
                    <a:off x="8850889" y="671602"/>
                    <a:ext cx="381024" cy="3557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1">
                <p14:nvContentPartPr>
                  <p14:cNvPr id="175" name="Ink 174">
                    <a:extLst>
                      <a:ext uri="{FF2B5EF4-FFF2-40B4-BE49-F238E27FC236}">
                        <a16:creationId xmlns:a16="http://schemas.microsoft.com/office/drawing/2014/main" id="{E0C9F088-7473-5110-B08F-D9920C94FB3E}"/>
                      </a:ext>
                    </a:extLst>
                  </p14:cNvPr>
                  <p14:cNvContentPartPr/>
                  <p14:nvPr/>
                </p14:nvContentPartPr>
                <p14:xfrm>
                  <a:off x="9563067" y="667707"/>
                  <a:ext cx="61200" cy="354240"/>
                </p14:xfrm>
              </p:contentPart>
            </mc:Choice>
            <mc:Fallback>
              <p:pic>
                <p:nvPicPr>
                  <p:cNvPr id="175" name="Ink 174">
                    <a:extLst>
                      <a:ext uri="{FF2B5EF4-FFF2-40B4-BE49-F238E27FC236}">
                        <a16:creationId xmlns:a16="http://schemas.microsoft.com/office/drawing/2014/main" id="{E0C9F088-7473-5110-B08F-D9920C94FB3E}"/>
                      </a:ext>
                    </a:extLst>
                  </p:cNvPr>
                  <p:cNvPicPr/>
                  <p:nvPr/>
                </p:nvPicPr>
                <p:blipFill>
                  <a:blip r:embed="rId142"/>
                  <a:stretch>
                    <a:fillRect/>
                  </a:stretch>
                </p:blipFill>
                <p:spPr>
                  <a:xfrm>
                    <a:off x="9542941" y="646054"/>
                    <a:ext cx="101863" cy="3971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3">
                <p14:nvContentPartPr>
                  <p14:cNvPr id="177" name="Ink 176">
                    <a:extLst>
                      <a:ext uri="{FF2B5EF4-FFF2-40B4-BE49-F238E27FC236}">
                        <a16:creationId xmlns:a16="http://schemas.microsoft.com/office/drawing/2014/main" id="{6FA677AB-CDA9-9F26-C5CC-83F49E8B656B}"/>
                      </a:ext>
                    </a:extLst>
                  </p14:cNvPr>
                  <p14:cNvContentPartPr/>
                  <p14:nvPr/>
                </p14:nvContentPartPr>
                <p14:xfrm>
                  <a:off x="8867907" y="1128507"/>
                  <a:ext cx="285840" cy="340200"/>
                </p14:xfrm>
              </p:contentPart>
            </mc:Choice>
            <mc:Fallback>
              <p:pic>
                <p:nvPicPr>
                  <p:cNvPr id="177" name="Ink 176">
                    <a:extLst>
                      <a:ext uri="{FF2B5EF4-FFF2-40B4-BE49-F238E27FC236}">
                        <a16:creationId xmlns:a16="http://schemas.microsoft.com/office/drawing/2014/main" id="{6FA677AB-CDA9-9F26-C5CC-83F49E8B656B}"/>
                      </a:ext>
                    </a:extLst>
                  </p:cNvPr>
                  <p:cNvPicPr/>
                  <p:nvPr/>
                </p:nvPicPr>
                <p:blipFill>
                  <a:blip r:embed="rId144"/>
                  <a:stretch>
                    <a:fillRect/>
                  </a:stretch>
                </p:blipFill>
                <p:spPr>
                  <a:xfrm>
                    <a:off x="8847725" y="1106866"/>
                    <a:ext cx="326615" cy="3830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5">
                <p14:nvContentPartPr>
                  <p14:cNvPr id="178" name="Ink 177">
                    <a:extLst>
                      <a:ext uri="{FF2B5EF4-FFF2-40B4-BE49-F238E27FC236}">
                        <a16:creationId xmlns:a16="http://schemas.microsoft.com/office/drawing/2014/main" id="{53ED0E05-3C9F-A115-CE0C-F5A8DFE14456}"/>
                      </a:ext>
                    </a:extLst>
                  </p14:cNvPr>
                  <p14:cNvContentPartPr/>
                  <p14:nvPr/>
                </p14:nvContentPartPr>
                <p14:xfrm>
                  <a:off x="9475587" y="1134987"/>
                  <a:ext cx="415080" cy="281520"/>
                </p14:xfrm>
              </p:contentPart>
            </mc:Choice>
            <mc:Fallback>
              <p:pic>
                <p:nvPicPr>
                  <p:cNvPr id="178" name="Ink 177">
                    <a:extLst>
                      <a:ext uri="{FF2B5EF4-FFF2-40B4-BE49-F238E27FC236}">
                        <a16:creationId xmlns:a16="http://schemas.microsoft.com/office/drawing/2014/main" id="{53ED0E05-3C9F-A115-CE0C-F5A8DFE14456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9454977" y="1113332"/>
                    <a:ext cx="455887" cy="3243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7">
                <p14:nvContentPartPr>
                  <p14:cNvPr id="179" name="Ink 178">
                    <a:extLst>
                      <a:ext uri="{FF2B5EF4-FFF2-40B4-BE49-F238E27FC236}">
                        <a16:creationId xmlns:a16="http://schemas.microsoft.com/office/drawing/2014/main" id="{98AA49B0-1007-5F7E-BA70-C552B685D96B}"/>
                      </a:ext>
                    </a:extLst>
                  </p14:cNvPr>
                  <p14:cNvContentPartPr/>
                  <p14:nvPr/>
                </p14:nvContentPartPr>
                <p14:xfrm>
                  <a:off x="8850987" y="1581027"/>
                  <a:ext cx="262800" cy="337680"/>
                </p14:xfrm>
              </p:contentPart>
            </mc:Choice>
            <mc:Fallback>
              <p:pic>
                <p:nvPicPr>
                  <p:cNvPr id="179" name="Ink 178">
                    <a:extLst>
                      <a:ext uri="{FF2B5EF4-FFF2-40B4-BE49-F238E27FC236}">
                        <a16:creationId xmlns:a16="http://schemas.microsoft.com/office/drawing/2014/main" id="{98AA49B0-1007-5F7E-BA70-C552B685D96B}"/>
                      </a:ext>
                    </a:extLst>
                  </p:cNvPr>
                  <p:cNvPicPr/>
                  <p:nvPr/>
                </p:nvPicPr>
                <p:blipFill>
                  <a:blip r:embed="rId148"/>
                  <a:stretch>
                    <a:fillRect/>
                  </a:stretch>
                </p:blipFill>
                <p:spPr>
                  <a:xfrm>
                    <a:off x="8830391" y="1559381"/>
                    <a:ext cx="303579" cy="3805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9">
                <p14:nvContentPartPr>
                  <p14:cNvPr id="180" name="Ink 179">
                    <a:extLst>
                      <a:ext uri="{FF2B5EF4-FFF2-40B4-BE49-F238E27FC236}">
                        <a16:creationId xmlns:a16="http://schemas.microsoft.com/office/drawing/2014/main" id="{7812E84B-2942-01E0-8406-7B0123AA7E7A}"/>
                      </a:ext>
                    </a:extLst>
                  </p14:cNvPr>
                  <p14:cNvContentPartPr/>
                  <p14:nvPr/>
                </p14:nvContentPartPr>
                <p14:xfrm>
                  <a:off x="9495747" y="1527747"/>
                  <a:ext cx="268560" cy="403920"/>
                </p14:xfrm>
              </p:contentPart>
            </mc:Choice>
            <mc:Fallback>
              <p:pic>
                <p:nvPicPr>
                  <p:cNvPr id="180" name="Ink 179">
                    <a:extLst>
                      <a:ext uri="{FF2B5EF4-FFF2-40B4-BE49-F238E27FC236}">
                        <a16:creationId xmlns:a16="http://schemas.microsoft.com/office/drawing/2014/main" id="{7812E84B-2942-01E0-8406-7B0123AA7E7A}"/>
                      </a:ext>
                    </a:extLst>
                  </p:cNvPr>
                  <p:cNvPicPr/>
                  <p:nvPr/>
                </p:nvPicPr>
                <p:blipFill>
                  <a:blip r:embed="rId150"/>
                  <a:stretch>
                    <a:fillRect/>
                  </a:stretch>
                </p:blipFill>
                <p:spPr>
                  <a:xfrm>
                    <a:off x="9475564" y="1506534"/>
                    <a:ext cx="309338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1">
                <p14:nvContentPartPr>
                  <p14:cNvPr id="181" name="Ink 180">
                    <a:extLst>
                      <a:ext uri="{FF2B5EF4-FFF2-40B4-BE49-F238E27FC236}">
                        <a16:creationId xmlns:a16="http://schemas.microsoft.com/office/drawing/2014/main" id="{8FD5010D-8A19-8AC7-69C1-8F981DACB871}"/>
                      </a:ext>
                    </a:extLst>
                  </p14:cNvPr>
                  <p14:cNvContentPartPr/>
                  <p14:nvPr/>
                </p14:nvContentPartPr>
                <p14:xfrm>
                  <a:off x="8820747" y="2004027"/>
                  <a:ext cx="278280" cy="290880"/>
                </p14:xfrm>
              </p:contentPart>
            </mc:Choice>
            <mc:Fallback>
              <p:pic>
                <p:nvPicPr>
                  <p:cNvPr id="181" name="Ink 180">
                    <a:extLst>
                      <a:ext uri="{FF2B5EF4-FFF2-40B4-BE49-F238E27FC236}">
                        <a16:creationId xmlns:a16="http://schemas.microsoft.com/office/drawing/2014/main" id="{8FD5010D-8A19-8AC7-69C1-8F981DACB871}"/>
                      </a:ext>
                    </a:extLst>
                  </p:cNvPr>
                  <p:cNvPicPr/>
                  <p:nvPr/>
                </p:nvPicPr>
                <p:blipFill>
                  <a:blip r:embed="rId152"/>
                  <a:stretch>
                    <a:fillRect/>
                  </a:stretch>
                </p:blipFill>
                <p:spPr>
                  <a:xfrm>
                    <a:off x="8800546" y="1982384"/>
                    <a:ext cx="319094" cy="3337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3">
                <p14:nvContentPartPr>
                  <p14:cNvPr id="182" name="Ink 181">
                    <a:extLst>
                      <a:ext uri="{FF2B5EF4-FFF2-40B4-BE49-F238E27FC236}">
                        <a16:creationId xmlns:a16="http://schemas.microsoft.com/office/drawing/2014/main" id="{DFFD857D-07E9-51EE-DEA9-363EFDB66401}"/>
                      </a:ext>
                    </a:extLst>
                  </p14:cNvPr>
                  <p14:cNvContentPartPr/>
                  <p14:nvPr/>
                </p14:nvContentPartPr>
                <p14:xfrm>
                  <a:off x="9536427" y="1999347"/>
                  <a:ext cx="278280" cy="330120"/>
                </p14:xfrm>
              </p:contentPart>
            </mc:Choice>
            <mc:Fallback>
              <p:pic>
                <p:nvPicPr>
                  <p:cNvPr id="182" name="Ink 181">
                    <a:extLst>
                      <a:ext uri="{FF2B5EF4-FFF2-40B4-BE49-F238E27FC236}">
                        <a16:creationId xmlns:a16="http://schemas.microsoft.com/office/drawing/2014/main" id="{DFFD857D-07E9-51EE-DEA9-363EFDB66401}"/>
                      </a:ext>
                    </a:extLst>
                  </p:cNvPr>
                  <p:cNvPicPr/>
                  <p:nvPr/>
                </p:nvPicPr>
                <p:blipFill>
                  <a:blip r:embed="rId154"/>
                  <a:stretch>
                    <a:fillRect/>
                  </a:stretch>
                </p:blipFill>
                <p:spPr>
                  <a:xfrm>
                    <a:off x="9515844" y="1978147"/>
                    <a:ext cx="319034" cy="3729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5">
                <p14:nvContentPartPr>
                  <p14:cNvPr id="183" name="Ink 182">
                    <a:extLst>
                      <a:ext uri="{FF2B5EF4-FFF2-40B4-BE49-F238E27FC236}">
                        <a16:creationId xmlns:a16="http://schemas.microsoft.com/office/drawing/2014/main" id="{89B5DAA0-9EA9-664B-C201-AA9E3224FBFF}"/>
                      </a:ext>
                    </a:extLst>
                  </p14:cNvPr>
                  <p14:cNvContentPartPr/>
                  <p14:nvPr/>
                </p14:nvContentPartPr>
                <p14:xfrm>
                  <a:off x="8733267" y="2460867"/>
                  <a:ext cx="274320" cy="327960"/>
                </p14:xfrm>
              </p:contentPart>
            </mc:Choice>
            <mc:Fallback>
              <p:pic>
                <p:nvPicPr>
                  <p:cNvPr id="183" name="Ink 182">
                    <a:extLst>
                      <a:ext uri="{FF2B5EF4-FFF2-40B4-BE49-F238E27FC236}">
                        <a16:creationId xmlns:a16="http://schemas.microsoft.com/office/drawing/2014/main" id="{89B5DAA0-9EA9-664B-C201-AA9E3224FBFF}"/>
                      </a:ext>
                    </a:extLst>
                  </p:cNvPr>
                  <p:cNvPicPr/>
                  <p:nvPr/>
                </p:nvPicPr>
                <p:blipFill>
                  <a:blip r:embed="rId156"/>
                  <a:stretch>
                    <a:fillRect/>
                  </a:stretch>
                </p:blipFill>
                <p:spPr>
                  <a:xfrm>
                    <a:off x="8712672" y="2439205"/>
                    <a:ext cx="315097" cy="3708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7">
                <p14:nvContentPartPr>
                  <p14:cNvPr id="184" name="Ink 183">
                    <a:extLst>
                      <a:ext uri="{FF2B5EF4-FFF2-40B4-BE49-F238E27FC236}">
                        <a16:creationId xmlns:a16="http://schemas.microsoft.com/office/drawing/2014/main" id="{8964CE3C-C943-B453-CDDD-A59B7D7AA0BA}"/>
                      </a:ext>
                    </a:extLst>
                  </p14:cNvPr>
                  <p14:cNvContentPartPr/>
                  <p14:nvPr/>
                </p14:nvContentPartPr>
                <p14:xfrm>
                  <a:off x="9596187" y="2448987"/>
                  <a:ext cx="297720" cy="18360"/>
                </p14:xfrm>
              </p:contentPart>
            </mc:Choice>
            <mc:Fallback>
              <p:pic>
                <p:nvPicPr>
                  <p:cNvPr id="184" name="Ink 183">
                    <a:extLst>
                      <a:ext uri="{FF2B5EF4-FFF2-40B4-BE49-F238E27FC236}">
                        <a16:creationId xmlns:a16="http://schemas.microsoft.com/office/drawing/2014/main" id="{8964CE3C-C943-B453-CDDD-A59B7D7AA0BA}"/>
                      </a:ext>
                    </a:extLst>
                  </p:cNvPr>
                  <p:cNvPicPr/>
                  <p:nvPr/>
                </p:nvPicPr>
                <p:blipFill>
                  <a:blip r:embed="rId158"/>
                  <a:stretch>
                    <a:fillRect/>
                  </a:stretch>
                </p:blipFill>
                <p:spPr>
                  <a:xfrm>
                    <a:off x="9575982" y="2428065"/>
                    <a:ext cx="338543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9">
                <p14:nvContentPartPr>
                  <p14:cNvPr id="185" name="Ink 184">
                    <a:extLst>
                      <a:ext uri="{FF2B5EF4-FFF2-40B4-BE49-F238E27FC236}">
                        <a16:creationId xmlns:a16="http://schemas.microsoft.com/office/drawing/2014/main" id="{578FFF92-83C9-23B4-EB29-E340DB4AFB19}"/>
                      </a:ext>
                    </a:extLst>
                  </p14:cNvPr>
                  <p14:cNvContentPartPr/>
                  <p14:nvPr/>
                </p14:nvContentPartPr>
                <p14:xfrm>
                  <a:off x="9626067" y="2481387"/>
                  <a:ext cx="215640" cy="406800"/>
                </p14:xfrm>
              </p:contentPart>
            </mc:Choice>
            <mc:Fallback>
              <p:pic>
                <p:nvPicPr>
                  <p:cNvPr id="185" name="Ink 184">
                    <a:extLst>
                      <a:ext uri="{FF2B5EF4-FFF2-40B4-BE49-F238E27FC236}">
                        <a16:creationId xmlns:a16="http://schemas.microsoft.com/office/drawing/2014/main" id="{578FFF92-83C9-23B4-EB29-E340DB4AFB19}"/>
                      </a:ext>
                    </a:extLst>
                  </p:cNvPr>
                  <p:cNvPicPr/>
                  <p:nvPr/>
                </p:nvPicPr>
                <p:blipFill>
                  <a:blip r:embed="rId160"/>
                  <a:stretch>
                    <a:fillRect/>
                  </a:stretch>
                </p:blipFill>
                <p:spPr>
                  <a:xfrm>
                    <a:off x="9605451" y="2459726"/>
                    <a:ext cx="256459" cy="4496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1">
                <p14:nvContentPartPr>
                  <p14:cNvPr id="186" name="Ink 185">
                    <a:extLst>
                      <a:ext uri="{FF2B5EF4-FFF2-40B4-BE49-F238E27FC236}">
                        <a16:creationId xmlns:a16="http://schemas.microsoft.com/office/drawing/2014/main" id="{C9487DD3-A077-B96E-49A5-D2989165B88C}"/>
                      </a:ext>
                    </a:extLst>
                  </p14:cNvPr>
                  <p14:cNvContentPartPr/>
                  <p14:nvPr/>
                </p14:nvContentPartPr>
                <p14:xfrm>
                  <a:off x="8742627" y="2883147"/>
                  <a:ext cx="306360" cy="373320"/>
                </p14:xfrm>
              </p:contentPart>
            </mc:Choice>
            <mc:Fallback>
              <p:pic>
                <p:nvPicPr>
                  <p:cNvPr id="186" name="Ink 185">
                    <a:extLst>
                      <a:ext uri="{FF2B5EF4-FFF2-40B4-BE49-F238E27FC236}">
                        <a16:creationId xmlns:a16="http://schemas.microsoft.com/office/drawing/2014/main" id="{C9487DD3-A077-B96E-49A5-D2989165B88C}"/>
                      </a:ext>
                    </a:extLst>
                  </p:cNvPr>
                  <p:cNvPicPr/>
                  <p:nvPr/>
                </p:nvPicPr>
                <p:blipFill>
                  <a:blip r:embed="rId162"/>
                  <a:stretch>
                    <a:fillRect/>
                  </a:stretch>
                </p:blipFill>
                <p:spPr>
                  <a:xfrm>
                    <a:off x="8722450" y="2861493"/>
                    <a:ext cx="347126" cy="4161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3">
                <p14:nvContentPartPr>
                  <p14:cNvPr id="187" name="Ink 186">
                    <a:extLst>
                      <a:ext uri="{FF2B5EF4-FFF2-40B4-BE49-F238E27FC236}">
                        <a16:creationId xmlns:a16="http://schemas.microsoft.com/office/drawing/2014/main" id="{A8CEBD49-FCC4-905D-EDFC-80B25D0B3385}"/>
                      </a:ext>
                    </a:extLst>
                  </p14:cNvPr>
                  <p14:cNvContentPartPr/>
                  <p14:nvPr/>
                </p14:nvContentPartPr>
                <p14:xfrm>
                  <a:off x="9484947" y="2941107"/>
                  <a:ext cx="333720" cy="287640"/>
                </p14:xfrm>
              </p:contentPart>
            </mc:Choice>
            <mc:Fallback>
              <p:pic>
                <p:nvPicPr>
                  <p:cNvPr id="187" name="Ink 186">
                    <a:extLst>
                      <a:ext uri="{FF2B5EF4-FFF2-40B4-BE49-F238E27FC236}">
                        <a16:creationId xmlns:a16="http://schemas.microsoft.com/office/drawing/2014/main" id="{A8CEBD49-FCC4-905D-EDFC-80B25D0B3385}"/>
                      </a:ext>
                    </a:extLst>
                  </p:cNvPr>
                  <p:cNvPicPr/>
                  <p:nvPr/>
                </p:nvPicPr>
                <p:blipFill>
                  <a:blip r:embed="rId164"/>
                  <a:stretch>
                    <a:fillRect/>
                  </a:stretch>
                </p:blipFill>
                <p:spPr>
                  <a:xfrm>
                    <a:off x="9464759" y="2919881"/>
                    <a:ext cx="374508" cy="33052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0735B511-9247-363D-6DAE-44506468D6C3}"/>
                </a:ext>
              </a:extLst>
            </p:cNvPr>
            <p:cNvGrpSpPr/>
            <p:nvPr/>
          </p:nvGrpSpPr>
          <p:grpSpPr>
            <a:xfrm>
              <a:off x="8220987" y="3431427"/>
              <a:ext cx="3949560" cy="2764800"/>
              <a:chOff x="8220987" y="3431427"/>
              <a:chExt cx="3949560" cy="2764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65">
                <p14:nvContentPartPr>
                  <p14:cNvPr id="188" name="Ink 187">
                    <a:extLst>
                      <a:ext uri="{FF2B5EF4-FFF2-40B4-BE49-F238E27FC236}">
                        <a16:creationId xmlns:a16="http://schemas.microsoft.com/office/drawing/2014/main" id="{88CD6D74-9DFB-DC5F-43D8-D86353F76388}"/>
                      </a:ext>
                    </a:extLst>
                  </p14:cNvPr>
                  <p14:cNvContentPartPr/>
                  <p14:nvPr/>
                </p14:nvContentPartPr>
                <p14:xfrm>
                  <a:off x="8708787" y="3431427"/>
                  <a:ext cx="336240" cy="322920"/>
                </p14:xfrm>
              </p:contentPart>
            </mc:Choice>
            <mc:Fallback>
              <p:pic>
                <p:nvPicPr>
                  <p:cNvPr id="188" name="Ink 187">
                    <a:extLst>
                      <a:ext uri="{FF2B5EF4-FFF2-40B4-BE49-F238E27FC236}">
                        <a16:creationId xmlns:a16="http://schemas.microsoft.com/office/drawing/2014/main" id="{88CD6D74-9DFB-DC5F-43D8-D86353F76388}"/>
                      </a:ext>
                    </a:extLst>
                  </p:cNvPr>
                  <p:cNvPicPr/>
                  <p:nvPr/>
                </p:nvPicPr>
                <p:blipFill>
                  <a:blip r:embed="rId166"/>
                  <a:stretch>
                    <a:fillRect/>
                  </a:stretch>
                </p:blipFill>
                <p:spPr>
                  <a:xfrm>
                    <a:off x="8688184" y="3409755"/>
                    <a:ext cx="377034" cy="3658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7">
                <p14:nvContentPartPr>
                  <p14:cNvPr id="193" name="Ink 192">
                    <a:extLst>
                      <a:ext uri="{FF2B5EF4-FFF2-40B4-BE49-F238E27FC236}">
                        <a16:creationId xmlns:a16="http://schemas.microsoft.com/office/drawing/2014/main" id="{150D1668-5D74-4582-C1DD-FAA8F092FDA3}"/>
                      </a:ext>
                    </a:extLst>
                  </p14:cNvPr>
                  <p14:cNvContentPartPr/>
                  <p14:nvPr/>
                </p14:nvContentPartPr>
                <p14:xfrm>
                  <a:off x="8726427" y="3887907"/>
                  <a:ext cx="315360" cy="319680"/>
                </p14:xfrm>
              </p:contentPart>
            </mc:Choice>
            <mc:Fallback>
              <p:pic>
                <p:nvPicPr>
                  <p:cNvPr id="193" name="Ink 192">
                    <a:extLst>
                      <a:ext uri="{FF2B5EF4-FFF2-40B4-BE49-F238E27FC236}">
                        <a16:creationId xmlns:a16="http://schemas.microsoft.com/office/drawing/2014/main" id="{150D1668-5D74-4582-C1DD-FAA8F092FDA3}"/>
                      </a:ext>
                    </a:extLst>
                  </p:cNvPr>
                  <p:cNvPicPr/>
                  <p:nvPr/>
                </p:nvPicPr>
                <p:blipFill>
                  <a:blip r:embed="rId168"/>
                  <a:stretch>
                    <a:fillRect/>
                  </a:stretch>
                </p:blipFill>
                <p:spPr>
                  <a:xfrm>
                    <a:off x="8705815" y="3866278"/>
                    <a:ext cx="356171" cy="3625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9">
                <p14:nvContentPartPr>
                  <p14:cNvPr id="195" name="Ink 194">
                    <a:extLst>
                      <a:ext uri="{FF2B5EF4-FFF2-40B4-BE49-F238E27FC236}">
                        <a16:creationId xmlns:a16="http://schemas.microsoft.com/office/drawing/2014/main" id="{149E1391-E72D-EC0D-D135-81BB1FEA2B84}"/>
                      </a:ext>
                    </a:extLst>
                  </p14:cNvPr>
                  <p14:cNvContentPartPr/>
                  <p14:nvPr/>
                </p14:nvContentPartPr>
                <p14:xfrm>
                  <a:off x="8695107" y="4234227"/>
                  <a:ext cx="282240" cy="340920"/>
                </p14:xfrm>
              </p:contentPart>
            </mc:Choice>
            <mc:Fallback>
              <p:pic>
                <p:nvPicPr>
                  <p:cNvPr id="195" name="Ink 194">
                    <a:extLst>
                      <a:ext uri="{FF2B5EF4-FFF2-40B4-BE49-F238E27FC236}">
                        <a16:creationId xmlns:a16="http://schemas.microsoft.com/office/drawing/2014/main" id="{149E1391-E72D-EC0D-D135-81BB1FEA2B84}"/>
                      </a:ext>
                    </a:extLst>
                  </p:cNvPr>
                  <p:cNvPicPr/>
                  <p:nvPr/>
                </p:nvPicPr>
                <p:blipFill>
                  <a:blip r:embed="rId170"/>
                  <a:stretch>
                    <a:fillRect/>
                  </a:stretch>
                </p:blipFill>
                <p:spPr>
                  <a:xfrm>
                    <a:off x="8674506" y="4212568"/>
                    <a:ext cx="323031" cy="3838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1">
                <p14:nvContentPartPr>
                  <p14:cNvPr id="189" name="Ink 188">
                    <a:extLst>
                      <a:ext uri="{FF2B5EF4-FFF2-40B4-BE49-F238E27FC236}">
                        <a16:creationId xmlns:a16="http://schemas.microsoft.com/office/drawing/2014/main" id="{8120EF88-32CA-993E-A42D-D3A70FF69420}"/>
                      </a:ext>
                    </a:extLst>
                  </p14:cNvPr>
                  <p14:cNvContentPartPr/>
                  <p14:nvPr/>
                </p14:nvContentPartPr>
                <p14:xfrm>
                  <a:off x="9468387" y="3438267"/>
                  <a:ext cx="343080" cy="330840"/>
                </p14:xfrm>
              </p:contentPart>
            </mc:Choice>
            <mc:Fallback>
              <p:pic>
                <p:nvPicPr>
                  <p:cNvPr id="189" name="Ink 188">
                    <a:extLst>
                      <a:ext uri="{FF2B5EF4-FFF2-40B4-BE49-F238E27FC236}">
                        <a16:creationId xmlns:a16="http://schemas.microsoft.com/office/drawing/2014/main" id="{8120EF88-32CA-993E-A42D-D3A70FF69420}"/>
                      </a:ext>
                    </a:extLst>
                  </p:cNvPr>
                  <p:cNvPicPr/>
                  <p:nvPr/>
                </p:nvPicPr>
                <p:blipFill>
                  <a:blip r:embed="rId172"/>
                  <a:stretch>
                    <a:fillRect/>
                  </a:stretch>
                </p:blipFill>
                <p:spPr>
                  <a:xfrm>
                    <a:off x="9448206" y="3417048"/>
                    <a:ext cx="383854" cy="3737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3">
                <p14:nvContentPartPr>
                  <p14:cNvPr id="190" name="Ink 189">
                    <a:extLst>
                      <a:ext uri="{FF2B5EF4-FFF2-40B4-BE49-F238E27FC236}">
                        <a16:creationId xmlns:a16="http://schemas.microsoft.com/office/drawing/2014/main" id="{D1C6CD83-7BEC-2D57-7CB8-7240F2F5583E}"/>
                      </a:ext>
                    </a:extLst>
                  </p14:cNvPr>
                  <p14:cNvContentPartPr/>
                  <p14:nvPr/>
                </p14:nvContentPartPr>
                <p14:xfrm>
                  <a:off x="9616707" y="3637347"/>
                  <a:ext cx="276120" cy="30240"/>
                </p14:xfrm>
              </p:contentPart>
            </mc:Choice>
            <mc:Fallback>
              <p:pic>
                <p:nvPicPr>
                  <p:cNvPr id="190" name="Ink 189">
                    <a:extLst>
                      <a:ext uri="{FF2B5EF4-FFF2-40B4-BE49-F238E27FC236}">
                        <a16:creationId xmlns:a16="http://schemas.microsoft.com/office/drawing/2014/main" id="{D1C6CD83-7BEC-2D57-7CB8-7240F2F5583E}"/>
                      </a:ext>
                    </a:extLst>
                  </p:cNvPr>
                  <p:cNvPicPr/>
                  <p:nvPr/>
                </p:nvPicPr>
                <p:blipFill>
                  <a:blip r:embed="rId174"/>
                  <a:stretch>
                    <a:fillRect/>
                  </a:stretch>
                </p:blipFill>
                <p:spPr>
                  <a:xfrm>
                    <a:off x="9596101" y="3615747"/>
                    <a:ext cx="316920" cy="730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5">
                <p14:nvContentPartPr>
                  <p14:cNvPr id="194" name="Ink 193">
                    <a:extLst>
                      <a:ext uri="{FF2B5EF4-FFF2-40B4-BE49-F238E27FC236}">
                        <a16:creationId xmlns:a16="http://schemas.microsoft.com/office/drawing/2014/main" id="{CBBD720A-21BC-5D7A-0474-0F0ED05AE329}"/>
                      </a:ext>
                    </a:extLst>
                  </p14:cNvPr>
                  <p14:cNvContentPartPr/>
                  <p14:nvPr/>
                </p14:nvContentPartPr>
                <p14:xfrm>
                  <a:off x="9574587" y="3818067"/>
                  <a:ext cx="223920" cy="404280"/>
                </p14:xfrm>
              </p:contentPart>
            </mc:Choice>
            <mc:Fallback>
              <p:pic>
                <p:nvPicPr>
                  <p:cNvPr id="194" name="Ink 193">
                    <a:extLst>
                      <a:ext uri="{FF2B5EF4-FFF2-40B4-BE49-F238E27FC236}">
                        <a16:creationId xmlns:a16="http://schemas.microsoft.com/office/drawing/2014/main" id="{CBBD720A-21BC-5D7A-0474-0F0ED05AE329}"/>
                      </a:ext>
                    </a:extLst>
                  </p:cNvPr>
                  <p:cNvPicPr/>
                  <p:nvPr/>
                </p:nvPicPr>
                <p:blipFill>
                  <a:blip r:embed="rId176"/>
                  <a:stretch>
                    <a:fillRect/>
                  </a:stretch>
                </p:blipFill>
                <p:spPr>
                  <a:xfrm>
                    <a:off x="9554418" y="3796857"/>
                    <a:ext cx="264670" cy="4471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7">
                <p14:nvContentPartPr>
                  <p14:cNvPr id="196" name="Ink 195">
                    <a:extLst>
                      <a:ext uri="{FF2B5EF4-FFF2-40B4-BE49-F238E27FC236}">
                        <a16:creationId xmlns:a16="http://schemas.microsoft.com/office/drawing/2014/main" id="{1BBFC9C7-FA43-FDE5-6198-F40C986873D1}"/>
                      </a:ext>
                    </a:extLst>
                  </p14:cNvPr>
                  <p14:cNvContentPartPr/>
                  <p14:nvPr/>
                </p14:nvContentPartPr>
                <p14:xfrm>
                  <a:off x="9509787" y="4264467"/>
                  <a:ext cx="382680" cy="434160"/>
                </p14:xfrm>
              </p:contentPart>
            </mc:Choice>
            <mc:Fallback>
              <p:pic>
                <p:nvPicPr>
                  <p:cNvPr id="196" name="Ink 195">
                    <a:extLst>
                      <a:ext uri="{FF2B5EF4-FFF2-40B4-BE49-F238E27FC236}">
                        <a16:creationId xmlns:a16="http://schemas.microsoft.com/office/drawing/2014/main" id="{1BBFC9C7-FA43-FDE5-6198-F40C986873D1}"/>
                      </a:ext>
                    </a:extLst>
                  </p:cNvPr>
                  <p:cNvPicPr/>
                  <p:nvPr/>
                </p:nvPicPr>
                <p:blipFill>
                  <a:blip r:embed="rId178"/>
                  <a:stretch>
                    <a:fillRect/>
                  </a:stretch>
                </p:blipFill>
                <p:spPr>
                  <a:xfrm>
                    <a:off x="9489191" y="4242802"/>
                    <a:ext cx="423461" cy="4770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9">
                <p14:nvContentPartPr>
                  <p14:cNvPr id="202" name="Ink 201">
                    <a:extLst>
                      <a:ext uri="{FF2B5EF4-FFF2-40B4-BE49-F238E27FC236}">
                        <a16:creationId xmlns:a16="http://schemas.microsoft.com/office/drawing/2014/main" id="{723C1DCE-5E2F-69AC-B098-6988D267DB6F}"/>
                      </a:ext>
                    </a:extLst>
                  </p14:cNvPr>
                  <p14:cNvContentPartPr/>
                  <p14:nvPr/>
                </p14:nvContentPartPr>
                <p14:xfrm>
                  <a:off x="9516627" y="4881147"/>
                  <a:ext cx="535320" cy="280800"/>
                </p14:xfrm>
              </p:contentPart>
            </mc:Choice>
            <mc:Fallback>
              <p:pic>
                <p:nvPicPr>
                  <p:cNvPr id="202" name="Ink 201">
                    <a:extLst>
                      <a:ext uri="{FF2B5EF4-FFF2-40B4-BE49-F238E27FC236}">
                        <a16:creationId xmlns:a16="http://schemas.microsoft.com/office/drawing/2014/main" id="{723C1DCE-5E2F-69AC-B098-6988D267DB6F}"/>
                      </a:ext>
                    </a:extLst>
                  </p:cNvPr>
                  <p:cNvPicPr/>
                  <p:nvPr/>
                </p:nvPicPr>
                <p:blipFill>
                  <a:blip r:embed="rId180"/>
                  <a:stretch>
                    <a:fillRect/>
                  </a:stretch>
                </p:blipFill>
                <p:spPr>
                  <a:xfrm>
                    <a:off x="9496434" y="4859514"/>
                    <a:ext cx="576118" cy="3236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81">
                <p14:nvContentPartPr>
                  <p14:cNvPr id="203" name="Ink 202">
                    <a:extLst>
                      <a:ext uri="{FF2B5EF4-FFF2-40B4-BE49-F238E27FC236}">
                        <a16:creationId xmlns:a16="http://schemas.microsoft.com/office/drawing/2014/main" id="{F0DBF3C8-8C64-B100-8C21-ABB514FCB2C3}"/>
                      </a:ext>
                    </a:extLst>
                  </p14:cNvPr>
                  <p14:cNvContentPartPr/>
                  <p14:nvPr/>
                </p14:nvContentPartPr>
                <p14:xfrm>
                  <a:off x="10029987" y="4885467"/>
                  <a:ext cx="256320" cy="301680"/>
                </p14:xfrm>
              </p:contentPart>
            </mc:Choice>
            <mc:Fallback>
              <p:pic>
                <p:nvPicPr>
                  <p:cNvPr id="203" name="Ink 202">
                    <a:extLst>
                      <a:ext uri="{FF2B5EF4-FFF2-40B4-BE49-F238E27FC236}">
                        <a16:creationId xmlns:a16="http://schemas.microsoft.com/office/drawing/2014/main" id="{F0DBF3C8-8C64-B100-8C21-ABB514FCB2C3}"/>
                      </a:ext>
                    </a:extLst>
                  </p:cNvPr>
                  <p:cNvPicPr/>
                  <p:nvPr/>
                </p:nvPicPr>
                <p:blipFill>
                  <a:blip r:embed="rId182"/>
                  <a:stretch>
                    <a:fillRect/>
                  </a:stretch>
                </p:blipFill>
                <p:spPr>
                  <a:xfrm>
                    <a:off x="10009795" y="4863826"/>
                    <a:ext cx="297117" cy="3445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83">
                <p14:nvContentPartPr>
                  <p14:cNvPr id="204" name="Ink 203">
                    <a:extLst>
                      <a:ext uri="{FF2B5EF4-FFF2-40B4-BE49-F238E27FC236}">
                        <a16:creationId xmlns:a16="http://schemas.microsoft.com/office/drawing/2014/main" id="{CF3D10B0-88BC-B88E-FA40-595A4EB25E92}"/>
                      </a:ext>
                    </a:extLst>
                  </p14:cNvPr>
                  <p14:cNvContentPartPr/>
                  <p14:nvPr/>
                </p14:nvContentPartPr>
                <p14:xfrm>
                  <a:off x="10401867" y="4719507"/>
                  <a:ext cx="148680" cy="386280"/>
                </p14:xfrm>
              </p:contentPart>
            </mc:Choice>
            <mc:Fallback>
              <p:pic>
                <p:nvPicPr>
                  <p:cNvPr id="204" name="Ink 203">
                    <a:extLst>
                      <a:ext uri="{FF2B5EF4-FFF2-40B4-BE49-F238E27FC236}">
                        <a16:creationId xmlns:a16="http://schemas.microsoft.com/office/drawing/2014/main" id="{CF3D10B0-88BC-B88E-FA40-595A4EB25E92}"/>
                      </a:ext>
                    </a:extLst>
                  </p:cNvPr>
                  <p:cNvPicPr/>
                  <p:nvPr/>
                </p:nvPicPr>
                <p:blipFill>
                  <a:blip r:embed="rId184"/>
                  <a:stretch>
                    <a:fillRect/>
                  </a:stretch>
                </p:blipFill>
                <p:spPr>
                  <a:xfrm>
                    <a:off x="10381686" y="4697855"/>
                    <a:ext cx="189454" cy="42915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85">
                <p14:nvContentPartPr>
                  <p14:cNvPr id="205" name="Ink 204">
                    <a:extLst>
                      <a:ext uri="{FF2B5EF4-FFF2-40B4-BE49-F238E27FC236}">
                        <a16:creationId xmlns:a16="http://schemas.microsoft.com/office/drawing/2014/main" id="{0856C1DE-8BAD-CB93-F831-7A130D8D1A1C}"/>
                      </a:ext>
                    </a:extLst>
                  </p14:cNvPr>
                  <p14:cNvContentPartPr/>
                  <p14:nvPr/>
                </p14:nvContentPartPr>
                <p14:xfrm>
                  <a:off x="10351107" y="4921467"/>
                  <a:ext cx="373680" cy="9000"/>
                </p14:xfrm>
              </p:contentPart>
            </mc:Choice>
            <mc:Fallback>
              <p:pic>
                <p:nvPicPr>
                  <p:cNvPr id="205" name="Ink 204">
                    <a:extLst>
                      <a:ext uri="{FF2B5EF4-FFF2-40B4-BE49-F238E27FC236}">
                        <a16:creationId xmlns:a16="http://schemas.microsoft.com/office/drawing/2014/main" id="{0856C1DE-8BAD-CB93-F831-7A130D8D1A1C}"/>
                      </a:ext>
                    </a:extLst>
                  </p:cNvPr>
                  <p:cNvPicPr/>
                  <p:nvPr/>
                </p:nvPicPr>
                <p:blipFill>
                  <a:blip r:embed="rId186"/>
                  <a:stretch>
                    <a:fillRect/>
                  </a:stretch>
                </p:blipFill>
                <p:spPr>
                  <a:xfrm>
                    <a:off x="10330919" y="4900467"/>
                    <a:ext cx="414468" cy="514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87">
                <p14:nvContentPartPr>
                  <p14:cNvPr id="208" name="Ink 207">
                    <a:extLst>
                      <a:ext uri="{FF2B5EF4-FFF2-40B4-BE49-F238E27FC236}">
                        <a16:creationId xmlns:a16="http://schemas.microsoft.com/office/drawing/2014/main" id="{F69DF7D9-335F-91B5-D406-EB8F1ACA7BD3}"/>
                      </a:ext>
                    </a:extLst>
                  </p14:cNvPr>
                  <p14:cNvContentPartPr/>
                  <p14:nvPr/>
                </p14:nvContentPartPr>
                <p14:xfrm>
                  <a:off x="10830267" y="4873227"/>
                  <a:ext cx="235800" cy="228600"/>
                </p14:xfrm>
              </p:contentPart>
            </mc:Choice>
            <mc:Fallback>
              <p:pic>
                <p:nvPicPr>
                  <p:cNvPr id="208" name="Ink 207">
                    <a:extLst>
                      <a:ext uri="{FF2B5EF4-FFF2-40B4-BE49-F238E27FC236}">
                        <a16:creationId xmlns:a16="http://schemas.microsoft.com/office/drawing/2014/main" id="{F69DF7D9-335F-91B5-D406-EB8F1ACA7BD3}"/>
                      </a:ext>
                    </a:extLst>
                  </p:cNvPr>
                  <p:cNvPicPr/>
                  <p:nvPr/>
                </p:nvPicPr>
                <p:blipFill>
                  <a:blip r:embed="rId188"/>
                  <a:stretch>
                    <a:fillRect/>
                  </a:stretch>
                </p:blipFill>
                <p:spPr>
                  <a:xfrm>
                    <a:off x="10810067" y="4852012"/>
                    <a:ext cx="276612" cy="2714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89">
                <p14:nvContentPartPr>
                  <p14:cNvPr id="209" name="Ink 208">
                    <a:extLst>
                      <a:ext uri="{FF2B5EF4-FFF2-40B4-BE49-F238E27FC236}">
                        <a16:creationId xmlns:a16="http://schemas.microsoft.com/office/drawing/2014/main" id="{B81DAFBE-6E07-813D-C7AF-AFE167C91200}"/>
                      </a:ext>
                    </a:extLst>
                  </p14:cNvPr>
                  <p14:cNvContentPartPr/>
                  <p14:nvPr/>
                </p14:nvContentPartPr>
                <p14:xfrm>
                  <a:off x="11116827" y="4901307"/>
                  <a:ext cx="152280" cy="217440"/>
                </p14:xfrm>
              </p:contentPart>
            </mc:Choice>
            <mc:Fallback>
              <p:pic>
                <p:nvPicPr>
                  <p:cNvPr id="209" name="Ink 208">
                    <a:extLst>
                      <a:ext uri="{FF2B5EF4-FFF2-40B4-BE49-F238E27FC236}">
                        <a16:creationId xmlns:a16="http://schemas.microsoft.com/office/drawing/2014/main" id="{B81DAFBE-6E07-813D-C7AF-AFE167C91200}"/>
                      </a:ext>
                    </a:extLst>
                  </p:cNvPr>
                  <p:cNvPicPr/>
                  <p:nvPr/>
                </p:nvPicPr>
                <p:blipFill>
                  <a:blip r:embed="rId190"/>
                  <a:stretch>
                    <a:fillRect/>
                  </a:stretch>
                </p:blipFill>
                <p:spPr>
                  <a:xfrm>
                    <a:off x="11096660" y="4879650"/>
                    <a:ext cx="193025" cy="2603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1">
                <p14:nvContentPartPr>
                  <p14:cNvPr id="210" name="Ink 209">
                    <a:extLst>
                      <a:ext uri="{FF2B5EF4-FFF2-40B4-BE49-F238E27FC236}">
                        <a16:creationId xmlns:a16="http://schemas.microsoft.com/office/drawing/2014/main" id="{98008A66-C3E6-A50D-B824-F95BA508FB78}"/>
                      </a:ext>
                    </a:extLst>
                  </p14:cNvPr>
                  <p14:cNvContentPartPr/>
                  <p14:nvPr/>
                </p14:nvContentPartPr>
                <p14:xfrm>
                  <a:off x="11282787" y="4886187"/>
                  <a:ext cx="293400" cy="196200"/>
                </p14:xfrm>
              </p:contentPart>
            </mc:Choice>
            <mc:Fallback>
              <p:pic>
                <p:nvPicPr>
                  <p:cNvPr id="210" name="Ink 209">
                    <a:extLst>
                      <a:ext uri="{FF2B5EF4-FFF2-40B4-BE49-F238E27FC236}">
                        <a16:creationId xmlns:a16="http://schemas.microsoft.com/office/drawing/2014/main" id="{98008A66-C3E6-A50D-B824-F95BA508FB78}"/>
                      </a:ext>
                    </a:extLst>
                  </p:cNvPr>
                  <p:cNvPicPr/>
                  <p:nvPr/>
                </p:nvPicPr>
                <p:blipFill>
                  <a:blip r:embed="rId192"/>
                  <a:stretch>
                    <a:fillRect/>
                  </a:stretch>
                </p:blipFill>
                <p:spPr>
                  <a:xfrm>
                    <a:off x="11262183" y="4864579"/>
                    <a:ext cx="334196" cy="2389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3">
                <p14:nvContentPartPr>
                  <p14:cNvPr id="211" name="Ink 210">
                    <a:extLst>
                      <a:ext uri="{FF2B5EF4-FFF2-40B4-BE49-F238E27FC236}">
                        <a16:creationId xmlns:a16="http://schemas.microsoft.com/office/drawing/2014/main" id="{18B3D0F4-2CF2-30B3-072A-B87E1F6C63EE}"/>
                      </a:ext>
                    </a:extLst>
                  </p14:cNvPr>
                  <p14:cNvContentPartPr/>
                  <p14:nvPr/>
                </p14:nvContentPartPr>
                <p14:xfrm>
                  <a:off x="11628027" y="4708347"/>
                  <a:ext cx="110880" cy="374760"/>
                </p14:xfrm>
              </p:contentPart>
            </mc:Choice>
            <mc:Fallback>
              <p:pic>
                <p:nvPicPr>
                  <p:cNvPr id="211" name="Ink 210">
                    <a:extLst>
                      <a:ext uri="{FF2B5EF4-FFF2-40B4-BE49-F238E27FC236}">
                        <a16:creationId xmlns:a16="http://schemas.microsoft.com/office/drawing/2014/main" id="{18B3D0F4-2CF2-30B3-072A-B87E1F6C63EE}"/>
                      </a:ext>
                    </a:extLst>
                  </p:cNvPr>
                  <p:cNvPicPr/>
                  <p:nvPr/>
                </p:nvPicPr>
                <p:blipFill>
                  <a:blip r:embed="rId194"/>
                  <a:stretch>
                    <a:fillRect/>
                  </a:stretch>
                </p:blipFill>
                <p:spPr>
                  <a:xfrm>
                    <a:off x="11607830" y="4686710"/>
                    <a:ext cx="151687" cy="4176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5">
                <p14:nvContentPartPr>
                  <p14:cNvPr id="212" name="Ink 211">
                    <a:extLst>
                      <a:ext uri="{FF2B5EF4-FFF2-40B4-BE49-F238E27FC236}">
                        <a16:creationId xmlns:a16="http://schemas.microsoft.com/office/drawing/2014/main" id="{C0475FF6-9F7D-B83A-D148-8259954B13E2}"/>
                      </a:ext>
                    </a:extLst>
                  </p14:cNvPr>
                  <p14:cNvContentPartPr/>
                  <p14:nvPr/>
                </p14:nvContentPartPr>
                <p14:xfrm>
                  <a:off x="11764827" y="4919307"/>
                  <a:ext cx="405720" cy="209880"/>
                </p14:xfrm>
              </p:contentPart>
            </mc:Choice>
            <mc:Fallback>
              <p:pic>
                <p:nvPicPr>
                  <p:cNvPr id="212" name="Ink 211">
                    <a:extLst>
                      <a:ext uri="{FF2B5EF4-FFF2-40B4-BE49-F238E27FC236}">
                        <a16:creationId xmlns:a16="http://schemas.microsoft.com/office/drawing/2014/main" id="{C0475FF6-9F7D-B83A-D148-8259954B13E2}"/>
                      </a:ext>
                    </a:extLst>
                  </p:cNvPr>
                  <p:cNvPicPr/>
                  <p:nvPr/>
                </p:nvPicPr>
                <p:blipFill>
                  <a:blip r:embed="rId196"/>
                  <a:stretch>
                    <a:fillRect/>
                  </a:stretch>
                </p:blipFill>
                <p:spPr>
                  <a:xfrm>
                    <a:off x="11744623" y="4898103"/>
                    <a:ext cx="446539" cy="2527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7">
                <p14:nvContentPartPr>
                  <p14:cNvPr id="199" name="Ink 198">
                    <a:extLst>
                      <a:ext uri="{FF2B5EF4-FFF2-40B4-BE49-F238E27FC236}">
                        <a16:creationId xmlns:a16="http://schemas.microsoft.com/office/drawing/2014/main" id="{3778BDC2-8B81-4D22-DFC5-29945BEBF300}"/>
                      </a:ext>
                    </a:extLst>
                  </p14:cNvPr>
                  <p14:cNvContentPartPr/>
                  <p14:nvPr/>
                </p14:nvContentPartPr>
                <p14:xfrm>
                  <a:off x="8220987" y="4850907"/>
                  <a:ext cx="644400" cy="28080"/>
                </p14:xfrm>
              </p:contentPart>
            </mc:Choice>
            <mc:Fallback>
              <p:pic>
                <p:nvPicPr>
                  <p:cNvPr id="199" name="Ink 198">
                    <a:extLst>
                      <a:ext uri="{FF2B5EF4-FFF2-40B4-BE49-F238E27FC236}">
                        <a16:creationId xmlns:a16="http://schemas.microsoft.com/office/drawing/2014/main" id="{3778BDC2-8B81-4D22-DFC5-29945BEBF300}"/>
                      </a:ext>
                    </a:extLst>
                  </p:cNvPr>
                  <p:cNvPicPr/>
                  <p:nvPr/>
                </p:nvPicPr>
                <p:blipFill>
                  <a:blip r:embed="rId198"/>
                  <a:stretch>
                    <a:fillRect/>
                  </a:stretch>
                </p:blipFill>
                <p:spPr>
                  <a:xfrm>
                    <a:off x="8200373" y="4829739"/>
                    <a:ext cx="685216" cy="708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9">
                <p14:nvContentPartPr>
                  <p14:cNvPr id="200" name="Ink 199">
                    <a:extLst>
                      <a:ext uri="{FF2B5EF4-FFF2-40B4-BE49-F238E27FC236}">
                        <a16:creationId xmlns:a16="http://schemas.microsoft.com/office/drawing/2014/main" id="{A153ED7F-B4FB-3A9A-F991-8B159603C190}"/>
                      </a:ext>
                    </a:extLst>
                  </p14:cNvPr>
                  <p14:cNvContentPartPr/>
                  <p14:nvPr/>
                </p14:nvContentPartPr>
                <p14:xfrm>
                  <a:off x="8553987" y="4857027"/>
                  <a:ext cx="40320" cy="332280"/>
                </p14:xfrm>
              </p:contentPart>
            </mc:Choice>
            <mc:Fallback>
              <p:pic>
                <p:nvPicPr>
                  <p:cNvPr id="200" name="Ink 199">
                    <a:extLst>
                      <a:ext uri="{FF2B5EF4-FFF2-40B4-BE49-F238E27FC236}">
                        <a16:creationId xmlns:a16="http://schemas.microsoft.com/office/drawing/2014/main" id="{A153ED7F-B4FB-3A9A-F991-8B159603C190}"/>
                      </a:ext>
                    </a:extLst>
                  </p:cNvPr>
                  <p:cNvPicPr/>
                  <p:nvPr/>
                </p:nvPicPr>
                <p:blipFill>
                  <a:blip r:embed="rId200"/>
                  <a:stretch>
                    <a:fillRect/>
                  </a:stretch>
                </p:blipFill>
                <p:spPr>
                  <a:xfrm>
                    <a:off x="8533827" y="4835366"/>
                    <a:ext cx="81051" cy="3751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01">
                <p14:nvContentPartPr>
                  <p14:cNvPr id="201" name="Ink 200">
                    <a:extLst>
                      <a:ext uri="{FF2B5EF4-FFF2-40B4-BE49-F238E27FC236}">
                        <a16:creationId xmlns:a16="http://schemas.microsoft.com/office/drawing/2014/main" id="{1C746C17-CBB1-7C0F-8604-5DFD13B9A6D2}"/>
                      </a:ext>
                    </a:extLst>
                  </p14:cNvPr>
                  <p14:cNvContentPartPr/>
                  <p14:nvPr/>
                </p14:nvContentPartPr>
                <p14:xfrm>
                  <a:off x="8693307" y="4854147"/>
                  <a:ext cx="456480" cy="300960"/>
                </p14:xfrm>
              </p:contentPart>
            </mc:Choice>
            <mc:Fallback>
              <p:pic>
                <p:nvPicPr>
                  <p:cNvPr id="201" name="Ink 200">
                    <a:extLst>
                      <a:ext uri="{FF2B5EF4-FFF2-40B4-BE49-F238E27FC236}">
                        <a16:creationId xmlns:a16="http://schemas.microsoft.com/office/drawing/2014/main" id="{1C746C17-CBB1-7C0F-8604-5DFD13B9A6D2}"/>
                      </a:ext>
                    </a:extLst>
                  </p:cNvPr>
                  <p:cNvPicPr/>
                  <p:nvPr/>
                </p:nvPicPr>
                <p:blipFill>
                  <a:blip r:embed="rId202"/>
                  <a:stretch>
                    <a:fillRect/>
                  </a:stretch>
                </p:blipFill>
                <p:spPr>
                  <a:xfrm>
                    <a:off x="8672708" y="4832495"/>
                    <a:ext cx="497267" cy="3438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03">
                <p14:nvContentPartPr>
                  <p14:cNvPr id="218" name="Ink 217">
                    <a:extLst>
                      <a:ext uri="{FF2B5EF4-FFF2-40B4-BE49-F238E27FC236}">
                        <a16:creationId xmlns:a16="http://schemas.microsoft.com/office/drawing/2014/main" id="{C554F9E0-834C-37CF-570F-5026B2FDBCA4}"/>
                      </a:ext>
                    </a:extLst>
                  </p14:cNvPr>
                  <p14:cNvContentPartPr/>
                  <p14:nvPr/>
                </p14:nvContentPartPr>
                <p14:xfrm>
                  <a:off x="9126027" y="5389827"/>
                  <a:ext cx="6480" cy="161640"/>
                </p14:xfrm>
              </p:contentPart>
            </mc:Choice>
            <mc:Fallback>
              <p:pic>
                <p:nvPicPr>
                  <p:cNvPr id="218" name="Ink 217">
                    <a:extLst>
                      <a:ext uri="{FF2B5EF4-FFF2-40B4-BE49-F238E27FC236}">
                        <a16:creationId xmlns:a16="http://schemas.microsoft.com/office/drawing/2014/main" id="{C554F9E0-834C-37CF-570F-5026B2FDBCA4}"/>
                      </a:ext>
                    </a:extLst>
                  </p:cNvPr>
                  <p:cNvPicPr/>
                  <p:nvPr/>
                </p:nvPicPr>
                <p:blipFill>
                  <a:blip r:embed="rId204"/>
                  <a:stretch>
                    <a:fillRect/>
                  </a:stretch>
                </p:blipFill>
                <p:spPr>
                  <a:xfrm>
                    <a:off x="9106182" y="5368593"/>
                    <a:ext cx="46575" cy="2045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05">
                <p14:nvContentPartPr>
                  <p14:cNvPr id="219" name="Ink 218">
                    <a:extLst>
                      <a:ext uri="{FF2B5EF4-FFF2-40B4-BE49-F238E27FC236}">
                        <a16:creationId xmlns:a16="http://schemas.microsoft.com/office/drawing/2014/main" id="{25F34DFC-E652-A0B1-0E5B-31143759F76B}"/>
                      </a:ext>
                    </a:extLst>
                  </p14:cNvPr>
                  <p14:cNvContentPartPr/>
                  <p14:nvPr/>
                </p14:nvContentPartPr>
                <p14:xfrm>
                  <a:off x="9017667" y="5234667"/>
                  <a:ext cx="112680" cy="104040"/>
                </p14:xfrm>
              </p:contentPart>
            </mc:Choice>
            <mc:Fallback>
              <p:pic>
                <p:nvPicPr>
                  <p:cNvPr id="219" name="Ink 218">
                    <a:extLst>
                      <a:ext uri="{FF2B5EF4-FFF2-40B4-BE49-F238E27FC236}">
                        <a16:creationId xmlns:a16="http://schemas.microsoft.com/office/drawing/2014/main" id="{25F34DFC-E652-A0B1-0E5B-31143759F76B}"/>
                      </a:ext>
                    </a:extLst>
                  </p:cNvPr>
                  <p:cNvPicPr/>
                  <p:nvPr/>
                </p:nvPicPr>
                <p:blipFill>
                  <a:blip r:embed="rId206"/>
                  <a:stretch>
                    <a:fillRect/>
                  </a:stretch>
                </p:blipFill>
                <p:spPr>
                  <a:xfrm>
                    <a:off x="8997442" y="5213425"/>
                    <a:ext cx="153542" cy="1469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07">
                <p14:nvContentPartPr>
                  <p14:cNvPr id="220" name="Ink 219">
                    <a:extLst>
                      <a:ext uri="{FF2B5EF4-FFF2-40B4-BE49-F238E27FC236}">
                        <a16:creationId xmlns:a16="http://schemas.microsoft.com/office/drawing/2014/main" id="{112B8F30-B32D-5BC3-DC87-E355C16A3633}"/>
                      </a:ext>
                    </a:extLst>
                  </p14:cNvPr>
                  <p14:cNvContentPartPr/>
                  <p14:nvPr/>
                </p14:nvContentPartPr>
                <p14:xfrm>
                  <a:off x="9252027" y="5307387"/>
                  <a:ext cx="277560" cy="320040"/>
                </p14:xfrm>
              </p:contentPart>
            </mc:Choice>
            <mc:Fallback>
              <p:pic>
                <p:nvPicPr>
                  <p:cNvPr id="220" name="Ink 219">
                    <a:extLst>
                      <a:ext uri="{FF2B5EF4-FFF2-40B4-BE49-F238E27FC236}">
                        <a16:creationId xmlns:a16="http://schemas.microsoft.com/office/drawing/2014/main" id="{112B8F30-B32D-5BC3-DC87-E355C16A3633}"/>
                      </a:ext>
                    </a:extLst>
                  </p:cNvPr>
                  <p:cNvPicPr/>
                  <p:nvPr/>
                </p:nvPicPr>
                <p:blipFill>
                  <a:blip r:embed="rId208"/>
                  <a:stretch>
                    <a:fillRect/>
                  </a:stretch>
                </p:blipFill>
                <p:spPr>
                  <a:xfrm>
                    <a:off x="9231406" y="5285733"/>
                    <a:ext cx="318390" cy="3629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09">
                <p14:nvContentPartPr>
                  <p14:cNvPr id="221" name="Ink 220">
                    <a:extLst>
                      <a:ext uri="{FF2B5EF4-FFF2-40B4-BE49-F238E27FC236}">
                        <a16:creationId xmlns:a16="http://schemas.microsoft.com/office/drawing/2014/main" id="{1EFBE60B-864C-4AC8-A1A5-51CE5DA4A80A}"/>
                      </a:ext>
                    </a:extLst>
                  </p14:cNvPr>
                  <p14:cNvContentPartPr/>
                  <p14:nvPr/>
                </p14:nvContentPartPr>
                <p14:xfrm>
                  <a:off x="8779347" y="5717787"/>
                  <a:ext cx="46800" cy="403920"/>
                </p14:xfrm>
              </p:contentPart>
            </mc:Choice>
            <mc:Fallback>
              <p:pic>
                <p:nvPicPr>
                  <p:cNvPr id="221" name="Ink 220">
                    <a:extLst>
                      <a:ext uri="{FF2B5EF4-FFF2-40B4-BE49-F238E27FC236}">
                        <a16:creationId xmlns:a16="http://schemas.microsoft.com/office/drawing/2014/main" id="{1EFBE60B-864C-4AC8-A1A5-51CE5DA4A80A}"/>
                      </a:ext>
                    </a:extLst>
                  </p:cNvPr>
                  <p:cNvPicPr/>
                  <p:nvPr/>
                </p:nvPicPr>
                <p:blipFill>
                  <a:blip r:embed="rId210"/>
                  <a:stretch>
                    <a:fillRect/>
                  </a:stretch>
                </p:blipFill>
                <p:spPr>
                  <a:xfrm>
                    <a:off x="8758639" y="5696141"/>
                    <a:ext cx="87802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1">
                <p14:nvContentPartPr>
                  <p14:cNvPr id="222" name="Ink 221">
                    <a:extLst>
                      <a:ext uri="{FF2B5EF4-FFF2-40B4-BE49-F238E27FC236}">
                        <a16:creationId xmlns:a16="http://schemas.microsoft.com/office/drawing/2014/main" id="{5EF1BDF8-F4CF-5E18-84FE-046B866214A5}"/>
                      </a:ext>
                    </a:extLst>
                  </p14:cNvPr>
                  <p14:cNvContentPartPr/>
                  <p14:nvPr/>
                </p14:nvContentPartPr>
                <p14:xfrm>
                  <a:off x="8648667" y="5719227"/>
                  <a:ext cx="144720" cy="162000"/>
                </p14:xfrm>
              </p:contentPart>
            </mc:Choice>
            <mc:Fallback>
              <p:pic>
                <p:nvPicPr>
                  <p:cNvPr id="222" name="Ink 221">
                    <a:extLst>
                      <a:ext uri="{FF2B5EF4-FFF2-40B4-BE49-F238E27FC236}">
                        <a16:creationId xmlns:a16="http://schemas.microsoft.com/office/drawing/2014/main" id="{5EF1BDF8-F4CF-5E18-84FE-046B866214A5}"/>
                      </a:ext>
                    </a:extLst>
                  </p:cNvPr>
                  <p:cNvPicPr/>
                  <p:nvPr/>
                </p:nvPicPr>
                <p:blipFill>
                  <a:blip r:embed="rId212"/>
                  <a:stretch>
                    <a:fillRect/>
                  </a:stretch>
                </p:blipFill>
                <p:spPr>
                  <a:xfrm>
                    <a:off x="8628464" y="5698002"/>
                    <a:ext cx="185538" cy="2048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3">
                <p14:nvContentPartPr>
                  <p14:cNvPr id="223" name="Ink 222">
                    <a:extLst>
                      <a:ext uri="{FF2B5EF4-FFF2-40B4-BE49-F238E27FC236}">
                        <a16:creationId xmlns:a16="http://schemas.microsoft.com/office/drawing/2014/main" id="{36F7497B-A266-168C-021B-91AB345D32E4}"/>
                      </a:ext>
                    </a:extLst>
                  </p14:cNvPr>
                  <p14:cNvContentPartPr/>
                  <p14:nvPr/>
                </p14:nvContentPartPr>
                <p14:xfrm>
                  <a:off x="8641107" y="6136467"/>
                  <a:ext cx="330840" cy="18360"/>
                </p14:xfrm>
              </p:contentPart>
            </mc:Choice>
            <mc:Fallback>
              <p:pic>
                <p:nvPicPr>
                  <p:cNvPr id="223" name="Ink 222">
                    <a:extLst>
                      <a:ext uri="{FF2B5EF4-FFF2-40B4-BE49-F238E27FC236}">
                        <a16:creationId xmlns:a16="http://schemas.microsoft.com/office/drawing/2014/main" id="{36F7497B-A266-168C-021B-91AB345D32E4}"/>
                      </a:ext>
                    </a:extLst>
                  </p:cNvPr>
                  <p:cNvPicPr/>
                  <p:nvPr/>
                </p:nvPicPr>
                <p:blipFill>
                  <a:blip r:embed="rId214"/>
                  <a:stretch>
                    <a:fillRect/>
                  </a:stretch>
                </p:blipFill>
                <p:spPr>
                  <a:xfrm>
                    <a:off x="8620919" y="6115118"/>
                    <a:ext cx="371628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5">
                <p14:nvContentPartPr>
                  <p14:cNvPr id="224" name="Ink 223">
                    <a:extLst>
                      <a:ext uri="{FF2B5EF4-FFF2-40B4-BE49-F238E27FC236}">
                        <a16:creationId xmlns:a16="http://schemas.microsoft.com/office/drawing/2014/main" id="{AEF30D67-A786-2EB8-13E1-B83C2098252B}"/>
                      </a:ext>
                    </a:extLst>
                  </p14:cNvPr>
                  <p14:cNvContentPartPr/>
                  <p14:nvPr/>
                </p14:nvContentPartPr>
                <p14:xfrm>
                  <a:off x="9496827" y="5747307"/>
                  <a:ext cx="410760" cy="448920"/>
                </p14:xfrm>
              </p:contentPart>
            </mc:Choice>
            <mc:Fallback>
              <p:pic>
                <p:nvPicPr>
                  <p:cNvPr id="224" name="Ink 223">
                    <a:extLst>
                      <a:ext uri="{FF2B5EF4-FFF2-40B4-BE49-F238E27FC236}">
                        <a16:creationId xmlns:a16="http://schemas.microsoft.com/office/drawing/2014/main" id="{AEF30D67-A786-2EB8-13E1-B83C2098252B}"/>
                      </a:ext>
                    </a:extLst>
                  </p:cNvPr>
                  <p:cNvPicPr/>
                  <p:nvPr/>
                </p:nvPicPr>
                <p:blipFill>
                  <a:blip r:embed="rId216"/>
                  <a:stretch>
                    <a:fillRect/>
                  </a:stretch>
                </p:blipFill>
                <p:spPr>
                  <a:xfrm>
                    <a:off x="9476227" y="5725662"/>
                    <a:ext cx="451548" cy="491777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9CAAA721-6F87-73B0-256F-15BEB9306D27}"/>
              </a:ext>
            </a:extLst>
          </p:cNvPr>
          <p:cNvGrpSpPr/>
          <p:nvPr/>
        </p:nvGrpSpPr>
        <p:grpSpPr>
          <a:xfrm>
            <a:off x="7835067" y="5404947"/>
            <a:ext cx="3569760" cy="1065600"/>
            <a:chOff x="7835067" y="5404947"/>
            <a:chExt cx="3569760" cy="10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93E7B70-168B-8602-0B27-B292501BD8AD}"/>
                    </a:ext>
                  </a:extLst>
                </p14:cNvPr>
                <p14:cNvContentPartPr/>
                <p14:nvPr/>
              </p14:nvContentPartPr>
              <p14:xfrm>
                <a:off x="7913187" y="5438067"/>
                <a:ext cx="39960" cy="4546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93E7B70-168B-8602-0B27-B292501BD8A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895187" y="5420067"/>
                  <a:ext cx="756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A33D63A-FD1C-6D30-8AD3-FC183C7D30A8}"/>
                    </a:ext>
                  </a:extLst>
                </p14:cNvPr>
                <p14:cNvContentPartPr/>
                <p14:nvPr/>
              </p14:nvContentPartPr>
              <p14:xfrm>
                <a:off x="7993467" y="5622027"/>
                <a:ext cx="154800" cy="222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A33D63A-FD1C-6D30-8AD3-FC183C7D30A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975827" y="5604027"/>
                  <a:ext cx="190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E50569D-54AF-D0AC-A496-06BBA077EF54}"/>
                    </a:ext>
                  </a:extLst>
                </p14:cNvPr>
                <p14:cNvContentPartPr/>
                <p14:nvPr/>
              </p14:nvContentPartPr>
              <p14:xfrm>
                <a:off x="8212347" y="5602587"/>
                <a:ext cx="266040" cy="246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E50569D-54AF-D0AC-A496-06BBA077EF5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194347" y="5584947"/>
                  <a:ext cx="3016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916813D-43D3-1086-4D9C-28DB5F93C3AA}"/>
                    </a:ext>
                  </a:extLst>
                </p14:cNvPr>
                <p14:cNvContentPartPr/>
                <p14:nvPr/>
              </p14:nvContentPartPr>
              <p14:xfrm>
                <a:off x="8546067" y="5600427"/>
                <a:ext cx="182880" cy="220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916813D-43D3-1086-4D9C-28DB5F93C3A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528427" y="5582787"/>
                  <a:ext cx="218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3C8A187-2424-7548-7458-9B7E87BD2CC7}"/>
                    </a:ext>
                  </a:extLst>
                </p14:cNvPr>
                <p14:cNvContentPartPr/>
                <p14:nvPr/>
              </p14:nvContentPartPr>
              <p14:xfrm>
                <a:off x="8771787" y="5608707"/>
                <a:ext cx="240840" cy="1695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3C8A187-2424-7548-7458-9B7E87BD2CC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754147" y="5591067"/>
                  <a:ext cx="276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C432E47-D470-9904-73F0-998F806AC041}"/>
                    </a:ext>
                  </a:extLst>
                </p14:cNvPr>
                <p14:cNvContentPartPr/>
                <p14:nvPr/>
              </p14:nvContentPartPr>
              <p14:xfrm>
                <a:off x="9385587" y="5414307"/>
                <a:ext cx="264600" cy="381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C432E47-D470-9904-73F0-998F806AC04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367947" y="5396667"/>
                  <a:ext cx="3002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D56676F-B427-3D37-18CC-38A973C62171}"/>
                    </a:ext>
                  </a:extLst>
                </p14:cNvPr>
                <p14:cNvContentPartPr/>
                <p14:nvPr/>
              </p14:nvContentPartPr>
              <p14:xfrm>
                <a:off x="9767187" y="5616627"/>
                <a:ext cx="6840" cy="145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D56676F-B427-3D37-18CC-38A973C6217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749547" y="5598627"/>
                  <a:ext cx="42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665030E-051B-FF5B-C8A1-19B0642D60AB}"/>
                    </a:ext>
                  </a:extLst>
                </p14:cNvPr>
                <p14:cNvContentPartPr/>
                <p14:nvPr/>
              </p14:nvContentPartPr>
              <p14:xfrm>
                <a:off x="9696627" y="5493507"/>
                <a:ext cx="35640" cy="122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665030E-051B-FF5B-C8A1-19B0642D60A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678987" y="5475867"/>
                  <a:ext cx="71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D7A2779-262A-4720-B0DA-871F6AADE178}"/>
                    </a:ext>
                  </a:extLst>
                </p14:cNvPr>
                <p14:cNvContentPartPr/>
                <p14:nvPr/>
              </p14:nvContentPartPr>
              <p14:xfrm>
                <a:off x="9658467" y="5592867"/>
                <a:ext cx="329400" cy="619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D7A2779-262A-4720-B0DA-871F6AADE17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640467" y="5575227"/>
                  <a:ext cx="36504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7C679A1-0C55-4EB9-26CE-E26113AA795C}"/>
                    </a:ext>
                  </a:extLst>
                </p14:cNvPr>
                <p14:cNvContentPartPr/>
                <p14:nvPr/>
              </p14:nvContentPartPr>
              <p14:xfrm>
                <a:off x="10146987" y="5610507"/>
                <a:ext cx="7920" cy="174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7C679A1-0C55-4EB9-26CE-E26113AA795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129347" y="5592507"/>
                  <a:ext cx="43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4B6E6A8-CB7F-A111-7135-509F37686715}"/>
                    </a:ext>
                  </a:extLst>
                </p14:cNvPr>
                <p14:cNvContentPartPr/>
                <p14:nvPr/>
              </p14:nvContentPartPr>
              <p14:xfrm>
                <a:off x="9992907" y="5432667"/>
                <a:ext cx="119160" cy="81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4B6E6A8-CB7F-A111-7135-509F3768671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975267" y="5415027"/>
                  <a:ext cx="154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A6A2562-28E5-2F28-E26D-0CE750FFCD1F}"/>
                    </a:ext>
                  </a:extLst>
                </p14:cNvPr>
                <p14:cNvContentPartPr/>
                <p14:nvPr/>
              </p14:nvContentPartPr>
              <p14:xfrm>
                <a:off x="10378827" y="5404947"/>
                <a:ext cx="153360" cy="3463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A6A2562-28E5-2F28-E26D-0CE750FFCD1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361187" y="5386947"/>
                  <a:ext cx="1890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FCE6B79-0064-9BEA-52BF-26570BC196DD}"/>
                    </a:ext>
                  </a:extLst>
                </p14:cNvPr>
                <p14:cNvContentPartPr/>
                <p14:nvPr/>
              </p14:nvContentPartPr>
              <p14:xfrm>
                <a:off x="10285947" y="5575947"/>
                <a:ext cx="331920" cy="12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FCE6B79-0064-9BEA-52BF-26570BC196D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268307" y="5558307"/>
                  <a:ext cx="367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6DEC8AD-568D-C54F-3995-156DD7E7C05A}"/>
                    </a:ext>
                  </a:extLst>
                </p14:cNvPr>
                <p14:cNvContentPartPr/>
                <p14:nvPr/>
              </p14:nvContentPartPr>
              <p14:xfrm>
                <a:off x="7835067" y="6063747"/>
                <a:ext cx="168120" cy="3816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6DEC8AD-568D-C54F-3995-156DD7E7C05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817067" y="6046107"/>
                  <a:ext cx="2037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9FACF1E-B7C0-8591-E7DC-5FB08200E525}"/>
                    </a:ext>
                  </a:extLst>
                </p14:cNvPr>
                <p14:cNvContentPartPr/>
                <p14:nvPr/>
              </p14:nvContentPartPr>
              <p14:xfrm>
                <a:off x="8028387" y="6236187"/>
                <a:ext cx="258120" cy="2170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9FACF1E-B7C0-8591-E7DC-5FB08200E52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010747" y="6218187"/>
                  <a:ext cx="293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6763A8F-83C0-A5E2-AF08-522835B85486}"/>
                    </a:ext>
                  </a:extLst>
                </p14:cNvPr>
                <p14:cNvContentPartPr/>
                <p14:nvPr/>
              </p14:nvContentPartPr>
              <p14:xfrm>
                <a:off x="8312067" y="6238347"/>
                <a:ext cx="172440" cy="190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6763A8F-83C0-A5E2-AF08-522835B8548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294427" y="6220347"/>
                  <a:ext cx="208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F917D8E-C304-81FB-1108-22C635ED8D47}"/>
                    </a:ext>
                  </a:extLst>
                </p14:cNvPr>
                <p14:cNvContentPartPr/>
                <p14:nvPr/>
              </p14:nvContentPartPr>
              <p14:xfrm>
                <a:off x="8533107" y="6257067"/>
                <a:ext cx="137160" cy="193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F917D8E-C304-81FB-1108-22C635ED8D4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515467" y="6239427"/>
                  <a:ext cx="172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01ED0FE-64BE-CD46-8985-3C74ECD3869B}"/>
                    </a:ext>
                  </a:extLst>
                </p14:cNvPr>
                <p14:cNvContentPartPr/>
                <p14:nvPr/>
              </p14:nvContentPartPr>
              <p14:xfrm>
                <a:off x="8708787" y="6254187"/>
                <a:ext cx="355320" cy="190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01ED0FE-64BE-CD46-8985-3C74ECD3869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691147" y="6236187"/>
                  <a:ext cx="390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AA59E16-6AF6-047C-FA7F-04D395D0BFF6}"/>
                    </a:ext>
                  </a:extLst>
                </p14:cNvPr>
                <p14:cNvContentPartPr/>
                <p14:nvPr/>
              </p14:nvContentPartPr>
              <p14:xfrm>
                <a:off x="9155907" y="6235827"/>
                <a:ext cx="331200" cy="2109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AA59E16-6AF6-047C-FA7F-04D395D0BFF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137907" y="6218187"/>
                  <a:ext cx="366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5E44C9A-6029-CE4A-E01D-CC607333710C}"/>
                    </a:ext>
                  </a:extLst>
                </p14:cNvPr>
                <p14:cNvContentPartPr/>
                <p14:nvPr/>
              </p14:nvContentPartPr>
              <p14:xfrm>
                <a:off x="10074627" y="6223947"/>
                <a:ext cx="398880" cy="2217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5E44C9A-6029-CE4A-E01D-CC607333710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056627" y="6206307"/>
                  <a:ext cx="434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C2E2124-B7CD-2E93-8FC4-FBD358E821C8}"/>
                    </a:ext>
                  </a:extLst>
                </p14:cNvPr>
                <p14:cNvContentPartPr/>
                <p14:nvPr/>
              </p14:nvContentPartPr>
              <p14:xfrm>
                <a:off x="10511667" y="6196947"/>
                <a:ext cx="637560" cy="2736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C2E2124-B7CD-2E93-8FC4-FBD358E821C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494027" y="6178947"/>
                  <a:ext cx="673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E98D8A1-5CCC-FF2F-C87B-289B0792A6D4}"/>
                    </a:ext>
                  </a:extLst>
                </p14:cNvPr>
                <p14:cNvContentPartPr/>
                <p14:nvPr/>
              </p14:nvContentPartPr>
              <p14:xfrm>
                <a:off x="11221587" y="6184347"/>
                <a:ext cx="183240" cy="2350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E98D8A1-5CCC-FF2F-C87B-289B0792A6D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203947" y="6166707"/>
                  <a:ext cx="218880" cy="270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9465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FD435-3BD5-CC6C-3824-9EB60513D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C5151F-E764-EA95-1B20-24A96AD23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FF3B220B-CA0A-F497-3AA2-1D4843C4A8E2}"/>
              </a:ext>
            </a:extLst>
          </p:cNvPr>
          <p:cNvGrpSpPr/>
          <p:nvPr/>
        </p:nvGrpSpPr>
        <p:grpSpPr>
          <a:xfrm>
            <a:off x="7000947" y="3043707"/>
            <a:ext cx="230040" cy="268920"/>
            <a:chOff x="7000947" y="3043707"/>
            <a:chExt cx="23004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7677E41-E184-5651-7BC8-DBC2E65A0799}"/>
                    </a:ext>
                  </a:extLst>
                </p14:cNvPr>
                <p14:cNvContentPartPr/>
                <p14:nvPr/>
              </p14:nvContentPartPr>
              <p14:xfrm>
                <a:off x="7000947" y="3043707"/>
                <a:ext cx="98640" cy="241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7677E41-E184-5651-7BC8-DBC2E65A079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82947" y="3026067"/>
                  <a:ext cx="1342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D1F0F49-47A3-9769-8D4F-87B9AD1A1B9F}"/>
                    </a:ext>
                  </a:extLst>
                </p14:cNvPr>
                <p14:cNvContentPartPr/>
                <p14:nvPr/>
              </p14:nvContentPartPr>
              <p14:xfrm>
                <a:off x="7017867" y="3296067"/>
                <a:ext cx="213120" cy="16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D1F0F49-47A3-9769-8D4F-87B9AD1A1B9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00227" y="3278427"/>
                  <a:ext cx="2487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C50227E-FA6F-E83D-31C6-55237E4D4C62}"/>
              </a:ext>
            </a:extLst>
          </p:cNvPr>
          <p:cNvGrpSpPr/>
          <p:nvPr/>
        </p:nvGrpSpPr>
        <p:grpSpPr>
          <a:xfrm>
            <a:off x="6102387" y="3066027"/>
            <a:ext cx="581040" cy="191160"/>
            <a:chOff x="6102387" y="3066027"/>
            <a:chExt cx="581040" cy="19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1272E01-6BB9-3934-610E-89293F5D885E}"/>
                    </a:ext>
                  </a:extLst>
                </p14:cNvPr>
                <p14:cNvContentPartPr/>
                <p14:nvPr/>
              </p14:nvContentPartPr>
              <p14:xfrm>
                <a:off x="6429987" y="3075747"/>
                <a:ext cx="253440" cy="181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1272E01-6BB9-3934-610E-89293F5D885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12347" y="3057747"/>
                  <a:ext cx="289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798845-0EE5-1FCA-F64E-E415FFC334F7}"/>
                    </a:ext>
                  </a:extLst>
                </p14:cNvPr>
                <p14:cNvContentPartPr/>
                <p14:nvPr/>
              </p14:nvContentPartPr>
              <p14:xfrm>
                <a:off x="6102387" y="3066027"/>
                <a:ext cx="250560" cy="144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E798845-0EE5-1FCA-F64E-E415FFC334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84747" y="3048387"/>
                  <a:ext cx="28620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134F548-97BB-FE1A-08D5-87F41862C5CC}"/>
              </a:ext>
            </a:extLst>
          </p:cNvPr>
          <p:cNvGrpSpPr/>
          <p:nvPr/>
        </p:nvGrpSpPr>
        <p:grpSpPr>
          <a:xfrm>
            <a:off x="4329747" y="3055227"/>
            <a:ext cx="1433160" cy="209160"/>
            <a:chOff x="4329747" y="3055227"/>
            <a:chExt cx="1433160" cy="20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72F525D-2956-9AEC-3EDC-DFCDB88DD766}"/>
                    </a:ext>
                  </a:extLst>
                </p14:cNvPr>
                <p14:cNvContentPartPr/>
                <p14:nvPr/>
              </p14:nvContentPartPr>
              <p14:xfrm>
                <a:off x="5536107" y="3081507"/>
                <a:ext cx="226800" cy="182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72F525D-2956-9AEC-3EDC-DFCDB88DD76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18107" y="3063867"/>
                  <a:ext cx="2624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21F3728-85B5-2694-FAF0-FCC2E8D5FB5A}"/>
                    </a:ext>
                  </a:extLst>
                </p14:cNvPr>
                <p14:cNvContentPartPr/>
                <p14:nvPr/>
              </p14:nvContentPartPr>
              <p14:xfrm>
                <a:off x="5052267" y="3057747"/>
                <a:ext cx="262800" cy="173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21F3728-85B5-2694-FAF0-FCC2E8D5FB5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34627" y="3039747"/>
                  <a:ext cx="2984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08E02D5-D2B9-40B5-2590-303385CF12C0}"/>
                    </a:ext>
                  </a:extLst>
                </p14:cNvPr>
                <p14:cNvContentPartPr/>
                <p14:nvPr/>
              </p14:nvContentPartPr>
              <p14:xfrm>
                <a:off x="4646907" y="3098427"/>
                <a:ext cx="268920" cy="149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08E02D5-D2B9-40B5-2590-303385CF12C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29267" y="3080427"/>
                  <a:ext cx="304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AB977CC-2F0F-4CD0-EEFF-84EC96A2D3C4}"/>
                    </a:ext>
                  </a:extLst>
                </p14:cNvPr>
                <p14:cNvContentPartPr/>
                <p14:nvPr/>
              </p14:nvContentPartPr>
              <p14:xfrm>
                <a:off x="4329747" y="3055227"/>
                <a:ext cx="266400" cy="169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AB977CC-2F0F-4CD0-EEFF-84EC96A2D3C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11747" y="3037587"/>
                  <a:ext cx="30204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985DFA2-5ABD-961E-C72B-5A51F161D145}"/>
              </a:ext>
            </a:extLst>
          </p:cNvPr>
          <p:cNvGrpSpPr/>
          <p:nvPr/>
        </p:nvGrpSpPr>
        <p:grpSpPr>
          <a:xfrm>
            <a:off x="4335867" y="2610627"/>
            <a:ext cx="318960" cy="289080"/>
            <a:chOff x="4335867" y="2610627"/>
            <a:chExt cx="318960" cy="2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34DFB1D-AC18-0840-7626-1EE7EDFFC037}"/>
                    </a:ext>
                  </a:extLst>
                </p14:cNvPr>
                <p14:cNvContentPartPr/>
                <p14:nvPr/>
              </p14:nvContentPartPr>
              <p14:xfrm>
                <a:off x="4335867" y="2761467"/>
                <a:ext cx="261360" cy="138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34DFB1D-AC18-0840-7626-1EE7EDFFC03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17867" y="2743467"/>
                  <a:ext cx="297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DA4D17F-6CF0-6353-3130-CEDF7077CAD5}"/>
                    </a:ext>
                  </a:extLst>
                </p14:cNvPr>
                <p14:cNvContentPartPr/>
                <p14:nvPr/>
              </p14:nvContentPartPr>
              <p14:xfrm>
                <a:off x="4500387" y="2610627"/>
                <a:ext cx="154440" cy="161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DA4D17F-6CF0-6353-3130-CEDF7077CAD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82747" y="2592987"/>
                  <a:ext cx="19008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E61E4EC-7A6A-984F-61C6-F99358E9D644}"/>
              </a:ext>
            </a:extLst>
          </p:cNvPr>
          <p:cNvGrpSpPr/>
          <p:nvPr/>
        </p:nvGrpSpPr>
        <p:grpSpPr>
          <a:xfrm>
            <a:off x="5114547" y="2219307"/>
            <a:ext cx="208800" cy="358560"/>
            <a:chOff x="5114547" y="2219307"/>
            <a:chExt cx="20880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BD57091-27BE-C99A-0ADC-89E04064FB3B}"/>
                    </a:ext>
                  </a:extLst>
                </p14:cNvPr>
                <p14:cNvContentPartPr/>
                <p14:nvPr/>
              </p14:nvContentPartPr>
              <p14:xfrm>
                <a:off x="5154507" y="2437107"/>
                <a:ext cx="165960" cy="140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BD57091-27BE-C99A-0ADC-89E04064FB3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36867" y="2419107"/>
                  <a:ext cx="2016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3F06FD1-FB71-C575-9963-BA765E3FFAD8}"/>
                    </a:ext>
                  </a:extLst>
                </p14:cNvPr>
                <p14:cNvContentPartPr/>
                <p14:nvPr/>
              </p14:nvContentPartPr>
              <p14:xfrm>
                <a:off x="5114547" y="2219307"/>
                <a:ext cx="90720" cy="162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3F06FD1-FB71-C575-9963-BA765E3FFAD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096547" y="2201307"/>
                  <a:ext cx="1263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D9974B8-08C9-6F69-4FA4-305B62EFECF9}"/>
                    </a:ext>
                  </a:extLst>
                </p14:cNvPr>
                <p14:cNvContentPartPr/>
                <p14:nvPr/>
              </p14:nvContentPartPr>
              <p14:xfrm>
                <a:off x="5123907" y="2389227"/>
                <a:ext cx="199440" cy="17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D9974B8-08C9-6F69-4FA4-305B62EFECF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106267" y="2371587"/>
                  <a:ext cx="23508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FBDD6C3-3473-1F76-777F-0AD217D4148C}"/>
              </a:ext>
            </a:extLst>
          </p:cNvPr>
          <p:cNvGrpSpPr/>
          <p:nvPr/>
        </p:nvGrpSpPr>
        <p:grpSpPr>
          <a:xfrm>
            <a:off x="869787" y="549987"/>
            <a:ext cx="3646800" cy="1773720"/>
            <a:chOff x="869787" y="549987"/>
            <a:chExt cx="3646800" cy="177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A313284-C4C8-BF4A-917B-1ABCA9E26EB0}"/>
                    </a:ext>
                  </a:extLst>
                </p14:cNvPr>
                <p14:cNvContentPartPr/>
                <p14:nvPr/>
              </p14:nvContentPartPr>
              <p14:xfrm>
                <a:off x="2142387" y="695427"/>
                <a:ext cx="2374200" cy="1628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A313284-C4C8-BF4A-917B-1ABCA9E26EB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24747" y="677427"/>
                  <a:ext cx="2409840" cy="166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CA814C8-6E83-9C66-A147-42671048BA38}"/>
                    </a:ext>
                  </a:extLst>
                </p14:cNvPr>
                <p14:cNvContentPartPr/>
                <p14:nvPr/>
              </p14:nvContentPartPr>
              <p14:xfrm>
                <a:off x="3938067" y="1471587"/>
                <a:ext cx="357480" cy="474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CA814C8-6E83-9C66-A147-42671048BA3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20427" y="1453947"/>
                  <a:ext cx="39312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EFFF7E0-D5D8-AB59-6027-AB5FB80F3CA1}"/>
                    </a:ext>
                  </a:extLst>
                </p14:cNvPr>
                <p14:cNvContentPartPr/>
                <p14:nvPr/>
              </p14:nvContentPartPr>
              <p14:xfrm>
                <a:off x="870147" y="692187"/>
                <a:ext cx="82080" cy="509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EFFF7E0-D5D8-AB59-6027-AB5FB80F3CA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2507" y="674187"/>
                  <a:ext cx="11772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C1A569E-3CA7-3CBD-EF75-E4EDF7259C8D}"/>
                    </a:ext>
                  </a:extLst>
                </p14:cNvPr>
                <p14:cNvContentPartPr/>
                <p14:nvPr/>
              </p14:nvContentPartPr>
              <p14:xfrm>
                <a:off x="1011267" y="924747"/>
                <a:ext cx="182160" cy="210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C1A569E-3CA7-3CBD-EF75-E4EDF7259C8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3267" y="906747"/>
                  <a:ext cx="2178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8BFC902-9F86-15A3-3267-9EB70C615C32}"/>
                    </a:ext>
                  </a:extLst>
                </p14:cNvPr>
                <p14:cNvContentPartPr/>
                <p14:nvPr/>
              </p14:nvContentPartPr>
              <p14:xfrm>
                <a:off x="1249587" y="896307"/>
                <a:ext cx="283680" cy="208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8BFC902-9F86-15A3-3267-9EB70C615C3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31587" y="878667"/>
                  <a:ext cx="3193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6289A67-6487-0E9A-C52F-F6937B616E97}"/>
                    </a:ext>
                  </a:extLst>
                </p14:cNvPr>
                <p14:cNvContentPartPr/>
                <p14:nvPr/>
              </p14:nvContentPartPr>
              <p14:xfrm>
                <a:off x="1565667" y="549987"/>
                <a:ext cx="252360" cy="544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6289A67-6487-0E9A-C52F-F6937B616E9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547667" y="531987"/>
                  <a:ext cx="2880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3A4C189-997F-6F69-02A4-10900B0E591A}"/>
                    </a:ext>
                  </a:extLst>
                </p14:cNvPr>
                <p14:cNvContentPartPr/>
                <p14:nvPr/>
              </p14:nvContentPartPr>
              <p14:xfrm>
                <a:off x="869787" y="1478067"/>
                <a:ext cx="386280" cy="86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3A4C189-997F-6F69-02A4-10900B0E591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2147" y="1460427"/>
                  <a:ext cx="4219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364B296-922E-60F4-C47A-B3CAC05842C4}"/>
                    </a:ext>
                  </a:extLst>
                </p14:cNvPr>
                <p14:cNvContentPartPr/>
                <p14:nvPr/>
              </p14:nvContentPartPr>
              <p14:xfrm>
                <a:off x="939267" y="1610907"/>
                <a:ext cx="344880" cy="92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364B296-922E-60F4-C47A-B3CAC05842C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21627" y="1592907"/>
                  <a:ext cx="3805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E17BE84-FEF0-DD1A-FA91-828CB5B4DD28}"/>
                    </a:ext>
                  </a:extLst>
                </p14:cNvPr>
                <p14:cNvContentPartPr/>
                <p14:nvPr/>
              </p14:nvContentPartPr>
              <p14:xfrm>
                <a:off x="1464507" y="1275387"/>
                <a:ext cx="129600" cy="394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E17BE84-FEF0-DD1A-FA91-828CB5B4DD2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446867" y="1257387"/>
                  <a:ext cx="16524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45C28D9-E3D7-5F89-089A-DBF2C3E7D545}"/>
                    </a:ext>
                  </a:extLst>
                </p14:cNvPr>
                <p14:cNvContentPartPr/>
                <p14:nvPr/>
              </p14:nvContentPartPr>
              <p14:xfrm>
                <a:off x="1478547" y="1615227"/>
                <a:ext cx="273960" cy="111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45C28D9-E3D7-5F89-089A-DBF2C3E7D54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460547" y="1597227"/>
                  <a:ext cx="30960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1702246-C2BC-E335-6198-A7F317D78F4A}"/>
              </a:ext>
            </a:extLst>
          </p:cNvPr>
          <p:cNvGrpSpPr/>
          <p:nvPr/>
        </p:nvGrpSpPr>
        <p:grpSpPr>
          <a:xfrm>
            <a:off x="277587" y="2337027"/>
            <a:ext cx="2738160" cy="1809360"/>
            <a:chOff x="277587" y="2337027"/>
            <a:chExt cx="2738160" cy="180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18FFD30-542C-02BB-643D-0048DA80F118}"/>
                    </a:ext>
                  </a:extLst>
                </p14:cNvPr>
                <p14:cNvContentPartPr/>
                <p14:nvPr/>
              </p14:nvContentPartPr>
              <p14:xfrm>
                <a:off x="376947" y="2337027"/>
                <a:ext cx="340920" cy="505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18FFD30-542C-02BB-643D-0048DA80F11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8947" y="2319027"/>
                  <a:ext cx="37656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B32FE66-1384-4B97-70E7-5258EC41BCF9}"/>
                    </a:ext>
                  </a:extLst>
                </p14:cNvPr>
                <p14:cNvContentPartPr/>
                <p14:nvPr/>
              </p14:nvContentPartPr>
              <p14:xfrm>
                <a:off x="854307" y="2543307"/>
                <a:ext cx="266760" cy="236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B32FE66-1384-4B97-70E7-5258EC41BCF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36307" y="2525307"/>
                  <a:ext cx="3024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EE03633-9E86-A55D-D68C-C334DDEB46EB}"/>
                    </a:ext>
                  </a:extLst>
                </p14:cNvPr>
                <p14:cNvContentPartPr/>
                <p14:nvPr/>
              </p14:nvContentPartPr>
              <p14:xfrm>
                <a:off x="277587" y="3111387"/>
                <a:ext cx="292680" cy="422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EE03633-9E86-A55D-D68C-C334DDEB46E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59947" y="3093747"/>
                  <a:ext cx="3283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5267CFB-92F2-89AD-509C-B790E010D042}"/>
                    </a:ext>
                  </a:extLst>
                </p14:cNvPr>
                <p14:cNvContentPartPr/>
                <p14:nvPr/>
              </p14:nvContentPartPr>
              <p14:xfrm>
                <a:off x="449667" y="3312267"/>
                <a:ext cx="257040" cy="165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5267CFB-92F2-89AD-509C-B790E010D04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31667" y="3294267"/>
                  <a:ext cx="2926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91904AC-6621-E890-2D98-F53336B19BBE}"/>
                    </a:ext>
                  </a:extLst>
                </p14:cNvPr>
                <p14:cNvContentPartPr/>
                <p14:nvPr/>
              </p14:nvContentPartPr>
              <p14:xfrm>
                <a:off x="727587" y="3291747"/>
                <a:ext cx="218160" cy="347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91904AC-6621-E890-2D98-F53336B19BB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09587" y="3273747"/>
                  <a:ext cx="2538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B1292C8-02DF-A405-26F7-0BEAC11A9F0A}"/>
                    </a:ext>
                  </a:extLst>
                </p14:cNvPr>
                <p14:cNvContentPartPr/>
                <p14:nvPr/>
              </p14:nvContentPartPr>
              <p14:xfrm>
                <a:off x="1060587" y="3040467"/>
                <a:ext cx="241920" cy="376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B1292C8-02DF-A405-26F7-0BEAC11A9F0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42587" y="3022827"/>
                  <a:ext cx="27756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E4A1B13-77A6-92CA-FA6B-3F77F2B7C27C}"/>
                    </a:ext>
                  </a:extLst>
                </p14:cNvPr>
                <p14:cNvContentPartPr/>
                <p14:nvPr/>
              </p14:nvContentPartPr>
              <p14:xfrm>
                <a:off x="1162827" y="3233067"/>
                <a:ext cx="205560" cy="216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E4A1B13-77A6-92CA-FA6B-3F77F2B7C27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45187" y="3215067"/>
                  <a:ext cx="2412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E8B13B8-825C-EB25-B610-3BC54AEE9FAA}"/>
                    </a:ext>
                  </a:extLst>
                </p14:cNvPr>
                <p14:cNvContentPartPr/>
                <p14:nvPr/>
              </p14:nvContentPartPr>
              <p14:xfrm>
                <a:off x="1398987" y="3225507"/>
                <a:ext cx="217800" cy="276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E8B13B8-825C-EB25-B610-3BC54AEE9FA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381347" y="3207867"/>
                  <a:ext cx="253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4791738-8E35-2EBD-BE97-278C9D730514}"/>
                    </a:ext>
                  </a:extLst>
                </p14:cNvPr>
                <p14:cNvContentPartPr/>
                <p14:nvPr/>
              </p14:nvContentPartPr>
              <p14:xfrm>
                <a:off x="1704987" y="2947227"/>
                <a:ext cx="224640" cy="367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4791738-8E35-2EBD-BE97-278C9D73051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687347" y="2929227"/>
                  <a:ext cx="2602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7C0A74E-BDBE-2333-853A-A0955206255E}"/>
                    </a:ext>
                  </a:extLst>
                </p14:cNvPr>
                <p14:cNvContentPartPr/>
                <p14:nvPr/>
              </p14:nvContentPartPr>
              <p14:xfrm>
                <a:off x="1773747" y="3156027"/>
                <a:ext cx="208800" cy="192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7C0A74E-BDBE-2333-853A-A0955206255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755747" y="3138027"/>
                  <a:ext cx="2444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3CBDF6E-ACDA-F107-4ABD-EA7EE06936CE}"/>
                    </a:ext>
                  </a:extLst>
                </p14:cNvPr>
                <p14:cNvContentPartPr/>
                <p14:nvPr/>
              </p14:nvContentPartPr>
              <p14:xfrm>
                <a:off x="2006667" y="3136947"/>
                <a:ext cx="199800" cy="247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3CBDF6E-ACDA-F107-4ABD-EA7EE06936C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989027" y="3119307"/>
                  <a:ext cx="2354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F95075D-DF45-D4B2-FECE-1C66F2B8C67C}"/>
                    </a:ext>
                  </a:extLst>
                </p14:cNvPr>
                <p14:cNvContentPartPr/>
                <p14:nvPr/>
              </p14:nvContentPartPr>
              <p14:xfrm>
                <a:off x="2260827" y="2852187"/>
                <a:ext cx="337680" cy="404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F95075D-DF45-D4B2-FECE-1C66F2B8C67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243187" y="2834547"/>
                  <a:ext cx="3733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EDC958C-42D4-3701-4667-CC94E0D0DE6A}"/>
                    </a:ext>
                  </a:extLst>
                </p14:cNvPr>
                <p14:cNvContentPartPr/>
                <p14:nvPr/>
              </p14:nvContentPartPr>
              <p14:xfrm>
                <a:off x="2404467" y="3057747"/>
                <a:ext cx="241920" cy="213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EDC958C-42D4-3701-4667-CC94E0D0DE6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386827" y="3039747"/>
                  <a:ext cx="2775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00ABCA2-3096-D2AC-F125-D1D27A4A13D7}"/>
                    </a:ext>
                  </a:extLst>
                </p14:cNvPr>
                <p14:cNvContentPartPr/>
                <p14:nvPr/>
              </p14:nvContentPartPr>
              <p14:xfrm>
                <a:off x="2708307" y="3086547"/>
                <a:ext cx="59040" cy="231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00ABCA2-3096-D2AC-F125-D1D27A4A13D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690307" y="3068547"/>
                  <a:ext cx="946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529F32A-4BE5-851B-39B6-4FFBAF0BE7E0}"/>
                    </a:ext>
                  </a:extLst>
                </p14:cNvPr>
                <p14:cNvContentPartPr/>
                <p14:nvPr/>
              </p14:nvContentPartPr>
              <p14:xfrm>
                <a:off x="589707" y="3954867"/>
                <a:ext cx="392760" cy="41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529F32A-4BE5-851B-39B6-4FFBAF0BE7E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72067" y="3936867"/>
                  <a:ext cx="4284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880EBB9-4682-1BC3-6901-BBB8AF02B0C7}"/>
                    </a:ext>
                  </a:extLst>
                </p14:cNvPr>
                <p14:cNvContentPartPr/>
                <p14:nvPr/>
              </p14:nvContentPartPr>
              <p14:xfrm>
                <a:off x="730827" y="4077627"/>
                <a:ext cx="282600" cy="68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880EBB9-4682-1BC3-6901-BBB8AF02B0C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13187" y="4059987"/>
                  <a:ext cx="318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80C6CCF-C5F1-56C5-B1F9-2413F9C4DCD3}"/>
                    </a:ext>
                  </a:extLst>
                </p14:cNvPr>
                <p14:cNvContentPartPr/>
                <p14:nvPr/>
              </p14:nvContentPartPr>
              <p14:xfrm>
                <a:off x="1195947" y="3746427"/>
                <a:ext cx="383040" cy="369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80C6CCF-C5F1-56C5-B1F9-2413F9C4DCD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78307" y="3728427"/>
                  <a:ext cx="41868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DB6FF56-EA92-5377-BC37-E2C3E6F2BFE3}"/>
                    </a:ext>
                  </a:extLst>
                </p14:cNvPr>
                <p14:cNvContentPartPr/>
                <p14:nvPr/>
              </p14:nvContentPartPr>
              <p14:xfrm>
                <a:off x="1783467" y="3653547"/>
                <a:ext cx="325440" cy="352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DB6FF56-EA92-5377-BC37-E2C3E6F2BFE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765467" y="3635547"/>
                  <a:ext cx="3610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8209273-7A74-DDAF-4169-EC95BFAD6B0D}"/>
                    </a:ext>
                  </a:extLst>
                </p14:cNvPr>
                <p14:cNvContentPartPr/>
                <p14:nvPr/>
              </p14:nvContentPartPr>
              <p14:xfrm>
                <a:off x="2194947" y="3545907"/>
                <a:ext cx="339480" cy="377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8209273-7A74-DDAF-4169-EC95BFAD6B0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177307" y="3527907"/>
                  <a:ext cx="37512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79B2505-0FFF-A2B6-49C4-88BDD84E5C06}"/>
                    </a:ext>
                  </a:extLst>
                </p14:cNvPr>
                <p14:cNvContentPartPr/>
                <p14:nvPr/>
              </p14:nvContentPartPr>
              <p14:xfrm>
                <a:off x="2674107" y="3512067"/>
                <a:ext cx="341640" cy="334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79B2505-0FFF-A2B6-49C4-88BDD84E5C0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656467" y="3494427"/>
                  <a:ext cx="377280" cy="37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1B1A9E1-4D90-89A4-2EF1-9DB0FAA865F8}"/>
              </a:ext>
            </a:extLst>
          </p:cNvPr>
          <p:cNvGrpSpPr/>
          <p:nvPr/>
        </p:nvGrpSpPr>
        <p:grpSpPr>
          <a:xfrm>
            <a:off x="374787" y="4439787"/>
            <a:ext cx="4939920" cy="1703160"/>
            <a:chOff x="374787" y="4439787"/>
            <a:chExt cx="4939920" cy="170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7163401-93A1-1D36-03F7-36F476B79139}"/>
                    </a:ext>
                  </a:extLst>
                </p14:cNvPr>
                <p14:cNvContentPartPr/>
                <p14:nvPr/>
              </p14:nvContentPartPr>
              <p14:xfrm>
                <a:off x="608787" y="4602507"/>
                <a:ext cx="33840" cy="406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7163401-93A1-1D36-03F7-36F476B7913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90787" y="4584867"/>
                  <a:ext cx="6948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5903BED-34CD-64A7-DC6D-AB8E42D6D074}"/>
                    </a:ext>
                  </a:extLst>
                </p14:cNvPr>
                <p14:cNvContentPartPr/>
                <p14:nvPr/>
              </p14:nvContentPartPr>
              <p14:xfrm>
                <a:off x="374787" y="4592067"/>
                <a:ext cx="413280" cy="52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5903BED-34CD-64A7-DC6D-AB8E42D6D07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57147" y="4574427"/>
                  <a:ext cx="448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AB786CA-63AC-A50C-F55C-48156F55D975}"/>
                    </a:ext>
                  </a:extLst>
                </p14:cNvPr>
                <p14:cNvContentPartPr/>
                <p14:nvPr/>
              </p14:nvContentPartPr>
              <p14:xfrm>
                <a:off x="521307" y="4979427"/>
                <a:ext cx="237600" cy="54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AB786CA-63AC-A50C-F55C-48156F55D97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03307" y="4961427"/>
                  <a:ext cx="2732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DFA8062-FF0E-29B7-4E2F-18C6114D0762}"/>
                    </a:ext>
                  </a:extLst>
                </p14:cNvPr>
                <p14:cNvContentPartPr/>
                <p14:nvPr/>
              </p14:nvContentPartPr>
              <p14:xfrm>
                <a:off x="771507" y="4558587"/>
                <a:ext cx="249480" cy="496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DFA8062-FF0E-29B7-4E2F-18C6114D076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53867" y="4540947"/>
                  <a:ext cx="28512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157DA5D-70BD-8AED-17A7-7234E91DF750}"/>
                    </a:ext>
                  </a:extLst>
                </p14:cNvPr>
                <p14:cNvContentPartPr/>
                <p14:nvPr/>
              </p14:nvContentPartPr>
              <p14:xfrm>
                <a:off x="820827" y="4754787"/>
                <a:ext cx="286920" cy="28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157DA5D-70BD-8AED-17A7-7234E91DF75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02827" y="4736787"/>
                  <a:ext cx="322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76A7FF2-4374-6078-E8E5-DBDC6FE9C765}"/>
                    </a:ext>
                  </a:extLst>
                </p14:cNvPr>
                <p14:cNvContentPartPr/>
                <p14:nvPr/>
              </p14:nvContentPartPr>
              <p14:xfrm>
                <a:off x="1628307" y="4439787"/>
                <a:ext cx="272160" cy="4111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76A7FF2-4374-6078-E8E5-DBDC6FE9C76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610307" y="4422147"/>
                  <a:ext cx="3078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7A4481E-DB51-16D2-6F9D-A2D87F2C290D}"/>
                    </a:ext>
                  </a:extLst>
                </p14:cNvPr>
                <p14:cNvContentPartPr/>
                <p14:nvPr/>
              </p14:nvContentPartPr>
              <p14:xfrm>
                <a:off x="1909827" y="4587387"/>
                <a:ext cx="257400" cy="253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7A4481E-DB51-16D2-6F9D-A2D87F2C290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892187" y="4569387"/>
                  <a:ext cx="2930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5FA5F48-B479-B7B6-13C5-E25A8A03B5EC}"/>
                    </a:ext>
                  </a:extLst>
                </p14:cNvPr>
                <p14:cNvContentPartPr/>
                <p14:nvPr/>
              </p14:nvContentPartPr>
              <p14:xfrm>
                <a:off x="2201067" y="4541667"/>
                <a:ext cx="324360" cy="299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5FA5F48-B479-B7B6-13C5-E25A8A03B5E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183067" y="4524027"/>
                  <a:ext cx="3600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1DF354A-DFA0-2782-2521-D86C2CB39A10}"/>
                    </a:ext>
                  </a:extLst>
                </p14:cNvPr>
                <p14:cNvContentPartPr/>
                <p14:nvPr/>
              </p14:nvContentPartPr>
              <p14:xfrm>
                <a:off x="618147" y="5205147"/>
                <a:ext cx="187920" cy="405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1DF354A-DFA0-2782-2521-D86C2CB39A1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00507" y="5187507"/>
                  <a:ext cx="22356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33E7D1D-7FC4-B8C7-FDE1-514393B7E935}"/>
                    </a:ext>
                  </a:extLst>
                </p14:cNvPr>
                <p14:cNvContentPartPr/>
                <p14:nvPr/>
              </p14:nvContentPartPr>
              <p14:xfrm>
                <a:off x="508347" y="5352747"/>
                <a:ext cx="564480" cy="175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33E7D1D-7FC4-B8C7-FDE1-514393B7E93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90707" y="5334747"/>
                  <a:ext cx="6001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C727DE8-A47C-E818-3F25-D53316D63F3C}"/>
                    </a:ext>
                  </a:extLst>
                </p14:cNvPr>
                <p14:cNvContentPartPr/>
                <p14:nvPr/>
              </p14:nvContentPartPr>
              <p14:xfrm>
                <a:off x="1476027" y="5114067"/>
                <a:ext cx="136440" cy="3564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C727DE8-A47C-E818-3F25-D53316D63F3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458027" y="5096067"/>
                  <a:ext cx="1720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994145B-B46D-D4EE-D5C5-BEC3F18FCF24}"/>
                    </a:ext>
                  </a:extLst>
                </p14:cNvPr>
                <p14:cNvContentPartPr/>
                <p14:nvPr/>
              </p14:nvContentPartPr>
              <p14:xfrm>
                <a:off x="1686987" y="5215587"/>
                <a:ext cx="272160" cy="1796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994145B-B46D-D4EE-D5C5-BEC3F18FCF2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668987" y="5197947"/>
                  <a:ext cx="3078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FA2E146-B157-650F-21D6-8E6E945FB59E}"/>
                    </a:ext>
                  </a:extLst>
                </p14:cNvPr>
                <p14:cNvContentPartPr/>
                <p14:nvPr/>
              </p14:nvContentPartPr>
              <p14:xfrm>
                <a:off x="852867" y="5726427"/>
                <a:ext cx="300600" cy="4165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FA2E146-B157-650F-21D6-8E6E945FB59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35227" y="5708427"/>
                  <a:ext cx="33624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D3F77FF-2C32-7967-4338-302E076DF0C5}"/>
                    </a:ext>
                  </a:extLst>
                </p14:cNvPr>
                <p14:cNvContentPartPr/>
                <p14:nvPr/>
              </p14:nvContentPartPr>
              <p14:xfrm>
                <a:off x="1140867" y="5891667"/>
                <a:ext cx="138960" cy="187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D3F77FF-2C32-7967-4338-302E076DF0C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23227" y="5874027"/>
                  <a:ext cx="1746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91F7BB7-AF0A-AFEB-358A-F39B2925088C}"/>
                    </a:ext>
                  </a:extLst>
                </p14:cNvPr>
                <p14:cNvContentPartPr/>
                <p14:nvPr/>
              </p14:nvContentPartPr>
              <p14:xfrm>
                <a:off x="1329867" y="5768187"/>
                <a:ext cx="774360" cy="3056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91F7BB7-AF0A-AFEB-358A-F39B2925088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312227" y="5750187"/>
                  <a:ext cx="8100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7D2938D-887E-464E-3529-FFAF6672DE0C}"/>
                    </a:ext>
                  </a:extLst>
                </p14:cNvPr>
                <p14:cNvContentPartPr/>
                <p14:nvPr/>
              </p14:nvContentPartPr>
              <p14:xfrm>
                <a:off x="2529027" y="5484507"/>
                <a:ext cx="178200" cy="484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7D2938D-887E-464E-3529-FFAF6672DE0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511387" y="5466867"/>
                  <a:ext cx="21384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DD00629-2B81-C269-3656-C12CE96FD0D0}"/>
                    </a:ext>
                  </a:extLst>
                </p14:cNvPr>
                <p14:cNvContentPartPr/>
                <p14:nvPr/>
              </p14:nvContentPartPr>
              <p14:xfrm>
                <a:off x="2715867" y="5715987"/>
                <a:ext cx="259200" cy="259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DD00629-2B81-C269-3656-C12CE96FD0D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697867" y="5697987"/>
                  <a:ext cx="2948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525DF18-83A1-81C5-D1E7-108325A51606}"/>
                    </a:ext>
                  </a:extLst>
                </p14:cNvPr>
                <p14:cNvContentPartPr/>
                <p14:nvPr/>
              </p14:nvContentPartPr>
              <p14:xfrm>
                <a:off x="2988387" y="5710947"/>
                <a:ext cx="229320" cy="261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525DF18-83A1-81C5-D1E7-108325A5160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970747" y="5693307"/>
                  <a:ext cx="2649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45CE5C1-9C6F-C23B-EC50-456A93E0C109}"/>
                    </a:ext>
                  </a:extLst>
                </p14:cNvPr>
                <p14:cNvContentPartPr/>
                <p14:nvPr/>
              </p14:nvContentPartPr>
              <p14:xfrm>
                <a:off x="3256587" y="5701947"/>
                <a:ext cx="295560" cy="2743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45CE5C1-9C6F-C23B-EC50-456A93E0C10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238947" y="5683947"/>
                  <a:ext cx="3312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7679330-8873-5412-C17D-B1F49B0014E7}"/>
                    </a:ext>
                  </a:extLst>
                </p14:cNvPr>
                <p14:cNvContentPartPr/>
                <p14:nvPr/>
              </p14:nvContentPartPr>
              <p14:xfrm>
                <a:off x="3596787" y="5700867"/>
                <a:ext cx="715680" cy="3171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7679330-8873-5412-C17D-B1F49B0014E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579147" y="5682867"/>
                  <a:ext cx="7513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FFAF30A-4728-2E3F-D783-AD7BE111919C}"/>
                    </a:ext>
                  </a:extLst>
                </p14:cNvPr>
                <p14:cNvContentPartPr/>
                <p14:nvPr/>
              </p14:nvContentPartPr>
              <p14:xfrm>
                <a:off x="4458987" y="5996067"/>
                <a:ext cx="133920" cy="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FFAF30A-4728-2E3F-D783-AD7BE111919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440987" y="5978427"/>
                  <a:ext cx="169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FF4FB64-63DF-402D-3289-AD0750D6ED38}"/>
                    </a:ext>
                  </a:extLst>
                </p14:cNvPr>
                <p14:cNvContentPartPr/>
                <p14:nvPr/>
              </p14:nvContentPartPr>
              <p14:xfrm>
                <a:off x="4835187" y="5978067"/>
                <a:ext cx="158760" cy="57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FF4FB64-63DF-402D-3289-AD0750D6ED3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817547" y="5960067"/>
                  <a:ext cx="194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0472EA4-6D18-DED5-0FC9-057CC13725E2}"/>
                    </a:ext>
                  </a:extLst>
                </p14:cNvPr>
                <p14:cNvContentPartPr/>
                <p14:nvPr/>
              </p14:nvContentPartPr>
              <p14:xfrm>
                <a:off x="5114547" y="6006867"/>
                <a:ext cx="200160" cy="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0472EA4-6D18-DED5-0FC9-057CC13725E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096547" y="5989227"/>
                  <a:ext cx="2358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3E96C5D6-C100-CECD-9155-DE15CC60EB33}"/>
              </a:ext>
            </a:extLst>
          </p:cNvPr>
          <p:cNvGrpSpPr/>
          <p:nvPr/>
        </p:nvGrpSpPr>
        <p:grpSpPr>
          <a:xfrm>
            <a:off x="8220987" y="325347"/>
            <a:ext cx="3449706" cy="4879800"/>
            <a:chOff x="8220987" y="325347"/>
            <a:chExt cx="3949560" cy="5870880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3CD915C8-6CCB-83AB-EFCC-8248374593CD}"/>
                </a:ext>
              </a:extLst>
            </p:cNvPr>
            <p:cNvGrpSpPr/>
            <p:nvPr/>
          </p:nvGrpSpPr>
          <p:grpSpPr>
            <a:xfrm>
              <a:off x="8733267" y="325347"/>
              <a:ext cx="1160640" cy="2931120"/>
              <a:chOff x="8733267" y="325347"/>
              <a:chExt cx="1160640" cy="2931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35">
                <p14:nvContentPartPr>
                  <p14:cNvPr id="171" name="Ink 170">
                    <a:extLst>
                      <a:ext uri="{FF2B5EF4-FFF2-40B4-BE49-F238E27FC236}">
                        <a16:creationId xmlns:a16="http://schemas.microsoft.com/office/drawing/2014/main" id="{E5A0DA61-4CC4-6302-3F3B-FF93C0C27A64}"/>
                      </a:ext>
                    </a:extLst>
                  </p14:cNvPr>
                  <p14:cNvContentPartPr/>
                  <p14:nvPr/>
                </p14:nvContentPartPr>
                <p14:xfrm>
                  <a:off x="8841267" y="351987"/>
                  <a:ext cx="331920" cy="281880"/>
                </p14:xfrm>
              </p:contentPart>
            </mc:Choice>
            <mc:Fallback>
              <p:pic>
                <p:nvPicPr>
                  <p:cNvPr id="171" name="Ink 170">
                    <a:extLst>
                      <a:ext uri="{FF2B5EF4-FFF2-40B4-BE49-F238E27FC236}">
                        <a16:creationId xmlns:a16="http://schemas.microsoft.com/office/drawing/2014/main" id="{E5A0DA61-4CC4-6302-3F3B-FF93C0C27A64}"/>
                      </a:ext>
                    </a:extLst>
                  </p:cNvPr>
                  <p:cNvPicPr/>
                  <p:nvPr/>
                </p:nvPicPr>
                <p:blipFill>
                  <a:blip r:embed="rId136"/>
                  <a:stretch>
                    <a:fillRect/>
                  </a:stretch>
                </p:blipFill>
                <p:spPr>
                  <a:xfrm>
                    <a:off x="8821063" y="330770"/>
                    <a:ext cx="372740" cy="3247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7">
                <p14:nvContentPartPr>
                  <p14:cNvPr id="172" name="Ink 171">
                    <a:extLst>
                      <a:ext uri="{FF2B5EF4-FFF2-40B4-BE49-F238E27FC236}">
                        <a16:creationId xmlns:a16="http://schemas.microsoft.com/office/drawing/2014/main" id="{78BDE2F4-AE69-A942-B70F-67FD1F86559B}"/>
                      </a:ext>
                    </a:extLst>
                  </p14:cNvPr>
                  <p14:cNvContentPartPr/>
                  <p14:nvPr/>
                </p14:nvContentPartPr>
                <p14:xfrm>
                  <a:off x="9334467" y="325347"/>
                  <a:ext cx="272160" cy="262080"/>
                </p14:xfrm>
              </p:contentPart>
            </mc:Choice>
            <mc:Fallback>
              <p:pic>
                <p:nvPicPr>
                  <p:cNvPr id="172" name="Ink 171">
                    <a:extLst>
                      <a:ext uri="{FF2B5EF4-FFF2-40B4-BE49-F238E27FC236}">
                        <a16:creationId xmlns:a16="http://schemas.microsoft.com/office/drawing/2014/main" id="{78BDE2F4-AE69-A942-B70F-67FD1F86559B}"/>
                      </a:ext>
                    </a:extLst>
                  </p:cNvPr>
                  <p:cNvPicPr/>
                  <p:nvPr/>
                </p:nvPicPr>
                <p:blipFill>
                  <a:blip r:embed="rId138"/>
                  <a:stretch>
                    <a:fillRect/>
                  </a:stretch>
                </p:blipFill>
                <p:spPr>
                  <a:xfrm>
                    <a:off x="9314292" y="303687"/>
                    <a:ext cx="312922" cy="3049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9">
                <p14:nvContentPartPr>
                  <p14:cNvPr id="174" name="Ink 173">
                    <a:extLst>
                      <a:ext uri="{FF2B5EF4-FFF2-40B4-BE49-F238E27FC236}">
                        <a16:creationId xmlns:a16="http://schemas.microsoft.com/office/drawing/2014/main" id="{44CAF470-55CE-E016-BB6A-331C2CB3028F}"/>
                      </a:ext>
                    </a:extLst>
                  </p14:cNvPr>
                  <p14:cNvContentPartPr/>
                  <p14:nvPr/>
                </p14:nvContentPartPr>
                <p14:xfrm>
                  <a:off x="8871507" y="693267"/>
                  <a:ext cx="340200" cy="312840"/>
                </p14:xfrm>
              </p:contentPart>
            </mc:Choice>
            <mc:Fallback>
              <p:pic>
                <p:nvPicPr>
                  <p:cNvPr id="174" name="Ink 173">
                    <a:extLst>
                      <a:ext uri="{FF2B5EF4-FFF2-40B4-BE49-F238E27FC236}">
                        <a16:creationId xmlns:a16="http://schemas.microsoft.com/office/drawing/2014/main" id="{44CAF470-55CE-E016-BB6A-331C2CB3028F}"/>
                      </a:ext>
                    </a:extLst>
                  </p:cNvPr>
                  <p:cNvPicPr/>
                  <p:nvPr/>
                </p:nvPicPr>
                <p:blipFill>
                  <a:blip r:embed="rId140"/>
                  <a:stretch>
                    <a:fillRect/>
                  </a:stretch>
                </p:blipFill>
                <p:spPr>
                  <a:xfrm>
                    <a:off x="8850889" y="671602"/>
                    <a:ext cx="381024" cy="3557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1">
                <p14:nvContentPartPr>
                  <p14:cNvPr id="175" name="Ink 174">
                    <a:extLst>
                      <a:ext uri="{FF2B5EF4-FFF2-40B4-BE49-F238E27FC236}">
                        <a16:creationId xmlns:a16="http://schemas.microsoft.com/office/drawing/2014/main" id="{1E20D257-93C7-F8A8-81EE-8AA9CDFFA116}"/>
                      </a:ext>
                    </a:extLst>
                  </p14:cNvPr>
                  <p14:cNvContentPartPr/>
                  <p14:nvPr/>
                </p14:nvContentPartPr>
                <p14:xfrm>
                  <a:off x="9563067" y="667707"/>
                  <a:ext cx="61200" cy="354240"/>
                </p14:xfrm>
              </p:contentPart>
            </mc:Choice>
            <mc:Fallback>
              <p:pic>
                <p:nvPicPr>
                  <p:cNvPr id="175" name="Ink 174">
                    <a:extLst>
                      <a:ext uri="{FF2B5EF4-FFF2-40B4-BE49-F238E27FC236}">
                        <a16:creationId xmlns:a16="http://schemas.microsoft.com/office/drawing/2014/main" id="{1E20D257-93C7-F8A8-81EE-8AA9CDFFA116}"/>
                      </a:ext>
                    </a:extLst>
                  </p:cNvPr>
                  <p:cNvPicPr/>
                  <p:nvPr/>
                </p:nvPicPr>
                <p:blipFill>
                  <a:blip r:embed="rId142"/>
                  <a:stretch>
                    <a:fillRect/>
                  </a:stretch>
                </p:blipFill>
                <p:spPr>
                  <a:xfrm>
                    <a:off x="9542941" y="646054"/>
                    <a:ext cx="101863" cy="3971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3">
                <p14:nvContentPartPr>
                  <p14:cNvPr id="177" name="Ink 176">
                    <a:extLst>
                      <a:ext uri="{FF2B5EF4-FFF2-40B4-BE49-F238E27FC236}">
                        <a16:creationId xmlns:a16="http://schemas.microsoft.com/office/drawing/2014/main" id="{88D75D98-D0D5-42A3-2F5D-275E573CF2F7}"/>
                      </a:ext>
                    </a:extLst>
                  </p14:cNvPr>
                  <p14:cNvContentPartPr/>
                  <p14:nvPr/>
                </p14:nvContentPartPr>
                <p14:xfrm>
                  <a:off x="8867907" y="1128507"/>
                  <a:ext cx="285840" cy="340200"/>
                </p14:xfrm>
              </p:contentPart>
            </mc:Choice>
            <mc:Fallback>
              <p:pic>
                <p:nvPicPr>
                  <p:cNvPr id="177" name="Ink 176">
                    <a:extLst>
                      <a:ext uri="{FF2B5EF4-FFF2-40B4-BE49-F238E27FC236}">
                        <a16:creationId xmlns:a16="http://schemas.microsoft.com/office/drawing/2014/main" id="{88D75D98-D0D5-42A3-2F5D-275E573CF2F7}"/>
                      </a:ext>
                    </a:extLst>
                  </p:cNvPr>
                  <p:cNvPicPr/>
                  <p:nvPr/>
                </p:nvPicPr>
                <p:blipFill>
                  <a:blip r:embed="rId144"/>
                  <a:stretch>
                    <a:fillRect/>
                  </a:stretch>
                </p:blipFill>
                <p:spPr>
                  <a:xfrm>
                    <a:off x="8847725" y="1106866"/>
                    <a:ext cx="326615" cy="3830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5">
                <p14:nvContentPartPr>
                  <p14:cNvPr id="178" name="Ink 177">
                    <a:extLst>
                      <a:ext uri="{FF2B5EF4-FFF2-40B4-BE49-F238E27FC236}">
                        <a16:creationId xmlns:a16="http://schemas.microsoft.com/office/drawing/2014/main" id="{AEC800B6-8726-2C8A-8800-BEAE36722188}"/>
                      </a:ext>
                    </a:extLst>
                  </p14:cNvPr>
                  <p14:cNvContentPartPr/>
                  <p14:nvPr/>
                </p14:nvContentPartPr>
                <p14:xfrm>
                  <a:off x="9475587" y="1134987"/>
                  <a:ext cx="415080" cy="281520"/>
                </p14:xfrm>
              </p:contentPart>
            </mc:Choice>
            <mc:Fallback>
              <p:pic>
                <p:nvPicPr>
                  <p:cNvPr id="178" name="Ink 177">
                    <a:extLst>
                      <a:ext uri="{FF2B5EF4-FFF2-40B4-BE49-F238E27FC236}">
                        <a16:creationId xmlns:a16="http://schemas.microsoft.com/office/drawing/2014/main" id="{AEC800B6-8726-2C8A-8800-BEAE36722188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9454977" y="1113332"/>
                    <a:ext cx="455887" cy="3243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7">
                <p14:nvContentPartPr>
                  <p14:cNvPr id="179" name="Ink 178">
                    <a:extLst>
                      <a:ext uri="{FF2B5EF4-FFF2-40B4-BE49-F238E27FC236}">
                        <a16:creationId xmlns:a16="http://schemas.microsoft.com/office/drawing/2014/main" id="{F8F52D6B-9E2B-E0B1-1D06-B8165F7DDD1A}"/>
                      </a:ext>
                    </a:extLst>
                  </p14:cNvPr>
                  <p14:cNvContentPartPr/>
                  <p14:nvPr/>
                </p14:nvContentPartPr>
                <p14:xfrm>
                  <a:off x="8850987" y="1581027"/>
                  <a:ext cx="262800" cy="337680"/>
                </p14:xfrm>
              </p:contentPart>
            </mc:Choice>
            <mc:Fallback>
              <p:pic>
                <p:nvPicPr>
                  <p:cNvPr id="179" name="Ink 178">
                    <a:extLst>
                      <a:ext uri="{FF2B5EF4-FFF2-40B4-BE49-F238E27FC236}">
                        <a16:creationId xmlns:a16="http://schemas.microsoft.com/office/drawing/2014/main" id="{F8F52D6B-9E2B-E0B1-1D06-B8165F7DDD1A}"/>
                      </a:ext>
                    </a:extLst>
                  </p:cNvPr>
                  <p:cNvPicPr/>
                  <p:nvPr/>
                </p:nvPicPr>
                <p:blipFill>
                  <a:blip r:embed="rId148"/>
                  <a:stretch>
                    <a:fillRect/>
                  </a:stretch>
                </p:blipFill>
                <p:spPr>
                  <a:xfrm>
                    <a:off x="8830391" y="1559381"/>
                    <a:ext cx="303579" cy="3805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9">
                <p14:nvContentPartPr>
                  <p14:cNvPr id="180" name="Ink 179">
                    <a:extLst>
                      <a:ext uri="{FF2B5EF4-FFF2-40B4-BE49-F238E27FC236}">
                        <a16:creationId xmlns:a16="http://schemas.microsoft.com/office/drawing/2014/main" id="{8F36006D-2740-BD23-B371-3581E2855402}"/>
                      </a:ext>
                    </a:extLst>
                  </p14:cNvPr>
                  <p14:cNvContentPartPr/>
                  <p14:nvPr/>
                </p14:nvContentPartPr>
                <p14:xfrm>
                  <a:off x="9495747" y="1527747"/>
                  <a:ext cx="268560" cy="403920"/>
                </p14:xfrm>
              </p:contentPart>
            </mc:Choice>
            <mc:Fallback>
              <p:pic>
                <p:nvPicPr>
                  <p:cNvPr id="180" name="Ink 179">
                    <a:extLst>
                      <a:ext uri="{FF2B5EF4-FFF2-40B4-BE49-F238E27FC236}">
                        <a16:creationId xmlns:a16="http://schemas.microsoft.com/office/drawing/2014/main" id="{8F36006D-2740-BD23-B371-3581E2855402}"/>
                      </a:ext>
                    </a:extLst>
                  </p:cNvPr>
                  <p:cNvPicPr/>
                  <p:nvPr/>
                </p:nvPicPr>
                <p:blipFill>
                  <a:blip r:embed="rId150"/>
                  <a:stretch>
                    <a:fillRect/>
                  </a:stretch>
                </p:blipFill>
                <p:spPr>
                  <a:xfrm>
                    <a:off x="9475564" y="1506534"/>
                    <a:ext cx="309338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1">
                <p14:nvContentPartPr>
                  <p14:cNvPr id="181" name="Ink 180">
                    <a:extLst>
                      <a:ext uri="{FF2B5EF4-FFF2-40B4-BE49-F238E27FC236}">
                        <a16:creationId xmlns:a16="http://schemas.microsoft.com/office/drawing/2014/main" id="{E28BEEDC-98C2-61DD-6274-D2CC6CED6602}"/>
                      </a:ext>
                    </a:extLst>
                  </p14:cNvPr>
                  <p14:cNvContentPartPr/>
                  <p14:nvPr/>
                </p14:nvContentPartPr>
                <p14:xfrm>
                  <a:off x="8820747" y="2004027"/>
                  <a:ext cx="278280" cy="290880"/>
                </p14:xfrm>
              </p:contentPart>
            </mc:Choice>
            <mc:Fallback>
              <p:pic>
                <p:nvPicPr>
                  <p:cNvPr id="181" name="Ink 180">
                    <a:extLst>
                      <a:ext uri="{FF2B5EF4-FFF2-40B4-BE49-F238E27FC236}">
                        <a16:creationId xmlns:a16="http://schemas.microsoft.com/office/drawing/2014/main" id="{E28BEEDC-98C2-61DD-6274-D2CC6CED6602}"/>
                      </a:ext>
                    </a:extLst>
                  </p:cNvPr>
                  <p:cNvPicPr/>
                  <p:nvPr/>
                </p:nvPicPr>
                <p:blipFill>
                  <a:blip r:embed="rId152"/>
                  <a:stretch>
                    <a:fillRect/>
                  </a:stretch>
                </p:blipFill>
                <p:spPr>
                  <a:xfrm>
                    <a:off x="8800546" y="1982384"/>
                    <a:ext cx="319094" cy="3337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3">
                <p14:nvContentPartPr>
                  <p14:cNvPr id="182" name="Ink 181">
                    <a:extLst>
                      <a:ext uri="{FF2B5EF4-FFF2-40B4-BE49-F238E27FC236}">
                        <a16:creationId xmlns:a16="http://schemas.microsoft.com/office/drawing/2014/main" id="{5FD580C8-FD31-D452-B1DA-55CDE5049790}"/>
                      </a:ext>
                    </a:extLst>
                  </p14:cNvPr>
                  <p14:cNvContentPartPr/>
                  <p14:nvPr/>
                </p14:nvContentPartPr>
                <p14:xfrm>
                  <a:off x="9536427" y="1999347"/>
                  <a:ext cx="278280" cy="330120"/>
                </p14:xfrm>
              </p:contentPart>
            </mc:Choice>
            <mc:Fallback>
              <p:pic>
                <p:nvPicPr>
                  <p:cNvPr id="182" name="Ink 181">
                    <a:extLst>
                      <a:ext uri="{FF2B5EF4-FFF2-40B4-BE49-F238E27FC236}">
                        <a16:creationId xmlns:a16="http://schemas.microsoft.com/office/drawing/2014/main" id="{5FD580C8-FD31-D452-B1DA-55CDE5049790}"/>
                      </a:ext>
                    </a:extLst>
                  </p:cNvPr>
                  <p:cNvPicPr/>
                  <p:nvPr/>
                </p:nvPicPr>
                <p:blipFill>
                  <a:blip r:embed="rId154"/>
                  <a:stretch>
                    <a:fillRect/>
                  </a:stretch>
                </p:blipFill>
                <p:spPr>
                  <a:xfrm>
                    <a:off x="9515844" y="1978147"/>
                    <a:ext cx="319034" cy="3729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5">
                <p14:nvContentPartPr>
                  <p14:cNvPr id="183" name="Ink 182">
                    <a:extLst>
                      <a:ext uri="{FF2B5EF4-FFF2-40B4-BE49-F238E27FC236}">
                        <a16:creationId xmlns:a16="http://schemas.microsoft.com/office/drawing/2014/main" id="{85EF9735-E252-DAEF-9908-783C59DA431E}"/>
                      </a:ext>
                    </a:extLst>
                  </p14:cNvPr>
                  <p14:cNvContentPartPr/>
                  <p14:nvPr/>
                </p14:nvContentPartPr>
                <p14:xfrm>
                  <a:off x="8733267" y="2460867"/>
                  <a:ext cx="274320" cy="327960"/>
                </p14:xfrm>
              </p:contentPart>
            </mc:Choice>
            <mc:Fallback>
              <p:pic>
                <p:nvPicPr>
                  <p:cNvPr id="183" name="Ink 182">
                    <a:extLst>
                      <a:ext uri="{FF2B5EF4-FFF2-40B4-BE49-F238E27FC236}">
                        <a16:creationId xmlns:a16="http://schemas.microsoft.com/office/drawing/2014/main" id="{85EF9735-E252-DAEF-9908-783C59DA431E}"/>
                      </a:ext>
                    </a:extLst>
                  </p:cNvPr>
                  <p:cNvPicPr/>
                  <p:nvPr/>
                </p:nvPicPr>
                <p:blipFill>
                  <a:blip r:embed="rId156"/>
                  <a:stretch>
                    <a:fillRect/>
                  </a:stretch>
                </p:blipFill>
                <p:spPr>
                  <a:xfrm>
                    <a:off x="8712672" y="2439205"/>
                    <a:ext cx="315097" cy="3708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7">
                <p14:nvContentPartPr>
                  <p14:cNvPr id="184" name="Ink 183">
                    <a:extLst>
                      <a:ext uri="{FF2B5EF4-FFF2-40B4-BE49-F238E27FC236}">
                        <a16:creationId xmlns:a16="http://schemas.microsoft.com/office/drawing/2014/main" id="{944AC58B-BA73-F62D-AA63-506028A3D22F}"/>
                      </a:ext>
                    </a:extLst>
                  </p14:cNvPr>
                  <p14:cNvContentPartPr/>
                  <p14:nvPr/>
                </p14:nvContentPartPr>
                <p14:xfrm>
                  <a:off x="9596187" y="2448987"/>
                  <a:ext cx="297720" cy="18360"/>
                </p14:xfrm>
              </p:contentPart>
            </mc:Choice>
            <mc:Fallback>
              <p:pic>
                <p:nvPicPr>
                  <p:cNvPr id="184" name="Ink 183">
                    <a:extLst>
                      <a:ext uri="{FF2B5EF4-FFF2-40B4-BE49-F238E27FC236}">
                        <a16:creationId xmlns:a16="http://schemas.microsoft.com/office/drawing/2014/main" id="{944AC58B-BA73-F62D-AA63-506028A3D22F}"/>
                      </a:ext>
                    </a:extLst>
                  </p:cNvPr>
                  <p:cNvPicPr/>
                  <p:nvPr/>
                </p:nvPicPr>
                <p:blipFill>
                  <a:blip r:embed="rId158"/>
                  <a:stretch>
                    <a:fillRect/>
                  </a:stretch>
                </p:blipFill>
                <p:spPr>
                  <a:xfrm>
                    <a:off x="9575982" y="2428065"/>
                    <a:ext cx="338543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9">
                <p14:nvContentPartPr>
                  <p14:cNvPr id="185" name="Ink 184">
                    <a:extLst>
                      <a:ext uri="{FF2B5EF4-FFF2-40B4-BE49-F238E27FC236}">
                        <a16:creationId xmlns:a16="http://schemas.microsoft.com/office/drawing/2014/main" id="{A2B048E9-58AB-4CE6-0DC1-15D8A86B1257}"/>
                      </a:ext>
                    </a:extLst>
                  </p14:cNvPr>
                  <p14:cNvContentPartPr/>
                  <p14:nvPr/>
                </p14:nvContentPartPr>
                <p14:xfrm>
                  <a:off x="9626067" y="2481387"/>
                  <a:ext cx="215640" cy="406800"/>
                </p14:xfrm>
              </p:contentPart>
            </mc:Choice>
            <mc:Fallback>
              <p:pic>
                <p:nvPicPr>
                  <p:cNvPr id="185" name="Ink 184">
                    <a:extLst>
                      <a:ext uri="{FF2B5EF4-FFF2-40B4-BE49-F238E27FC236}">
                        <a16:creationId xmlns:a16="http://schemas.microsoft.com/office/drawing/2014/main" id="{A2B048E9-58AB-4CE6-0DC1-15D8A86B1257}"/>
                      </a:ext>
                    </a:extLst>
                  </p:cNvPr>
                  <p:cNvPicPr/>
                  <p:nvPr/>
                </p:nvPicPr>
                <p:blipFill>
                  <a:blip r:embed="rId160"/>
                  <a:stretch>
                    <a:fillRect/>
                  </a:stretch>
                </p:blipFill>
                <p:spPr>
                  <a:xfrm>
                    <a:off x="9605451" y="2459726"/>
                    <a:ext cx="256459" cy="4496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1">
                <p14:nvContentPartPr>
                  <p14:cNvPr id="186" name="Ink 185">
                    <a:extLst>
                      <a:ext uri="{FF2B5EF4-FFF2-40B4-BE49-F238E27FC236}">
                        <a16:creationId xmlns:a16="http://schemas.microsoft.com/office/drawing/2014/main" id="{806E51BE-D099-D5CA-240B-C7B698B65CC3}"/>
                      </a:ext>
                    </a:extLst>
                  </p14:cNvPr>
                  <p14:cNvContentPartPr/>
                  <p14:nvPr/>
                </p14:nvContentPartPr>
                <p14:xfrm>
                  <a:off x="8742627" y="2883147"/>
                  <a:ext cx="306360" cy="373320"/>
                </p14:xfrm>
              </p:contentPart>
            </mc:Choice>
            <mc:Fallback>
              <p:pic>
                <p:nvPicPr>
                  <p:cNvPr id="186" name="Ink 185">
                    <a:extLst>
                      <a:ext uri="{FF2B5EF4-FFF2-40B4-BE49-F238E27FC236}">
                        <a16:creationId xmlns:a16="http://schemas.microsoft.com/office/drawing/2014/main" id="{806E51BE-D099-D5CA-240B-C7B698B65CC3}"/>
                      </a:ext>
                    </a:extLst>
                  </p:cNvPr>
                  <p:cNvPicPr/>
                  <p:nvPr/>
                </p:nvPicPr>
                <p:blipFill>
                  <a:blip r:embed="rId162"/>
                  <a:stretch>
                    <a:fillRect/>
                  </a:stretch>
                </p:blipFill>
                <p:spPr>
                  <a:xfrm>
                    <a:off x="8722450" y="2861493"/>
                    <a:ext cx="347126" cy="4161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3">
                <p14:nvContentPartPr>
                  <p14:cNvPr id="187" name="Ink 186">
                    <a:extLst>
                      <a:ext uri="{FF2B5EF4-FFF2-40B4-BE49-F238E27FC236}">
                        <a16:creationId xmlns:a16="http://schemas.microsoft.com/office/drawing/2014/main" id="{24219D8A-42EF-5504-4628-F77EAA2CAFF1}"/>
                      </a:ext>
                    </a:extLst>
                  </p14:cNvPr>
                  <p14:cNvContentPartPr/>
                  <p14:nvPr/>
                </p14:nvContentPartPr>
                <p14:xfrm>
                  <a:off x="9484947" y="2941107"/>
                  <a:ext cx="333720" cy="287640"/>
                </p14:xfrm>
              </p:contentPart>
            </mc:Choice>
            <mc:Fallback>
              <p:pic>
                <p:nvPicPr>
                  <p:cNvPr id="187" name="Ink 186">
                    <a:extLst>
                      <a:ext uri="{FF2B5EF4-FFF2-40B4-BE49-F238E27FC236}">
                        <a16:creationId xmlns:a16="http://schemas.microsoft.com/office/drawing/2014/main" id="{24219D8A-42EF-5504-4628-F77EAA2CAFF1}"/>
                      </a:ext>
                    </a:extLst>
                  </p:cNvPr>
                  <p:cNvPicPr/>
                  <p:nvPr/>
                </p:nvPicPr>
                <p:blipFill>
                  <a:blip r:embed="rId164"/>
                  <a:stretch>
                    <a:fillRect/>
                  </a:stretch>
                </p:blipFill>
                <p:spPr>
                  <a:xfrm>
                    <a:off x="9464759" y="2919881"/>
                    <a:ext cx="374508" cy="33052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66288B7A-ABC2-AE8C-AB43-665C485C2FD3}"/>
                </a:ext>
              </a:extLst>
            </p:cNvPr>
            <p:cNvGrpSpPr/>
            <p:nvPr/>
          </p:nvGrpSpPr>
          <p:grpSpPr>
            <a:xfrm>
              <a:off x="8220987" y="3431427"/>
              <a:ext cx="3949560" cy="2764800"/>
              <a:chOff x="8220987" y="3431427"/>
              <a:chExt cx="3949560" cy="2764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65">
                <p14:nvContentPartPr>
                  <p14:cNvPr id="188" name="Ink 187">
                    <a:extLst>
                      <a:ext uri="{FF2B5EF4-FFF2-40B4-BE49-F238E27FC236}">
                        <a16:creationId xmlns:a16="http://schemas.microsoft.com/office/drawing/2014/main" id="{B77992DA-B848-9153-82AE-87EB86955AA4}"/>
                      </a:ext>
                    </a:extLst>
                  </p14:cNvPr>
                  <p14:cNvContentPartPr/>
                  <p14:nvPr/>
                </p14:nvContentPartPr>
                <p14:xfrm>
                  <a:off x="8708787" y="3431427"/>
                  <a:ext cx="336240" cy="322920"/>
                </p14:xfrm>
              </p:contentPart>
            </mc:Choice>
            <mc:Fallback>
              <p:pic>
                <p:nvPicPr>
                  <p:cNvPr id="188" name="Ink 187">
                    <a:extLst>
                      <a:ext uri="{FF2B5EF4-FFF2-40B4-BE49-F238E27FC236}">
                        <a16:creationId xmlns:a16="http://schemas.microsoft.com/office/drawing/2014/main" id="{B77992DA-B848-9153-82AE-87EB86955AA4}"/>
                      </a:ext>
                    </a:extLst>
                  </p:cNvPr>
                  <p:cNvPicPr/>
                  <p:nvPr/>
                </p:nvPicPr>
                <p:blipFill>
                  <a:blip r:embed="rId166"/>
                  <a:stretch>
                    <a:fillRect/>
                  </a:stretch>
                </p:blipFill>
                <p:spPr>
                  <a:xfrm>
                    <a:off x="8688184" y="3409755"/>
                    <a:ext cx="377034" cy="3658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7">
                <p14:nvContentPartPr>
                  <p14:cNvPr id="193" name="Ink 192">
                    <a:extLst>
                      <a:ext uri="{FF2B5EF4-FFF2-40B4-BE49-F238E27FC236}">
                        <a16:creationId xmlns:a16="http://schemas.microsoft.com/office/drawing/2014/main" id="{1DE69285-7812-5562-F256-4E8AF05B0AAE}"/>
                      </a:ext>
                    </a:extLst>
                  </p14:cNvPr>
                  <p14:cNvContentPartPr/>
                  <p14:nvPr/>
                </p14:nvContentPartPr>
                <p14:xfrm>
                  <a:off x="8726427" y="3887907"/>
                  <a:ext cx="315360" cy="319680"/>
                </p14:xfrm>
              </p:contentPart>
            </mc:Choice>
            <mc:Fallback>
              <p:pic>
                <p:nvPicPr>
                  <p:cNvPr id="193" name="Ink 192">
                    <a:extLst>
                      <a:ext uri="{FF2B5EF4-FFF2-40B4-BE49-F238E27FC236}">
                        <a16:creationId xmlns:a16="http://schemas.microsoft.com/office/drawing/2014/main" id="{1DE69285-7812-5562-F256-4E8AF05B0AAE}"/>
                      </a:ext>
                    </a:extLst>
                  </p:cNvPr>
                  <p:cNvPicPr/>
                  <p:nvPr/>
                </p:nvPicPr>
                <p:blipFill>
                  <a:blip r:embed="rId168"/>
                  <a:stretch>
                    <a:fillRect/>
                  </a:stretch>
                </p:blipFill>
                <p:spPr>
                  <a:xfrm>
                    <a:off x="8705815" y="3866278"/>
                    <a:ext cx="356171" cy="3625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9">
                <p14:nvContentPartPr>
                  <p14:cNvPr id="195" name="Ink 194">
                    <a:extLst>
                      <a:ext uri="{FF2B5EF4-FFF2-40B4-BE49-F238E27FC236}">
                        <a16:creationId xmlns:a16="http://schemas.microsoft.com/office/drawing/2014/main" id="{528FA0C1-607F-2E72-8469-D08EB1777745}"/>
                      </a:ext>
                    </a:extLst>
                  </p14:cNvPr>
                  <p14:cNvContentPartPr/>
                  <p14:nvPr/>
                </p14:nvContentPartPr>
                <p14:xfrm>
                  <a:off x="8695107" y="4234227"/>
                  <a:ext cx="282240" cy="340920"/>
                </p14:xfrm>
              </p:contentPart>
            </mc:Choice>
            <mc:Fallback>
              <p:pic>
                <p:nvPicPr>
                  <p:cNvPr id="195" name="Ink 194">
                    <a:extLst>
                      <a:ext uri="{FF2B5EF4-FFF2-40B4-BE49-F238E27FC236}">
                        <a16:creationId xmlns:a16="http://schemas.microsoft.com/office/drawing/2014/main" id="{528FA0C1-607F-2E72-8469-D08EB1777745}"/>
                      </a:ext>
                    </a:extLst>
                  </p:cNvPr>
                  <p:cNvPicPr/>
                  <p:nvPr/>
                </p:nvPicPr>
                <p:blipFill>
                  <a:blip r:embed="rId170"/>
                  <a:stretch>
                    <a:fillRect/>
                  </a:stretch>
                </p:blipFill>
                <p:spPr>
                  <a:xfrm>
                    <a:off x="8674506" y="4212568"/>
                    <a:ext cx="323031" cy="3838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1">
                <p14:nvContentPartPr>
                  <p14:cNvPr id="189" name="Ink 188">
                    <a:extLst>
                      <a:ext uri="{FF2B5EF4-FFF2-40B4-BE49-F238E27FC236}">
                        <a16:creationId xmlns:a16="http://schemas.microsoft.com/office/drawing/2014/main" id="{1DE3A4CB-E721-154B-8911-921AF4D0B868}"/>
                      </a:ext>
                    </a:extLst>
                  </p14:cNvPr>
                  <p14:cNvContentPartPr/>
                  <p14:nvPr/>
                </p14:nvContentPartPr>
                <p14:xfrm>
                  <a:off x="9468387" y="3438267"/>
                  <a:ext cx="343080" cy="330840"/>
                </p14:xfrm>
              </p:contentPart>
            </mc:Choice>
            <mc:Fallback>
              <p:pic>
                <p:nvPicPr>
                  <p:cNvPr id="189" name="Ink 188">
                    <a:extLst>
                      <a:ext uri="{FF2B5EF4-FFF2-40B4-BE49-F238E27FC236}">
                        <a16:creationId xmlns:a16="http://schemas.microsoft.com/office/drawing/2014/main" id="{1DE3A4CB-E721-154B-8911-921AF4D0B868}"/>
                      </a:ext>
                    </a:extLst>
                  </p:cNvPr>
                  <p:cNvPicPr/>
                  <p:nvPr/>
                </p:nvPicPr>
                <p:blipFill>
                  <a:blip r:embed="rId172"/>
                  <a:stretch>
                    <a:fillRect/>
                  </a:stretch>
                </p:blipFill>
                <p:spPr>
                  <a:xfrm>
                    <a:off x="9448206" y="3417048"/>
                    <a:ext cx="383854" cy="3737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3">
                <p14:nvContentPartPr>
                  <p14:cNvPr id="190" name="Ink 189">
                    <a:extLst>
                      <a:ext uri="{FF2B5EF4-FFF2-40B4-BE49-F238E27FC236}">
                        <a16:creationId xmlns:a16="http://schemas.microsoft.com/office/drawing/2014/main" id="{E66C5728-30D1-18AC-39B8-9F775C0800CC}"/>
                      </a:ext>
                    </a:extLst>
                  </p14:cNvPr>
                  <p14:cNvContentPartPr/>
                  <p14:nvPr/>
                </p14:nvContentPartPr>
                <p14:xfrm>
                  <a:off x="9616707" y="3637347"/>
                  <a:ext cx="276120" cy="30240"/>
                </p14:xfrm>
              </p:contentPart>
            </mc:Choice>
            <mc:Fallback>
              <p:pic>
                <p:nvPicPr>
                  <p:cNvPr id="190" name="Ink 189">
                    <a:extLst>
                      <a:ext uri="{FF2B5EF4-FFF2-40B4-BE49-F238E27FC236}">
                        <a16:creationId xmlns:a16="http://schemas.microsoft.com/office/drawing/2014/main" id="{E66C5728-30D1-18AC-39B8-9F775C0800CC}"/>
                      </a:ext>
                    </a:extLst>
                  </p:cNvPr>
                  <p:cNvPicPr/>
                  <p:nvPr/>
                </p:nvPicPr>
                <p:blipFill>
                  <a:blip r:embed="rId174"/>
                  <a:stretch>
                    <a:fillRect/>
                  </a:stretch>
                </p:blipFill>
                <p:spPr>
                  <a:xfrm>
                    <a:off x="9596101" y="3615747"/>
                    <a:ext cx="316920" cy="730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5">
                <p14:nvContentPartPr>
                  <p14:cNvPr id="194" name="Ink 193">
                    <a:extLst>
                      <a:ext uri="{FF2B5EF4-FFF2-40B4-BE49-F238E27FC236}">
                        <a16:creationId xmlns:a16="http://schemas.microsoft.com/office/drawing/2014/main" id="{CDE7A4BC-C3E0-EAEE-7B6C-3250737AE323}"/>
                      </a:ext>
                    </a:extLst>
                  </p14:cNvPr>
                  <p14:cNvContentPartPr/>
                  <p14:nvPr/>
                </p14:nvContentPartPr>
                <p14:xfrm>
                  <a:off x="9574587" y="3818067"/>
                  <a:ext cx="223920" cy="404280"/>
                </p14:xfrm>
              </p:contentPart>
            </mc:Choice>
            <mc:Fallback>
              <p:pic>
                <p:nvPicPr>
                  <p:cNvPr id="194" name="Ink 193">
                    <a:extLst>
                      <a:ext uri="{FF2B5EF4-FFF2-40B4-BE49-F238E27FC236}">
                        <a16:creationId xmlns:a16="http://schemas.microsoft.com/office/drawing/2014/main" id="{CDE7A4BC-C3E0-EAEE-7B6C-3250737AE323}"/>
                      </a:ext>
                    </a:extLst>
                  </p:cNvPr>
                  <p:cNvPicPr/>
                  <p:nvPr/>
                </p:nvPicPr>
                <p:blipFill>
                  <a:blip r:embed="rId176"/>
                  <a:stretch>
                    <a:fillRect/>
                  </a:stretch>
                </p:blipFill>
                <p:spPr>
                  <a:xfrm>
                    <a:off x="9554418" y="3796857"/>
                    <a:ext cx="264670" cy="4471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7">
                <p14:nvContentPartPr>
                  <p14:cNvPr id="196" name="Ink 195">
                    <a:extLst>
                      <a:ext uri="{FF2B5EF4-FFF2-40B4-BE49-F238E27FC236}">
                        <a16:creationId xmlns:a16="http://schemas.microsoft.com/office/drawing/2014/main" id="{2B0927A0-876F-AF9B-3122-AA96552A87C4}"/>
                      </a:ext>
                    </a:extLst>
                  </p14:cNvPr>
                  <p14:cNvContentPartPr/>
                  <p14:nvPr/>
                </p14:nvContentPartPr>
                <p14:xfrm>
                  <a:off x="9509787" y="4264467"/>
                  <a:ext cx="382680" cy="434160"/>
                </p14:xfrm>
              </p:contentPart>
            </mc:Choice>
            <mc:Fallback>
              <p:pic>
                <p:nvPicPr>
                  <p:cNvPr id="196" name="Ink 195">
                    <a:extLst>
                      <a:ext uri="{FF2B5EF4-FFF2-40B4-BE49-F238E27FC236}">
                        <a16:creationId xmlns:a16="http://schemas.microsoft.com/office/drawing/2014/main" id="{2B0927A0-876F-AF9B-3122-AA96552A87C4}"/>
                      </a:ext>
                    </a:extLst>
                  </p:cNvPr>
                  <p:cNvPicPr/>
                  <p:nvPr/>
                </p:nvPicPr>
                <p:blipFill>
                  <a:blip r:embed="rId178"/>
                  <a:stretch>
                    <a:fillRect/>
                  </a:stretch>
                </p:blipFill>
                <p:spPr>
                  <a:xfrm>
                    <a:off x="9489191" y="4242802"/>
                    <a:ext cx="423461" cy="4770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9">
                <p14:nvContentPartPr>
                  <p14:cNvPr id="202" name="Ink 201">
                    <a:extLst>
                      <a:ext uri="{FF2B5EF4-FFF2-40B4-BE49-F238E27FC236}">
                        <a16:creationId xmlns:a16="http://schemas.microsoft.com/office/drawing/2014/main" id="{D06C1F2C-2559-DC2E-714F-B34E82D7433E}"/>
                      </a:ext>
                    </a:extLst>
                  </p14:cNvPr>
                  <p14:cNvContentPartPr/>
                  <p14:nvPr/>
                </p14:nvContentPartPr>
                <p14:xfrm>
                  <a:off x="9516627" y="4881147"/>
                  <a:ext cx="535320" cy="280800"/>
                </p14:xfrm>
              </p:contentPart>
            </mc:Choice>
            <mc:Fallback>
              <p:pic>
                <p:nvPicPr>
                  <p:cNvPr id="202" name="Ink 201">
                    <a:extLst>
                      <a:ext uri="{FF2B5EF4-FFF2-40B4-BE49-F238E27FC236}">
                        <a16:creationId xmlns:a16="http://schemas.microsoft.com/office/drawing/2014/main" id="{D06C1F2C-2559-DC2E-714F-B34E82D7433E}"/>
                      </a:ext>
                    </a:extLst>
                  </p:cNvPr>
                  <p:cNvPicPr/>
                  <p:nvPr/>
                </p:nvPicPr>
                <p:blipFill>
                  <a:blip r:embed="rId180"/>
                  <a:stretch>
                    <a:fillRect/>
                  </a:stretch>
                </p:blipFill>
                <p:spPr>
                  <a:xfrm>
                    <a:off x="9496434" y="4859514"/>
                    <a:ext cx="576118" cy="3236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81">
                <p14:nvContentPartPr>
                  <p14:cNvPr id="203" name="Ink 202">
                    <a:extLst>
                      <a:ext uri="{FF2B5EF4-FFF2-40B4-BE49-F238E27FC236}">
                        <a16:creationId xmlns:a16="http://schemas.microsoft.com/office/drawing/2014/main" id="{EAC8898F-FFBF-6512-287E-33CF209B5221}"/>
                      </a:ext>
                    </a:extLst>
                  </p14:cNvPr>
                  <p14:cNvContentPartPr/>
                  <p14:nvPr/>
                </p14:nvContentPartPr>
                <p14:xfrm>
                  <a:off x="10029987" y="4885467"/>
                  <a:ext cx="256320" cy="301680"/>
                </p14:xfrm>
              </p:contentPart>
            </mc:Choice>
            <mc:Fallback>
              <p:pic>
                <p:nvPicPr>
                  <p:cNvPr id="203" name="Ink 202">
                    <a:extLst>
                      <a:ext uri="{FF2B5EF4-FFF2-40B4-BE49-F238E27FC236}">
                        <a16:creationId xmlns:a16="http://schemas.microsoft.com/office/drawing/2014/main" id="{EAC8898F-FFBF-6512-287E-33CF209B5221}"/>
                      </a:ext>
                    </a:extLst>
                  </p:cNvPr>
                  <p:cNvPicPr/>
                  <p:nvPr/>
                </p:nvPicPr>
                <p:blipFill>
                  <a:blip r:embed="rId182"/>
                  <a:stretch>
                    <a:fillRect/>
                  </a:stretch>
                </p:blipFill>
                <p:spPr>
                  <a:xfrm>
                    <a:off x="10009795" y="4863826"/>
                    <a:ext cx="297117" cy="3445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83">
                <p14:nvContentPartPr>
                  <p14:cNvPr id="204" name="Ink 203">
                    <a:extLst>
                      <a:ext uri="{FF2B5EF4-FFF2-40B4-BE49-F238E27FC236}">
                        <a16:creationId xmlns:a16="http://schemas.microsoft.com/office/drawing/2014/main" id="{380DCE13-37F0-A34C-F93B-AACCA1B4F74E}"/>
                      </a:ext>
                    </a:extLst>
                  </p14:cNvPr>
                  <p14:cNvContentPartPr/>
                  <p14:nvPr/>
                </p14:nvContentPartPr>
                <p14:xfrm>
                  <a:off x="10401867" y="4719507"/>
                  <a:ext cx="148680" cy="386280"/>
                </p14:xfrm>
              </p:contentPart>
            </mc:Choice>
            <mc:Fallback>
              <p:pic>
                <p:nvPicPr>
                  <p:cNvPr id="204" name="Ink 203">
                    <a:extLst>
                      <a:ext uri="{FF2B5EF4-FFF2-40B4-BE49-F238E27FC236}">
                        <a16:creationId xmlns:a16="http://schemas.microsoft.com/office/drawing/2014/main" id="{380DCE13-37F0-A34C-F93B-AACCA1B4F74E}"/>
                      </a:ext>
                    </a:extLst>
                  </p:cNvPr>
                  <p:cNvPicPr/>
                  <p:nvPr/>
                </p:nvPicPr>
                <p:blipFill>
                  <a:blip r:embed="rId184"/>
                  <a:stretch>
                    <a:fillRect/>
                  </a:stretch>
                </p:blipFill>
                <p:spPr>
                  <a:xfrm>
                    <a:off x="10381686" y="4697855"/>
                    <a:ext cx="189454" cy="42915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85">
                <p14:nvContentPartPr>
                  <p14:cNvPr id="205" name="Ink 204">
                    <a:extLst>
                      <a:ext uri="{FF2B5EF4-FFF2-40B4-BE49-F238E27FC236}">
                        <a16:creationId xmlns:a16="http://schemas.microsoft.com/office/drawing/2014/main" id="{A4A3D778-EE39-89AE-F0E1-1F5AA77A7C56}"/>
                      </a:ext>
                    </a:extLst>
                  </p14:cNvPr>
                  <p14:cNvContentPartPr/>
                  <p14:nvPr/>
                </p14:nvContentPartPr>
                <p14:xfrm>
                  <a:off x="10351107" y="4921467"/>
                  <a:ext cx="373680" cy="9000"/>
                </p14:xfrm>
              </p:contentPart>
            </mc:Choice>
            <mc:Fallback>
              <p:pic>
                <p:nvPicPr>
                  <p:cNvPr id="205" name="Ink 204">
                    <a:extLst>
                      <a:ext uri="{FF2B5EF4-FFF2-40B4-BE49-F238E27FC236}">
                        <a16:creationId xmlns:a16="http://schemas.microsoft.com/office/drawing/2014/main" id="{A4A3D778-EE39-89AE-F0E1-1F5AA77A7C56}"/>
                      </a:ext>
                    </a:extLst>
                  </p:cNvPr>
                  <p:cNvPicPr/>
                  <p:nvPr/>
                </p:nvPicPr>
                <p:blipFill>
                  <a:blip r:embed="rId186"/>
                  <a:stretch>
                    <a:fillRect/>
                  </a:stretch>
                </p:blipFill>
                <p:spPr>
                  <a:xfrm>
                    <a:off x="10330919" y="4900467"/>
                    <a:ext cx="414468" cy="514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87">
                <p14:nvContentPartPr>
                  <p14:cNvPr id="208" name="Ink 207">
                    <a:extLst>
                      <a:ext uri="{FF2B5EF4-FFF2-40B4-BE49-F238E27FC236}">
                        <a16:creationId xmlns:a16="http://schemas.microsoft.com/office/drawing/2014/main" id="{C7F1F4B2-1A5E-63CB-9C69-1BF26D31E808}"/>
                      </a:ext>
                    </a:extLst>
                  </p14:cNvPr>
                  <p14:cNvContentPartPr/>
                  <p14:nvPr/>
                </p14:nvContentPartPr>
                <p14:xfrm>
                  <a:off x="10830267" y="4873227"/>
                  <a:ext cx="235800" cy="228600"/>
                </p14:xfrm>
              </p:contentPart>
            </mc:Choice>
            <mc:Fallback>
              <p:pic>
                <p:nvPicPr>
                  <p:cNvPr id="208" name="Ink 207">
                    <a:extLst>
                      <a:ext uri="{FF2B5EF4-FFF2-40B4-BE49-F238E27FC236}">
                        <a16:creationId xmlns:a16="http://schemas.microsoft.com/office/drawing/2014/main" id="{C7F1F4B2-1A5E-63CB-9C69-1BF26D31E808}"/>
                      </a:ext>
                    </a:extLst>
                  </p:cNvPr>
                  <p:cNvPicPr/>
                  <p:nvPr/>
                </p:nvPicPr>
                <p:blipFill>
                  <a:blip r:embed="rId188"/>
                  <a:stretch>
                    <a:fillRect/>
                  </a:stretch>
                </p:blipFill>
                <p:spPr>
                  <a:xfrm>
                    <a:off x="10810067" y="4852012"/>
                    <a:ext cx="276612" cy="2714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89">
                <p14:nvContentPartPr>
                  <p14:cNvPr id="209" name="Ink 208">
                    <a:extLst>
                      <a:ext uri="{FF2B5EF4-FFF2-40B4-BE49-F238E27FC236}">
                        <a16:creationId xmlns:a16="http://schemas.microsoft.com/office/drawing/2014/main" id="{48BD9B70-92A9-18B9-8DFA-38DCC3685380}"/>
                      </a:ext>
                    </a:extLst>
                  </p14:cNvPr>
                  <p14:cNvContentPartPr/>
                  <p14:nvPr/>
                </p14:nvContentPartPr>
                <p14:xfrm>
                  <a:off x="11116827" y="4901307"/>
                  <a:ext cx="152280" cy="217440"/>
                </p14:xfrm>
              </p:contentPart>
            </mc:Choice>
            <mc:Fallback>
              <p:pic>
                <p:nvPicPr>
                  <p:cNvPr id="209" name="Ink 208">
                    <a:extLst>
                      <a:ext uri="{FF2B5EF4-FFF2-40B4-BE49-F238E27FC236}">
                        <a16:creationId xmlns:a16="http://schemas.microsoft.com/office/drawing/2014/main" id="{48BD9B70-92A9-18B9-8DFA-38DCC3685380}"/>
                      </a:ext>
                    </a:extLst>
                  </p:cNvPr>
                  <p:cNvPicPr/>
                  <p:nvPr/>
                </p:nvPicPr>
                <p:blipFill>
                  <a:blip r:embed="rId190"/>
                  <a:stretch>
                    <a:fillRect/>
                  </a:stretch>
                </p:blipFill>
                <p:spPr>
                  <a:xfrm>
                    <a:off x="11096660" y="4879650"/>
                    <a:ext cx="193025" cy="2603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1">
                <p14:nvContentPartPr>
                  <p14:cNvPr id="210" name="Ink 209">
                    <a:extLst>
                      <a:ext uri="{FF2B5EF4-FFF2-40B4-BE49-F238E27FC236}">
                        <a16:creationId xmlns:a16="http://schemas.microsoft.com/office/drawing/2014/main" id="{36E878F9-D870-1A87-247E-6FCD33BE2DB4}"/>
                      </a:ext>
                    </a:extLst>
                  </p14:cNvPr>
                  <p14:cNvContentPartPr/>
                  <p14:nvPr/>
                </p14:nvContentPartPr>
                <p14:xfrm>
                  <a:off x="11282787" y="4886187"/>
                  <a:ext cx="293400" cy="196200"/>
                </p14:xfrm>
              </p:contentPart>
            </mc:Choice>
            <mc:Fallback>
              <p:pic>
                <p:nvPicPr>
                  <p:cNvPr id="210" name="Ink 209">
                    <a:extLst>
                      <a:ext uri="{FF2B5EF4-FFF2-40B4-BE49-F238E27FC236}">
                        <a16:creationId xmlns:a16="http://schemas.microsoft.com/office/drawing/2014/main" id="{36E878F9-D870-1A87-247E-6FCD33BE2DB4}"/>
                      </a:ext>
                    </a:extLst>
                  </p:cNvPr>
                  <p:cNvPicPr/>
                  <p:nvPr/>
                </p:nvPicPr>
                <p:blipFill>
                  <a:blip r:embed="rId192"/>
                  <a:stretch>
                    <a:fillRect/>
                  </a:stretch>
                </p:blipFill>
                <p:spPr>
                  <a:xfrm>
                    <a:off x="11262183" y="4864579"/>
                    <a:ext cx="334196" cy="2389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3">
                <p14:nvContentPartPr>
                  <p14:cNvPr id="211" name="Ink 210">
                    <a:extLst>
                      <a:ext uri="{FF2B5EF4-FFF2-40B4-BE49-F238E27FC236}">
                        <a16:creationId xmlns:a16="http://schemas.microsoft.com/office/drawing/2014/main" id="{365A0F59-BA10-0964-AA3C-9927FF7C2B73}"/>
                      </a:ext>
                    </a:extLst>
                  </p14:cNvPr>
                  <p14:cNvContentPartPr/>
                  <p14:nvPr/>
                </p14:nvContentPartPr>
                <p14:xfrm>
                  <a:off x="11628027" y="4708347"/>
                  <a:ext cx="110880" cy="374760"/>
                </p14:xfrm>
              </p:contentPart>
            </mc:Choice>
            <mc:Fallback>
              <p:pic>
                <p:nvPicPr>
                  <p:cNvPr id="211" name="Ink 210">
                    <a:extLst>
                      <a:ext uri="{FF2B5EF4-FFF2-40B4-BE49-F238E27FC236}">
                        <a16:creationId xmlns:a16="http://schemas.microsoft.com/office/drawing/2014/main" id="{365A0F59-BA10-0964-AA3C-9927FF7C2B73}"/>
                      </a:ext>
                    </a:extLst>
                  </p:cNvPr>
                  <p:cNvPicPr/>
                  <p:nvPr/>
                </p:nvPicPr>
                <p:blipFill>
                  <a:blip r:embed="rId194"/>
                  <a:stretch>
                    <a:fillRect/>
                  </a:stretch>
                </p:blipFill>
                <p:spPr>
                  <a:xfrm>
                    <a:off x="11607830" y="4686710"/>
                    <a:ext cx="151687" cy="4176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5">
                <p14:nvContentPartPr>
                  <p14:cNvPr id="212" name="Ink 211">
                    <a:extLst>
                      <a:ext uri="{FF2B5EF4-FFF2-40B4-BE49-F238E27FC236}">
                        <a16:creationId xmlns:a16="http://schemas.microsoft.com/office/drawing/2014/main" id="{1CD46EF3-96DB-1000-C9DB-EB98ACC76EF1}"/>
                      </a:ext>
                    </a:extLst>
                  </p14:cNvPr>
                  <p14:cNvContentPartPr/>
                  <p14:nvPr/>
                </p14:nvContentPartPr>
                <p14:xfrm>
                  <a:off x="11764827" y="4919307"/>
                  <a:ext cx="405720" cy="209880"/>
                </p14:xfrm>
              </p:contentPart>
            </mc:Choice>
            <mc:Fallback>
              <p:pic>
                <p:nvPicPr>
                  <p:cNvPr id="212" name="Ink 211">
                    <a:extLst>
                      <a:ext uri="{FF2B5EF4-FFF2-40B4-BE49-F238E27FC236}">
                        <a16:creationId xmlns:a16="http://schemas.microsoft.com/office/drawing/2014/main" id="{1CD46EF3-96DB-1000-C9DB-EB98ACC76EF1}"/>
                      </a:ext>
                    </a:extLst>
                  </p:cNvPr>
                  <p:cNvPicPr/>
                  <p:nvPr/>
                </p:nvPicPr>
                <p:blipFill>
                  <a:blip r:embed="rId196"/>
                  <a:stretch>
                    <a:fillRect/>
                  </a:stretch>
                </p:blipFill>
                <p:spPr>
                  <a:xfrm>
                    <a:off x="11744623" y="4898103"/>
                    <a:ext cx="446539" cy="2527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7">
                <p14:nvContentPartPr>
                  <p14:cNvPr id="199" name="Ink 198">
                    <a:extLst>
                      <a:ext uri="{FF2B5EF4-FFF2-40B4-BE49-F238E27FC236}">
                        <a16:creationId xmlns:a16="http://schemas.microsoft.com/office/drawing/2014/main" id="{1C74F319-37E8-525C-D0D3-BDBAD5049AD3}"/>
                      </a:ext>
                    </a:extLst>
                  </p14:cNvPr>
                  <p14:cNvContentPartPr/>
                  <p14:nvPr/>
                </p14:nvContentPartPr>
                <p14:xfrm>
                  <a:off x="8220987" y="4850907"/>
                  <a:ext cx="644400" cy="28080"/>
                </p14:xfrm>
              </p:contentPart>
            </mc:Choice>
            <mc:Fallback>
              <p:pic>
                <p:nvPicPr>
                  <p:cNvPr id="199" name="Ink 198">
                    <a:extLst>
                      <a:ext uri="{FF2B5EF4-FFF2-40B4-BE49-F238E27FC236}">
                        <a16:creationId xmlns:a16="http://schemas.microsoft.com/office/drawing/2014/main" id="{1C74F319-37E8-525C-D0D3-BDBAD5049AD3}"/>
                      </a:ext>
                    </a:extLst>
                  </p:cNvPr>
                  <p:cNvPicPr/>
                  <p:nvPr/>
                </p:nvPicPr>
                <p:blipFill>
                  <a:blip r:embed="rId198"/>
                  <a:stretch>
                    <a:fillRect/>
                  </a:stretch>
                </p:blipFill>
                <p:spPr>
                  <a:xfrm>
                    <a:off x="8200373" y="4829739"/>
                    <a:ext cx="685216" cy="708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9">
                <p14:nvContentPartPr>
                  <p14:cNvPr id="200" name="Ink 199">
                    <a:extLst>
                      <a:ext uri="{FF2B5EF4-FFF2-40B4-BE49-F238E27FC236}">
                        <a16:creationId xmlns:a16="http://schemas.microsoft.com/office/drawing/2014/main" id="{A96B1C55-5CDE-8714-AD5F-A0E863ECC6D1}"/>
                      </a:ext>
                    </a:extLst>
                  </p14:cNvPr>
                  <p14:cNvContentPartPr/>
                  <p14:nvPr/>
                </p14:nvContentPartPr>
                <p14:xfrm>
                  <a:off x="8553987" y="4857027"/>
                  <a:ext cx="40320" cy="332280"/>
                </p14:xfrm>
              </p:contentPart>
            </mc:Choice>
            <mc:Fallback>
              <p:pic>
                <p:nvPicPr>
                  <p:cNvPr id="200" name="Ink 199">
                    <a:extLst>
                      <a:ext uri="{FF2B5EF4-FFF2-40B4-BE49-F238E27FC236}">
                        <a16:creationId xmlns:a16="http://schemas.microsoft.com/office/drawing/2014/main" id="{A96B1C55-5CDE-8714-AD5F-A0E863ECC6D1}"/>
                      </a:ext>
                    </a:extLst>
                  </p:cNvPr>
                  <p:cNvPicPr/>
                  <p:nvPr/>
                </p:nvPicPr>
                <p:blipFill>
                  <a:blip r:embed="rId200"/>
                  <a:stretch>
                    <a:fillRect/>
                  </a:stretch>
                </p:blipFill>
                <p:spPr>
                  <a:xfrm>
                    <a:off x="8533827" y="4835366"/>
                    <a:ext cx="81051" cy="3751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01">
                <p14:nvContentPartPr>
                  <p14:cNvPr id="201" name="Ink 200">
                    <a:extLst>
                      <a:ext uri="{FF2B5EF4-FFF2-40B4-BE49-F238E27FC236}">
                        <a16:creationId xmlns:a16="http://schemas.microsoft.com/office/drawing/2014/main" id="{2BA1A381-44E9-F9A7-CA23-AF70F82D20B3}"/>
                      </a:ext>
                    </a:extLst>
                  </p14:cNvPr>
                  <p14:cNvContentPartPr/>
                  <p14:nvPr/>
                </p14:nvContentPartPr>
                <p14:xfrm>
                  <a:off x="8693307" y="4854147"/>
                  <a:ext cx="456480" cy="300960"/>
                </p14:xfrm>
              </p:contentPart>
            </mc:Choice>
            <mc:Fallback>
              <p:pic>
                <p:nvPicPr>
                  <p:cNvPr id="201" name="Ink 200">
                    <a:extLst>
                      <a:ext uri="{FF2B5EF4-FFF2-40B4-BE49-F238E27FC236}">
                        <a16:creationId xmlns:a16="http://schemas.microsoft.com/office/drawing/2014/main" id="{2BA1A381-44E9-F9A7-CA23-AF70F82D20B3}"/>
                      </a:ext>
                    </a:extLst>
                  </p:cNvPr>
                  <p:cNvPicPr/>
                  <p:nvPr/>
                </p:nvPicPr>
                <p:blipFill>
                  <a:blip r:embed="rId202"/>
                  <a:stretch>
                    <a:fillRect/>
                  </a:stretch>
                </p:blipFill>
                <p:spPr>
                  <a:xfrm>
                    <a:off x="8672708" y="4832495"/>
                    <a:ext cx="497267" cy="3438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03">
                <p14:nvContentPartPr>
                  <p14:cNvPr id="218" name="Ink 217">
                    <a:extLst>
                      <a:ext uri="{FF2B5EF4-FFF2-40B4-BE49-F238E27FC236}">
                        <a16:creationId xmlns:a16="http://schemas.microsoft.com/office/drawing/2014/main" id="{DD79E328-ED05-F9BD-6B56-802E2603B245}"/>
                      </a:ext>
                    </a:extLst>
                  </p14:cNvPr>
                  <p14:cNvContentPartPr/>
                  <p14:nvPr/>
                </p14:nvContentPartPr>
                <p14:xfrm>
                  <a:off x="9126027" y="5389827"/>
                  <a:ext cx="6480" cy="161640"/>
                </p14:xfrm>
              </p:contentPart>
            </mc:Choice>
            <mc:Fallback>
              <p:pic>
                <p:nvPicPr>
                  <p:cNvPr id="218" name="Ink 217">
                    <a:extLst>
                      <a:ext uri="{FF2B5EF4-FFF2-40B4-BE49-F238E27FC236}">
                        <a16:creationId xmlns:a16="http://schemas.microsoft.com/office/drawing/2014/main" id="{DD79E328-ED05-F9BD-6B56-802E2603B245}"/>
                      </a:ext>
                    </a:extLst>
                  </p:cNvPr>
                  <p:cNvPicPr/>
                  <p:nvPr/>
                </p:nvPicPr>
                <p:blipFill>
                  <a:blip r:embed="rId204"/>
                  <a:stretch>
                    <a:fillRect/>
                  </a:stretch>
                </p:blipFill>
                <p:spPr>
                  <a:xfrm>
                    <a:off x="9106182" y="5368593"/>
                    <a:ext cx="46575" cy="2045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05">
                <p14:nvContentPartPr>
                  <p14:cNvPr id="219" name="Ink 218">
                    <a:extLst>
                      <a:ext uri="{FF2B5EF4-FFF2-40B4-BE49-F238E27FC236}">
                        <a16:creationId xmlns:a16="http://schemas.microsoft.com/office/drawing/2014/main" id="{B52F8DF8-E821-1101-B57D-A10DED85C8E0}"/>
                      </a:ext>
                    </a:extLst>
                  </p14:cNvPr>
                  <p14:cNvContentPartPr/>
                  <p14:nvPr/>
                </p14:nvContentPartPr>
                <p14:xfrm>
                  <a:off x="9017667" y="5234667"/>
                  <a:ext cx="112680" cy="104040"/>
                </p14:xfrm>
              </p:contentPart>
            </mc:Choice>
            <mc:Fallback>
              <p:pic>
                <p:nvPicPr>
                  <p:cNvPr id="219" name="Ink 218">
                    <a:extLst>
                      <a:ext uri="{FF2B5EF4-FFF2-40B4-BE49-F238E27FC236}">
                        <a16:creationId xmlns:a16="http://schemas.microsoft.com/office/drawing/2014/main" id="{B52F8DF8-E821-1101-B57D-A10DED85C8E0}"/>
                      </a:ext>
                    </a:extLst>
                  </p:cNvPr>
                  <p:cNvPicPr/>
                  <p:nvPr/>
                </p:nvPicPr>
                <p:blipFill>
                  <a:blip r:embed="rId206"/>
                  <a:stretch>
                    <a:fillRect/>
                  </a:stretch>
                </p:blipFill>
                <p:spPr>
                  <a:xfrm>
                    <a:off x="8997442" y="5213425"/>
                    <a:ext cx="153542" cy="1469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07">
                <p14:nvContentPartPr>
                  <p14:cNvPr id="220" name="Ink 219">
                    <a:extLst>
                      <a:ext uri="{FF2B5EF4-FFF2-40B4-BE49-F238E27FC236}">
                        <a16:creationId xmlns:a16="http://schemas.microsoft.com/office/drawing/2014/main" id="{3396A141-4328-B4AA-F4AA-243C9A5C8B2C}"/>
                      </a:ext>
                    </a:extLst>
                  </p14:cNvPr>
                  <p14:cNvContentPartPr/>
                  <p14:nvPr/>
                </p14:nvContentPartPr>
                <p14:xfrm>
                  <a:off x="9252027" y="5307387"/>
                  <a:ext cx="277560" cy="320040"/>
                </p14:xfrm>
              </p:contentPart>
            </mc:Choice>
            <mc:Fallback>
              <p:pic>
                <p:nvPicPr>
                  <p:cNvPr id="220" name="Ink 219">
                    <a:extLst>
                      <a:ext uri="{FF2B5EF4-FFF2-40B4-BE49-F238E27FC236}">
                        <a16:creationId xmlns:a16="http://schemas.microsoft.com/office/drawing/2014/main" id="{3396A141-4328-B4AA-F4AA-243C9A5C8B2C}"/>
                      </a:ext>
                    </a:extLst>
                  </p:cNvPr>
                  <p:cNvPicPr/>
                  <p:nvPr/>
                </p:nvPicPr>
                <p:blipFill>
                  <a:blip r:embed="rId208"/>
                  <a:stretch>
                    <a:fillRect/>
                  </a:stretch>
                </p:blipFill>
                <p:spPr>
                  <a:xfrm>
                    <a:off x="9231406" y="5285733"/>
                    <a:ext cx="318390" cy="3629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09">
                <p14:nvContentPartPr>
                  <p14:cNvPr id="221" name="Ink 220">
                    <a:extLst>
                      <a:ext uri="{FF2B5EF4-FFF2-40B4-BE49-F238E27FC236}">
                        <a16:creationId xmlns:a16="http://schemas.microsoft.com/office/drawing/2014/main" id="{3FCAFE01-1083-F8DC-1567-F5B00D27AF9D}"/>
                      </a:ext>
                    </a:extLst>
                  </p14:cNvPr>
                  <p14:cNvContentPartPr/>
                  <p14:nvPr/>
                </p14:nvContentPartPr>
                <p14:xfrm>
                  <a:off x="8779347" y="5717787"/>
                  <a:ext cx="46800" cy="403920"/>
                </p14:xfrm>
              </p:contentPart>
            </mc:Choice>
            <mc:Fallback>
              <p:pic>
                <p:nvPicPr>
                  <p:cNvPr id="221" name="Ink 220">
                    <a:extLst>
                      <a:ext uri="{FF2B5EF4-FFF2-40B4-BE49-F238E27FC236}">
                        <a16:creationId xmlns:a16="http://schemas.microsoft.com/office/drawing/2014/main" id="{3FCAFE01-1083-F8DC-1567-F5B00D27AF9D}"/>
                      </a:ext>
                    </a:extLst>
                  </p:cNvPr>
                  <p:cNvPicPr/>
                  <p:nvPr/>
                </p:nvPicPr>
                <p:blipFill>
                  <a:blip r:embed="rId210"/>
                  <a:stretch>
                    <a:fillRect/>
                  </a:stretch>
                </p:blipFill>
                <p:spPr>
                  <a:xfrm>
                    <a:off x="8758639" y="5696141"/>
                    <a:ext cx="87802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1">
                <p14:nvContentPartPr>
                  <p14:cNvPr id="222" name="Ink 221">
                    <a:extLst>
                      <a:ext uri="{FF2B5EF4-FFF2-40B4-BE49-F238E27FC236}">
                        <a16:creationId xmlns:a16="http://schemas.microsoft.com/office/drawing/2014/main" id="{8ADF2D1D-92FD-8775-CF5F-8D752A7DA4D5}"/>
                      </a:ext>
                    </a:extLst>
                  </p14:cNvPr>
                  <p14:cNvContentPartPr/>
                  <p14:nvPr/>
                </p14:nvContentPartPr>
                <p14:xfrm>
                  <a:off x="8648667" y="5719227"/>
                  <a:ext cx="144720" cy="162000"/>
                </p14:xfrm>
              </p:contentPart>
            </mc:Choice>
            <mc:Fallback>
              <p:pic>
                <p:nvPicPr>
                  <p:cNvPr id="222" name="Ink 221">
                    <a:extLst>
                      <a:ext uri="{FF2B5EF4-FFF2-40B4-BE49-F238E27FC236}">
                        <a16:creationId xmlns:a16="http://schemas.microsoft.com/office/drawing/2014/main" id="{8ADF2D1D-92FD-8775-CF5F-8D752A7DA4D5}"/>
                      </a:ext>
                    </a:extLst>
                  </p:cNvPr>
                  <p:cNvPicPr/>
                  <p:nvPr/>
                </p:nvPicPr>
                <p:blipFill>
                  <a:blip r:embed="rId212"/>
                  <a:stretch>
                    <a:fillRect/>
                  </a:stretch>
                </p:blipFill>
                <p:spPr>
                  <a:xfrm>
                    <a:off x="8628464" y="5698002"/>
                    <a:ext cx="185538" cy="2048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3">
                <p14:nvContentPartPr>
                  <p14:cNvPr id="223" name="Ink 222">
                    <a:extLst>
                      <a:ext uri="{FF2B5EF4-FFF2-40B4-BE49-F238E27FC236}">
                        <a16:creationId xmlns:a16="http://schemas.microsoft.com/office/drawing/2014/main" id="{2B4C9BE3-FE62-3605-D657-87F7496DA2A1}"/>
                      </a:ext>
                    </a:extLst>
                  </p14:cNvPr>
                  <p14:cNvContentPartPr/>
                  <p14:nvPr/>
                </p14:nvContentPartPr>
                <p14:xfrm>
                  <a:off x="8641107" y="6136467"/>
                  <a:ext cx="330840" cy="18360"/>
                </p14:xfrm>
              </p:contentPart>
            </mc:Choice>
            <mc:Fallback>
              <p:pic>
                <p:nvPicPr>
                  <p:cNvPr id="223" name="Ink 222">
                    <a:extLst>
                      <a:ext uri="{FF2B5EF4-FFF2-40B4-BE49-F238E27FC236}">
                        <a16:creationId xmlns:a16="http://schemas.microsoft.com/office/drawing/2014/main" id="{2B4C9BE3-FE62-3605-D657-87F7496DA2A1}"/>
                      </a:ext>
                    </a:extLst>
                  </p:cNvPr>
                  <p:cNvPicPr/>
                  <p:nvPr/>
                </p:nvPicPr>
                <p:blipFill>
                  <a:blip r:embed="rId214"/>
                  <a:stretch>
                    <a:fillRect/>
                  </a:stretch>
                </p:blipFill>
                <p:spPr>
                  <a:xfrm>
                    <a:off x="8620919" y="6115118"/>
                    <a:ext cx="371628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5">
                <p14:nvContentPartPr>
                  <p14:cNvPr id="224" name="Ink 223">
                    <a:extLst>
                      <a:ext uri="{FF2B5EF4-FFF2-40B4-BE49-F238E27FC236}">
                        <a16:creationId xmlns:a16="http://schemas.microsoft.com/office/drawing/2014/main" id="{26F06363-3424-EBBD-103F-3C1804CC14A7}"/>
                      </a:ext>
                    </a:extLst>
                  </p14:cNvPr>
                  <p14:cNvContentPartPr/>
                  <p14:nvPr/>
                </p14:nvContentPartPr>
                <p14:xfrm>
                  <a:off x="9496827" y="5747307"/>
                  <a:ext cx="410760" cy="448920"/>
                </p14:xfrm>
              </p:contentPart>
            </mc:Choice>
            <mc:Fallback>
              <p:pic>
                <p:nvPicPr>
                  <p:cNvPr id="224" name="Ink 223">
                    <a:extLst>
                      <a:ext uri="{FF2B5EF4-FFF2-40B4-BE49-F238E27FC236}">
                        <a16:creationId xmlns:a16="http://schemas.microsoft.com/office/drawing/2014/main" id="{26F06363-3424-EBBD-103F-3C1804CC14A7}"/>
                      </a:ext>
                    </a:extLst>
                  </p:cNvPr>
                  <p:cNvPicPr/>
                  <p:nvPr/>
                </p:nvPicPr>
                <p:blipFill>
                  <a:blip r:embed="rId216"/>
                  <a:stretch>
                    <a:fillRect/>
                  </a:stretch>
                </p:blipFill>
                <p:spPr>
                  <a:xfrm>
                    <a:off x="9476227" y="5725662"/>
                    <a:ext cx="451548" cy="491777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3ABD1369-5687-FAC5-96A9-1027E6E17559}"/>
              </a:ext>
            </a:extLst>
          </p:cNvPr>
          <p:cNvGrpSpPr/>
          <p:nvPr/>
        </p:nvGrpSpPr>
        <p:grpSpPr>
          <a:xfrm>
            <a:off x="7835067" y="5404947"/>
            <a:ext cx="3569760" cy="1065600"/>
            <a:chOff x="7835067" y="5404947"/>
            <a:chExt cx="3569760" cy="10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A0A001B-893D-5058-1663-47F425BAB2EC}"/>
                    </a:ext>
                  </a:extLst>
                </p14:cNvPr>
                <p14:cNvContentPartPr/>
                <p14:nvPr/>
              </p14:nvContentPartPr>
              <p14:xfrm>
                <a:off x="7913187" y="5438067"/>
                <a:ext cx="39960" cy="4546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A0A001B-893D-5058-1663-47F425BAB2E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895187" y="5420067"/>
                  <a:ext cx="756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B88B5E6-ECF3-549C-0A8F-4CDA4C8A2112}"/>
                    </a:ext>
                  </a:extLst>
                </p14:cNvPr>
                <p14:cNvContentPartPr/>
                <p14:nvPr/>
              </p14:nvContentPartPr>
              <p14:xfrm>
                <a:off x="7993467" y="5622027"/>
                <a:ext cx="154800" cy="222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B88B5E6-ECF3-549C-0A8F-4CDA4C8A211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975827" y="5604027"/>
                  <a:ext cx="190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B8AFE5F-6029-1295-A7FF-A14656A52824}"/>
                    </a:ext>
                  </a:extLst>
                </p14:cNvPr>
                <p14:cNvContentPartPr/>
                <p14:nvPr/>
              </p14:nvContentPartPr>
              <p14:xfrm>
                <a:off x="8212347" y="5602587"/>
                <a:ext cx="266040" cy="246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B8AFE5F-6029-1295-A7FF-A14656A5282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194347" y="5584947"/>
                  <a:ext cx="3016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4E4BA05-117F-722E-D4E2-C56B8633255F}"/>
                    </a:ext>
                  </a:extLst>
                </p14:cNvPr>
                <p14:cNvContentPartPr/>
                <p14:nvPr/>
              </p14:nvContentPartPr>
              <p14:xfrm>
                <a:off x="8546067" y="5600427"/>
                <a:ext cx="182880" cy="220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4E4BA05-117F-722E-D4E2-C56B8633255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528427" y="5582787"/>
                  <a:ext cx="218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4D8E839-1060-472A-D958-FC65D97F9E0E}"/>
                    </a:ext>
                  </a:extLst>
                </p14:cNvPr>
                <p14:cNvContentPartPr/>
                <p14:nvPr/>
              </p14:nvContentPartPr>
              <p14:xfrm>
                <a:off x="8771787" y="5608707"/>
                <a:ext cx="240840" cy="1695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4D8E839-1060-472A-D958-FC65D97F9E0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754147" y="5591067"/>
                  <a:ext cx="276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8A321D2-9442-A3D9-691F-083B584933B4}"/>
                    </a:ext>
                  </a:extLst>
                </p14:cNvPr>
                <p14:cNvContentPartPr/>
                <p14:nvPr/>
              </p14:nvContentPartPr>
              <p14:xfrm>
                <a:off x="9385587" y="5414307"/>
                <a:ext cx="264600" cy="381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8A321D2-9442-A3D9-691F-083B584933B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367947" y="5396667"/>
                  <a:ext cx="3002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DEC6DD9-8504-6107-AB08-F21E7021294E}"/>
                    </a:ext>
                  </a:extLst>
                </p14:cNvPr>
                <p14:cNvContentPartPr/>
                <p14:nvPr/>
              </p14:nvContentPartPr>
              <p14:xfrm>
                <a:off x="9767187" y="5616627"/>
                <a:ext cx="6840" cy="145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DEC6DD9-8504-6107-AB08-F21E7021294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749547" y="5598627"/>
                  <a:ext cx="42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EED8FE8-8418-ECB0-D845-2B7194C9421D}"/>
                    </a:ext>
                  </a:extLst>
                </p14:cNvPr>
                <p14:cNvContentPartPr/>
                <p14:nvPr/>
              </p14:nvContentPartPr>
              <p14:xfrm>
                <a:off x="9696627" y="5493507"/>
                <a:ext cx="35640" cy="122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EED8FE8-8418-ECB0-D845-2B7194C9421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678987" y="5475867"/>
                  <a:ext cx="71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B9B28B3-C4DA-8ED9-928E-A435FB062004}"/>
                    </a:ext>
                  </a:extLst>
                </p14:cNvPr>
                <p14:cNvContentPartPr/>
                <p14:nvPr/>
              </p14:nvContentPartPr>
              <p14:xfrm>
                <a:off x="9658467" y="5592867"/>
                <a:ext cx="329400" cy="619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B9B28B3-C4DA-8ED9-928E-A435FB062004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640467" y="5575227"/>
                  <a:ext cx="36504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0C6C965-135B-8C4D-8FB3-120C972964B6}"/>
                    </a:ext>
                  </a:extLst>
                </p14:cNvPr>
                <p14:cNvContentPartPr/>
                <p14:nvPr/>
              </p14:nvContentPartPr>
              <p14:xfrm>
                <a:off x="10146987" y="5610507"/>
                <a:ext cx="7920" cy="174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0C6C965-135B-8C4D-8FB3-120C972964B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129347" y="5592507"/>
                  <a:ext cx="43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E1A9224-F9F5-DA21-F470-BBDEB3408260}"/>
                    </a:ext>
                  </a:extLst>
                </p14:cNvPr>
                <p14:cNvContentPartPr/>
                <p14:nvPr/>
              </p14:nvContentPartPr>
              <p14:xfrm>
                <a:off x="9992907" y="5432667"/>
                <a:ext cx="119160" cy="81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E1A9224-F9F5-DA21-F470-BBDEB340826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975267" y="5415027"/>
                  <a:ext cx="154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39F19E3-3788-81C4-26F1-6C3CFB602A47}"/>
                    </a:ext>
                  </a:extLst>
                </p14:cNvPr>
                <p14:cNvContentPartPr/>
                <p14:nvPr/>
              </p14:nvContentPartPr>
              <p14:xfrm>
                <a:off x="10378827" y="5404947"/>
                <a:ext cx="153360" cy="3463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39F19E3-3788-81C4-26F1-6C3CFB602A4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361187" y="5386947"/>
                  <a:ext cx="1890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A48F570-C0DC-1FDD-11D9-934C567BFBCD}"/>
                    </a:ext>
                  </a:extLst>
                </p14:cNvPr>
                <p14:cNvContentPartPr/>
                <p14:nvPr/>
              </p14:nvContentPartPr>
              <p14:xfrm>
                <a:off x="10285947" y="5575947"/>
                <a:ext cx="331920" cy="12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A48F570-C0DC-1FDD-11D9-934C567BFBC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268307" y="5558307"/>
                  <a:ext cx="367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37D5432-D019-F7E5-2C79-1EB4832602D4}"/>
                    </a:ext>
                  </a:extLst>
                </p14:cNvPr>
                <p14:cNvContentPartPr/>
                <p14:nvPr/>
              </p14:nvContentPartPr>
              <p14:xfrm>
                <a:off x="7835067" y="6063747"/>
                <a:ext cx="168120" cy="3816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37D5432-D019-F7E5-2C79-1EB4832602D4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817067" y="6046107"/>
                  <a:ext cx="2037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78E444D-E9E0-8940-32B7-E838F2840179}"/>
                    </a:ext>
                  </a:extLst>
                </p14:cNvPr>
                <p14:cNvContentPartPr/>
                <p14:nvPr/>
              </p14:nvContentPartPr>
              <p14:xfrm>
                <a:off x="8028387" y="6236187"/>
                <a:ext cx="258120" cy="2170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78E444D-E9E0-8940-32B7-E838F284017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010747" y="6218187"/>
                  <a:ext cx="293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D7DBF49-DAB7-B50F-4360-2AE30A119818}"/>
                    </a:ext>
                  </a:extLst>
                </p14:cNvPr>
                <p14:cNvContentPartPr/>
                <p14:nvPr/>
              </p14:nvContentPartPr>
              <p14:xfrm>
                <a:off x="8312067" y="6238347"/>
                <a:ext cx="172440" cy="190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D7DBF49-DAB7-B50F-4360-2AE30A11981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294427" y="6220347"/>
                  <a:ext cx="208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6FC5F07-C775-A95C-87C1-9B42F6D6906E}"/>
                    </a:ext>
                  </a:extLst>
                </p14:cNvPr>
                <p14:cNvContentPartPr/>
                <p14:nvPr/>
              </p14:nvContentPartPr>
              <p14:xfrm>
                <a:off x="8533107" y="6257067"/>
                <a:ext cx="137160" cy="193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6FC5F07-C775-A95C-87C1-9B42F6D6906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515467" y="6239427"/>
                  <a:ext cx="172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267DA18-CEB5-22EF-B789-D7A1993C25B5}"/>
                    </a:ext>
                  </a:extLst>
                </p14:cNvPr>
                <p14:cNvContentPartPr/>
                <p14:nvPr/>
              </p14:nvContentPartPr>
              <p14:xfrm>
                <a:off x="8708787" y="6254187"/>
                <a:ext cx="355320" cy="190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267DA18-CEB5-22EF-B789-D7A1993C25B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691147" y="6236187"/>
                  <a:ext cx="390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CF4A26E-F6D5-2CC1-CBAD-4FC21717A23F}"/>
                    </a:ext>
                  </a:extLst>
                </p14:cNvPr>
                <p14:cNvContentPartPr/>
                <p14:nvPr/>
              </p14:nvContentPartPr>
              <p14:xfrm>
                <a:off x="9155907" y="6235827"/>
                <a:ext cx="331200" cy="2109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CF4A26E-F6D5-2CC1-CBAD-4FC21717A23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137907" y="6218187"/>
                  <a:ext cx="366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16E009D-09B6-73DE-5B7B-EE6EE3C9E746}"/>
                    </a:ext>
                  </a:extLst>
                </p14:cNvPr>
                <p14:cNvContentPartPr/>
                <p14:nvPr/>
              </p14:nvContentPartPr>
              <p14:xfrm>
                <a:off x="10074627" y="6223947"/>
                <a:ext cx="398880" cy="2217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16E009D-09B6-73DE-5B7B-EE6EE3C9E74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056627" y="6206307"/>
                  <a:ext cx="434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E4B23DE-1C72-A29C-AC34-5974ADE12DFC}"/>
                    </a:ext>
                  </a:extLst>
                </p14:cNvPr>
                <p14:cNvContentPartPr/>
                <p14:nvPr/>
              </p14:nvContentPartPr>
              <p14:xfrm>
                <a:off x="10511667" y="6196947"/>
                <a:ext cx="637560" cy="2736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E4B23DE-1C72-A29C-AC34-5974ADE12DF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494027" y="6178947"/>
                  <a:ext cx="673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59A5F03-EC7E-D610-E2B4-D230F8CF2515}"/>
                    </a:ext>
                  </a:extLst>
                </p14:cNvPr>
                <p14:cNvContentPartPr/>
                <p14:nvPr/>
              </p14:nvContentPartPr>
              <p14:xfrm>
                <a:off x="11221587" y="6184347"/>
                <a:ext cx="183240" cy="2350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59A5F03-EC7E-D610-E2B4-D230F8CF251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203947" y="6166707"/>
                  <a:ext cx="218880" cy="270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64087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D6110-FF03-D929-AAE0-018B606EE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2E163C-AAC1-D889-5325-9E8A87E71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226" name="Group 225">
            <a:extLst>
              <a:ext uri="{FF2B5EF4-FFF2-40B4-BE49-F238E27FC236}">
                <a16:creationId xmlns:a16="http://schemas.microsoft.com/office/drawing/2014/main" id="{EBD58A26-7CEE-E78D-28D5-0816D0C7EEE0}"/>
              </a:ext>
            </a:extLst>
          </p:cNvPr>
          <p:cNvGrpSpPr/>
          <p:nvPr/>
        </p:nvGrpSpPr>
        <p:grpSpPr>
          <a:xfrm>
            <a:off x="8220987" y="325347"/>
            <a:ext cx="3449706" cy="4879800"/>
            <a:chOff x="8220987" y="325347"/>
            <a:chExt cx="3949560" cy="5870880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561261F6-D156-80E0-2AE2-DB2029DB6E1D}"/>
                </a:ext>
              </a:extLst>
            </p:cNvPr>
            <p:cNvGrpSpPr/>
            <p:nvPr/>
          </p:nvGrpSpPr>
          <p:grpSpPr>
            <a:xfrm>
              <a:off x="8733267" y="325347"/>
              <a:ext cx="1160640" cy="2931120"/>
              <a:chOff x="8733267" y="325347"/>
              <a:chExt cx="1160640" cy="2931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171" name="Ink 170">
                    <a:extLst>
                      <a:ext uri="{FF2B5EF4-FFF2-40B4-BE49-F238E27FC236}">
                        <a16:creationId xmlns:a16="http://schemas.microsoft.com/office/drawing/2014/main" id="{7BA7554A-319A-3D56-A3C5-1132BEA987D8}"/>
                      </a:ext>
                    </a:extLst>
                  </p14:cNvPr>
                  <p14:cNvContentPartPr/>
                  <p14:nvPr/>
                </p14:nvContentPartPr>
                <p14:xfrm>
                  <a:off x="8841267" y="351987"/>
                  <a:ext cx="331920" cy="281880"/>
                </p14:xfrm>
              </p:contentPart>
            </mc:Choice>
            <mc:Fallback>
              <p:pic>
                <p:nvPicPr>
                  <p:cNvPr id="171" name="Ink 170">
                    <a:extLst>
                      <a:ext uri="{FF2B5EF4-FFF2-40B4-BE49-F238E27FC236}">
                        <a16:creationId xmlns:a16="http://schemas.microsoft.com/office/drawing/2014/main" id="{7BA7554A-319A-3D56-A3C5-1132BEA987D8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821063" y="330770"/>
                    <a:ext cx="372740" cy="3247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172" name="Ink 171">
                    <a:extLst>
                      <a:ext uri="{FF2B5EF4-FFF2-40B4-BE49-F238E27FC236}">
                        <a16:creationId xmlns:a16="http://schemas.microsoft.com/office/drawing/2014/main" id="{CC052636-85C8-CF99-AE0B-30016B5B49B8}"/>
                      </a:ext>
                    </a:extLst>
                  </p14:cNvPr>
                  <p14:cNvContentPartPr/>
                  <p14:nvPr/>
                </p14:nvContentPartPr>
                <p14:xfrm>
                  <a:off x="9334467" y="325347"/>
                  <a:ext cx="272160" cy="262080"/>
                </p14:xfrm>
              </p:contentPart>
            </mc:Choice>
            <mc:Fallback>
              <p:pic>
                <p:nvPicPr>
                  <p:cNvPr id="172" name="Ink 171">
                    <a:extLst>
                      <a:ext uri="{FF2B5EF4-FFF2-40B4-BE49-F238E27FC236}">
                        <a16:creationId xmlns:a16="http://schemas.microsoft.com/office/drawing/2014/main" id="{CC052636-85C8-CF99-AE0B-30016B5B49B8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314292" y="303687"/>
                    <a:ext cx="312922" cy="3049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174" name="Ink 173">
                    <a:extLst>
                      <a:ext uri="{FF2B5EF4-FFF2-40B4-BE49-F238E27FC236}">
                        <a16:creationId xmlns:a16="http://schemas.microsoft.com/office/drawing/2014/main" id="{B3086032-9E58-4B69-D2D0-A046595D5F43}"/>
                      </a:ext>
                    </a:extLst>
                  </p14:cNvPr>
                  <p14:cNvContentPartPr/>
                  <p14:nvPr/>
                </p14:nvContentPartPr>
                <p14:xfrm>
                  <a:off x="8871507" y="693267"/>
                  <a:ext cx="340200" cy="312840"/>
                </p14:xfrm>
              </p:contentPart>
            </mc:Choice>
            <mc:Fallback>
              <p:pic>
                <p:nvPicPr>
                  <p:cNvPr id="174" name="Ink 173">
                    <a:extLst>
                      <a:ext uri="{FF2B5EF4-FFF2-40B4-BE49-F238E27FC236}">
                        <a16:creationId xmlns:a16="http://schemas.microsoft.com/office/drawing/2014/main" id="{B3086032-9E58-4B69-D2D0-A046595D5F43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8850889" y="671602"/>
                    <a:ext cx="381024" cy="3557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175" name="Ink 174">
                    <a:extLst>
                      <a:ext uri="{FF2B5EF4-FFF2-40B4-BE49-F238E27FC236}">
                        <a16:creationId xmlns:a16="http://schemas.microsoft.com/office/drawing/2014/main" id="{515B0208-C8EE-7241-C9DD-3AEA6F8F936A}"/>
                      </a:ext>
                    </a:extLst>
                  </p14:cNvPr>
                  <p14:cNvContentPartPr/>
                  <p14:nvPr/>
                </p14:nvContentPartPr>
                <p14:xfrm>
                  <a:off x="9563067" y="667707"/>
                  <a:ext cx="61200" cy="354240"/>
                </p14:xfrm>
              </p:contentPart>
            </mc:Choice>
            <mc:Fallback>
              <p:pic>
                <p:nvPicPr>
                  <p:cNvPr id="175" name="Ink 174">
                    <a:extLst>
                      <a:ext uri="{FF2B5EF4-FFF2-40B4-BE49-F238E27FC236}">
                        <a16:creationId xmlns:a16="http://schemas.microsoft.com/office/drawing/2014/main" id="{515B0208-C8EE-7241-C9DD-3AEA6F8F936A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542941" y="646054"/>
                    <a:ext cx="101863" cy="3971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177" name="Ink 176">
                    <a:extLst>
                      <a:ext uri="{FF2B5EF4-FFF2-40B4-BE49-F238E27FC236}">
                        <a16:creationId xmlns:a16="http://schemas.microsoft.com/office/drawing/2014/main" id="{F3FB4B3C-A33F-2669-D733-758F939BCD8F}"/>
                      </a:ext>
                    </a:extLst>
                  </p14:cNvPr>
                  <p14:cNvContentPartPr/>
                  <p14:nvPr/>
                </p14:nvContentPartPr>
                <p14:xfrm>
                  <a:off x="8867907" y="1128507"/>
                  <a:ext cx="285840" cy="340200"/>
                </p14:xfrm>
              </p:contentPart>
            </mc:Choice>
            <mc:Fallback>
              <p:pic>
                <p:nvPicPr>
                  <p:cNvPr id="177" name="Ink 176">
                    <a:extLst>
                      <a:ext uri="{FF2B5EF4-FFF2-40B4-BE49-F238E27FC236}">
                        <a16:creationId xmlns:a16="http://schemas.microsoft.com/office/drawing/2014/main" id="{F3FB4B3C-A33F-2669-D733-758F939BCD8F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8847725" y="1106866"/>
                    <a:ext cx="326615" cy="3830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178" name="Ink 177">
                    <a:extLst>
                      <a:ext uri="{FF2B5EF4-FFF2-40B4-BE49-F238E27FC236}">
                        <a16:creationId xmlns:a16="http://schemas.microsoft.com/office/drawing/2014/main" id="{3B52F2D5-116B-CCF5-A212-0BE0FBA02F36}"/>
                      </a:ext>
                    </a:extLst>
                  </p14:cNvPr>
                  <p14:cNvContentPartPr/>
                  <p14:nvPr/>
                </p14:nvContentPartPr>
                <p14:xfrm>
                  <a:off x="9475587" y="1134987"/>
                  <a:ext cx="415080" cy="281520"/>
                </p14:xfrm>
              </p:contentPart>
            </mc:Choice>
            <mc:Fallback>
              <p:pic>
                <p:nvPicPr>
                  <p:cNvPr id="178" name="Ink 177">
                    <a:extLst>
                      <a:ext uri="{FF2B5EF4-FFF2-40B4-BE49-F238E27FC236}">
                        <a16:creationId xmlns:a16="http://schemas.microsoft.com/office/drawing/2014/main" id="{3B52F2D5-116B-CCF5-A212-0BE0FBA02F36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9454977" y="1113332"/>
                    <a:ext cx="455887" cy="3243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179" name="Ink 178">
                    <a:extLst>
                      <a:ext uri="{FF2B5EF4-FFF2-40B4-BE49-F238E27FC236}">
                        <a16:creationId xmlns:a16="http://schemas.microsoft.com/office/drawing/2014/main" id="{5AF0351F-4C66-CF7E-5B75-F7907597EE5A}"/>
                      </a:ext>
                    </a:extLst>
                  </p14:cNvPr>
                  <p14:cNvContentPartPr/>
                  <p14:nvPr/>
                </p14:nvContentPartPr>
                <p14:xfrm>
                  <a:off x="8850987" y="1581027"/>
                  <a:ext cx="262800" cy="337680"/>
                </p14:xfrm>
              </p:contentPart>
            </mc:Choice>
            <mc:Fallback>
              <p:pic>
                <p:nvPicPr>
                  <p:cNvPr id="179" name="Ink 178">
                    <a:extLst>
                      <a:ext uri="{FF2B5EF4-FFF2-40B4-BE49-F238E27FC236}">
                        <a16:creationId xmlns:a16="http://schemas.microsoft.com/office/drawing/2014/main" id="{5AF0351F-4C66-CF7E-5B75-F7907597EE5A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8830391" y="1559381"/>
                    <a:ext cx="303579" cy="3805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180" name="Ink 179">
                    <a:extLst>
                      <a:ext uri="{FF2B5EF4-FFF2-40B4-BE49-F238E27FC236}">
                        <a16:creationId xmlns:a16="http://schemas.microsoft.com/office/drawing/2014/main" id="{831D957B-5489-4FBF-DD1B-FFB629150B63}"/>
                      </a:ext>
                    </a:extLst>
                  </p14:cNvPr>
                  <p14:cNvContentPartPr/>
                  <p14:nvPr/>
                </p14:nvContentPartPr>
                <p14:xfrm>
                  <a:off x="9495747" y="1527747"/>
                  <a:ext cx="268560" cy="403920"/>
                </p14:xfrm>
              </p:contentPart>
            </mc:Choice>
            <mc:Fallback>
              <p:pic>
                <p:nvPicPr>
                  <p:cNvPr id="180" name="Ink 179">
                    <a:extLst>
                      <a:ext uri="{FF2B5EF4-FFF2-40B4-BE49-F238E27FC236}">
                        <a16:creationId xmlns:a16="http://schemas.microsoft.com/office/drawing/2014/main" id="{831D957B-5489-4FBF-DD1B-FFB629150B63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9475564" y="1506534"/>
                    <a:ext cx="309338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181" name="Ink 180">
                    <a:extLst>
                      <a:ext uri="{FF2B5EF4-FFF2-40B4-BE49-F238E27FC236}">
                        <a16:creationId xmlns:a16="http://schemas.microsoft.com/office/drawing/2014/main" id="{FD51BFBE-B1CA-097D-91A2-775E0D40DCD8}"/>
                      </a:ext>
                    </a:extLst>
                  </p14:cNvPr>
                  <p14:cNvContentPartPr/>
                  <p14:nvPr/>
                </p14:nvContentPartPr>
                <p14:xfrm>
                  <a:off x="8820747" y="2004027"/>
                  <a:ext cx="278280" cy="290880"/>
                </p14:xfrm>
              </p:contentPart>
            </mc:Choice>
            <mc:Fallback>
              <p:pic>
                <p:nvPicPr>
                  <p:cNvPr id="181" name="Ink 180">
                    <a:extLst>
                      <a:ext uri="{FF2B5EF4-FFF2-40B4-BE49-F238E27FC236}">
                        <a16:creationId xmlns:a16="http://schemas.microsoft.com/office/drawing/2014/main" id="{FD51BFBE-B1CA-097D-91A2-775E0D40DCD8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8800546" y="1982384"/>
                    <a:ext cx="319094" cy="3337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182" name="Ink 181">
                    <a:extLst>
                      <a:ext uri="{FF2B5EF4-FFF2-40B4-BE49-F238E27FC236}">
                        <a16:creationId xmlns:a16="http://schemas.microsoft.com/office/drawing/2014/main" id="{4C6D6999-C337-BF49-0550-0C34DF298E75}"/>
                      </a:ext>
                    </a:extLst>
                  </p14:cNvPr>
                  <p14:cNvContentPartPr/>
                  <p14:nvPr/>
                </p14:nvContentPartPr>
                <p14:xfrm>
                  <a:off x="9536427" y="1999347"/>
                  <a:ext cx="278280" cy="330120"/>
                </p14:xfrm>
              </p:contentPart>
            </mc:Choice>
            <mc:Fallback>
              <p:pic>
                <p:nvPicPr>
                  <p:cNvPr id="182" name="Ink 181">
                    <a:extLst>
                      <a:ext uri="{FF2B5EF4-FFF2-40B4-BE49-F238E27FC236}">
                        <a16:creationId xmlns:a16="http://schemas.microsoft.com/office/drawing/2014/main" id="{4C6D6999-C337-BF49-0550-0C34DF298E75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9515844" y="1978147"/>
                    <a:ext cx="319034" cy="3729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183" name="Ink 182">
                    <a:extLst>
                      <a:ext uri="{FF2B5EF4-FFF2-40B4-BE49-F238E27FC236}">
                        <a16:creationId xmlns:a16="http://schemas.microsoft.com/office/drawing/2014/main" id="{947B039A-62E4-5A05-1D8B-572D235B2B5C}"/>
                      </a:ext>
                    </a:extLst>
                  </p14:cNvPr>
                  <p14:cNvContentPartPr/>
                  <p14:nvPr/>
                </p14:nvContentPartPr>
                <p14:xfrm>
                  <a:off x="8733267" y="2460867"/>
                  <a:ext cx="274320" cy="327960"/>
                </p14:xfrm>
              </p:contentPart>
            </mc:Choice>
            <mc:Fallback>
              <p:pic>
                <p:nvPicPr>
                  <p:cNvPr id="183" name="Ink 182">
                    <a:extLst>
                      <a:ext uri="{FF2B5EF4-FFF2-40B4-BE49-F238E27FC236}">
                        <a16:creationId xmlns:a16="http://schemas.microsoft.com/office/drawing/2014/main" id="{947B039A-62E4-5A05-1D8B-572D235B2B5C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8712672" y="2439205"/>
                    <a:ext cx="315097" cy="3708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184" name="Ink 183">
                    <a:extLst>
                      <a:ext uri="{FF2B5EF4-FFF2-40B4-BE49-F238E27FC236}">
                        <a16:creationId xmlns:a16="http://schemas.microsoft.com/office/drawing/2014/main" id="{986C1FD5-47E7-552D-6E78-4524D0964E9B}"/>
                      </a:ext>
                    </a:extLst>
                  </p14:cNvPr>
                  <p14:cNvContentPartPr/>
                  <p14:nvPr/>
                </p14:nvContentPartPr>
                <p14:xfrm>
                  <a:off x="9596187" y="2448987"/>
                  <a:ext cx="297720" cy="18360"/>
                </p14:xfrm>
              </p:contentPart>
            </mc:Choice>
            <mc:Fallback>
              <p:pic>
                <p:nvPicPr>
                  <p:cNvPr id="184" name="Ink 183">
                    <a:extLst>
                      <a:ext uri="{FF2B5EF4-FFF2-40B4-BE49-F238E27FC236}">
                        <a16:creationId xmlns:a16="http://schemas.microsoft.com/office/drawing/2014/main" id="{986C1FD5-47E7-552D-6E78-4524D0964E9B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9575982" y="2428065"/>
                    <a:ext cx="338543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185" name="Ink 184">
                    <a:extLst>
                      <a:ext uri="{FF2B5EF4-FFF2-40B4-BE49-F238E27FC236}">
                        <a16:creationId xmlns:a16="http://schemas.microsoft.com/office/drawing/2014/main" id="{99AD211D-7894-9128-5519-D2E6A92CA1DB}"/>
                      </a:ext>
                    </a:extLst>
                  </p14:cNvPr>
                  <p14:cNvContentPartPr/>
                  <p14:nvPr/>
                </p14:nvContentPartPr>
                <p14:xfrm>
                  <a:off x="9626067" y="2481387"/>
                  <a:ext cx="215640" cy="406800"/>
                </p14:xfrm>
              </p:contentPart>
            </mc:Choice>
            <mc:Fallback>
              <p:pic>
                <p:nvPicPr>
                  <p:cNvPr id="185" name="Ink 184">
                    <a:extLst>
                      <a:ext uri="{FF2B5EF4-FFF2-40B4-BE49-F238E27FC236}">
                        <a16:creationId xmlns:a16="http://schemas.microsoft.com/office/drawing/2014/main" id="{99AD211D-7894-9128-5519-D2E6A92CA1DB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9605451" y="2459726"/>
                    <a:ext cx="256459" cy="4496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186" name="Ink 185">
                    <a:extLst>
                      <a:ext uri="{FF2B5EF4-FFF2-40B4-BE49-F238E27FC236}">
                        <a16:creationId xmlns:a16="http://schemas.microsoft.com/office/drawing/2014/main" id="{F41256B3-4FE0-8633-B353-27F7C8DF9F3F}"/>
                      </a:ext>
                    </a:extLst>
                  </p14:cNvPr>
                  <p14:cNvContentPartPr/>
                  <p14:nvPr/>
                </p14:nvContentPartPr>
                <p14:xfrm>
                  <a:off x="8742627" y="2883147"/>
                  <a:ext cx="306360" cy="373320"/>
                </p14:xfrm>
              </p:contentPart>
            </mc:Choice>
            <mc:Fallback>
              <p:pic>
                <p:nvPicPr>
                  <p:cNvPr id="186" name="Ink 185">
                    <a:extLst>
                      <a:ext uri="{FF2B5EF4-FFF2-40B4-BE49-F238E27FC236}">
                        <a16:creationId xmlns:a16="http://schemas.microsoft.com/office/drawing/2014/main" id="{F41256B3-4FE0-8633-B353-27F7C8DF9F3F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8722450" y="2861493"/>
                    <a:ext cx="347126" cy="4161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187" name="Ink 186">
                    <a:extLst>
                      <a:ext uri="{FF2B5EF4-FFF2-40B4-BE49-F238E27FC236}">
                        <a16:creationId xmlns:a16="http://schemas.microsoft.com/office/drawing/2014/main" id="{84D325DF-BA38-E943-9A8F-9D693FFF7D37}"/>
                      </a:ext>
                    </a:extLst>
                  </p14:cNvPr>
                  <p14:cNvContentPartPr/>
                  <p14:nvPr/>
                </p14:nvContentPartPr>
                <p14:xfrm>
                  <a:off x="9484947" y="2941107"/>
                  <a:ext cx="333720" cy="287640"/>
                </p14:xfrm>
              </p:contentPart>
            </mc:Choice>
            <mc:Fallback>
              <p:pic>
                <p:nvPicPr>
                  <p:cNvPr id="187" name="Ink 186">
                    <a:extLst>
                      <a:ext uri="{FF2B5EF4-FFF2-40B4-BE49-F238E27FC236}">
                        <a16:creationId xmlns:a16="http://schemas.microsoft.com/office/drawing/2014/main" id="{84D325DF-BA38-E943-9A8F-9D693FFF7D37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9464759" y="2919881"/>
                    <a:ext cx="374508" cy="33052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89BF2248-9264-994F-F656-F3839385B171}"/>
                </a:ext>
              </a:extLst>
            </p:cNvPr>
            <p:cNvGrpSpPr/>
            <p:nvPr/>
          </p:nvGrpSpPr>
          <p:grpSpPr>
            <a:xfrm>
              <a:off x="8220987" y="3431427"/>
              <a:ext cx="3949560" cy="2764800"/>
              <a:chOff x="8220987" y="3431427"/>
              <a:chExt cx="3949560" cy="2764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188" name="Ink 187">
                    <a:extLst>
                      <a:ext uri="{FF2B5EF4-FFF2-40B4-BE49-F238E27FC236}">
                        <a16:creationId xmlns:a16="http://schemas.microsoft.com/office/drawing/2014/main" id="{A43F616C-07C5-D6E0-7CD2-D806B4685FC9}"/>
                      </a:ext>
                    </a:extLst>
                  </p14:cNvPr>
                  <p14:cNvContentPartPr/>
                  <p14:nvPr/>
                </p14:nvContentPartPr>
                <p14:xfrm>
                  <a:off x="8708787" y="3431427"/>
                  <a:ext cx="336240" cy="322920"/>
                </p14:xfrm>
              </p:contentPart>
            </mc:Choice>
            <mc:Fallback>
              <p:pic>
                <p:nvPicPr>
                  <p:cNvPr id="188" name="Ink 187">
                    <a:extLst>
                      <a:ext uri="{FF2B5EF4-FFF2-40B4-BE49-F238E27FC236}">
                        <a16:creationId xmlns:a16="http://schemas.microsoft.com/office/drawing/2014/main" id="{A43F616C-07C5-D6E0-7CD2-D806B4685FC9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8688184" y="3409755"/>
                    <a:ext cx="377034" cy="3658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193" name="Ink 192">
                    <a:extLst>
                      <a:ext uri="{FF2B5EF4-FFF2-40B4-BE49-F238E27FC236}">
                        <a16:creationId xmlns:a16="http://schemas.microsoft.com/office/drawing/2014/main" id="{DBA76B7F-878D-6452-F1AB-E77C16CE54E7}"/>
                      </a:ext>
                    </a:extLst>
                  </p14:cNvPr>
                  <p14:cNvContentPartPr/>
                  <p14:nvPr/>
                </p14:nvContentPartPr>
                <p14:xfrm>
                  <a:off x="8726427" y="3887907"/>
                  <a:ext cx="315360" cy="319680"/>
                </p14:xfrm>
              </p:contentPart>
            </mc:Choice>
            <mc:Fallback>
              <p:pic>
                <p:nvPicPr>
                  <p:cNvPr id="193" name="Ink 192">
                    <a:extLst>
                      <a:ext uri="{FF2B5EF4-FFF2-40B4-BE49-F238E27FC236}">
                        <a16:creationId xmlns:a16="http://schemas.microsoft.com/office/drawing/2014/main" id="{DBA76B7F-878D-6452-F1AB-E77C16CE54E7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8705815" y="3866278"/>
                    <a:ext cx="356171" cy="3625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7">
                <p14:nvContentPartPr>
                  <p14:cNvPr id="195" name="Ink 194">
                    <a:extLst>
                      <a:ext uri="{FF2B5EF4-FFF2-40B4-BE49-F238E27FC236}">
                        <a16:creationId xmlns:a16="http://schemas.microsoft.com/office/drawing/2014/main" id="{B46A8F14-D6BC-0768-8E5D-6CB3B1AF3D2C}"/>
                      </a:ext>
                    </a:extLst>
                  </p14:cNvPr>
                  <p14:cNvContentPartPr/>
                  <p14:nvPr/>
                </p14:nvContentPartPr>
                <p14:xfrm>
                  <a:off x="8695107" y="4234227"/>
                  <a:ext cx="282240" cy="340920"/>
                </p14:xfrm>
              </p:contentPart>
            </mc:Choice>
            <mc:Fallback>
              <p:pic>
                <p:nvPicPr>
                  <p:cNvPr id="195" name="Ink 194">
                    <a:extLst>
                      <a:ext uri="{FF2B5EF4-FFF2-40B4-BE49-F238E27FC236}">
                        <a16:creationId xmlns:a16="http://schemas.microsoft.com/office/drawing/2014/main" id="{B46A8F14-D6BC-0768-8E5D-6CB3B1AF3D2C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8674506" y="4212568"/>
                    <a:ext cx="323031" cy="3838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9">
                <p14:nvContentPartPr>
                  <p14:cNvPr id="189" name="Ink 188">
                    <a:extLst>
                      <a:ext uri="{FF2B5EF4-FFF2-40B4-BE49-F238E27FC236}">
                        <a16:creationId xmlns:a16="http://schemas.microsoft.com/office/drawing/2014/main" id="{763AC66B-E59F-9393-3E57-78628D224A7F}"/>
                      </a:ext>
                    </a:extLst>
                  </p14:cNvPr>
                  <p14:cNvContentPartPr/>
                  <p14:nvPr/>
                </p14:nvContentPartPr>
                <p14:xfrm>
                  <a:off x="9468387" y="3438267"/>
                  <a:ext cx="343080" cy="330840"/>
                </p14:xfrm>
              </p:contentPart>
            </mc:Choice>
            <mc:Fallback>
              <p:pic>
                <p:nvPicPr>
                  <p:cNvPr id="189" name="Ink 188">
                    <a:extLst>
                      <a:ext uri="{FF2B5EF4-FFF2-40B4-BE49-F238E27FC236}">
                        <a16:creationId xmlns:a16="http://schemas.microsoft.com/office/drawing/2014/main" id="{763AC66B-E59F-9393-3E57-78628D224A7F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9448206" y="3417048"/>
                    <a:ext cx="383854" cy="3737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1">
                <p14:nvContentPartPr>
                  <p14:cNvPr id="190" name="Ink 189">
                    <a:extLst>
                      <a:ext uri="{FF2B5EF4-FFF2-40B4-BE49-F238E27FC236}">
                        <a16:creationId xmlns:a16="http://schemas.microsoft.com/office/drawing/2014/main" id="{216CF2D3-320E-A861-077B-2DD74A4222A3}"/>
                      </a:ext>
                    </a:extLst>
                  </p14:cNvPr>
                  <p14:cNvContentPartPr/>
                  <p14:nvPr/>
                </p14:nvContentPartPr>
                <p14:xfrm>
                  <a:off x="9616707" y="3637347"/>
                  <a:ext cx="276120" cy="30240"/>
                </p14:xfrm>
              </p:contentPart>
            </mc:Choice>
            <mc:Fallback>
              <p:pic>
                <p:nvPicPr>
                  <p:cNvPr id="190" name="Ink 189">
                    <a:extLst>
                      <a:ext uri="{FF2B5EF4-FFF2-40B4-BE49-F238E27FC236}">
                        <a16:creationId xmlns:a16="http://schemas.microsoft.com/office/drawing/2014/main" id="{216CF2D3-320E-A861-077B-2DD74A4222A3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9596101" y="3615747"/>
                    <a:ext cx="316920" cy="730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3">
                <p14:nvContentPartPr>
                  <p14:cNvPr id="194" name="Ink 193">
                    <a:extLst>
                      <a:ext uri="{FF2B5EF4-FFF2-40B4-BE49-F238E27FC236}">
                        <a16:creationId xmlns:a16="http://schemas.microsoft.com/office/drawing/2014/main" id="{5B7BAF78-0CBC-1A72-2DEA-0D6FB03C8351}"/>
                      </a:ext>
                    </a:extLst>
                  </p14:cNvPr>
                  <p14:cNvContentPartPr/>
                  <p14:nvPr/>
                </p14:nvContentPartPr>
                <p14:xfrm>
                  <a:off x="9574587" y="3818067"/>
                  <a:ext cx="223920" cy="404280"/>
                </p14:xfrm>
              </p:contentPart>
            </mc:Choice>
            <mc:Fallback>
              <p:pic>
                <p:nvPicPr>
                  <p:cNvPr id="194" name="Ink 193">
                    <a:extLst>
                      <a:ext uri="{FF2B5EF4-FFF2-40B4-BE49-F238E27FC236}">
                        <a16:creationId xmlns:a16="http://schemas.microsoft.com/office/drawing/2014/main" id="{5B7BAF78-0CBC-1A72-2DEA-0D6FB03C8351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9554418" y="3796857"/>
                    <a:ext cx="264670" cy="4471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">
                <p14:nvContentPartPr>
                  <p14:cNvPr id="196" name="Ink 195">
                    <a:extLst>
                      <a:ext uri="{FF2B5EF4-FFF2-40B4-BE49-F238E27FC236}">
                        <a16:creationId xmlns:a16="http://schemas.microsoft.com/office/drawing/2014/main" id="{B1C50998-81B3-9398-DDD0-DE6B8C61A239}"/>
                      </a:ext>
                    </a:extLst>
                  </p14:cNvPr>
                  <p14:cNvContentPartPr/>
                  <p14:nvPr/>
                </p14:nvContentPartPr>
                <p14:xfrm>
                  <a:off x="9509787" y="4264467"/>
                  <a:ext cx="382680" cy="434160"/>
                </p14:xfrm>
              </p:contentPart>
            </mc:Choice>
            <mc:Fallback>
              <p:pic>
                <p:nvPicPr>
                  <p:cNvPr id="196" name="Ink 195">
                    <a:extLst>
                      <a:ext uri="{FF2B5EF4-FFF2-40B4-BE49-F238E27FC236}">
                        <a16:creationId xmlns:a16="http://schemas.microsoft.com/office/drawing/2014/main" id="{B1C50998-81B3-9398-DDD0-DE6B8C61A239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9489191" y="4242802"/>
                    <a:ext cx="423461" cy="4770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">
                <p14:nvContentPartPr>
                  <p14:cNvPr id="202" name="Ink 201">
                    <a:extLst>
                      <a:ext uri="{FF2B5EF4-FFF2-40B4-BE49-F238E27FC236}">
                        <a16:creationId xmlns:a16="http://schemas.microsoft.com/office/drawing/2014/main" id="{AD8F423B-C6AE-BBC5-B64A-75EC4EE9CAC6}"/>
                      </a:ext>
                    </a:extLst>
                  </p14:cNvPr>
                  <p14:cNvContentPartPr/>
                  <p14:nvPr/>
                </p14:nvContentPartPr>
                <p14:xfrm>
                  <a:off x="9516627" y="4881147"/>
                  <a:ext cx="535320" cy="280800"/>
                </p14:xfrm>
              </p:contentPart>
            </mc:Choice>
            <mc:Fallback>
              <p:pic>
                <p:nvPicPr>
                  <p:cNvPr id="202" name="Ink 201">
                    <a:extLst>
                      <a:ext uri="{FF2B5EF4-FFF2-40B4-BE49-F238E27FC236}">
                        <a16:creationId xmlns:a16="http://schemas.microsoft.com/office/drawing/2014/main" id="{AD8F423B-C6AE-BBC5-B64A-75EC4EE9CAC6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9496434" y="4859514"/>
                    <a:ext cx="576118" cy="3236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9">
                <p14:nvContentPartPr>
                  <p14:cNvPr id="203" name="Ink 202">
                    <a:extLst>
                      <a:ext uri="{FF2B5EF4-FFF2-40B4-BE49-F238E27FC236}">
                        <a16:creationId xmlns:a16="http://schemas.microsoft.com/office/drawing/2014/main" id="{50881108-4897-728B-E830-F727764B3E19}"/>
                      </a:ext>
                    </a:extLst>
                  </p14:cNvPr>
                  <p14:cNvContentPartPr/>
                  <p14:nvPr/>
                </p14:nvContentPartPr>
                <p14:xfrm>
                  <a:off x="10029987" y="4885467"/>
                  <a:ext cx="256320" cy="301680"/>
                </p14:xfrm>
              </p:contentPart>
            </mc:Choice>
            <mc:Fallback>
              <p:pic>
                <p:nvPicPr>
                  <p:cNvPr id="203" name="Ink 202">
                    <a:extLst>
                      <a:ext uri="{FF2B5EF4-FFF2-40B4-BE49-F238E27FC236}">
                        <a16:creationId xmlns:a16="http://schemas.microsoft.com/office/drawing/2014/main" id="{50881108-4897-728B-E830-F727764B3E19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10009795" y="4863826"/>
                    <a:ext cx="297117" cy="3445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">
                <p14:nvContentPartPr>
                  <p14:cNvPr id="204" name="Ink 203">
                    <a:extLst>
                      <a:ext uri="{FF2B5EF4-FFF2-40B4-BE49-F238E27FC236}">
                        <a16:creationId xmlns:a16="http://schemas.microsoft.com/office/drawing/2014/main" id="{84223B58-6C91-6628-1D4C-C13F5E61BE6C}"/>
                      </a:ext>
                    </a:extLst>
                  </p14:cNvPr>
                  <p14:cNvContentPartPr/>
                  <p14:nvPr/>
                </p14:nvContentPartPr>
                <p14:xfrm>
                  <a:off x="10401867" y="4719507"/>
                  <a:ext cx="148680" cy="386280"/>
                </p14:xfrm>
              </p:contentPart>
            </mc:Choice>
            <mc:Fallback>
              <p:pic>
                <p:nvPicPr>
                  <p:cNvPr id="204" name="Ink 203">
                    <a:extLst>
                      <a:ext uri="{FF2B5EF4-FFF2-40B4-BE49-F238E27FC236}">
                        <a16:creationId xmlns:a16="http://schemas.microsoft.com/office/drawing/2014/main" id="{84223B58-6C91-6628-1D4C-C13F5E61BE6C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10381686" y="4697855"/>
                    <a:ext cx="189454" cy="42915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3">
                <p14:nvContentPartPr>
                  <p14:cNvPr id="205" name="Ink 204">
                    <a:extLst>
                      <a:ext uri="{FF2B5EF4-FFF2-40B4-BE49-F238E27FC236}">
                        <a16:creationId xmlns:a16="http://schemas.microsoft.com/office/drawing/2014/main" id="{2324BCBD-3805-AD41-4740-94A550DF7FF9}"/>
                      </a:ext>
                    </a:extLst>
                  </p14:cNvPr>
                  <p14:cNvContentPartPr/>
                  <p14:nvPr/>
                </p14:nvContentPartPr>
                <p14:xfrm>
                  <a:off x="10351107" y="4921467"/>
                  <a:ext cx="373680" cy="9000"/>
                </p14:xfrm>
              </p:contentPart>
            </mc:Choice>
            <mc:Fallback>
              <p:pic>
                <p:nvPicPr>
                  <p:cNvPr id="205" name="Ink 204">
                    <a:extLst>
                      <a:ext uri="{FF2B5EF4-FFF2-40B4-BE49-F238E27FC236}">
                        <a16:creationId xmlns:a16="http://schemas.microsoft.com/office/drawing/2014/main" id="{2324BCBD-3805-AD41-4740-94A550DF7FF9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10330919" y="4900467"/>
                    <a:ext cx="414468" cy="514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">
                <p14:nvContentPartPr>
                  <p14:cNvPr id="208" name="Ink 207">
                    <a:extLst>
                      <a:ext uri="{FF2B5EF4-FFF2-40B4-BE49-F238E27FC236}">
                        <a16:creationId xmlns:a16="http://schemas.microsoft.com/office/drawing/2014/main" id="{646C0324-A423-387B-7D69-3D63AAF9133D}"/>
                      </a:ext>
                    </a:extLst>
                  </p14:cNvPr>
                  <p14:cNvContentPartPr/>
                  <p14:nvPr/>
                </p14:nvContentPartPr>
                <p14:xfrm>
                  <a:off x="10830267" y="4873227"/>
                  <a:ext cx="235800" cy="228600"/>
                </p14:xfrm>
              </p:contentPart>
            </mc:Choice>
            <mc:Fallback>
              <p:pic>
                <p:nvPicPr>
                  <p:cNvPr id="208" name="Ink 207">
                    <a:extLst>
                      <a:ext uri="{FF2B5EF4-FFF2-40B4-BE49-F238E27FC236}">
                        <a16:creationId xmlns:a16="http://schemas.microsoft.com/office/drawing/2014/main" id="{646C0324-A423-387B-7D69-3D63AAF9133D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10810067" y="4852012"/>
                    <a:ext cx="276612" cy="2714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">
                <p14:nvContentPartPr>
                  <p14:cNvPr id="209" name="Ink 208">
                    <a:extLst>
                      <a:ext uri="{FF2B5EF4-FFF2-40B4-BE49-F238E27FC236}">
                        <a16:creationId xmlns:a16="http://schemas.microsoft.com/office/drawing/2014/main" id="{105214CA-BCD8-6E4E-B835-BE2F8065A509}"/>
                      </a:ext>
                    </a:extLst>
                  </p14:cNvPr>
                  <p14:cNvContentPartPr/>
                  <p14:nvPr/>
                </p14:nvContentPartPr>
                <p14:xfrm>
                  <a:off x="11116827" y="4901307"/>
                  <a:ext cx="152280" cy="217440"/>
                </p14:xfrm>
              </p:contentPart>
            </mc:Choice>
            <mc:Fallback>
              <p:pic>
                <p:nvPicPr>
                  <p:cNvPr id="209" name="Ink 208">
                    <a:extLst>
                      <a:ext uri="{FF2B5EF4-FFF2-40B4-BE49-F238E27FC236}">
                        <a16:creationId xmlns:a16="http://schemas.microsoft.com/office/drawing/2014/main" id="{105214CA-BCD8-6E4E-B835-BE2F8065A509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11096660" y="4879650"/>
                    <a:ext cx="193025" cy="2603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">
                <p14:nvContentPartPr>
                  <p14:cNvPr id="210" name="Ink 209">
                    <a:extLst>
                      <a:ext uri="{FF2B5EF4-FFF2-40B4-BE49-F238E27FC236}">
                        <a16:creationId xmlns:a16="http://schemas.microsoft.com/office/drawing/2014/main" id="{A47D8C22-2BF0-D68D-B322-681A86630E80}"/>
                      </a:ext>
                    </a:extLst>
                  </p14:cNvPr>
                  <p14:cNvContentPartPr/>
                  <p14:nvPr/>
                </p14:nvContentPartPr>
                <p14:xfrm>
                  <a:off x="11282787" y="4886187"/>
                  <a:ext cx="293400" cy="196200"/>
                </p14:xfrm>
              </p:contentPart>
            </mc:Choice>
            <mc:Fallback>
              <p:pic>
                <p:nvPicPr>
                  <p:cNvPr id="210" name="Ink 209">
                    <a:extLst>
                      <a:ext uri="{FF2B5EF4-FFF2-40B4-BE49-F238E27FC236}">
                        <a16:creationId xmlns:a16="http://schemas.microsoft.com/office/drawing/2014/main" id="{A47D8C22-2BF0-D68D-B322-681A86630E80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11262183" y="4864579"/>
                    <a:ext cx="334196" cy="2389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1">
                <p14:nvContentPartPr>
                  <p14:cNvPr id="211" name="Ink 210">
                    <a:extLst>
                      <a:ext uri="{FF2B5EF4-FFF2-40B4-BE49-F238E27FC236}">
                        <a16:creationId xmlns:a16="http://schemas.microsoft.com/office/drawing/2014/main" id="{DEC17934-F4C0-7C5C-B9E3-DEA26749BCB6}"/>
                      </a:ext>
                    </a:extLst>
                  </p14:cNvPr>
                  <p14:cNvContentPartPr/>
                  <p14:nvPr/>
                </p14:nvContentPartPr>
                <p14:xfrm>
                  <a:off x="11628027" y="4708347"/>
                  <a:ext cx="110880" cy="374760"/>
                </p14:xfrm>
              </p:contentPart>
            </mc:Choice>
            <mc:Fallback>
              <p:pic>
                <p:nvPicPr>
                  <p:cNvPr id="211" name="Ink 210">
                    <a:extLst>
                      <a:ext uri="{FF2B5EF4-FFF2-40B4-BE49-F238E27FC236}">
                        <a16:creationId xmlns:a16="http://schemas.microsoft.com/office/drawing/2014/main" id="{DEC17934-F4C0-7C5C-B9E3-DEA26749BCB6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11607830" y="4686710"/>
                    <a:ext cx="151687" cy="4176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3">
                <p14:nvContentPartPr>
                  <p14:cNvPr id="212" name="Ink 211">
                    <a:extLst>
                      <a:ext uri="{FF2B5EF4-FFF2-40B4-BE49-F238E27FC236}">
                        <a16:creationId xmlns:a16="http://schemas.microsoft.com/office/drawing/2014/main" id="{3B62B0D7-C241-5A55-DF4B-C70541A791B2}"/>
                      </a:ext>
                    </a:extLst>
                  </p14:cNvPr>
                  <p14:cNvContentPartPr/>
                  <p14:nvPr/>
                </p14:nvContentPartPr>
                <p14:xfrm>
                  <a:off x="11764827" y="4919307"/>
                  <a:ext cx="405720" cy="209880"/>
                </p14:xfrm>
              </p:contentPart>
            </mc:Choice>
            <mc:Fallback>
              <p:pic>
                <p:nvPicPr>
                  <p:cNvPr id="212" name="Ink 211">
                    <a:extLst>
                      <a:ext uri="{FF2B5EF4-FFF2-40B4-BE49-F238E27FC236}">
                        <a16:creationId xmlns:a16="http://schemas.microsoft.com/office/drawing/2014/main" id="{3B62B0D7-C241-5A55-DF4B-C70541A791B2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11744623" y="4898103"/>
                    <a:ext cx="446539" cy="2527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5">
                <p14:nvContentPartPr>
                  <p14:cNvPr id="199" name="Ink 198">
                    <a:extLst>
                      <a:ext uri="{FF2B5EF4-FFF2-40B4-BE49-F238E27FC236}">
                        <a16:creationId xmlns:a16="http://schemas.microsoft.com/office/drawing/2014/main" id="{4C2A42DA-66B4-FF08-85D6-D0B522E4F65F}"/>
                      </a:ext>
                    </a:extLst>
                  </p14:cNvPr>
                  <p14:cNvContentPartPr/>
                  <p14:nvPr/>
                </p14:nvContentPartPr>
                <p14:xfrm>
                  <a:off x="8220987" y="4850907"/>
                  <a:ext cx="644400" cy="28080"/>
                </p14:xfrm>
              </p:contentPart>
            </mc:Choice>
            <mc:Fallback>
              <p:pic>
                <p:nvPicPr>
                  <p:cNvPr id="199" name="Ink 198">
                    <a:extLst>
                      <a:ext uri="{FF2B5EF4-FFF2-40B4-BE49-F238E27FC236}">
                        <a16:creationId xmlns:a16="http://schemas.microsoft.com/office/drawing/2014/main" id="{4C2A42DA-66B4-FF08-85D6-D0B522E4F65F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8200373" y="4829739"/>
                    <a:ext cx="685216" cy="708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7">
                <p14:nvContentPartPr>
                  <p14:cNvPr id="200" name="Ink 199">
                    <a:extLst>
                      <a:ext uri="{FF2B5EF4-FFF2-40B4-BE49-F238E27FC236}">
                        <a16:creationId xmlns:a16="http://schemas.microsoft.com/office/drawing/2014/main" id="{FE6D004F-B178-FF5C-049B-412F5B9DA0A8}"/>
                      </a:ext>
                    </a:extLst>
                  </p14:cNvPr>
                  <p14:cNvContentPartPr/>
                  <p14:nvPr/>
                </p14:nvContentPartPr>
                <p14:xfrm>
                  <a:off x="8553987" y="4857027"/>
                  <a:ext cx="40320" cy="332280"/>
                </p14:xfrm>
              </p:contentPart>
            </mc:Choice>
            <mc:Fallback>
              <p:pic>
                <p:nvPicPr>
                  <p:cNvPr id="200" name="Ink 199">
                    <a:extLst>
                      <a:ext uri="{FF2B5EF4-FFF2-40B4-BE49-F238E27FC236}">
                        <a16:creationId xmlns:a16="http://schemas.microsoft.com/office/drawing/2014/main" id="{FE6D004F-B178-FF5C-049B-412F5B9DA0A8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8533827" y="4835366"/>
                    <a:ext cx="81051" cy="3751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9">
                <p14:nvContentPartPr>
                  <p14:cNvPr id="201" name="Ink 200">
                    <a:extLst>
                      <a:ext uri="{FF2B5EF4-FFF2-40B4-BE49-F238E27FC236}">
                        <a16:creationId xmlns:a16="http://schemas.microsoft.com/office/drawing/2014/main" id="{7A31F396-A6ED-9912-51AF-4B0E20FE3956}"/>
                      </a:ext>
                    </a:extLst>
                  </p14:cNvPr>
                  <p14:cNvContentPartPr/>
                  <p14:nvPr/>
                </p14:nvContentPartPr>
                <p14:xfrm>
                  <a:off x="8693307" y="4854147"/>
                  <a:ext cx="456480" cy="300960"/>
                </p14:xfrm>
              </p:contentPart>
            </mc:Choice>
            <mc:Fallback>
              <p:pic>
                <p:nvPicPr>
                  <p:cNvPr id="201" name="Ink 200">
                    <a:extLst>
                      <a:ext uri="{FF2B5EF4-FFF2-40B4-BE49-F238E27FC236}">
                        <a16:creationId xmlns:a16="http://schemas.microsoft.com/office/drawing/2014/main" id="{7A31F396-A6ED-9912-51AF-4B0E20FE3956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8672708" y="4832495"/>
                    <a:ext cx="497267" cy="3438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1">
                <p14:nvContentPartPr>
                  <p14:cNvPr id="218" name="Ink 217">
                    <a:extLst>
                      <a:ext uri="{FF2B5EF4-FFF2-40B4-BE49-F238E27FC236}">
                        <a16:creationId xmlns:a16="http://schemas.microsoft.com/office/drawing/2014/main" id="{C923234D-8786-ABE4-12E7-D5303C5D3F0F}"/>
                      </a:ext>
                    </a:extLst>
                  </p14:cNvPr>
                  <p14:cNvContentPartPr/>
                  <p14:nvPr/>
                </p14:nvContentPartPr>
                <p14:xfrm>
                  <a:off x="9126027" y="5389827"/>
                  <a:ext cx="6480" cy="161640"/>
                </p14:xfrm>
              </p:contentPart>
            </mc:Choice>
            <mc:Fallback>
              <p:pic>
                <p:nvPicPr>
                  <p:cNvPr id="218" name="Ink 217">
                    <a:extLst>
                      <a:ext uri="{FF2B5EF4-FFF2-40B4-BE49-F238E27FC236}">
                        <a16:creationId xmlns:a16="http://schemas.microsoft.com/office/drawing/2014/main" id="{C923234D-8786-ABE4-12E7-D5303C5D3F0F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9106182" y="5368593"/>
                    <a:ext cx="46575" cy="2045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3">
                <p14:nvContentPartPr>
                  <p14:cNvPr id="219" name="Ink 218">
                    <a:extLst>
                      <a:ext uri="{FF2B5EF4-FFF2-40B4-BE49-F238E27FC236}">
                        <a16:creationId xmlns:a16="http://schemas.microsoft.com/office/drawing/2014/main" id="{7500C5B5-3E68-6832-915C-DCF8E580C104}"/>
                      </a:ext>
                    </a:extLst>
                  </p14:cNvPr>
                  <p14:cNvContentPartPr/>
                  <p14:nvPr/>
                </p14:nvContentPartPr>
                <p14:xfrm>
                  <a:off x="9017667" y="5234667"/>
                  <a:ext cx="112680" cy="104040"/>
                </p14:xfrm>
              </p:contentPart>
            </mc:Choice>
            <mc:Fallback>
              <p:pic>
                <p:nvPicPr>
                  <p:cNvPr id="219" name="Ink 218">
                    <a:extLst>
                      <a:ext uri="{FF2B5EF4-FFF2-40B4-BE49-F238E27FC236}">
                        <a16:creationId xmlns:a16="http://schemas.microsoft.com/office/drawing/2014/main" id="{7500C5B5-3E68-6832-915C-DCF8E580C104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8997442" y="5213425"/>
                    <a:ext cx="153542" cy="1469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5">
                <p14:nvContentPartPr>
                  <p14:cNvPr id="220" name="Ink 219">
                    <a:extLst>
                      <a:ext uri="{FF2B5EF4-FFF2-40B4-BE49-F238E27FC236}">
                        <a16:creationId xmlns:a16="http://schemas.microsoft.com/office/drawing/2014/main" id="{B7F17809-64C0-B3DD-6029-BB577A790193}"/>
                      </a:ext>
                    </a:extLst>
                  </p14:cNvPr>
                  <p14:cNvContentPartPr/>
                  <p14:nvPr/>
                </p14:nvContentPartPr>
                <p14:xfrm>
                  <a:off x="9252027" y="5307387"/>
                  <a:ext cx="277560" cy="320040"/>
                </p14:xfrm>
              </p:contentPart>
            </mc:Choice>
            <mc:Fallback>
              <p:pic>
                <p:nvPicPr>
                  <p:cNvPr id="220" name="Ink 219">
                    <a:extLst>
                      <a:ext uri="{FF2B5EF4-FFF2-40B4-BE49-F238E27FC236}">
                        <a16:creationId xmlns:a16="http://schemas.microsoft.com/office/drawing/2014/main" id="{B7F17809-64C0-B3DD-6029-BB577A790193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9231406" y="5285733"/>
                    <a:ext cx="318390" cy="3629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7">
                <p14:nvContentPartPr>
                  <p14:cNvPr id="221" name="Ink 220">
                    <a:extLst>
                      <a:ext uri="{FF2B5EF4-FFF2-40B4-BE49-F238E27FC236}">
                        <a16:creationId xmlns:a16="http://schemas.microsoft.com/office/drawing/2014/main" id="{968D7CAD-7AB6-C6BE-E48A-EBAC93E56B47}"/>
                      </a:ext>
                    </a:extLst>
                  </p14:cNvPr>
                  <p14:cNvContentPartPr/>
                  <p14:nvPr/>
                </p14:nvContentPartPr>
                <p14:xfrm>
                  <a:off x="8779347" y="5717787"/>
                  <a:ext cx="46800" cy="403920"/>
                </p14:xfrm>
              </p:contentPart>
            </mc:Choice>
            <mc:Fallback>
              <p:pic>
                <p:nvPicPr>
                  <p:cNvPr id="221" name="Ink 220">
                    <a:extLst>
                      <a:ext uri="{FF2B5EF4-FFF2-40B4-BE49-F238E27FC236}">
                        <a16:creationId xmlns:a16="http://schemas.microsoft.com/office/drawing/2014/main" id="{968D7CAD-7AB6-C6BE-E48A-EBAC93E56B47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8758639" y="5696141"/>
                    <a:ext cx="87802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9">
                <p14:nvContentPartPr>
                  <p14:cNvPr id="222" name="Ink 221">
                    <a:extLst>
                      <a:ext uri="{FF2B5EF4-FFF2-40B4-BE49-F238E27FC236}">
                        <a16:creationId xmlns:a16="http://schemas.microsoft.com/office/drawing/2014/main" id="{01DD6639-1486-78DF-6A4A-9C57E4474D2A}"/>
                      </a:ext>
                    </a:extLst>
                  </p14:cNvPr>
                  <p14:cNvContentPartPr/>
                  <p14:nvPr/>
                </p14:nvContentPartPr>
                <p14:xfrm>
                  <a:off x="8648667" y="5719227"/>
                  <a:ext cx="144720" cy="162000"/>
                </p14:xfrm>
              </p:contentPart>
            </mc:Choice>
            <mc:Fallback>
              <p:pic>
                <p:nvPicPr>
                  <p:cNvPr id="222" name="Ink 221">
                    <a:extLst>
                      <a:ext uri="{FF2B5EF4-FFF2-40B4-BE49-F238E27FC236}">
                        <a16:creationId xmlns:a16="http://schemas.microsoft.com/office/drawing/2014/main" id="{01DD6639-1486-78DF-6A4A-9C57E4474D2A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8628464" y="5698002"/>
                    <a:ext cx="185538" cy="2048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1">
                <p14:nvContentPartPr>
                  <p14:cNvPr id="223" name="Ink 222">
                    <a:extLst>
                      <a:ext uri="{FF2B5EF4-FFF2-40B4-BE49-F238E27FC236}">
                        <a16:creationId xmlns:a16="http://schemas.microsoft.com/office/drawing/2014/main" id="{DF4C022D-DB58-422F-34B9-F167C1063170}"/>
                      </a:ext>
                    </a:extLst>
                  </p14:cNvPr>
                  <p14:cNvContentPartPr/>
                  <p14:nvPr/>
                </p14:nvContentPartPr>
                <p14:xfrm>
                  <a:off x="8641107" y="6136467"/>
                  <a:ext cx="330840" cy="18360"/>
                </p14:xfrm>
              </p:contentPart>
            </mc:Choice>
            <mc:Fallback>
              <p:pic>
                <p:nvPicPr>
                  <p:cNvPr id="223" name="Ink 222">
                    <a:extLst>
                      <a:ext uri="{FF2B5EF4-FFF2-40B4-BE49-F238E27FC236}">
                        <a16:creationId xmlns:a16="http://schemas.microsoft.com/office/drawing/2014/main" id="{DF4C022D-DB58-422F-34B9-F167C1063170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8620919" y="6115118"/>
                    <a:ext cx="371628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3">
                <p14:nvContentPartPr>
                  <p14:cNvPr id="224" name="Ink 223">
                    <a:extLst>
                      <a:ext uri="{FF2B5EF4-FFF2-40B4-BE49-F238E27FC236}">
                        <a16:creationId xmlns:a16="http://schemas.microsoft.com/office/drawing/2014/main" id="{9D3DBF2A-44C6-1849-6AF9-EC637E529C43}"/>
                      </a:ext>
                    </a:extLst>
                  </p14:cNvPr>
                  <p14:cNvContentPartPr/>
                  <p14:nvPr/>
                </p14:nvContentPartPr>
                <p14:xfrm>
                  <a:off x="9496827" y="5747307"/>
                  <a:ext cx="410760" cy="448920"/>
                </p14:xfrm>
              </p:contentPart>
            </mc:Choice>
            <mc:Fallback>
              <p:pic>
                <p:nvPicPr>
                  <p:cNvPr id="224" name="Ink 223">
                    <a:extLst>
                      <a:ext uri="{FF2B5EF4-FFF2-40B4-BE49-F238E27FC236}">
                        <a16:creationId xmlns:a16="http://schemas.microsoft.com/office/drawing/2014/main" id="{9D3DBF2A-44C6-1849-6AF9-EC637E529C43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9476227" y="5725662"/>
                    <a:ext cx="451548" cy="491777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E9B6217F-4BE4-F28B-7A6E-4BC601B87E37}"/>
              </a:ext>
            </a:extLst>
          </p:cNvPr>
          <p:cNvGrpSpPr/>
          <p:nvPr/>
        </p:nvGrpSpPr>
        <p:grpSpPr>
          <a:xfrm>
            <a:off x="7835067" y="5404947"/>
            <a:ext cx="3569760" cy="1065600"/>
            <a:chOff x="7835067" y="5404947"/>
            <a:chExt cx="3569760" cy="10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309B319-2C6A-E906-1D2B-04B8E5E2625D}"/>
                    </a:ext>
                  </a:extLst>
                </p14:cNvPr>
                <p14:cNvContentPartPr/>
                <p14:nvPr/>
              </p14:nvContentPartPr>
              <p14:xfrm>
                <a:off x="7913187" y="5438067"/>
                <a:ext cx="39960" cy="4546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309B319-2C6A-E906-1D2B-04B8E5E2625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95187" y="5420067"/>
                  <a:ext cx="756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7883E8D-7349-5F25-4A9D-1237D500E339}"/>
                    </a:ext>
                  </a:extLst>
                </p14:cNvPr>
                <p14:cNvContentPartPr/>
                <p14:nvPr/>
              </p14:nvContentPartPr>
              <p14:xfrm>
                <a:off x="7993467" y="5622027"/>
                <a:ext cx="154800" cy="222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7883E8D-7349-5F25-4A9D-1237D500E33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75827" y="5604027"/>
                  <a:ext cx="190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ECBD0F1-729D-2132-F9DF-7B7F9C57B3D3}"/>
                    </a:ext>
                  </a:extLst>
                </p14:cNvPr>
                <p14:cNvContentPartPr/>
                <p14:nvPr/>
              </p14:nvContentPartPr>
              <p14:xfrm>
                <a:off x="8212347" y="5602587"/>
                <a:ext cx="266040" cy="246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ECBD0F1-729D-2132-F9DF-7B7F9C57B3D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94347" y="5584947"/>
                  <a:ext cx="3016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2566F6F-CE46-51A0-0534-4956FB7C2265}"/>
                    </a:ext>
                  </a:extLst>
                </p14:cNvPr>
                <p14:cNvContentPartPr/>
                <p14:nvPr/>
              </p14:nvContentPartPr>
              <p14:xfrm>
                <a:off x="8546067" y="5600427"/>
                <a:ext cx="182880" cy="220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2566F6F-CE46-51A0-0534-4956FB7C226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28427" y="5582787"/>
                  <a:ext cx="218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7414995-0405-381F-5E16-ACFACAEBD5A9}"/>
                    </a:ext>
                  </a:extLst>
                </p14:cNvPr>
                <p14:cNvContentPartPr/>
                <p14:nvPr/>
              </p14:nvContentPartPr>
              <p14:xfrm>
                <a:off x="8771787" y="5608707"/>
                <a:ext cx="240840" cy="1695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7414995-0405-381F-5E16-ACFACAEBD5A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754147" y="5591067"/>
                  <a:ext cx="276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B8656A3-4AB3-11A3-5B05-A4A884B7F792}"/>
                    </a:ext>
                  </a:extLst>
                </p14:cNvPr>
                <p14:cNvContentPartPr/>
                <p14:nvPr/>
              </p14:nvContentPartPr>
              <p14:xfrm>
                <a:off x="9385587" y="5414307"/>
                <a:ext cx="264600" cy="381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B8656A3-4AB3-11A3-5B05-A4A884B7F79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367947" y="5396667"/>
                  <a:ext cx="3002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7BBCDD4-3668-B435-E147-F2EF421F39C1}"/>
                    </a:ext>
                  </a:extLst>
                </p14:cNvPr>
                <p14:cNvContentPartPr/>
                <p14:nvPr/>
              </p14:nvContentPartPr>
              <p14:xfrm>
                <a:off x="9767187" y="5616627"/>
                <a:ext cx="6840" cy="145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7BBCDD4-3668-B435-E147-F2EF421F39C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749547" y="5598627"/>
                  <a:ext cx="42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A32E45A-1B42-A64C-04A2-70BC4599625F}"/>
                    </a:ext>
                  </a:extLst>
                </p14:cNvPr>
                <p14:cNvContentPartPr/>
                <p14:nvPr/>
              </p14:nvContentPartPr>
              <p14:xfrm>
                <a:off x="9696627" y="5493507"/>
                <a:ext cx="35640" cy="122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A32E45A-1B42-A64C-04A2-70BC4599625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78987" y="5475867"/>
                  <a:ext cx="71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D49EF84-D285-2B79-3512-B1464677F5F3}"/>
                    </a:ext>
                  </a:extLst>
                </p14:cNvPr>
                <p14:cNvContentPartPr/>
                <p14:nvPr/>
              </p14:nvContentPartPr>
              <p14:xfrm>
                <a:off x="9658467" y="5592867"/>
                <a:ext cx="329400" cy="619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D49EF84-D285-2B79-3512-B1464677F5F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640467" y="5575227"/>
                  <a:ext cx="36504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0EE56CE-C754-5C7C-5B4C-5DE346F7E025}"/>
                    </a:ext>
                  </a:extLst>
                </p14:cNvPr>
                <p14:cNvContentPartPr/>
                <p14:nvPr/>
              </p14:nvContentPartPr>
              <p14:xfrm>
                <a:off x="10146987" y="5610507"/>
                <a:ext cx="7920" cy="174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0EE56CE-C754-5C7C-5B4C-5DE346F7E02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29347" y="5592507"/>
                  <a:ext cx="43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10EDE43-FE6D-48C1-BE05-2DD3DE1062B0}"/>
                    </a:ext>
                  </a:extLst>
                </p14:cNvPr>
                <p14:cNvContentPartPr/>
                <p14:nvPr/>
              </p14:nvContentPartPr>
              <p14:xfrm>
                <a:off x="9992907" y="5432667"/>
                <a:ext cx="119160" cy="81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10EDE43-FE6D-48C1-BE05-2DD3DE1062B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975267" y="5415027"/>
                  <a:ext cx="154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5AB9953-7029-3DF9-E471-EF87FA3BDB07}"/>
                    </a:ext>
                  </a:extLst>
                </p14:cNvPr>
                <p14:cNvContentPartPr/>
                <p14:nvPr/>
              </p14:nvContentPartPr>
              <p14:xfrm>
                <a:off x="10378827" y="5404947"/>
                <a:ext cx="153360" cy="3463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5AB9953-7029-3DF9-E471-EF87FA3BDB0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61187" y="5386947"/>
                  <a:ext cx="1890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7D1AF80-881E-0591-C817-366037537304}"/>
                    </a:ext>
                  </a:extLst>
                </p14:cNvPr>
                <p14:cNvContentPartPr/>
                <p14:nvPr/>
              </p14:nvContentPartPr>
              <p14:xfrm>
                <a:off x="10285947" y="5575947"/>
                <a:ext cx="331920" cy="12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7D1AF80-881E-0591-C817-36603753730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268307" y="5558307"/>
                  <a:ext cx="367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7B31E4E-E38A-7A11-8CB4-011D6BC49A41}"/>
                    </a:ext>
                  </a:extLst>
                </p14:cNvPr>
                <p14:cNvContentPartPr/>
                <p14:nvPr/>
              </p14:nvContentPartPr>
              <p14:xfrm>
                <a:off x="7835067" y="6063747"/>
                <a:ext cx="168120" cy="3816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7B31E4E-E38A-7A11-8CB4-011D6BC49A4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817067" y="6046107"/>
                  <a:ext cx="2037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CD4E455-9AA5-7B3F-1A58-F15EE38F3D7F}"/>
                    </a:ext>
                  </a:extLst>
                </p14:cNvPr>
                <p14:cNvContentPartPr/>
                <p14:nvPr/>
              </p14:nvContentPartPr>
              <p14:xfrm>
                <a:off x="8028387" y="6236187"/>
                <a:ext cx="258120" cy="2170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CD4E455-9AA5-7B3F-1A58-F15EE38F3D7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010747" y="6218187"/>
                  <a:ext cx="293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976107D-4AEC-65A7-F5AB-32F29A1FAE78}"/>
                    </a:ext>
                  </a:extLst>
                </p14:cNvPr>
                <p14:cNvContentPartPr/>
                <p14:nvPr/>
              </p14:nvContentPartPr>
              <p14:xfrm>
                <a:off x="8312067" y="6238347"/>
                <a:ext cx="172440" cy="190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976107D-4AEC-65A7-F5AB-32F29A1FAE7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294427" y="6220347"/>
                  <a:ext cx="208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B9724D3-A462-D7CA-FF9F-26289EFE0294}"/>
                    </a:ext>
                  </a:extLst>
                </p14:cNvPr>
                <p14:cNvContentPartPr/>
                <p14:nvPr/>
              </p14:nvContentPartPr>
              <p14:xfrm>
                <a:off x="8533107" y="6257067"/>
                <a:ext cx="137160" cy="193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B9724D3-A462-D7CA-FF9F-26289EFE029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515467" y="6239427"/>
                  <a:ext cx="172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6BAA90D-98A1-312F-1F2F-9AA6203B4319}"/>
                    </a:ext>
                  </a:extLst>
                </p14:cNvPr>
                <p14:cNvContentPartPr/>
                <p14:nvPr/>
              </p14:nvContentPartPr>
              <p14:xfrm>
                <a:off x="8708787" y="6254187"/>
                <a:ext cx="355320" cy="190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6BAA90D-98A1-312F-1F2F-9AA6203B431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691147" y="6236187"/>
                  <a:ext cx="390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CAFEFC8-D139-D490-9B90-C9B3EF583D47}"/>
                    </a:ext>
                  </a:extLst>
                </p14:cNvPr>
                <p14:cNvContentPartPr/>
                <p14:nvPr/>
              </p14:nvContentPartPr>
              <p14:xfrm>
                <a:off x="9155907" y="6235827"/>
                <a:ext cx="331200" cy="2109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CAFEFC8-D139-D490-9B90-C9B3EF583D4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137907" y="6218187"/>
                  <a:ext cx="366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46AF9BC-8274-88DC-ACC4-5B36FE9456AF}"/>
                    </a:ext>
                  </a:extLst>
                </p14:cNvPr>
                <p14:cNvContentPartPr/>
                <p14:nvPr/>
              </p14:nvContentPartPr>
              <p14:xfrm>
                <a:off x="10074627" y="6223947"/>
                <a:ext cx="398880" cy="2217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46AF9BC-8274-88DC-ACC4-5B36FE9456A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056627" y="6206307"/>
                  <a:ext cx="434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6C80BF9-A1DF-CDDB-7AC4-EFE3B870E215}"/>
                    </a:ext>
                  </a:extLst>
                </p14:cNvPr>
                <p14:cNvContentPartPr/>
                <p14:nvPr/>
              </p14:nvContentPartPr>
              <p14:xfrm>
                <a:off x="10511667" y="6196947"/>
                <a:ext cx="637560" cy="2736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6C80BF9-A1DF-CDDB-7AC4-EFE3B870E21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494027" y="6178947"/>
                  <a:ext cx="673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18AF02E-0462-F30B-DE1A-F5949CFB9112}"/>
                    </a:ext>
                  </a:extLst>
                </p14:cNvPr>
                <p14:cNvContentPartPr/>
                <p14:nvPr/>
              </p14:nvContentPartPr>
              <p14:xfrm>
                <a:off x="11221587" y="6184347"/>
                <a:ext cx="183240" cy="2350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18AF02E-0462-F30B-DE1A-F5949CFB911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203947" y="6166707"/>
                  <a:ext cx="21888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9BCF38A-72E4-3405-BF79-39E92EF71A30}"/>
              </a:ext>
            </a:extLst>
          </p:cNvPr>
          <p:cNvGrpSpPr/>
          <p:nvPr/>
        </p:nvGrpSpPr>
        <p:grpSpPr>
          <a:xfrm>
            <a:off x="134307" y="535947"/>
            <a:ext cx="8977320" cy="5514840"/>
            <a:chOff x="134307" y="535947"/>
            <a:chExt cx="8977320" cy="55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4EDC7EC-A8ED-2424-DFB8-51A8E2959969}"/>
                    </a:ext>
                  </a:extLst>
                </p14:cNvPr>
                <p14:cNvContentPartPr/>
                <p14:nvPr/>
              </p14:nvContentPartPr>
              <p14:xfrm>
                <a:off x="598347" y="580227"/>
                <a:ext cx="15120" cy="506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4EDC7EC-A8ED-2424-DFB8-51A8E295996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80707" y="562227"/>
                  <a:ext cx="5076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BFD139D-1DD2-0482-7AB6-BD8FCE25E4E7}"/>
                    </a:ext>
                  </a:extLst>
                </p14:cNvPr>
                <p14:cNvContentPartPr/>
                <p14:nvPr/>
              </p14:nvContentPartPr>
              <p14:xfrm>
                <a:off x="779067" y="619467"/>
                <a:ext cx="21600" cy="397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BFD139D-1DD2-0482-7AB6-BD8FCE25E4E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1067" y="601827"/>
                  <a:ext cx="5724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E921E03-088E-0F92-B193-70442935B034}"/>
                    </a:ext>
                  </a:extLst>
                </p14:cNvPr>
                <p14:cNvContentPartPr/>
                <p14:nvPr/>
              </p14:nvContentPartPr>
              <p14:xfrm>
                <a:off x="578907" y="830067"/>
                <a:ext cx="291240" cy="34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E921E03-088E-0F92-B193-70442935B03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61267" y="812427"/>
                  <a:ext cx="3268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9A63A81-8863-83E0-FCF5-9A4D251AC7A5}"/>
                    </a:ext>
                  </a:extLst>
                </p14:cNvPr>
                <p14:cNvContentPartPr/>
                <p14:nvPr/>
              </p14:nvContentPartPr>
              <p14:xfrm>
                <a:off x="860427" y="768867"/>
                <a:ext cx="209880" cy="248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9A63A81-8863-83E0-FCF5-9A4D251AC7A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42427" y="751227"/>
                  <a:ext cx="2455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220BD84-5356-BA83-156B-59526E67AD9A}"/>
                    </a:ext>
                  </a:extLst>
                </p14:cNvPr>
                <p14:cNvContentPartPr/>
                <p14:nvPr/>
              </p14:nvContentPartPr>
              <p14:xfrm>
                <a:off x="1089027" y="707307"/>
                <a:ext cx="158760" cy="280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220BD84-5356-BA83-156B-59526E67AD9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71387" y="689307"/>
                  <a:ext cx="1944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3D55AEA-F870-E68A-1727-15118536B027}"/>
                    </a:ext>
                  </a:extLst>
                </p14:cNvPr>
                <p14:cNvContentPartPr/>
                <p14:nvPr/>
              </p14:nvContentPartPr>
              <p14:xfrm>
                <a:off x="1307187" y="667347"/>
                <a:ext cx="289080" cy="276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3D55AEA-F870-E68A-1727-15118536B02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289547" y="649347"/>
                  <a:ext cx="3247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5135B60-9A67-8466-1C71-7AE599419924}"/>
                    </a:ext>
                  </a:extLst>
                </p14:cNvPr>
                <p14:cNvContentPartPr/>
                <p14:nvPr/>
              </p14:nvContentPartPr>
              <p14:xfrm>
                <a:off x="1842507" y="625947"/>
                <a:ext cx="298800" cy="651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5135B60-9A67-8466-1C71-7AE59941992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824867" y="608307"/>
                  <a:ext cx="3344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A33D5E8-5194-BA78-0E46-B8ED644FE74E}"/>
                    </a:ext>
                  </a:extLst>
                </p14:cNvPr>
                <p14:cNvContentPartPr/>
                <p14:nvPr/>
              </p14:nvContentPartPr>
              <p14:xfrm>
                <a:off x="2188107" y="564027"/>
                <a:ext cx="169200" cy="261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A33D5E8-5194-BA78-0E46-B8ED644FE74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170467" y="546027"/>
                  <a:ext cx="204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BDEE220-DF18-A5E9-4465-159322A82D02}"/>
                    </a:ext>
                  </a:extLst>
                </p14:cNvPr>
                <p14:cNvContentPartPr/>
                <p14:nvPr/>
              </p14:nvContentPartPr>
              <p14:xfrm>
                <a:off x="2432547" y="535947"/>
                <a:ext cx="435600" cy="285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BDEE220-DF18-A5E9-4465-159322A82D0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414547" y="518307"/>
                  <a:ext cx="4712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022229B-8758-EFA5-DF8A-5FA09FCC9976}"/>
                    </a:ext>
                  </a:extLst>
                </p14:cNvPr>
                <p14:cNvContentPartPr/>
                <p14:nvPr/>
              </p14:nvContentPartPr>
              <p14:xfrm>
                <a:off x="401427" y="1792347"/>
                <a:ext cx="337320" cy="248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022229B-8758-EFA5-DF8A-5FA09FCC997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83427" y="1774347"/>
                  <a:ext cx="3729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2C7F06-23BD-A0E9-5CA5-B30E7F1D053C}"/>
                    </a:ext>
                  </a:extLst>
                </p14:cNvPr>
                <p14:cNvContentPartPr/>
                <p14:nvPr/>
              </p14:nvContentPartPr>
              <p14:xfrm>
                <a:off x="826947" y="1731507"/>
                <a:ext cx="182880" cy="278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2C7F06-23BD-A0E9-5CA5-B30E7F1D053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09307" y="1713867"/>
                  <a:ext cx="2185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2BB7B10-BB92-AA35-BAF2-2A79B21EF992}"/>
                    </a:ext>
                  </a:extLst>
                </p14:cNvPr>
                <p14:cNvContentPartPr/>
                <p14:nvPr/>
              </p14:nvContentPartPr>
              <p14:xfrm>
                <a:off x="1143747" y="1537107"/>
                <a:ext cx="133920" cy="421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2BB7B10-BB92-AA35-BAF2-2A79B21EF99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25747" y="1519107"/>
                  <a:ext cx="16956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57FE7D2-71C4-4E6F-8B9E-282B4EC73CD2}"/>
                    </a:ext>
                  </a:extLst>
                </p14:cNvPr>
                <p14:cNvContentPartPr/>
                <p14:nvPr/>
              </p14:nvContentPartPr>
              <p14:xfrm>
                <a:off x="1028187" y="1750947"/>
                <a:ext cx="336240" cy="190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57FE7D2-71C4-4E6F-8B9E-282B4EC73CD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10547" y="1732947"/>
                  <a:ext cx="371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C14EF8-50A7-3CA7-4533-D64DF25EA540}"/>
                    </a:ext>
                  </a:extLst>
                </p14:cNvPr>
                <p14:cNvContentPartPr/>
                <p14:nvPr/>
              </p14:nvContentPartPr>
              <p14:xfrm>
                <a:off x="1344627" y="1607667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C14EF8-50A7-3CA7-4533-D64DF25EA54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326987" y="158966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30EED46-4F65-ADFA-4D0D-E41D4D83552D}"/>
                    </a:ext>
                  </a:extLst>
                </p14:cNvPr>
                <p14:cNvContentPartPr/>
                <p14:nvPr/>
              </p14:nvContentPartPr>
              <p14:xfrm>
                <a:off x="1443627" y="1651587"/>
                <a:ext cx="160560" cy="266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30EED46-4F65-ADFA-4D0D-E41D4D83552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425627" y="1633587"/>
                  <a:ext cx="196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ACDD50-4AD2-8DA1-13E0-E0C24B1FAD5C}"/>
                    </a:ext>
                  </a:extLst>
                </p14:cNvPr>
                <p14:cNvContentPartPr/>
                <p14:nvPr/>
              </p14:nvContentPartPr>
              <p14:xfrm>
                <a:off x="1667547" y="1674267"/>
                <a:ext cx="236520" cy="182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ACDD50-4AD2-8DA1-13E0-E0C24B1FAD5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649907" y="1656627"/>
                  <a:ext cx="272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81CE5FF-B22E-A1C2-8143-2D3A3BAD9F57}"/>
                    </a:ext>
                  </a:extLst>
                </p14:cNvPr>
                <p14:cNvContentPartPr/>
                <p14:nvPr/>
              </p14:nvContentPartPr>
              <p14:xfrm>
                <a:off x="1970667" y="1362867"/>
                <a:ext cx="206640" cy="462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81CE5FF-B22E-A1C2-8143-2D3A3BAD9F5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952667" y="1344867"/>
                  <a:ext cx="24228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56240C3-7BBD-B2B5-7803-E387C39B1ECF}"/>
                    </a:ext>
                  </a:extLst>
                </p14:cNvPr>
                <p14:cNvContentPartPr/>
                <p14:nvPr/>
              </p14:nvContentPartPr>
              <p14:xfrm>
                <a:off x="2338227" y="1690827"/>
                <a:ext cx="127440" cy="235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56240C3-7BBD-B2B5-7803-E387C39B1EC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320227" y="1673187"/>
                  <a:ext cx="1630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2D959DF-1C47-B8AD-E154-FC8D51522DAD}"/>
                    </a:ext>
                  </a:extLst>
                </p14:cNvPr>
                <p14:cNvContentPartPr/>
                <p14:nvPr/>
              </p14:nvContentPartPr>
              <p14:xfrm>
                <a:off x="298467" y="2466987"/>
                <a:ext cx="305640" cy="340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2D959DF-1C47-B8AD-E154-FC8D51522DA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80827" y="2448987"/>
                  <a:ext cx="3412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18189EA-7434-AC3C-0C5A-30190053DC23}"/>
                    </a:ext>
                  </a:extLst>
                </p14:cNvPr>
                <p14:cNvContentPartPr/>
                <p14:nvPr/>
              </p14:nvContentPartPr>
              <p14:xfrm>
                <a:off x="685827" y="2452227"/>
                <a:ext cx="72000" cy="595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18189EA-7434-AC3C-0C5A-30190053DC2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68187" y="2434587"/>
                  <a:ext cx="10764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A9A7C82-0AE9-6036-B570-77D03E96C3FC}"/>
                    </a:ext>
                  </a:extLst>
                </p14:cNvPr>
                <p14:cNvContentPartPr/>
                <p14:nvPr/>
              </p14:nvContentPartPr>
              <p14:xfrm>
                <a:off x="718227" y="2433867"/>
                <a:ext cx="175680" cy="234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A9A7C82-0AE9-6036-B570-77D03E96C3F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00227" y="2415867"/>
                  <a:ext cx="2113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D9CB6CF-6F08-E2F8-C683-30188AE25964}"/>
                    </a:ext>
                  </a:extLst>
                </p14:cNvPr>
                <p14:cNvContentPartPr/>
                <p14:nvPr/>
              </p14:nvContentPartPr>
              <p14:xfrm>
                <a:off x="1032507" y="2411907"/>
                <a:ext cx="47520" cy="591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D9CB6CF-6F08-E2F8-C683-30188AE2596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14507" y="2393907"/>
                  <a:ext cx="8316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3F6CD7A-F789-6985-2BB2-94177234D0B7}"/>
                    </a:ext>
                  </a:extLst>
                </p14:cNvPr>
                <p14:cNvContentPartPr/>
                <p14:nvPr/>
              </p14:nvContentPartPr>
              <p14:xfrm>
                <a:off x="1031427" y="2398947"/>
                <a:ext cx="170280" cy="300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3F6CD7A-F789-6985-2BB2-94177234D0B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13427" y="2380947"/>
                  <a:ext cx="2059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F3F6022-5500-D3B9-1F58-AC12A6881B72}"/>
                    </a:ext>
                  </a:extLst>
                </p14:cNvPr>
                <p14:cNvContentPartPr/>
                <p14:nvPr/>
              </p14:nvContentPartPr>
              <p14:xfrm>
                <a:off x="1247427" y="2358267"/>
                <a:ext cx="227520" cy="264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F3F6022-5500-D3B9-1F58-AC12A6881B7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229427" y="2340267"/>
                  <a:ext cx="2631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EDF8D41-78A4-43BF-D4D9-34FA167E113F}"/>
                    </a:ext>
                  </a:extLst>
                </p14:cNvPr>
                <p14:cNvContentPartPr/>
                <p14:nvPr/>
              </p14:nvContentPartPr>
              <p14:xfrm>
                <a:off x="1536507" y="2335947"/>
                <a:ext cx="429840" cy="227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EDF8D41-78A4-43BF-D4D9-34FA167E113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518867" y="2317947"/>
                  <a:ext cx="4654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9BF16A0-0A87-5C53-9719-F1F7CB95A71F}"/>
                    </a:ext>
                  </a:extLst>
                </p14:cNvPr>
                <p14:cNvContentPartPr/>
                <p14:nvPr/>
              </p14:nvContentPartPr>
              <p14:xfrm>
                <a:off x="229347" y="3207867"/>
                <a:ext cx="387000" cy="461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9BF16A0-0A87-5C53-9719-F1F7CB95A71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11707" y="3189867"/>
                  <a:ext cx="42264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9C30912-38CB-CFA8-5340-24F98D5E6FE6}"/>
                    </a:ext>
                  </a:extLst>
                </p14:cNvPr>
                <p14:cNvContentPartPr/>
                <p14:nvPr/>
              </p14:nvContentPartPr>
              <p14:xfrm>
                <a:off x="514827" y="3237387"/>
                <a:ext cx="43200" cy="46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9C30912-38CB-CFA8-5340-24F98D5E6FE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97187" y="3219387"/>
                  <a:ext cx="788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42C8F56-81F3-4458-1A92-FA805DA1F526}"/>
                    </a:ext>
                  </a:extLst>
                </p14:cNvPr>
                <p14:cNvContentPartPr/>
                <p14:nvPr/>
              </p14:nvContentPartPr>
              <p14:xfrm>
                <a:off x="541107" y="3355827"/>
                <a:ext cx="374400" cy="874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42C8F56-81F3-4458-1A92-FA805DA1F52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23107" y="3337827"/>
                  <a:ext cx="410040" cy="9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A2A51AA-B263-D947-AEC6-3C134305C372}"/>
                    </a:ext>
                  </a:extLst>
                </p14:cNvPr>
                <p14:cNvContentPartPr/>
                <p14:nvPr/>
              </p14:nvContentPartPr>
              <p14:xfrm>
                <a:off x="1044387" y="3314787"/>
                <a:ext cx="6480" cy="276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A2A51AA-B263-D947-AEC6-3C134305C37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26747" y="3296787"/>
                  <a:ext cx="421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5C91953-ED30-0344-D214-C0B5FC006651}"/>
                    </a:ext>
                  </a:extLst>
                </p14:cNvPr>
                <p14:cNvContentPartPr/>
                <p14:nvPr/>
              </p14:nvContentPartPr>
              <p14:xfrm>
                <a:off x="898947" y="3130467"/>
                <a:ext cx="98640" cy="91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5C91953-ED30-0344-D214-C0B5FC00665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80947" y="3112467"/>
                  <a:ext cx="134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776E6B3-AE7D-665F-C25E-8CCF7F0B8729}"/>
                    </a:ext>
                  </a:extLst>
                </p14:cNvPr>
                <p14:cNvContentPartPr/>
                <p14:nvPr/>
              </p14:nvContentPartPr>
              <p14:xfrm>
                <a:off x="1272627" y="3094107"/>
                <a:ext cx="164520" cy="442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776E6B3-AE7D-665F-C25E-8CCF7F0B872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254627" y="3076107"/>
                  <a:ext cx="20016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9CBB687-82CC-19B7-EA47-7B686504D25C}"/>
                    </a:ext>
                  </a:extLst>
                </p14:cNvPr>
                <p14:cNvContentPartPr/>
                <p14:nvPr/>
              </p14:nvContentPartPr>
              <p14:xfrm>
                <a:off x="1193787" y="3312267"/>
                <a:ext cx="352080" cy="37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9CBB687-82CC-19B7-EA47-7B686504D25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76147" y="3294267"/>
                  <a:ext cx="3877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9F3481C-F27E-3B0F-416A-AD7EFF21D12E}"/>
                    </a:ext>
                  </a:extLst>
                </p14:cNvPr>
                <p14:cNvContentPartPr/>
                <p14:nvPr/>
              </p14:nvContentPartPr>
              <p14:xfrm>
                <a:off x="284787" y="4555707"/>
                <a:ext cx="25920" cy="244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9F3481C-F27E-3B0F-416A-AD7EFF21D12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67147" y="4537707"/>
                  <a:ext cx="615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84DD2CE-1E43-3E03-7DCB-FA8318D2F5CD}"/>
                    </a:ext>
                  </a:extLst>
                </p14:cNvPr>
                <p14:cNvContentPartPr/>
                <p14:nvPr/>
              </p14:nvContentPartPr>
              <p14:xfrm>
                <a:off x="134307" y="4373907"/>
                <a:ext cx="101880" cy="118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84DD2CE-1E43-3E03-7DCB-FA8318D2F5C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6307" y="4356267"/>
                  <a:ext cx="1375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1559C81-7E7B-D8A3-4A2A-D3EDCBB6FAE2}"/>
                    </a:ext>
                  </a:extLst>
                </p14:cNvPr>
                <p14:cNvContentPartPr/>
                <p14:nvPr/>
              </p14:nvContentPartPr>
              <p14:xfrm>
                <a:off x="394947" y="4545267"/>
                <a:ext cx="249840" cy="245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1559C81-7E7B-D8A3-4A2A-D3EDCBB6FAE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76947" y="4527627"/>
                  <a:ext cx="2854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D77A8BD-9E30-0358-B8B0-BCA2C9BE46F5}"/>
                    </a:ext>
                  </a:extLst>
                </p14:cNvPr>
                <p14:cNvContentPartPr/>
                <p14:nvPr/>
              </p14:nvContentPartPr>
              <p14:xfrm>
                <a:off x="688347" y="4499907"/>
                <a:ext cx="153000" cy="227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D77A8BD-9E30-0358-B8B0-BCA2C9BE46F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70707" y="4482267"/>
                  <a:ext cx="1886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D766F87-6EC2-6A8D-9FA6-1AF56B6F1CD6}"/>
                    </a:ext>
                  </a:extLst>
                </p14:cNvPr>
                <p14:cNvContentPartPr/>
                <p14:nvPr/>
              </p14:nvContentPartPr>
              <p14:xfrm>
                <a:off x="929907" y="4492347"/>
                <a:ext cx="198360" cy="217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D766F87-6EC2-6A8D-9FA6-1AF56B6F1CD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11907" y="4474347"/>
                  <a:ext cx="2340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548387E-34C7-C097-3E5E-4974577B46D0}"/>
                    </a:ext>
                  </a:extLst>
                </p14:cNvPr>
                <p14:cNvContentPartPr/>
                <p14:nvPr/>
              </p14:nvContentPartPr>
              <p14:xfrm>
                <a:off x="1182267" y="4460307"/>
                <a:ext cx="224280" cy="208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548387E-34C7-C097-3E5E-4974577B46D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64267" y="4442307"/>
                  <a:ext cx="2599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359754B-52B0-1942-EEC4-9076442597CD}"/>
                    </a:ext>
                  </a:extLst>
                </p14:cNvPr>
                <p14:cNvContentPartPr/>
                <p14:nvPr/>
              </p14:nvContentPartPr>
              <p14:xfrm>
                <a:off x="1473507" y="4396227"/>
                <a:ext cx="284400" cy="245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359754B-52B0-1942-EEC4-9076442597C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455867" y="4378587"/>
                  <a:ext cx="3200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15A8412-E49E-FC8A-F802-2BFD9563B0E4}"/>
                    </a:ext>
                  </a:extLst>
                </p14:cNvPr>
                <p14:cNvContentPartPr/>
                <p14:nvPr/>
              </p14:nvContentPartPr>
              <p14:xfrm>
                <a:off x="1783107" y="4310187"/>
                <a:ext cx="415440" cy="257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15A8412-E49E-FC8A-F802-2BFD9563B0E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765467" y="4292187"/>
                  <a:ext cx="4510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9AC6F1E-1E72-42FD-760B-18FC3CBFEAA0}"/>
                    </a:ext>
                  </a:extLst>
                </p14:cNvPr>
                <p14:cNvContentPartPr/>
                <p14:nvPr/>
              </p14:nvContentPartPr>
              <p14:xfrm>
                <a:off x="2177307" y="4058547"/>
                <a:ext cx="295920" cy="458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9AC6F1E-1E72-42FD-760B-18FC3CBFEAA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159307" y="4040907"/>
                  <a:ext cx="33156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F07D9C7-3B29-BFB6-A748-CE5992AC9DDC}"/>
                    </a:ext>
                  </a:extLst>
                </p14:cNvPr>
                <p14:cNvContentPartPr/>
                <p14:nvPr/>
              </p14:nvContentPartPr>
              <p14:xfrm>
                <a:off x="387027" y="4944867"/>
                <a:ext cx="228960" cy="467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F07D9C7-3B29-BFB6-A748-CE5992AC9DD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69027" y="4926867"/>
                  <a:ext cx="26460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E4BB7B6-9223-1EA3-EF81-470DAD156F4F}"/>
                    </a:ext>
                  </a:extLst>
                </p14:cNvPr>
                <p14:cNvContentPartPr/>
                <p14:nvPr/>
              </p14:nvContentPartPr>
              <p14:xfrm>
                <a:off x="587187" y="5111187"/>
                <a:ext cx="435240" cy="939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E4BB7B6-9223-1EA3-EF81-470DAD156F4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69187" y="5093187"/>
                  <a:ext cx="470880" cy="9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8431FBF-CC2F-EE25-2C81-B0C0ED67E225}"/>
                    </a:ext>
                  </a:extLst>
                </p14:cNvPr>
                <p14:cNvContentPartPr/>
                <p14:nvPr/>
              </p14:nvContentPartPr>
              <p14:xfrm>
                <a:off x="1707147" y="4917507"/>
                <a:ext cx="31320" cy="385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8431FBF-CC2F-EE25-2C81-B0C0ED67E22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689507" y="4899507"/>
                  <a:ext cx="669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9061F3F-FE1F-86A0-C9C9-7CBBDE0CE075}"/>
                    </a:ext>
                  </a:extLst>
                </p14:cNvPr>
                <p14:cNvContentPartPr/>
                <p14:nvPr/>
              </p14:nvContentPartPr>
              <p14:xfrm>
                <a:off x="1552347" y="4921467"/>
                <a:ext cx="146880" cy="226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9061F3F-FE1F-86A0-C9C9-7CBBDE0CE07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534347" y="4903827"/>
                  <a:ext cx="182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AE47A4F-5A5E-4B47-B53E-3A2969404F29}"/>
                    </a:ext>
                  </a:extLst>
                </p14:cNvPr>
                <p14:cNvContentPartPr/>
                <p14:nvPr/>
              </p14:nvContentPartPr>
              <p14:xfrm>
                <a:off x="1539387" y="5232867"/>
                <a:ext cx="454680" cy="69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AE47A4F-5A5E-4B47-B53E-3A2969404F2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521387" y="5214867"/>
                  <a:ext cx="4903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E795586-E3DD-7DCC-3114-B13188565DDF}"/>
                    </a:ext>
                  </a:extLst>
                </p14:cNvPr>
                <p14:cNvContentPartPr/>
                <p14:nvPr/>
              </p14:nvContentPartPr>
              <p14:xfrm>
                <a:off x="2207907" y="4933347"/>
                <a:ext cx="6148800" cy="1014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E795586-E3DD-7DCC-3114-B13188565DD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189907" y="4915347"/>
                  <a:ext cx="6184440" cy="10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71FC74B-09E7-6CF7-142D-AF52CD55971B}"/>
                    </a:ext>
                  </a:extLst>
                </p14:cNvPr>
                <p14:cNvContentPartPr/>
                <p14:nvPr/>
              </p14:nvContentPartPr>
              <p14:xfrm>
                <a:off x="8326827" y="4693587"/>
                <a:ext cx="784800" cy="664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71FC74B-09E7-6CF7-142D-AF52CD55971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309187" y="4675947"/>
                  <a:ext cx="820440" cy="700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5202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947B0-984D-E642-CB4C-4F77EC2FB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827186-1EAF-5996-DAF1-E1F8522CA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226" name="Group 225">
            <a:extLst>
              <a:ext uri="{FF2B5EF4-FFF2-40B4-BE49-F238E27FC236}">
                <a16:creationId xmlns:a16="http://schemas.microsoft.com/office/drawing/2014/main" id="{3A2B9D56-1429-4E78-A72E-C07FB11E47CE}"/>
              </a:ext>
            </a:extLst>
          </p:cNvPr>
          <p:cNvGrpSpPr/>
          <p:nvPr/>
        </p:nvGrpSpPr>
        <p:grpSpPr>
          <a:xfrm>
            <a:off x="8220987" y="325347"/>
            <a:ext cx="3449706" cy="4879800"/>
            <a:chOff x="8220987" y="325347"/>
            <a:chExt cx="3949560" cy="5870880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EC1FA422-CC07-B204-F148-373BF98184C9}"/>
                </a:ext>
              </a:extLst>
            </p:cNvPr>
            <p:cNvGrpSpPr/>
            <p:nvPr/>
          </p:nvGrpSpPr>
          <p:grpSpPr>
            <a:xfrm>
              <a:off x="8733267" y="325347"/>
              <a:ext cx="1160640" cy="2931120"/>
              <a:chOff x="8733267" y="325347"/>
              <a:chExt cx="1160640" cy="2931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171" name="Ink 170">
                    <a:extLst>
                      <a:ext uri="{FF2B5EF4-FFF2-40B4-BE49-F238E27FC236}">
                        <a16:creationId xmlns:a16="http://schemas.microsoft.com/office/drawing/2014/main" id="{EC2F9B8F-0AB8-BDC3-7343-A480071001F2}"/>
                      </a:ext>
                    </a:extLst>
                  </p14:cNvPr>
                  <p14:cNvContentPartPr/>
                  <p14:nvPr/>
                </p14:nvContentPartPr>
                <p14:xfrm>
                  <a:off x="8841267" y="351987"/>
                  <a:ext cx="331920" cy="281880"/>
                </p14:xfrm>
              </p:contentPart>
            </mc:Choice>
            <mc:Fallback>
              <p:pic>
                <p:nvPicPr>
                  <p:cNvPr id="171" name="Ink 170">
                    <a:extLst>
                      <a:ext uri="{FF2B5EF4-FFF2-40B4-BE49-F238E27FC236}">
                        <a16:creationId xmlns:a16="http://schemas.microsoft.com/office/drawing/2014/main" id="{EC2F9B8F-0AB8-BDC3-7343-A480071001F2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821063" y="330770"/>
                    <a:ext cx="372740" cy="3247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172" name="Ink 171">
                    <a:extLst>
                      <a:ext uri="{FF2B5EF4-FFF2-40B4-BE49-F238E27FC236}">
                        <a16:creationId xmlns:a16="http://schemas.microsoft.com/office/drawing/2014/main" id="{465D1604-1FC6-0B3E-AF6A-5CC8E2DE6B5C}"/>
                      </a:ext>
                    </a:extLst>
                  </p14:cNvPr>
                  <p14:cNvContentPartPr/>
                  <p14:nvPr/>
                </p14:nvContentPartPr>
                <p14:xfrm>
                  <a:off x="9334467" y="325347"/>
                  <a:ext cx="272160" cy="262080"/>
                </p14:xfrm>
              </p:contentPart>
            </mc:Choice>
            <mc:Fallback>
              <p:pic>
                <p:nvPicPr>
                  <p:cNvPr id="172" name="Ink 171">
                    <a:extLst>
                      <a:ext uri="{FF2B5EF4-FFF2-40B4-BE49-F238E27FC236}">
                        <a16:creationId xmlns:a16="http://schemas.microsoft.com/office/drawing/2014/main" id="{465D1604-1FC6-0B3E-AF6A-5CC8E2DE6B5C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314292" y="303687"/>
                    <a:ext cx="312922" cy="3049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174" name="Ink 173">
                    <a:extLst>
                      <a:ext uri="{FF2B5EF4-FFF2-40B4-BE49-F238E27FC236}">
                        <a16:creationId xmlns:a16="http://schemas.microsoft.com/office/drawing/2014/main" id="{6DF420D2-CFD5-A2D4-8386-2493FAF79EC5}"/>
                      </a:ext>
                    </a:extLst>
                  </p14:cNvPr>
                  <p14:cNvContentPartPr/>
                  <p14:nvPr/>
                </p14:nvContentPartPr>
                <p14:xfrm>
                  <a:off x="8871507" y="693267"/>
                  <a:ext cx="340200" cy="312840"/>
                </p14:xfrm>
              </p:contentPart>
            </mc:Choice>
            <mc:Fallback>
              <p:pic>
                <p:nvPicPr>
                  <p:cNvPr id="174" name="Ink 173">
                    <a:extLst>
                      <a:ext uri="{FF2B5EF4-FFF2-40B4-BE49-F238E27FC236}">
                        <a16:creationId xmlns:a16="http://schemas.microsoft.com/office/drawing/2014/main" id="{6DF420D2-CFD5-A2D4-8386-2493FAF79EC5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8850889" y="671602"/>
                    <a:ext cx="381024" cy="3557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175" name="Ink 174">
                    <a:extLst>
                      <a:ext uri="{FF2B5EF4-FFF2-40B4-BE49-F238E27FC236}">
                        <a16:creationId xmlns:a16="http://schemas.microsoft.com/office/drawing/2014/main" id="{28D2EB94-B654-2D3A-C81B-50595FE2783C}"/>
                      </a:ext>
                    </a:extLst>
                  </p14:cNvPr>
                  <p14:cNvContentPartPr/>
                  <p14:nvPr/>
                </p14:nvContentPartPr>
                <p14:xfrm>
                  <a:off x="9563067" y="667707"/>
                  <a:ext cx="61200" cy="354240"/>
                </p14:xfrm>
              </p:contentPart>
            </mc:Choice>
            <mc:Fallback>
              <p:pic>
                <p:nvPicPr>
                  <p:cNvPr id="175" name="Ink 174">
                    <a:extLst>
                      <a:ext uri="{FF2B5EF4-FFF2-40B4-BE49-F238E27FC236}">
                        <a16:creationId xmlns:a16="http://schemas.microsoft.com/office/drawing/2014/main" id="{28D2EB94-B654-2D3A-C81B-50595FE2783C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542941" y="646054"/>
                    <a:ext cx="101863" cy="3971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177" name="Ink 176">
                    <a:extLst>
                      <a:ext uri="{FF2B5EF4-FFF2-40B4-BE49-F238E27FC236}">
                        <a16:creationId xmlns:a16="http://schemas.microsoft.com/office/drawing/2014/main" id="{E57DA072-1C35-232A-CC58-FD61A994B797}"/>
                      </a:ext>
                    </a:extLst>
                  </p14:cNvPr>
                  <p14:cNvContentPartPr/>
                  <p14:nvPr/>
                </p14:nvContentPartPr>
                <p14:xfrm>
                  <a:off x="8867907" y="1128507"/>
                  <a:ext cx="285840" cy="340200"/>
                </p14:xfrm>
              </p:contentPart>
            </mc:Choice>
            <mc:Fallback>
              <p:pic>
                <p:nvPicPr>
                  <p:cNvPr id="177" name="Ink 176">
                    <a:extLst>
                      <a:ext uri="{FF2B5EF4-FFF2-40B4-BE49-F238E27FC236}">
                        <a16:creationId xmlns:a16="http://schemas.microsoft.com/office/drawing/2014/main" id="{E57DA072-1C35-232A-CC58-FD61A994B797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8847725" y="1106866"/>
                    <a:ext cx="326615" cy="3830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178" name="Ink 177">
                    <a:extLst>
                      <a:ext uri="{FF2B5EF4-FFF2-40B4-BE49-F238E27FC236}">
                        <a16:creationId xmlns:a16="http://schemas.microsoft.com/office/drawing/2014/main" id="{B63E9599-23D9-5334-209D-8DB324100A23}"/>
                      </a:ext>
                    </a:extLst>
                  </p14:cNvPr>
                  <p14:cNvContentPartPr/>
                  <p14:nvPr/>
                </p14:nvContentPartPr>
                <p14:xfrm>
                  <a:off x="9475587" y="1134987"/>
                  <a:ext cx="415080" cy="281520"/>
                </p14:xfrm>
              </p:contentPart>
            </mc:Choice>
            <mc:Fallback>
              <p:pic>
                <p:nvPicPr>
                  <p:cNvPr id="178" name="Ink 177">
                    <a:extLst>
                      <a:ext uri="{FF2B5EF4-FFF2-40B4-BE49-F238E27FC236}">
                        <a16:creationId xmlns:a16="http://schemas.microsoft.com/office/drawing/2014/main" id="{B63E9599-23D9-5334-209D-8DB324100A23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9454977" y="1113332"/>
                    <a:ext cx="455887" cy="3243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179" name="Ink 178">
                    <a:extLst>
                      <a:ext uri="{FF2B5EF4-FFF2-40B4-BE49-F238E27FC236}">
                        <a16:creationId xmlns:a16="http://schemas.microsoft.com/office/drawing/2014/main" id="{5699D57A-024F-F833-C18A-3E7C8D0A987C}"/>
                      </a:ext>
                    </a:extLst>
                  </p14:cNvPr>
                  <p14:cNvContentPartPr/>
                  <p14:nvPr/>
                </p14:nvContentPartPr>
                <p14:xfrm>
                  <a:off x="8850987" y="1581027"/>
                  <a:ext cx="262800" cy="337680"/>
                </p14:xfrm>
              </p:contentPart>
            </mc:Choice>
            <mc:Fallback>
              <p:pic>
                <p:nvPicPr>
                  <p:cNvPr id="179" name="Ink 178">
                    <a:extLst>
                      <a:ext uri="{FF2B5EF4-FFF2-40B4-BE49-F238E27FC236}">
                        <a16:creationId xmlns:a16="http://schemas.microsoft.com/office/drawing/2014/main" id="{5699D57A-024F-F833-C18A-3E7C8D0A987C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8830391" y="1559381"/>
                    <a:ext cx="303579" cy="3805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180" name="Ink 179">
                    <a:extLst>
                      <a:ext uri="{FF2B5EF4-FFF2-40B4-BE49-F238E27FC236}">
                        <a16:creationId xmlns:a16="http://schemas.microsoft.com/office/drawing/2014/main" id="{80CD0DCE-B7D1-1E58-5A2F-163256AD68D9}"/>
                      </a:ext>
                    </a:extLst>
                  </p14:cNvPr>
                  <p14:cNvContentPartPr/>
                  <p14:nvPr/>
                </p14:nvContentPartPr>
                <p14:xfrm>
                  <a:off x="9495747" y="1527747"/>
                  <a:ext cx="268560" cy="403920"/>
                </p14:xfrm>
              </p:contentPart>
            </mc:Choice>
            <mc:Fallback>
              <p:pic>
                <p:nvPicPr>
                  <p:cNvPr id="180" name="Ink 179">
                    <a:extLst>
                      <a:ext uri="{FF2B5EF4-FFF2-40B4-BE49-F238E27FC236}">
                        <a16:creationId xmlns:a16="http://schemas.microsoft.com/office/drawing/2014/main" id="{80CD0DCE-B7D1-1E58-5A2F-163256AD68D9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9475564" y="1506534"/>
                    <a:ext cx="309338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181" name="Ink 180">
                    <a:extLst>
                      <a:ext uri="{FF2B5EF4-FFF2-40B4-BE49-F238E27FC236}">
                        <a16:creationId xmlns:a16="http://schemas.microsoft.com/office/drawing/2014/main" id="{155A8B9D-162B-0EAC-9BF6-3B53068920D8}"/>
                      </a:ext>
                    </a:extLst>
                  </p14:cNvPr>
                  <p14:cNvContentPartPr/>
                  <p14:nvPr/>
                </p14:nvContentPartPr>
                <p14:xfrm>
                  <a:off x="8820747" y="2004027"/>
                  <a:ext cx="278280" cy="290880"/>
                </p14:xfrm>
              </p:contentPart>
            </mc:Choice>
            <mc:Fallback>
              <p:pic>
                <p:nvPicPr>
                  <p:cNvPr id="181" name="Ink 180">
                    <a:extLst>
                      <a:ext uri="{FF2B5EF4-FFF2-40B4-BE49-F238E27FC236}">
                        <a16:creationId xmlns:a16="http://schemas.microsoft.com/office/drawing/2014/main" id="{155A8B9D-162B-0EAC-9BF6-3B53068920D8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8800546" y="1982384"/>
                    <a:ext cx="319094" cy="3337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182" name="Ink 181">
                    <a:extLst>
                      <a:ext uri="{FF2B5EF4-FFF2-40B4-BE49-F238E27FC236}">
                        <a16:creationId xmlns:a16="http://schemas.microsoft.com/office/drawing/2014/main" id="{D85B4CA3-4EF5-6503-7204-D2561FEB594C}"/>
                      </a:ext>
                    </a:extLst>
                  </p14:cNvPr>
                  <p14:cNvContentPartPr/>
                  <p14:nvPr/>
                </p14:nvContentPartPr>
                <p14:xfrm>
                  <a:off x="9536427" y="1999347"/>
                  <a:ext cx="278280" cy="330120"/>
                </p14:xfrm>
              </p:contentPart>
            </mc:Choice>
            <mc:Fallback>
              <p:pic>
                <p:nvPicPr>
                  <p:cNvPr id="182" name="Ink 181">
                    <a:extLst>
                      <a:ext uri="{FF2B5EF4-FFF2-40B4-BE49-F238E27FC236}">
                        <a16:creationId xmlns:a16="http://schemas.microsoft.com/office/drawing/2014/main" id="{D85B4CA3-4EF5-6503-7204-D2561FEB594C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9515844" y="1978147"/>
                    <a:ext cx="319034" cy="3729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183" name="Ink 182">
                    <a:extLst>
                      <a:ext uri="{FF2B5EF4-FFF2-40B4-BE49-F238E27FC236}">
                        <a16:creationId xmlns:a16="http://schemas.microsoft.com/office/drawing/2014/main" id="{A1D48038-F3F7-05C8-5F40-2BAAB6B2FC89}"/>
                      </a:ext>
                    </a:extLst>
                  </p14:cNvPr>
                  <p14:cNvContentPartPr/>
                  <p14:nvPr/>
                </p14:nvContentPartPr>
                <p14:xfrm>
                  <a:off x="8733267" y="2460867"/>
                  <a:ext cx="274320" cy="327960"/>
                </p14:xfrm>
              </p:contentPart>
            </mc:Choice>
            <mc:Fallback>
              <p:pic>
                <p:nvPicPr>
                  <p:cNvPr id="183" name="Ink 182">
                    <a:extLst>
                      <a:ext uri="{FF2B5EF4-FFF2-40B4-BE49-F238E27FC236}">
                        <a16:creationId xmlns:a16="http://schemas.microsoft.com/office/drawing/2014/main" id="{A1D48038-F3F7-05C8-5F40-2BAAB6B2FC89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8712672" y="2439205"/>
                    <a:ext cx="315097" cy="3708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184" name="Ink 183">
                    <a:extLst>
                      <a:ext uri="{FF2B5EF4-FFF2-40B4-BE49-F238E27FC236}">
                        <a16:creationId xmlns:a16="http://schemas.microsoft.com/office/drawing/2014/main" id="{7D287890-A6A9-DC23-A7DC-374369CCC07B}"/>
                      </a:ext>
                    </a:extLst>
                  </p14:cNvPr>
                  <p14:cNvContentPartPr/>
                  <p14:nvPr/>
                </p14:nvContentPartPr>
                <p14:xfrm>
                  <a:off x="9596187" y="2448987"/>
                  <a:ext cx="297720" cy="18360"/>
                </p14:xfrm>
              </p:contentPart>
            </mc:Choice>
            <mc:Fallback>
              <p:pic>
                <p:nvPicPr>
                  <p:cNvPr id="184" name="Ink 183">
                    <a:extLst>
                      <a:ext uri="{FF2B5EF4-FFF2-40B4-BE49-F238E27FC236}">
                        <a16:creationId xmlns:a16="http://schemas.microsoft.com/office/drawing/2014/main" id="{7D287890-A6A9-DC23-A7DC-374369CCC07B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9575982" y="2428065"/>
                    <a:ext cx="338543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185" name="Ink 184">
                    <a:extLst>
                      <a:ext uri="{FF2B5EF4-FFF2-40B4-BE49-F238E27FC236}">
                        <a16:creationId xmlns:a16="http://schemas.microsoft.com/office/drawing/2014/main" id="{F8D44560-6A5D-9FE9-18BD-626620C6692C}"/>
                      </a:ext>
                    </a:extLst>
                  </p14:cNvPr>
                  <p14:cNvContentPartPr/>
                  <p14:nvPr/>
                </p14:nvContentPartPr>
                <p14:xfrm>
                  <a:off x="9626067" y="2481387"/>
                  <a:ext cx="215640" cy="406800"/>
                </p14:xfrm>
              </p:contentPart>
            </mc:Choice>
            <mc:Fallback>
              <p:pic>
                <p:nvPicPr>
                  <p:cNvPr id="185" name="Ink 184">
                    <a:extLst>
                      <a:ext uri="{FF2B5EF4-FFF2-40B4-BE49-F238E27FC236}">
                        <a16:creationId xmlns:a16="http://schemas.microsoft.com/office/drawing/2014/main" id="{F8D44560-6A5D-9FE9-18BD-626620C6692C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9605451" y="2459726"/>
                    <a:ext cx="256459" cy="4496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186" name="Ink 185">
                    <a:extLst>
                      <a:ext uri="{FF2B5EF4-FFF2-40B4-BE49-F238E27FC236}">
                        <a16:creationId xmlns:a16="http://schemas.microsoft.com/office/drawing/2014/main" id="{D5DF33AC-7E32-2BBE-5541-F20223D44186}"/>
                      </a:ext>
                    </a:extLst>
                  </p14:cNvPr>
                  <p14:cNvContentPartPr/>
                  <p14:nvPr/>
                </p14:nvContentPartPr>
                <p14:xfrm>
                  <a:off x="8742627" y="2883147"/>
                  <a:ext cx="306360" cy="373320"/>
                </p14:xfrm>
              </p:contentPart>
            </mc:Choice>
            <mc:Fallback>
              <p:pic>
                <p:nvPicPr>
                  <p:cNvPr id="186" name="Ink 185">
                    <a:extLst>
                      <a:ext uri="{FF2B5EF4-FFF2-40B4-BE49-F238E27FC236}">
                        <a16:creationId xmlns:a16="http://schemas.microsoft.com/office/drawing/2014/main" id="{D5DF33AC-7E32-2BBE-5541-F20223D44186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8722450" y="2861493"/>
                    <a:ext cx="347126" cy="4161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187" name="Ink 186">
                    <a:extLst>
                      <a:ext uri="{FF2B5EF4-FFF2-40B4-BE49-F238E27FC236}">
                        <a16:creationId xmlns:a16="http://schemas.microsoft.com/office/drawing/2014/main" id="{BB5A0F24-B1A2-D128-6BA5-3C55D6C8B48F}"/>
                      </a:ext>
                    </a:extLst>
                  </p14:cNvPr>
                  <p14:cNvContentPartPr/>
                  <p14:nvPr/>
                </p14:nvContentPartPr>
                <p14:xfrm>
                  <a:off x="9484947" y="2941107"/>
                  <a:ext cx="333720" cy="287640"/>
                </p14:xfrm>
              </p:contentPart>
            </mc:Choice>
            <mc:Fallback>
              <p:pic>
                <p:nvPicPr>
                  <p:cNvPr id="187" name="Ink 186">
                    <a:extLst>
                      <a:ext uri="{FF2B5EF4-FFF2-40B4-BE49-F238E27FC236}">
                        <a16:creationId xmlns:a16="http://schemas.microsoft.com/office/drawing/2014/main" id="{BB5A0F24-B1A2-D128-6BA5-3C55D6C8B48F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9464759" y="2919881"/>
                    <a:ext cx="374508" cy="33052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C1C38FE2-4DFA-0A93-FA97-C49E36ED845F}"/>
                </a:ext>
              </a:extLst>
            </p:cNvPr>
            <p:cNvGrpSpPr/>
            <p:nvPr/>
          </p:nvGrpSpPr>
          <p:grpSpPr>
            <a:xfrm>
              <a:off x="8220987" y="3431427"/>
              <a:ext cx="3949560" cy="2764800"/>
              <a:chOff x="8220987" y="3431427"/>
              <a:chExt cx="3949560" cy="2764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188" name="Ink 187">
                    <a:extLst>
                      <a:ext uri="{FF2B5EF4-FFF2-40B4-BE49-F238E27FC236}">
                        <a16:creationId xmlns:a16="http://schemas.microsoft.com/office/drawing/2014/main" id="{28B998A2-7778-E1CD-3971-07FE5B01A0D0}"/>
                      </a:ext>
                    </a:extLst>
                  </p14:cNvPr>
                  <p14:cNvContentPartPr/>
                  <p14:nvPr/>
                </p14:nvContentPartPr>
                <p14:xfrm>
                  <a:off x="8708787" y="3431427"/>
                  <a:ext cx="336240" cy="322920"/>
                </p14:xfrm>
              </p:contentPart>
            </mc:Choice>
            <mc:Fallback>
              <p:pic>
                <p:nvPicPr>
                  <p:cNvPr id="188" name="Ink 187">
                    <a:extLst>
                      <a:ext uri="{FF2B5EF4-FFF2-40B4-BE49-F238E27FC236}">
                        <a16:creationId xmlns:a16="http://schemas.microsoft.com/office/drawing/2014/main" id="{28B998A2-7778-E1CD-3971-07FE5B01A0D0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8688184" y="3409755"/>
                    <a:ext cx="377034" cy="3658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193" name="Ink 192">
                    <a:extLst>
                      <a:ext uri="{FF2B5EF4-FFF2-40B4-BE49-F238E27FC236}">
                        <a16:creationId xmlns:a16="http://schemas.microsoft.com/office/drawing/2014/main" id="{E6E15953-02FE-73A6-5B9E-A7D5296B367D}"/>
                      </a:ext>
                    </a:extLst>
                  </p14:cNvPr>
                  <p14:cNvContentPartPr/>
                  <p14:nvPr/>
                </p14:nvContentPartPr>
                <p14:xfrm>
                  <a:off x="8726427" y="3887907"/>
                  <a:ext cx="315360" cy="319680"/>
                </p14:xfrm>
              </p:contentPart>
            </mc:Choice>
            <mc:Fallback>
              <p:pic>
                <p:nvPicPr>
                  <p:cNvPr id="193" name="Ink 192">
                    <a:extLst>
                      <a:ext uri="{FF2B5EF4-FFF2-40B4-BE49-F238E27FC236}">
                        <a16:creationId xmlns:a16="http://schemas.microsoft.com/office/drawing/2014/main" id="{E6E15953-02FE-73A6-5B9E-A7D5296B367D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8705815" y="3866278"/>
                    <a:ext cx="356171" cy="3625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7">
                <p14:nvContentPartPr>
                  <p14:cNvPr id="195" name="Ink 194">
                    <a:extLst>
                      <a:ext uri="{FF2B5EF4-FFF2-40B4-BE49-F238E27FC236}">
                        <a16:creationId xmlns:a16="http://schemas.microsoft.com/office/drawing/2014/main" id="{BD7B1F6B-D2D9-1D13-0DC9-C981F259EDFD}"/>
                      </a:ext>
                    </a:extLst>
                  </p14:cNvPr>
                  <p14:cNvContentPartPr/>
                  <p14:nvPr/>
                </p14:nvContentPartPr>
                <p14:xfrm>
                  <a:off x="8695107" y="4234227"/>
                  <a:ext cx="282240" cy="340920"/>
                </p14:xfrm>
              </p:contentPart>
            </mc:Choice>
            <mc:Fallback>
              <p:pic>
                <p:nvPicPr>
                  <p:cNvPr id="195" name="Ink 194">
                    <a:extLst>
                      <a:ext uri="{FF2B5EF4-FFF2-40B4-BE49-F238E27FC236}">
                        <a16:creationId xmlns:a16="http://schemas.microsoft.com/office/drawing/2014/main" id="{BD7B1F6B-D2D9-1D13-0DC9-C981F259EDFD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8674506" y="4212568"/>
                    <a:ext cx="323031" cy="3838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9">
                <p14:nvContentPartPr>
                  <p14:cNvPr id="189" name="Ink 188">
                    <a:extLst>
                      <a:ext uri="{FF2B5EF4-FFF2-40B4-BE49-F238E27FC236}">
                        <a16:creationId xmlns:a16="http://schemas.microsoft.com/office/drawing/2014/main" id="{A6653F9D-713D-B8CE-698F-2D573610B6D7}"/>
                      </a:ext>
                    </a:extLst>
                  </p14:cNvPr>
                  <p14:cNvContentPartPr/>
                  <p14:nvPr/>
                </p14:nvContentPartPr>
                <p14:xfrm>
                  <a:off x="9468387" y="3438267"/>
                  <a:ext cx="343080" cy="330840"/>
                </p14:xfrm>
              </p:contentPart>
            </mc:Choice>
            <mc:Fallback>
              <p:pic>
                <p:nvPicPr>
                  <p:cNvPr id="189" name="Ink 188">
                    <a:extLst>
                      <a:ext uri="{FF2B5EF4-FFF2-40B4-BE49-F238E27FC236}">
                        <a16:creationId xmlns:a16="http://schemas.microsoft.com/office/drawing/2014/main" id="{A6653F9D-713D-B8CE-698F-2D573610B6D7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9448206" y="3417048"/>
                    <a:ext cx="383854" cy="3737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1">
                <p14:nvContentPartPr>
                  <p14:cNvPr id="190" name="Ink 189">
                    <a:extLst>
                      <a:ext uri="{FF2B5EF4-FFF2-40B4-BE49-F238E27FC236}">
                        <a16:creationId xmlns:a16="http://schemas.microsoft.com/office/drawing/2014/main" id="{B81BB2D2-A786-04FE-EBE6-94FBCCB3908C}"/>
                      </a:ext>
                    </a:extLst>
                  </p14:cNvPr>
                  <p14:cNvContentPartPr/>
                  <p14:nvPr/>
                </p14:nvContentPartPr>
                <p14:xfrm>
                  <a:off x="9616707" y="3637347"/>
                  <a:ext cx="276120" cy="30240"/>
                </p14:xfrm>
              </p:contentPart>
            </mc:Choice>
            <mc:Fallback>
              <p:pic>
                <p:nvPicPr>
                  <p:cNvPr id="190" name="Ink 189">
                    <a:extLst>
                      <a:ext uri="{FF2B5EF4-FFF2-40B4-BE49-F238E27FC236}">
                        <a16:creationId xmlns:a16="http://schemas.microsoft.com/office/drawing/2014/main" id="{B81BB2D2-A786-04FE-EBE6-94FBCCB3908C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9596101" y="3615747"/>
                    <a:ext cx="316920" cy="730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3">
                <p14:nvContentPartPr>
                  <p14:cNvPr id="194" name="Ink 193">
                    <a:extLst>
                      <a:ext uri="{FF2B5EF4-FFF2-40B4-BE49-F238E27FC236}">
                        <a16:creationId xmlns:a16="http://schemas.microsoft.com/office/drawing/2014/main" id="{18BD17D3-FD64-9A14-BA93-69D73570938F}"/>
                      </a:ext>
                    </a:extLst>
                  </p14:cNvPr>
                  <p14:cNvContentPartPr/>
                  <p14:nvPr/>
                </p14:nvContentPartPr>
                <p14:xfrm>
                  <a:off x="9574587" y="3818067"/>
                  <a:ext cx="223920" cy="404280"/>
                </p14:xfrm>
              </p:contentPart>
            </mc:Choice>
            <mc:Fallback>
              <p:pic>
                <p:nvPicPr>
                  <p:cNvPr id="194" name="Ink 193">
                    <a:extLst>
                      <a:ext uri="{FF2B5EF4-FFF2-40B4-BE49-F238E27FC236}">
                        <a16:creationId xmlns:a16="http://schemas.microsoft.com/office/drawing/2014/main" id="{18BD17D3-FD64-9A14-BA93-69D73570938F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9554418" y="3796857"/>
                    <a:ext cx="264670" cy="4471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">
                <p14:nvContentPartPr>
                  <p14:cNvPr id="196" name="Ink 195">
                    <a:extLst>
                      <a:ext uri="{FF2B5EF4-FFF2-40B4-BE49-F238E27FC236}">
                        <a16:creationId xmlns:a16="http://schemas.microsoft.com/office/drawing/2014/main" id="{A05A8EE1-1A23-C4D6-4D5A-F789A4CE4291}"/>
                      </a:ext>
                    </a:extLst>
                  </p14:cNvPr>
                  <p14:cNvContentPartPr/>
                  <p14:nvPr/>
                </p14:nvContentPartPr>
                <p14:xfrm>
                  <a:off x="9509787" y="4264467"/>
                  <a:ext cx="382680" cy="434160"/>
                </p14:xfrm>
              </p:contentPart>
            </mc:Choice>
            <mc:Fallback>
              <p:pic>
                <p:nvPicPr>
                  <p:cNvPr id="196" name="Ink 195">
                    <a:extLst>
                      <a:ext uri="{FF2B5EF4-FFF2-40B4-BE49-F238E27FC236}">
                        <a16:creationId xmlns:a16="http://schemas.microsoft.com/office/drawing/2014/main" id="{A05A8EE1-1A23-C4D6-4D5A-F789A4CE4291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9489191" y="4242802"/>
                    <a:ext cx="423461" cy="4770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">
                <p14:nvContentPartPr>
                  <p14:cNvPr id="202" name="Ink 201">
                    <a:extLst>
                      <a:ext uri="{FF2B5EF4-FFF2-40B4-BE49-F238E27FC236}">
                        <a16:creationId xmlns:a16="http://schemas.microsoft.com/office/drawing/2014/main" id="{D0BDB999-C15D-B196-3B24-039E13F4B1B9}"/>
                      </a:ext>
                    </a:extLst>
                  </p14:cNvPr>
                  <p14:cNvContentPartPr/>
                  <p14:nvPr/>
                </p14:nvContentPartPr>
                <p14:xfrm>
                  <a:off x="9516627" y="4881147"/>
                  <a:ext cx="535320" cy="280800"/>
                </p14:xfrm>
              </p:contentPart>
            </mc:Choice>
            <mc:Fallback>
              <p:pic>
                <p:nvPicPr>
                  <p:cNvPr id="202" name="Ink 201">
                    <a:extLst>
                      <a:ext uri="{FF2B5EF4-FFF2-40B4-BE49-F238E27FC236}">
                        <a16:creationId xmlns:a16="http://schemas.microsoft.com/office/drawing/2014/main" id="{D0BDB999-C15D-B196-3B24-039E13F4B1B9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9496434" y="4859514"/>
                    <a:ext cx="576118" cy="3236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9">
                <p14:nvContentPartPr>
                  <p14:cNvPr id="203" name="Ink 202">
                    <a:extLst>
                      <a:ext uri="{FF2B5EF4-FFF2-40B4-BE49-F238E27FC236}">
                        <a16:creationId xmlns:a16="http://schemas.microsoft.com/office/drawing/2014/main" id="{0B817FCF-F3D6-DF13-CDA2-49ABD305D912}"/>
                      </a:ext>
                    </a:extLst>
                  </p14:cNvPr>
                  <p14:cNvContentPartPr/>
                  <p14:nvPr/>
                </p14:nvContentPartPr>
                <p14:xfrm>
                  <a:off x="10029987" y="4885467"/>
                  <a:ext cx="256320" cy="301680"/>
                </p14:xfrm>
              </p:contentPart>
            </mc:Choice>
            <mc:Fallback>
              <p:pic>
                <p:nvPicPr>
                  <p:cNvPr id="203" name="Ink 202">
                    <a:extLst>
                      <a:ext uri="{FF2B5EF4-FFF2-40B4-BE49-F238E27FC236}">
                        <a16:creationId xmlns:a16="http://schemas.microsoft.com/office/drawing/2014/main" id="{0B817FCF-F3D6-DF13-CDA2-49ABD305D912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10009795" y="4863826"/>
                    <a:ext cx="297117" cy="3445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">
                <p14:nvContentPartPr>
                  <p14:cNvPr id="204" name="Ink 203">
                    <a:extLst>
                      <a:ext uri="{FF2B5EF4-FFF2-40B4-BE49-F238E27FC236}">
                        <a16:creationId xmlns:a16="http://schemas.microsoft.com/office/drawing/2014/main" id="{5F70B824-5D70-BFCF-EFC8-5DAA22259045}"/>
                      </a:ext>
                    </a:extLst>
                  </p14:cNvPr>
                  <p14:cNvContentPartPr/>
                  <p14:nvPr/>
                </p14:nvContentPartPr>
                <p14:xfrm>
                  <a:off x="10401867" y="4719507"/>
                  <a:ext cx="148680" cy="386280"/>
                </p14:xfrm>
              </p:contentPart>
            </mc:Choice>
            <mc:Fallback>
              <p:pic>
                <p:nvPicPr>
                  <p:cNvPr id="204" name="Ink 203">
                    <a:extLst>
                      <a:ext uri="{FF2B5EF4-FFF2-40B4-BE49-F238E27FC236}">
                        <a16:creationId xmlns:a16="http://schemas.microsoft.com/office/drawing/2014/main" id="{5F70B824-5D70-BFCF-EFC8-5DAA22259045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10381686" y="4697855"/>
                    <a:ext cx="189454" cy="42915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3">
                <p14:nvContentPartPr>
                  <p14:cNvPr id="205" name="Ink 204">
                    <a:extLst>
                      <a:ext uri="{FF2B5EF4-FFF2-40B4-BE49-F238E27FC236}">
                        <a16:creationId xmlns:a16="http://schemas.microsoft.com/office/drawing/2014/main" id="{96ED489D-BFDB-78B1-6AEB-CD0413E7FB76}"/>
                      </a:ext>
                    </a:extLst>
                  </p14:cNvPr>
                  <p14:cNvContentPartPr/>
                  <p14:nvPr/>
                </p14:nvContentPartPr>
                <p14:xfrm>
                  <a:off x="10351107" y="4921467"/>
                  <a:ext cx="373680" cy="9000"/>
                </p14:xfrm>
              </p:contentPart>
            </mc:Choice>
            <mc:Fallback>
              <p:pic>
                <p:nvPicPr>
                  <p:cNvPr id="205" name="Ink 204">
                    <a:extLst>
                      <a:ext uri="{FF2B5EF4-FFF2-40B4-BE49-F238E27FC236}">
                        <a16:creationId xmlns:a16="http://schemas.microsoft.com/office/drawing/2014/main" id="{96ED489D-BFDB-78B1-6AEB-CD0413E7FB76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10330919" y="4900467"/>
                    <a:ext cx="414468" cy="514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">
                <p14:nvContentPartPr>
                  <p14:cNvPr id="208" name="Ink 207">
                    <a:extLst>
                      <a:ext uri="{FF2B5EF4-FFF2-40B4-BE49-F238E27FC236}">
                        <a16:creationId xmlns:a16="http://schemas.microsoft.com/office/drawing/2014/main" id="{D61D2F04-FD6E-D564-BBF4-C13435E5BAA4}"/>
                      </a:ext>
                    </a:extLst>
                  </p14:cNvPr>
                  <p14:cNvContentPartPr/>
                  <p14:nvPr/>
                </p14:nvContentPartPr>
                <p14:xfrm>
                  <a:off x="10830267" y="4873227"/>
                  <a:ext cx="235800" cy="228600"/>
                </p14:xfrm>
              </p:contentPart>
            </mc:Choice>
            <mc:Fallback>
              <p:pic>
                <p:nvPicPr>
                  <p:cNvPr id="208" name="Ink 207">
                    <a:extLst>
                      <a:ext uri="{FF2B5EF4-FFF2-40B4-BE49-F238E27FC236}">
                        <a16:creationId xmlns:a16="http://schemas.microsoft.com/office/drawing/2014/main" id="{D61D2F04-FD6E-D564-BBF4-C13435E5BAA4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10810067" y="4852012"/>
                    <a:ext cx="276612" cy="2714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">
                <p14:nvContentPartPr>
                  <p14:cNvPr id="209" name="Ink 208">
                    <a:extLst>
                      <a:ext uri="{FF2B5EF4-FFF2-40B4-BE49-F238E27FC236}">
                        <a16:creationId xmlns:a16="http://schemas.microsoft.com/office/drawing/2014/main" id="{0E9D1CA0-53D5-B4F0-AE67-6566847B5D0F}"/>
                      </a:ext>
                    </a:extLst>
                  </p14:cNvPr>
                  <p14:cNvContentPartPr/>
                  <p14:nvPr/>
                </p14:nvContentPartPr>
                <p14:xfrm>
                  <a:off x="11116827" y="4901307"/>
                  <a:ext cx="152280" cy="217440"/>
                </p14:xfrm>
              </p:contentPart>
            </mc:Choice>
            <mc:Fallback>
              <p:pic>
                <p:nvPicPr>
                  <p:cNvPr id="209" name="Ink 208">
                    <a:extLst>
                      <a:ext uri="{FF2B5EF4-FFF2-40B4-BE49-F238E27FC236}">
                        <a16:creationId xmlns:a16="http://schemas.microsoft.com/office/drawing/2014/main" id="{0E9D1CA0-53D5-B4F0-AE67-6566847B5D0F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11096660" y="4879650"/>
                    <a:ext cx="193025" cy="2603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">
                <p14:nvContentPartPr>
                  <p14:cNvPr id="210" name="Ink 209">
                    <a:extLst>
                      <a:ext uri="{FF2B5EF4-FFF2-40B4-BE49-F238E27FC236}">
                        <a16:creationId xmlns:a16="http://schemas.microsoft.com/office/drawing/2014/main" id="{D1598A5B-16F9-4C6A-209A-8F1A527EF2EC}"/>
                      </a:ext>
                    </a:extLst>
                  </p14:cNvPr>
                  <p14:cNvContentPartPr/>
                  <p14:nvPr/>
                </p14:nvContentPartPr>
                <p14:xfrm>
                  <a:off x="11282787" y="4886187"/>
                  <a:ext cx="293400" cy="196200"/>
                </p14:xfrm>
              </p:contentPart>
            </mc:Choice>
            <mc:Fallback>
              <p:pic>
                <p:nvPicPr>
                  <p:cNvPr id="210" name="Ink 209">
                    <a:extLst>
                      <a:ext uri="{FF2B5EF4-FFF2-40B4-BE49-F238E27FC236}">
                        <a16:creationId xmlns:a16="http://schemas.microsoft.com/office/drawing/2014/main" id="{D1598A5B-16F9-4C6A-209A-8F1A527EF2EC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11262183" y="4864579"/>
                    <a:ext cx="334196" cy="2389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1">
                <p14:nvContentPartPr>
                  <p14:cNvPr id="211" name="Ink 210">
                    <a:extLst>
                      <a:ext uri="{FF2B5EF4-FFF2-40B4-BE49-F238E27FC236}">
                        <a16:creationId xmlns:a16="http://schemas.microsoft.com/office/drawing/2014/main" id="{A7B2204A-739D-54DB-2F05-5B191B91FC9C}"/>
                      </a:ext>
                    </a:extLst>
                  </p14:cNvPr>
                  <p14:cNvContentPartPr/>
                  <p14:nvPr/>
                </p14:nvContentPartPr>
                <p14:xfrm>
                  <a:off x="11628027" y="4708347"/>
                  <a:ext cx="110880" cy="374760"/>
                </p14:xfrm>
              </p:contentPart>
            </mc:Choice>
            <mc:Fallback>
              <p:pic>
                <p:nvPicPr>
                  <p:cNvPr id="211" name="Ink 210">
                    <a:extLst>
                      <a:ext uri="{FF2B5EF4-FFF2-40B4-BE49-F238E27FC236}">
                        <a16:creationId xmlns:a16="http://schemas.microsoft.com/office/drawing/2014/main" id="{A7B2204A-739D-54DB-2F05-5B191B91FC9C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11607830" y="4686710"/>
                    <a:ext cx="151687" cy="4176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3">
                <p14:nvContentPartPr>
                  <p14:cNvPr id="212" name="Ink 211">
                    <a:extLst>
                      <a:ext uri="{FF2B5EF4-FFF2-40B4-BE49-F238E27FC236}">
                        <a16:creationId xmlns:a16="http://schemas.microsoft.com/office/drawing/2014/main" id="{76DF13B8-4B77-AEEF-27F2-FB7FABA679B0}"/>
                      </a:ext>
                    </a:extLst>
                  </p14:cNvPr>
                  <p14:cNvContentPartPr/>
                  <p14:nvPr/>
                </p14:nvContentPartPr>
                <p14:xfrm>
                  <a:off x="11764827" y="4919307"/>
                  <a:ext cx="405720" cy="209880"/>
                </p14:xfrm>
              </p:contentPart>
            </mc:Choice>
            <mc:Fallback>
              <p:pic>
                <p:nvPicPr>
                  <p:cNvPr id="212" name="Ink 211">
                    <a:extLst>
                      <a:ext uri="{FF2B5EF4-FFF2-40B4-BE49-F238E27FC236}">
                        <a16:creationId xmlns:a16="http://schemas.microsoft.com/office/drawing/2014/main" id="{76DF13B8-4B77-AEEF-27F2-FB7FABA679B0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11744623" y="4898103"/>
                    <a:ext cx="446539" cy="2527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5">
                <p14:nvContentPartPr>
                  <p14:cNvPr id="199" name="Ink 198">
                    <a:extLst>
                      <a:ext uri="{FF2B5EF4-FFF2-40B4-BE49-F238E27FC236}">
                        <a16:creationId xmlns:a16="http://schemas.microsoft.com/office/drawing/2014/main" id="{8BC957B3-3196-F5EB-525E-7947E2713089}"/>
                      </a:ext>
                    </a:extLst>
                  </p14:cNvPr>
                  <p14:cNvContentPartPr/>
                  <p14:nvPr/>
                </p14:nvContentPartPr>
                <p14:xfrm>
                  <a:off x="8220987" y="4850907"/>
                  <a:ext cx="644400" cy="28080"/>
                </p14:xfrm>
              </p:contentPart>
            </mc:Choice>
            <mc:Fallback>
              <p:pic>
                <p:nvPicPr>
                  <p:cNvPr id="199" name="Ink 198">
                    <a:extLst>
                      <a:ext uri="{FF2B5EF4-FFF2-40B4-BE49-F238E27FC236}">
                        <a16:creationId xmlns:a16="http://schemas.microsoft.com/office/drawing/2014/main" id="{8BC957B3-3196-F5EB-525E-7947E2713089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8200373" y="4829739"/>
                    <a:ext cx="685216" cy="708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7">
                <p14:nvContentPartPr>
                  <p14:cNvPr id="200" name="Ink 199">
                    <a:extLst>
                      <a:ext uri="{FF2B5EF4-FFF2-40B4-BE49-F238E27FC236}">
                        <a16:creationId xmlns:a16="http://schemas.microsoft.com/office/drawing/2014/main" id="{D45EF260-1D44-7632-5DAC-7C13236003F8}"/>
                      </a:ext>
                    </a:extLst>
                  </p14:cNvPr>
                  <p14:cNvContentPartPr/>
                  <p14:nvPr/>
                </p14:nvContentPartPr>
                <p14:xfrm>
                  <a:off x="8553987" y="4857027"/>
                  <a:ext cx="40320" cy="332280"/>
                </p14:xfrm>
              </p:contentPart>
            </mc:Choice>
            <mc:Fallback>
              <p:pic>
                <p:nvPicPr>
                  <p:cNvPr id="200" name="Ink 199">
                    <a:extLst>
                      <a:ext uri="{FF2B5EF4-FFF2-40B4-BE49-F238E27FC236}">
                        <a16:creationId xmlns:a16="http://schemas.microsoft.com/office/drawing/2014/main" id="{D45EF260-1D44-7632-5DAC-7C13236003F8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8533827" y="4835366"/>
                    <a:ext cx="81051" cy="3751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9">
                <p14:nvContentPartPr>
                  <p14:cNvPr id="201" name="Ink 200">
                    <a:extLst>
                      <a:ext uri="{FF2B5EF4-FFF2-40B4-BE49-F238E27FC236}">
                        <a16:creationId xmlns:a16="http://schemas.microsoft.com/office/drawing/2014/main" id="{C120F360-AECA-F8F6-C607-D4ABDB58B543}"/>
                      </a:ext>
                    </a:extLst>
                  </p14:cNvPr>
                  <p14:cNvContentPartPr/>
                  <p14:nvPr/>
                </p14:nvContentPartPr>
                <p14:xfrm>
                  <a:off x="8693307" y="4854147"/>
                  <a:ext cx="456480" cy="300960"/>
                </p14:xfrm>
              </p:contentPart>
            </mc:Choice>
            <mc:Fallback>
              <p:pic>
                <p:nvPicPr>
                  <p:cNvPr id="201" name="Ink 200">
                    <a:extLst>
                      <a:ext uri="{FF2B5EF4-FFF2-40B4-BE49-F238E27FC236}">
                        <a16:creationId xmlns:a16="http://schemas.microsoft.com/office/drawing/2014/main" id="{C120F360-AECA-F8F6-C607-D4ABDB58B543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8672708" y="4832495"/>
                    <a:ext cx="497267" cy="3438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1">
                <p14:nvContentPartPr>
                  <p14:cNvPr id="218" name="Ink 217">
                    <a:extLst>
                      <a:ext uri="{FF2B5EF4-FFF2-40B4-BE49-F238E27FC236}">
                        <a16:creationId xmlns:a16="http://schemas.microsoft.com/office/drawing/2014/main" id="{D1DB97C2-1596-743A-04C1-8E574014A45D}"/>
                      </a:ext>
                    </a:extLst>
                  </p14:cNvPr>
                  <p14:cNvContentPartPr/>
                  <p14:nvPr/>
                </p14:nvContentPartPr>
                <p14:xfrm>
                  <a:off x="9126027" y="5389827"/>
                  <a:ext cx="6480" cy="161640"/>
                </p14:xfrm>
              </p:contentPart>
            </mc:Choice>
            <mc:Fallback>
              <p:pic>
                <p:nvPicPr>
                  <p:cNvPr id="218" name="Ink 217">
                    <a:extLst>
                      <a:ext uri="{FF2B5EF4-FFF2-40B4-BE49-F238E27FC236}">
                        <a16:creationId xmlns:a16="http://schemas.microsoft.com/office/drawing/2014/main" id="{D1DB97C2-1596-743A-04C1-8E574014A45D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9106182" y="5368593"/>
                    <a:ext cx="46575" cy="2045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3">
                <p14:nvContentPartPr>
                  <p14:cNvPr id="219" name="Ink 218">
                    <a:extLst>
                      <a:ext uri="{FF2B5EF4-FFF2-40B4-BE49-F238E27FC236}">
                        <a16:creationId xmlns:a16="http://schemas.microsoft.com/office/drawing/2014/main" id="{25D5CCDD-A77F-F9AD-3F1B-1E6847D280B3}"/>
                      </a:ext>
                    </a:extLst>
                  </p14:cNvPr>
                  <p14:cNvContentPartPr/>
                  <p14:nvPr/>
                </p14:nvContentPartPr>
                <p14:xfrm>
                  <a:off x="9017667" y="5234667"/>
                  <a:ext cx="112680" cy="104040"/>
                </p14:xfrm>
              </p:contentPart>
            </mc:Choice>
            <mc:Fallback>
              <p:pic>
                <p:nvPicPr>
                  <p:cNvPr id="219" name="Ink 218">
                    <a:extLst>
                      <a:ext uri="{FF2B5EF4-FFF2-40B4-BE49-F238E27FC236}">
                        <a16:creationId xmlns:a16="http://schemas.microsoft.com/office/drawing/2014/main" id="{25D5CCDD-A77F-F9AD-3F1B-1E6847D280B3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8997442" y="5213425"/>
                    <a:ext cx="153542" cy="1469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5">
                <p14:nvContentPartPr>
                  <p14:cNvPr id="220" name="Ink 219">
                    <a:extLst>
                      <a:ext uri="{FF2B5EF4-FFF2-40B4-BE49-F238E27FC236}">
                        <a16:creationId xmlns:a16="http://schemas.microsoft.com/office/drawing/2014/main" id="{4932439C-B0C2-1C75-A9A8-538B9C6CCC72}"/>
                      </a:ext>
                    </a:extLst>
                  </p14:cNvPr>
                  <p14:cNvContentPartPr/>
                  <p14:nvPr/>
                </p14:nvContentPartPr>
                <p14:xfrm>
                  <a:off x="9252027" y="5307387"/>
                  <a:ext cx="277560" cy="320040"/>
                </p14:xfrm>
              </p:contentPart>
            </mc:Choice>
            <mc:Fallback>
              <p:pic>
                <p:nvPicPr>
                  <p:cNvPr id="220" name="Ink 219">
                    <a:extLst>
                      <a:ext uri="{FF2B5EF4-FFF2-40B4-BE49-F238E27FC236}">
                        <a16:creationId xmlns:a16="http://schemas.microsoft.com/office/drawing/2014/main" id="{4932439C-B0C2-1C75-A9A8-538B9C6CCC72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9231406" y="5285733"/>
                    <a:ext cx="318390" cy="3629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7">
                <p14:nvContentPartPr>
                  <p14:cNvPr id="221" name="Ink 220">
                    <a:extLst>
                      <a:ext uri="{FF2B5EF4-FFF2-40B4-BE49-F238E27FC236}">
                        <a16:creationId xmlns:a16="http://schemas.microsoft.com/office/drawing/2014/main" id="{44B632F1-6E6A-9607-34F5-030F9A598930}"/>
                      </a:ext>
                    </a:extLst>
                  </p14:cNvPr>
                  <p14:cNvContentPartPr/>
                  <p14:nvPr/>
                </p14:nvContentPartPr>
                <p14:xfrm>
                  <a:off x="8779347" y="5717787"/>
                  <a:ext cx="46800" cy="403920"/>
                </p14:xfrm>
              </p:contentPart>
            </mc:Choice>
            <mc:Fallback>
              <p:pic>
                <p:nvPicPr>
                  <p:cNvPr id="221" name="Ink 220">
                    <a:extLst>
                      <a:ext uri="{FF2B5EF4-FFF2-40B4-BE49-F238E27FC236}">
                        <a16:creationId xmlns:a16="http://schemas.microsoft.com/office/drawing/2014/main" id="{44B632F1-6E6A-9607-34F5-030F9A598930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8758639" y="5696141"/>
                    <a:ext cx="87802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9">
                <p14:nvContentPartPr>
                  <p14:cNvPr id="222" name="Ink 221">
                    <a:extLst>
                      <a:ext uri="{FF2B5EF4-FFF2-40B4-BE49-F238E27FC236}">
                        <a16:creationId xmlns:a16="http://schemas.microsoft.com/office/drawing/2014/main" id="{86629837-E37D-6603-85C5-0154750D39E5}"/>
                      </a:ext>
                    </a:extLst>
                  </p14:cNvPr>
                  <p14:cNvContentPartPr/>
                  <p14:nvPr/>
                </p14:nvContentPartPr>
                <p14:xfrm>
                  <a:off x="8648667" y="5719227"/>
                  <a:ext cx="144720" cy="162000"/>
                </p14:xfrm>
              </p:contentPart>
            </mc:Choice>
            <mc:Fallback>
              <p:pic>
                <p:nvPicPr>
                  <p:cNvPr id="222" name="Ink 221">
                    <a:extLst>
                      <a:ext uri="{FF2B5EF4-FFF2-40B4-BE49-F238E27FC236}">
                        <a16:creationId xmlns:a16="http://schemas.microsoft.com/office/drawing/2014/main" id="{86629837-E37D-6603-85C5-0154750D39E5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8628464" y="5698002"/>
                    <a:ext cx="185538" cy="2048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1">
                <p14:nvContentPartPr>
                  <p14:cNvPr id="223" name="Ink 222">
                    <a:extLst>
                      <a:ext uri="{FF2B5EF4-FFF2-40B4-BE49-F238E27FC236}">
                        <a16:creationId xmlns:a16="http://schemas.microsoft.com/office/drawing/2014/main" id="{2A989AAE-00B0-15AE-8CED-5F73BE0AD8A8}"/>
                      </a:ext>
                    </a:extLst>
                  </p14:cNvPr>
                  <p14:cNvContentPartPr/>
                  <p14:nvPr/>
                </p14:nvContentPartPr>
                <p14:xfrm>
                  <a:off x="8641107" y="6136467"/>
                  <a:ext cx="330840" cy="18360"/>
                </p14:xfrm>
              </p:contentPart>
            </mc:Choice>
            <mc:Fallback>
              <p:pic>
                <p:nvPicPr>
                  <p:cNvPr id="223" name="Ink 222">
                    <a:extLst>
                      <a:ext uri="{FF2B5EF4-FFF2-40B4-BE49-F238E27FC236}">
                        <a16:creationId xmlns:a16="http://schemas.microsoft.com/office/drawing/2014/main" id="{2A989AAE-00B0-15AE-8CED-5F73BE0AD8A8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8620919" y="6115118"/>
                    <a:ext cx="371628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3">
                <p14:nvContentPartPr>
                  <p14:cNvPr id="224" name="Ink 223">
                    <a:extLst>
                      <a:ext uri="{FF2B5EF4-FFF2-40B4-BE49-F238E27FC236}">
                        <a16:creationId xmlns:a16="http://schemas.microsoft.com/office/drawing/2014/main" id="{E703DB28-DBB1-5EA6-F965-B1B95A55C336}"/>
                      </a:ext>
                    </a:extLst>
                  </p14:cNvPr>
                  <p14:cNvContentPartPr/>
                  <p14:nvPr/>
                </p14:nvContentPartPr>
                <p14:xfrm>
                  <a:off x="9496827" y="5747307"/>
                  <a:ext cx="410760" cy="448920"/>
                </p14:xfrm>
              </p:contentPart>
            </mc:Choice>
            <mc:Fallback>
              <p:pic>
                <p:nvPicPr>
                  <p:cNvPr id="224" name="Ink 223">
                    <a:extLst>
                      <a:ext uri="{FF2B5EF4-FFF2-40B4-BE49-F238E27FC236}">
                        <a16:creationId xmlns:a16="http://schemas.microsoft.com/office/drawing/2014/main" id="{E703DB28-DBB1-5EA6-F965-B1B95A55C336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9476227" y="5725662"/>
                    <a:ext cx="451548" cy="491777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C6D06756-C954-6A9B-39CA-3A5BB35A7569}"/>
              </a:ext>
            </a:extLst>
          </p:cNvPr>
          <p:cNvGrpSpPr/>
          <p:nvPr/>
        </p:nvGrpSpPr>
        <p:grpSpPr>
          <a:xfrm>
            <a:off x="7835067" y="5404947"/>
            <a:ext cx="3569760" cy="1065600"/>
            <a:chOff x="7835067" y="5404947"/>
            <a:chExt cx="3569760" cy="10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2942682-BDF7-8B58-DE8D-E6ACF95A865A}"/>
                    </a:ext>
                  </a:extLst>
                </p14:cNvPr>
                <p14:cNvContentPartPr/>
                <p14:nvPr/>
              </p14:nvContentPartPr>
              <p14:xfrm>
                <a:off x="7913187" y="5438067"/>
                <a:ext cx="39960" cy="4546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2942682-BDF7-8B58-DE8D-E6ACF95A865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95187" y="5420067"/>
                  <a:ext cx="756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0CC5451-179E-2826-645B-E7249FE2081C}"/>
                    </a:ext>
                  </a:extLst>
                </p14:cNvPr>
                <p14:cNvContentPartPr/>
                <p14:nvPr/>
              </p14:nvContentPartPr>
              <p14:xfrm>
                <a:off x="7993467" y="5622027"/>
                <a:ext cx="154800" cy="222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0CC5451-179E-2826-645B-E7249FE2081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75827" y="5604027"/>
                  <a:ext cx="190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9A4FB78-2ADC-7D7E-840E-41CE948F1AA4}"/>
                    </a:ext>
                  </a:extLst>
                </p14:cNvPr>
                <p14:cNvContentPartPr/>
                <p14:nvPr/>
              </p14:nvContentPartPr>
              <p14:xfrm>
                <a:off x="8212347" y="5602587"/>
                <a:ext cx="266040" cy="246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9A4FB78-2ADC-7D7E-840E-41CE948F1AA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94347" y="5584947"/>
                  <a:ext cx="3016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9017101-475C-32C5-7A16-6896FF8D5173}"/>
                    </a:ext>
                  </a:extLst>
                </p14:cNvPr>
                <p14:cNvContentPartPr/>
                <p14:nvPr/>
              </p14:nvContentPartPr>
              <p14:xfrm>
                <a:off x="8546067" y="5600427"/>
                <a:ext cx="182880" cy="220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9017101-475C-32C5-7A16-6896FF8D517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28427" y="5582787"/>
                  <a:ext cx="218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4566FE4-02EC-4447-7FF0-A0091DF2CCD4}"/>
                    </a:ext>
                  </a:extLst>
                </p14:cNvPr>
                <p14:cNvContentPartPr/>
                <p14:nvPr/>
              </p14:nvContentPartPr>
              <p14:xfrm>
                <a:off x="8771787" y="5608707"/>
                <a:ext cx="240840" cy="1695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4566FE4-02EC-4447-7FF0-A0091DF2CCD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754147" y="5591067"/>
                  <a:ext cx="276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0301AAE-12A9-F368-74D4-1385FAAB7E67}"/>
                    </a:ext>
                  </a:extLst>
                </p14:cNvPr>
                <p14:cNvContentPartPr/>
                <p14:nvPr/>
              </p14:nvContentPartPr>
              <p14:xfrm>
                <a:off x="9385587" y="5414307"/>
                <a:ext cx="264600" cy="381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0301AAE-12A9-F368-74D4-1385FAAB7E6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367947" y="5396667"/>
                  <a:ext cx="3002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BECAA35-787B-B757-57F4-6F8A7545D726}"/>
                    </a:ext>
                  </a:extLst>
                </p14:cNvPr>
                <p14:cNvContentPartPr/>
                <p14:nvPr/>
              </p14:nvContentPartPr>
              <p14:xfrm>
                <a:off x="9767187" y="5616627"/>
                <a:ext cx="6840" cy="145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BECAA35-787B-B757-57F4-6F8A7545D72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749547" y="5598627"/>
                  <a:ext cx="42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8B7E687-E4EF-149B-4209-217A7E7D2D3A}"/>
                    </a:ext>
                  </a:extLst>
                </p14:cNvPr>
                <p14:cNvContentPartPr/>
                <p14:nvPr/>
              </p14:nvContentPartPr>
              <p14:xfrm>
                <a:off x="9696627" y="5493507"/>
                <a:ext cx="35640" cy="122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8B7E687-E4EF-149B-4209-217A7E7D2D3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78987" y="5475867"/>
                  <a:ext cx="71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0148348-F012-A361-3654-098FA97802E2}"/>
                    </a:ext>
                  </a:extLst>
                </p14:cNvPr>
                <p14:cNvContentPartPr/>
                <p14:nvPr/>
              </p14:nvContentPartPr>
              <p14:xfrm>
                <a:off x="9658467" y="5592867"/>
                <a:ext cx="329400" cy="619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0148348-F012-A361-3654-098FA97802E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640467" y="5575227"/>
                  <a:ext cx="36504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659DBB9-83B4-4BE1-8FD1-34D7988664BB}"/>
                    </a:ext>
                  </a:extLst>
                </p14:cNvPr>
                <p14:cNvContentPartPr/>
                <p14:nvPr/>
              </p14:nvContentPartPr>
              <p14:xfrm>
                <a:off x="10146987" y="5610507"/>
                <a:ext cx="7920" cy="174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659DBB9-83B4-4BE1-8FD1-34D7988664B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29347" y="5592507"/>
                  <a:ext cx="43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E10F47F-58E2-72CD-8CED-1DCFAEFE0DF9}"/>
                    </a:ext>
                  </a:extLst>
                </p14:cNvPr>
                <p14:cNvContentPartPr/>
                <p14:nvPr/>
              </p14:nvContentPartPr>
              <p14:xfrm>
                <a:off x="9992907" y="5432667"/>
                <a:ext cx="119160" cy="81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E10F47F-58E2-72CD-8CED-1DCFAEFE0DF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975267" y="5415027"/>
                  <a:ext cx="154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5BBA144-CEFF-DC4F-33E5-D5D89F41A742}"/>
                    </a:ext>
                  </a:extLst>
                </p14:cNvPr>
                <p14:cNvContentPartPr/>
                <p14:nvPr/>
              </p14:nvContentPartPr>
              <p14:xfrm>
                <a:off x="10378827" y="5404947"/>
                <a:ext cx="153360" cy="3463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5BBA144-CEFF-DC4F-33E5-D5D89F41A74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61187" y="5386947"/>
                  <a:ext cx="1890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58BF100-6390-2343-959F-DCD40425FAE0}"/>
                    </a:ext>
                  </a:extLst>
                </p14:cNvPr>
                <p14:cNvContentPartPr/>
                <p14:nvPr/>
              </p14:nvContentPartPr>
              <p14:xfrm>
                <a:off x="10285947" y="5575947"/>
                <a:ext cx="331920" cy="12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58BF100-6390-2343-959F-DCD40425FAE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268307" y="5558307"/>
                  <a:ext cx="367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18059C3-3965-1E86-30FA-5573155CD954}"/>
                    </a:ext>
                  </a:extLst>
                </p14:cNvPr>
                <p14:cNvContentPartPr/>
                <p14:nvPr/>
              </p14:nvContentPartPr>
              <p14:xfrm>
                <a:off x="7835067" y="6063747"/>
                <a:ext cx="168120" cy="3816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18059C3-3965-1E86-30FA-5573155CD95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817067" y="6046107"/>
                  <a:ext cx="2037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90E064E-049F-6F7C-C88A-3E80C491BB49}"/>
                    </a:ext>
                  </a:extLst>
                </p14:cNvPr>
                <p14:cNvContentPartPr/>
                <p14:nvPr/>
              </p14:nvContentPartPr>
              <p14:xfrm>
                <a:off x="8028387" y="6236187"/>
                <a:ext cx="258120" cy="2170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90E064E-049F-6F7C-C88A-3E80C491BB4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010747" y="6218187"/>
                  <a:ext cx="293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6240919-DC1F-E013-A989-02F9D60E6043}"/>
                    </a:ext>
                  </a:extLst>
                </p14:cNvPr>
                <p14:cNvContentPartPr/>
                <p14:nvPr/>
              </p14:nvContentPartPr>
              <p14:xfrm>
                <a:off x="8312067" y="6238347"/>
                <a:ext cx="172440" cy="190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6240919-DC1F-E013-A989-02F9D60E604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294427" y="6220347"/>
                  <a:ext cx="208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7775ED1-F598-F7BC-B3A5-A732AF6F5C4E}"/>
                    </a:ext>
                  </a:extLst>
                </p14:cNvPr>
                <p14:cNvContentPartPr/>
                <p14:nvPr/>
              </p14:nvContentPartPr>
              <p14:xfrm>
                <a:off x="8533107" y="6257067"/>
                <a:ext cx="137160" cy="193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7775ED1-F598-F7BC-B3A5-A732AF6F5C4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515467" y="6239427"/>
                  <a:ext cx="172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4CEFB4F-F67A-789C-2A59-1687AFC82890}"/>
                    </a:ext>
                  </a:extLst>
                </p14:cNvPr>
                <p14:cNvContentPartPr/>
                <p14:nvPr/>
              </p14:nvContentPartPr>
              <p14:xfrm>
                <a:off x="8708787" y="6254187"/>
                <a:ext cx="355320" cy="190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4CEFB4F-F67A-789C-2A59-1687AFC8289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691147" y="6236187"/>
                  <a:ext cx="390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B55EB49-09DE-DDA0-DE7B-0C4C810A8D55}"/>
                    </a:ext>
                  </a:extLst>
                </p14:cNvPr>
                <p14:cNvContentPartPr/>
                <p14:nvPr/>
              </p14:nvContentPartPr>
              <p14:xfrm>
                <a:off x="9155907" y="6235827"/>
                <a:ext cx="331200" cy="2109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B55EB49-09DE-DDA0-DE7B-0C4C810A8D5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137907" y="6218187"/>
                  <a:ext cx="366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4BBE0D2-6304-1D47-D2B9-8E8EAC08CF7F}"/>
                    </a:ext>
                  </a:extLst>
                </p14:cNvPr>
                <p14:cNvContentPartPr/>
                <p14:nvPr/>
              </p14:nvContentPartPr>
              <p14:xfrm>
                <a:off x="10074627" y="6223947"/>
                <a:ext cx="398880" cy="2217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4BBE0D2-6304-1D47-D2B9-8E8EAC08CF7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056627" y="6206307"/>
                  <a:ext cx="434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BF7575B-0830-7A8B-727B-DAC7B07C44B4}"/>
                    </a:ext>
                  </a:extLst>
                </p14:cNvPr>
                <p14:cNvContentPartPr/>
                <p14:nvPr/>
              </p14:nvContentPartPr>
              <p14:xfrm>
                <a:off x="10511667" y="6196947"/>
                <a:ext cx="637560" cy="2736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BF7575B-0830-7A8B-727B-DAC7B07C44B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494027" y="6178947"/>
                  <a:ext cx="673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A276FCB-47C1-D5BC-6C61-3D0E1B034A57}"/>
                    </a:ext>
                  </a:extLst>
                </p14:cNvPr>
                <p14:cNvContentPartPr/>
                <p14:nvPr/>
              </p14:nvContentPartPr>
              <p14:xfrm>
                <a:off x="11221587" y="6184347"/>
                <a:ext cx="183240" cy="2350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A276FCB-47C1-D5BC-6C61-3D0E1B034A5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203947" y="6166707"/>
                  <a:ext cx="21888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46B805E-E872-83D8-0656-519A38023856}"/>
              </a:ext>
            </a:extLst>
          </p:cNvPr>
          <p:cNvGrpSpPr/>
          <p:nvPr/>
        </p:nvGrpSpPr>
        <p:grpSpPr>
          <a:xfrm>
            <a:off x="6947307" y="3014907"/>
            <a:ext cx="253800" cy="300600"/>
            <a:chOff x="6947307" y="3014907"/>
            <a:chExt cx="25380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6A19472-640E-54C2-F9EF-3166EB89E86F}"/>
                    </a:ext>
                  </a:extLst>
                </p14:cNvPr>
                <p14:cNvContentPartPr/>
                <p14:nvPr/>
              </p14:nvContentPartPr>
              <p14:xfrm>
                <a:off x="6992307" y="3014907"/>
                <a:ext cx="99720" cy="290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6A19472-640E-54C2-F9EF-3166EB89E86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74307" y="2996907"/>
                  <a:ext cx="1353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678C182-0D58-7213-BCC7-A079B8017118}"/>
                    </a:ext>
                  </a:extLst>
                </p14:cNvPr>
                <p14:cNvContentPartPr/>
                <p14:nvPr/>
              </p14:nvContentPartPr>
              <p14:xfrm>
                <a:off x="6947307" y="3293907"/>
                <a:ext cx="253800" cy="21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678C182-0D58-7213-BCC7-A079B801711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929667" y="3276267"/>
                  <a:ext cx="28944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08361F0-B12B-7930-09B8-555BE2CCA692}"/>
              </a:ext>
            </a:extLst>
          </p:cNvPr>
          <p:cNvGrpSpPr/>
          <p:nvPr/>
        </p:nvGrpSpPr>
        <p:grpSpPr>
          <a:xfrm>
            <a:off x="261387" y="603267"/>
            <a:ext cx="2432880" cy="1626480"/>
            <a:chOff x="261387" y="603267"/>
            <a:chExt cx="2432880" cy="162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7207FE3-7574-931C-31D1-6282B1FE6D45}"/>
                    </a:ext>
                  </a:extLst>
                </p14:cNvPr>
                <p14:cNvContentPartPr/>
                <p14:nvPr/>
              </p14:nvContentPartPr>
              <p14:xfrm>
                <a:off x="532827" y="768147"/>
                <a:ext cx="24840" cy="46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7207FE3-7574-931C-31D1-6282B1FE6D4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15187" y="750507"/>
                  <a:ext cx="6048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0C3CCCC-0031-1F5C-DB74-4161FA56A318}"/>
                    </a:ext>
                  </a:extLst>
                </p14:cNvPr>
                <p14:cNvContentPartPr/>
                <p14:nvPr/>
              </p14:nvContentPartPr>
              <p14:xfrm>
                <a:off x="261387" y="755187"/>
                <a:ext cx="397080" cy="65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0C3CCCC-0031-1F5C-DB74-4161FA56A31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43747" y="737547"/>
                  <a:ext cx="4327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01BB34D-E5C7-08B1-0EA1-921FB7B41644}"/>
                    </a:ext>
                  </a:extLst>
                </p14:cNvPr>
                <p14:cNvContentPartPr/>
                <p14:nvPr/>
              </p14:nvContentPartPr>
              <p14:xfrm>
                <a:off x="384507" y="1195827"/>
                <a:ext cx="344880" cy="89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01BB34D-E5C7-08B1-0EA1-921FB7B4164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66507" y="1178187"/>
                  <a:ext cx="3805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D46CC29-7D64-3429-371C-BB61BD80C078}"/>
                    </a:ext>
                  </a:extLst>
                </p14:cNvPr>
                <p14:cNvContentPartPr/>
                <p14:nvPr/>
              </p14:nvContentPartPr>
              <p14:xfrm>
                <a:off x="850707" y="665547"/>
                <a:ext cx="120240" cy="456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D46CC29-7D64-3429-371C-BB61BD80C07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32707" y="647907"/>
                  <a:ext cx="15588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BEAC5C1-825B-A582-7564-2F16FC0A0FD7}"/>
                    </a:ext>
                  </a:extLst>
                </p14:cNvPr>
                <p14:cNvContentPartPr/>
                <p14:nvPr/>
              </p14:nvContentPartPr>
              <p14:xfrm>
                <a:off x="707427" y="920067"/>
                <a:ext cx="352080" cy="70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BEAC5C1-825B-A582-7564-2F16FC0A0FD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89427" y="902067"/>
                  <a:ext cx="387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287F86D-5200-8965-D737-6D0B70088BC7}"/>
                    </a:ext>
                  </a:extLst>
                </p14:cNvPr>
                <p14:cNvContentPartPr/>
                <p14:nvPr/>
              </p14:nvContentPartPr>
              <p14:xfrm>
                <a:off x="1480707" y="849507"/>
                <a:ext cx="18720" cy="248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287F86D-5200-8965-D737-6D0B70088BC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462707" y="831507"/>
                  <a:ext cx="543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A1E3C0-18EA-267B-99C1-70D670D7DE04}"/>
                    </a:ext>
                  </a:extLst>
                </p14:cNvPr>
                <p14:cNvContentPartPr/>
                <p14:nvPr/>
              </p14:nvContentPartPr>
              <p14:xfrm>
                <a:off x="1299987" y="603267"/>
                <a:ext cx="139320" cy="137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A1E3C0-18EA-267B-99C1-70D670D7DE0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281987" y="585627"/>
                  <a:ext cx="174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300C5A3-6340-EF12-EA8D-F723FEEDBB78}"/>
                    </a:ext>
                  </a:extLst>
                </p14:cNvPr>
                <p14:cNvContentPartPr/>
                <p14:nvPr/>
              </p14:nvContentPartPr>
              <p14:xfrm>
                <a:off x="1633707" y="838707"/>
                <a:ext cx="285120" cy="339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300C5A3-6340-EF12-EA8D-F723FEEDBB7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615707" y="820707"/>
                  <a:ext cx="3207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52C6DF5-6F16-1F38-23AA-73A8615147D6}"/>
                    </a:ext>
                  </a:extLst>
                </p14:cNvPr>
                <p14:cNvContentPartPr/>
                <p14:nvPr/>
              </p14:nvContentPartPr>
              <p14:xfrm>
                <a:off x="328707" y="1408587"/>
                <a:ext cx="262440" cy="473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52C6DF5-6F16-1F38-23AA-73A8615147D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10707" y="1390947"/>
                  <a:ext cx="29808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43706C6-7ECF-16E5-393F-8CB55D4A3484}"/>
                    </a:ext>
                  </a:extLst>
                </p14:cNvPr>
                <p14:cNvContentPartPr/>
                <p14:nvPr/>
              </p14:nvContentPartPr>
              <p14:xfrm>
                <a:off x="615987" y="1635027"/>
                <a:ext cx="126720" cy="217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43706C6-7ECF-16E5-393F-8CB55D4A348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97987" y="1617027"/>
                  <a:ext cx="162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EC61D75-E34B-C923-584F-6DA162107BAB}"/>
                    </a:ext>
                  </a:extLst>
                </p14:cNvPr>
                <p14:cNvContentPartPr/>
                <p14:nvPr/>
              </p14:nvContentPartPr>
              <p14:xfrm>
                <a:off x="810027" y="1520547"/>
                <a:ext cx="618480" cy="306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EC61D75-E34B-C923-584F-6DA162107BA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92027" y="1502907"/>
                  <a:ext cx="6541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AC4E25-8E9A-0228-1F39-374986F14927}"/>
                    </a:ext>
                  </a:extLst>
                </p14:cNvPr>
                <p14:cNvContentPartPr/>
                <p14:nvPr/>
              </p14:nvContentPartPr>
              <p14:xfrm>
                <a:off x="2032227" y="1268547"/>
                <a:ext cx="184320" cy="431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AC4E25-8E9A-0228-1F39-374986F1492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014587" y="1250547"/>
                  <a:ext cx="21996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972D0AE-9639-9800-18E4-4243921C7543}"/>
                    </a:ext>
                  </a:extLst>
                </p14:cNvPr>
                <p14:cNvContentPartPr/>
                <p14:nvPr/>
              </p14:nvContentPartPr>
              <p14:xfrm>
                <a:off x="2216907" y="1395627"/>
                <a:ext cx="477360" cy="834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972D0AE-9639-9800-18E4-4243921C754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198907" y="1377987"/>
                  <a:ext cx="513000" cy="86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AD9835C-E751-11FA-A438-C91DED50A449}"/>
              </a:ext>
            </a:extLst>
          </p:cNvPr>
          <p:cNvGrpSpPr/>
          <p:nvPr/>
        </p:nvGrpSpPr>
        <p:grpSpPr>
          <a:xfrm>
            <a:off x="203787" y="2425587"/>
            <a:ext cx="6280200" cy="3574080"/>
            <a:chOff x="203787" y="2425587"/>
            <a:chExt cx="6280200" cy="357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3217642-AB77-DED1-23CC-7C112AA1B0AB}"/>
                    </a:ext>
                  </a:extLst>
                </p14:cNvPr>
                <p14:cNvContentPartPr/>
                <p14:nvPr/>
              </p14:nvContentPartPr>
              <p14:xfrm>
                <a:off x="6247827" y="3074667"/>
                <a:ext cx="236160" cy="173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3217642-AB77-DED1-23CC-7C112AA1B0A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230187" y="3056667"/>
                  <a:ext cx="271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7C15A38-24A7-3BF2-5ACB-015D68A9CD6B}"/>
                    </a:ext>
                  </a:extLst>
                </p14:cNvPr>
                <p14:cNvContentPartPr/>
                <p14:nvPr/>
              </p14:nvContentPartPr>
              <p14:xfrm>
                <a:off x="5888907" y="3030747"/>
                <a:ext cx="234360" cy="168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7C15A38-24A7-3BF2-5ACB-015D68A9CD6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871267" y="3013107"/>
                  <a:ext cx="270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47C72DB-5AA0-0E2A-4C20-D29B063B9DCF}"/>
                    </a:ext>
                  </a:extLst>
                </p14:cNvPr>
                <p14:cNvContentPartPr/>
                <p14:nvPr/>
              </p14:nvContentPartPr>
              <p14:xfrm>
                <a:off x="5491467" y="3089787"/>
                <a:ext cx="203760" cy="133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47C72DB-5AA0-0E2A-4C20-D29B063B9DC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473827" y="3071787"/>
                  <a:ext cx="2394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E5094FF-BDD0-2534-D60A-8EE4921E34AE}"/>
                    </a:ext>
                  </a:extLst>
                </p14:cNvPr>
                <p14:cNvContentPartPr/>
                <p14:nvPr/>
              </p14:nvContentPartPr>
              <p14:xfrm>
                <a:off x="5195187" y="3077907"/>
                <a:ext cx="205200" cy="161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E5094FF-BDD0-2534-D60A-8EE4921E34A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177187" y="3060267"/>
                  <a:ext cx="2408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6B479E9-FC7B-CB85-2577-7D2CB1172D67}"/>
                    </a:ext>
                  </a:extLst>
                </p14:cNvPr>
                <p14:cNvContentPartPr/>
                <p14:nvPr/>
              </p14:nvContentPartPr>
              <p14:xfrm>
                <a:off x="4849947" y="3098067"/>
                <a:ext cx="192240" cy="146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6B479E9-FC7B-CB85-2577-7D2CB1172D6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831947" y="3080427"/>
                  <a:ext cx="2278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00AFF12-E59C-B383-BFB4-4A62C20FBECE}"/>
                    </a:ext>
                  </a:extLst>
                </p14:cNvPr>
                <p14:cNvContentPartPr/>
                <p14:nvPr/>
              </p14:nvContentPartPr>
              <p14:xfrm>
                <a:off x="4618827" y="3102747"/>
                <a:ext cx="198720" cy="129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00AFF12-E59C-B383-BFB4-4A62C20FBEC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601187" y="3084747"/>
                  <a:ext cx="234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34A7A3B-E057-25D8-B8A1-CA419F7FC431}"/>
                    </a:ext>
                  </a:extLst>
                </p14:cNvPr>
                <p14:cNvContentPartPr/>
                <p14:nvPr/>
              </p14:nvContentPartPr>
              <p14:xfrm>
                <a:off x="4394547" y="3300387"/>
                <a:ext cx="160920" cy="183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34A7A3B-E057-25D8-B8A1-CA419F7FC43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376907" y="3282387"/>
                  <a:ext cx="196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98BEAED-BCC1-C3C7-CE3A-42C9DEF599B7}"/>
                    </a:ext>
                  </a:extLst>
                </p14:cNvPr>
                <p14:cNvContentPartPr/>
                <p14:nvPr/>
              </p14:nvContentPartPr>
              <p14:xfrm>
                <a:off x="4624587" y="3483267"/>
                <a:ext cx="153000" cy="145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98BEAED-BCC1-C3C7-CE3A-42C9DEF599B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606947" y="3465267"/>
                  <a:ext cx="188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DA36FFD-BC41-1640-6ACE-E4766885F181}"/>
                    </a:ext>
                  </a:extLst>
                </p14:cNvPr>
                <p14:cNvContentPartPr/>
                <p14:nvPr/>
              </p14:nvContentPartPr>
              <p14:xfrm>
                <a:off x="4852467" y="3474627"/>
                <a:ext cx="245160" cy="184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DA36FFD-BC41-1640-6ACE-E4766885F18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834467" y="3456987"/>
                  <a:ext cx="2808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590F0D9-408D-DB8E-673F-4833BF36FE4D}"/>
                    </a:ext>
                  </a:extLst>
                </p14:cNvPr>
                <p14:cNvContentPartPr/>
                <p14:nvPr/>
              </p14:nvContentPartPr>
              <p14:xfrm>
                <a:off x="240147" y="2643387"/>
                <a:ext cx="39600" cy="435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590F0D9-408D-DB8E-673F-4833BF36FE4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22507" y="2625387"/>
                  <a:ext cx="7524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665A67E-F0D4-C764-674F-9A35C0E95036}"/>
                    </a:ext>
                  </a:extLst>
                </p14:cNvPr>
                <p14:cNvContentPartPr/>
                <p14:nvPr/>
              </p14:nvContentPartPr>
              <p14:xfrm>
                <a:off x="225027" y="2634027"/>
                <a:ext cx="306360" cy="15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665A67E-F0D4-C764-674F-9A35C0E9503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07387" y="2616387"/>
                  <a:ext cx="342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89B93A0-DAD3-EC57-E338-4B03516E4834}"/>
                    </a:ext>
                  </a:extLst>
                </p14:cNvPr>
                <p14:cNvContentPartPr/>
                <p14:nvPr/>
              </p14:nvContentPartPr>
              <p14:xfrm>
                <a:off x="203787" y="2821227"/>
                <a:ext cx="281520" cy="56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89B93A0-DAD3-EC57-E338-4B03516E483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85787" y="2803587"/>
                  <a:ext cx="3171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4D9011B-4E9C-83D3-F4E1-41B05A779050}"/>
                    </a:ext>
                  </a:extLst>
                </p14:cNvPr>
                <p14:cNvContentPartPr/>
                <p14:nvPr/>
              </p14:nvContentPartPr>
              <p14:xfrm>
                <a:off x="213147" y="3015987"/>
                <a:ext cx="289080" cy="66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4D9011B-4E9C-83D3-F4E1-41B05A77905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95507" y="2997987"/>
                  <a:ext cx="3247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4227C29-6B03-D501-D708-89F7C210C09C}"/>
                    </a:ext>
                  </a:extLst>
                </p14:cNvPr>
                <p14:cNvContentPartPr/>
                <p14:nvPr/>
              </p14:nvContentPartPr>
              <p14:xfrm>
                <a:off x="508347" y="2783427"/>
                <a:ext cx="315000" cy="234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4227C29-6B03-D501-D708-89F7C210C09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90707" y="2765427"/>
                  <a:ext cx="3506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34CD792-7699-19A3-99FB-568387B6387B}"/>
                    </a:ext>
                  </a:extLst>
                </p14:cNvPr>
                <p14:cNvContentPartPr/>
                <p14:nvPr/>
              </p14:nvContentPartPr>
              <p14:xfrm>
                <a:off x="866187" y="2774067"/>
                <a:ext cx="274680" cy="220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34CD792-7699-19A3-99FB-568387B6387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48187" y="2756427"/>
                  <a:ext cx="3103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055B73C-932D-1C86-6E52-3B6721DF91AA}"/>
                    </a:ext>
                  </a:extLst>
                </p14:cNvPr>
                <p14:cNvContentPartPr/>
                <p14:nvPr/>
              </p14:nvContentPartPr>
              <p14:xfrm>
                <a:off x="1122147" y="2489307"/>
                <a:ext cx="225720" cy="460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055B73C-932D-1C86-6E52-3B6721DF91A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04147" y="2471307"/>
                  <a:ext cx="26136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544D19-AE51-0AB5-F889-682E26A081B6}"/>
                    </a:ext>
                  </a:extLst>
                </p14:cNvPr>
                <p14:cNvContentPartPr/>
                <p14:nvPr/>
              </p14:nvContentPartPr>
              <p14:xfrm>
                <a:off x="1409067" y="2425587"/>
                <a:ext cx="218520" cy="478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544D19-AE51-0AB5-F889-682E26A081B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391067" y="2407587"/>
                  <a:ext cx="25416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CAA8E63-6EA3-B634-8B3B-3201279CA8C8}"/>
                    </a:ext>
                  </a:extLst>
                </p14:cNvPr>
                <p14:cNvContentPartPr/>
                <p14:nvPr/>
              </p14:nvContentPartPr>
              <p14:xfrm>
                <a:off x="1725147" y="2639427"/>
                <a:ext cx="30600" cy="219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CAA8E63-6EA3-B634-8B3B-3201279CA8C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707147" y="2621427"/>
                  <a:ext cx="662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54504BC-7FBC-18D2-0054-7E0FA8190BBA}"/>
                    </a:ext>
                  </a:extLst>
                </p14:cNvPr>
                <p14:cNvContentPartPr/>
                <p14:nvPr/>
              </p14:nvContentPartPr>
              <p14:xfrm>
                <a:off x="1646307" y="2453307"/>
                <a:ext cx="41040" cy="72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54504BC-7FBC-18D2-0054-7E0FA8190BB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628667" y="2435667"/>
                  <a:ext cx="766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942D992-C3B1-8D20-4140-58D975BD2443}"/>
                    </a:ext>
                  </a:extLst>
                </p14:cNvPr>
                <p14:cNvContentPartPr/>
                <p14:nvPr/>
              </p14:nvContentPartPr>
              <p14:xfrm>
                <a:off x="1837827" y="2500467"/>
                <a:ext cx="525960" cy="926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942D992-C3B1-8D20-4140-58D975BD244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819827" y="2482467"/>
                  <a:ext cx="561600" cy="9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03650D0-8CF9-DE6D-03AE-1327288AE727}"/>
                    </a:ext>
                  </a:extLst>
                </p14:cNvPr>
                <p14:cNvContentPartPr/>
                <p14:nvPr/>
              </p14:nvContentPartPr>
              <p14:xfrm>
                <a:off x="526707" y="3426027"/>
                <a:ext cx="172440" cy="451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03650D0-8CF9-DE6D-03AE-1327288AE72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08707" y="3408027"/>
                  <a:ext cx="20808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D4C42CE-38F7-A61A-361E-FEAAE21D6224}"/>
                    </a:ext>
                  </a:extLst>
                </p14:cNvPr>
                <p14:cNvContentPartPr/>
                <p14:nvPr/>
              </p14:nvContentPartPr>
              <p14:xfrm>
                <a:off x="403587" y="3652107"/>
                <a:ext cx="297720" cy="42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D4C42CE-38F7-A61A-361E-FEAAE21D622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85947" y="3634467"/>
                  <a:ext cx="333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3566124-5D2B-FE52-4C47-1C636A0F523F}"/>
                    </a:ext>
                  </a:extLst>
                </p14:cNvPr>
                <p14:cNvContentPartPr/>
                <p14:nvPr/>
              </p14:nvContentPartPr>
              <p14:xfrm>
                <a:off x="696627" y="3379587"/>
                <a:ext cx="211320" cy="477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3566124-5D2B-FE52-4C47-1C636A0F523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78627" y="3361587"/>
                  <a:ext cx="24696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57276E8-77CA-0DB2-B395-602E4477935E}"/>
                    </a:ext>
                  </a:extLst>
                </p14:cNvPr>
                <p14:cNvContentPartPr/>
                <p14:nvPr/>
              </p14:nvContentPartPr>
              <p14:xfrm>
                <a:off x="1006947" y="3560307"/>
                <a:ext cx="324360" cy="295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57276E8-77CA-0DB2-B395-602E4477935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88947" y="3542667"/>
                  <a:ext cx="3600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FEBABE8-46C8-29A1-9C76-6FEAAB283EE6}"/>
                    </a:ext>
                  </a:extLst>
                </p14:cNvPr>
                <p14:cNvContentPartPr/>
                <p14:nvPr/>
              </p14:nvContentPartPr>
              <p14:xfrm>
                <a:off x="504027" y="4217307"/>
                <a:ext cx="329400" cy="4402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FEBABE8-46C8-29A1-9C76-6FEAAB283EE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86387" y="4199667"/>
                  <a:ext cx="36504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00B6D0B-8D54-79BC-81CE-471AD51ABACB}"/>
                    </a:ext>
                  </a:extLst>
                </p14:cNvPr>
                <p14:cNvContentPartPr/>
                <p14:nvPr/>
              </p14:nvContentPartPr>
              <p14:xfrm>
                <a:off x="919827" y="4471467"/>
                <a:ext cx="45720" cy="430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00B6D0B-8D54-79BC-81CE-471AD51ABAC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02187" y="4453827"/>
                  <a:ext cx="8136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C89A075-F58B-7168-05D0-EB78E03323E3}"/>
                    </a:ext>
                  </a:extLst>
                </p14:cNvPr>
                <p14:cNvContentPartPr/>
                <p14:nvPr/>
              </p14:nvContentPartPr>
              <p14:xfrm>
                <a:off x="901107" y="4365987"/>
                <a:ext cx="186480" cy="213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C89A075-F58B-7168-05D0-EB78E03323E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83107" y="4347987"/>
                  <a:ext cx="2221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481229-9BB8-8F49-54BF-B1B35642079C}"/>
                    </a:ext>
                  </a:extLst>
                </p14:cNvPr>
                <p14:cNvContentPartPr/>
                <p14:nvPr/>
              </p14:nvContentPartPr>
              <p14:xfrm>
                <a:off x="1215387" y="4391187"/>
                <a:ext cx="39960" cy="476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481229-9BB8-8F49-54BF-B1B35642079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97387" y="4373187"/>
                  <a:ext cx="7560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DDE19AC-384D-2057-B9CC-878674FFBF94}"/>
                    </a:ext>
                  </a:extLst>
                </p14:cNvPr>
                <p14:cNvContentPartPr/>
                <p14:nvPr/>
              </p14:nvContentPartPr>
              <p14:xfrm>
                <a:off x="1210347" y="4328547"/>
                <a:ext cx="207360" cy="240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DDE19AC-384D-2057-B9CC-878674FFBF9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92347" y="4310547"/>
                  <a:ext cx="2430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B401CED-1F03-9B20-B5B9-FE8B5BE2B3FE}"/>
                    </a:ext>
                  </a:extLst>
                </p14:cNvPr>
                <p14:cNvContentPartPr/>
                <p14:nvPr/>
              </p14:nvContentPartPr>
              <p14:xfrm>
                <a:off x="1503027" y="4299387"/>
                <a:ext cx="221040" cy="268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B401CED-1F03-9B20-B5B9-FE8B5BE2B3F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485027" y="4281747"/>
                  <a:ext cx="2566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FB6DA42-DB11-1813-0AE6-92433BE1AE2C}"/>
                    </a:ext>
                  </a:extLst>
                </p14:cNvPr>
                <p14:cNvContentPartPr/>
                <p14:nvPr/>
              </p14:nvContentPartPr>
              <p14:xfrm>
                <a:off x="1811907" y="4273467"/>
                <a:ext cx="279720" cy="245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FB6DA42-DB11-1813-0AE6-92433BE1AE2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794267" y="4255827"/>
                  <a:ext cx="3153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B0B5F5B-DFC1-455D-EDBA-184AFDE2D788}"/>
                    </a:ext>
                  </a:extLst>
                </p14:cNvPr>
                <p14:cNvContentPartPr/>
                <p14:nvPr/>
              </p14:nvContentPartPr>
              <p14:xfrm>
                <a:off x="523107" y="4915347"/>
                <a:ext cx="387720" cy="4896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B0B5F5B-DFC1-455D-EDBA-184AFDE2D78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05467" y="4897347"/>
                  <a:ext cx="42336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CD7561A-2045-7A06-B9EF-DE1196EB166D}"/>
                    </a:ext>
                  </a:extLst>
                </p14:cNvPr>
                <p14:cNvContentPartPr/>
                <p14:nvPr/>
              </p14:nvContentPartPr>
              <p14:xfrm>
                <a:off x="943587" y="5143947"/>
                <a:ext cx="36720" cy="218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CD7561A-2045-7A06-B9EF-DE1196EB166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25947" y="5126307"/>
                  <a:ext cx="723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ADC71E2-0F77-BA9E-B61D-7D2CB421F426}"/>
                    </a:ext>
                  </a:extLst>
                </p14:cNvPr>
                <p14:cNvContentPartPr/>
                <p14:nvPr/>
              </p14:nvContentPartPr>
              <p14:xfrm>
                <a:off x="793827" y="5001747"/>
                <a:ext cx="59040" cy="806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ADC71E2-0F77-BA9E-B61D-7D2CB421F42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76187" y="4983747"/>
                  <a:ext cx="94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DBE6AA8-4D61-84CF-5E1F-1E128C46E7F0}"/>
                    </a:ext>
                  </a:extLst>
                </p14:cNvPr>
                <p14:cNvContentPartPr/>
                <p14:nvPr/>
              </p14:nvContentPartPr>
              <p14:xfrm>
                <a:off x="796347" y="5121627"/>
                <a:ext cx="424440" cy="878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DBE6AA8-4D61-84CF-5E1F-1E128C46E7F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78707" y="5103987"/>
                  <a:ext cx="460080" cy="9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86792DF-36CD-B7F3-528D-57A47EC27E08}"/>
                    </a:ext>
                  </a:extLst>
                </p14:cNvPr>
                <p14:cNvContentPartPr/>
                <p14:nvPr/>
              </p14:nvContentPartPr>
              <p14:xfrm>
                <a:off x="1379547" y="5103627"/>
                <a:ext cx="11520" cy="267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86792DF-36CD-B7F3-528D-57A47EC27E0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361547" y="5085987"/>
                  <a:ext cx="471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B90943C-0D86-0EB1-4EAD-4573C899B131}"/>
                    </a:ext>
                  </a:extLst>
                </p14:cNvPr>
                <p14:cNvContentPartPr/>
                <p14:nvPr/>
              </p14:nvContentPartPr>
              <p14:xfrm>
                <a:off x="1235547" y="4878627"/>
                <a:ext cx="94320" cy="99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B90943C-0D86-0EB1-4EAD-4573C899B13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217907" y="4860987"/>
                  <a:ext cx="129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1A3A696-1C0A-4AD7-0BDD-E47B43EDD023}"/>
                    </a:ext>
                  </a:extLst>
                </p14:cNvPr>
                <p14:cNvContentPartPr/>
                <p14:nvPr/>
              </p14:nvContentPartPr>
              <p14:xfrm>
                <a:off x="1649907" y="4854147"/>
                <a:ext cx="180720" cy="457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1A3A696-1C0A-4AD7-0BDD-E47B43EDD02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632267" y="4836507"/>
                  <a:ext cx="21636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A8B4CAE-540E-CA59-DD6E-C6B502A25DEA}"/>
                    </a:ext>
                  </a:extLst>
                </p14:cNvPr>
                <p14:cNvContentPartPr/>
                <p14:nvPr/>
              </p14:nvContentPartPr>
              <p14:xfrm>
                <a:off x="1525347" y="5027307"/>
                <a:ext cx="387360" cy="60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A8B4CAE-540E-CA59-DD6E-C6B502A25DE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507707" y="5009667"/>
                  <a:ext cx="4230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D5FC2C6-6503-42D5-D4A5-9A3E95547FCF}"/>
                    </a:ext>
                  </a:extLst>
                </p14:cNvPr>
                <p14:cNvContentPartPr/>
                <p14:nvPr/>
              </p14:nvContentPartPr>
              <p14:xfrm>
                <a:off x="2058147" y="3655347"/>
                <a:ext cx="2620800" cy="1069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D5FC2C6-6503-42D5-D4A5-9A3E95547FC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040147" y="3637707"/>
                  <a:ext cx="2656440" cy="110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67751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E5C4A-13F0-8C04-2BE6-668BCBA0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8BAA17-2A4B-B474-6C97-DE94384D5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226" name="Group 225">
            <a:extLst>
              <a:ext uri="{FF2B5EF4-FFF2-40B4-BE49-F238E27FC236}">
                <a16:creationId xmlns:a16="http://schemas.microsoft.com/office/drawing/2014/main" id="{F7A7B8CB-D428-F572-E794-EDBB4692E644}"/>
              </a:ext>
            </a:extLst>
          </p:cNvPr>
          <p:cNvGrpSpPr/>
          <p:nvPr/>
        </p:nvGrpSpPr>
        <p:grpSpPr>
          <a:xfrm>
            <a:off x="8220987" y="325347"/>
            <a:ext cx="3449706" cy="4879800"/>
            <a:chOff x="8220987" y="325347"/>
            <a:chExt cx="3949560" cy="5870880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A007482D-BFFE-165E-2DFB-F12FFFC71F8A}"/>
                </a:ext>
              </a:extLst>
            </p:cNvPr>
            <p:cNvGrpSpPr/>
            <p:nvPr/>
          </p:nvGrpSpPr>
          <p:grpSpPr>
            <a:xfrm>
              <a:off x="8733267" y="325347"/>
              <a:ext cx="1160640" cy="2931120"/>
              <a:chOff x="8733267" y="325347"/>
              <a:chExt cx="1160640" cy="2931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171" name="Ink 170">
                    <a:extLst>
                      <a:ext uri="{FF2B5EF4-FFF2-40B4-BE49-F238E27FC236}">
                        <a16:creationId xmlns:a16="http://schemas.microsoft.com/office/drawing/2014/main" id="{262868D0-175F-5988-01FF-02751368ABAE}"/>
                      </a:ext>
                    </a:extLst>
                  </p14:cNvPr>
                  <p14:cNvContentPartPr/>
                  <p14:nvPr/>
                </p14:nvContentPartPr>
                <p14:xfrm>
                  <a:off x="8841267" y="351987"/>
                  <a:ext cx="331920" cy="281880"/>
                </p14:xfrm>
              </p:contentPart>
            </mc:Choice>
            <mc:Fallback>
              <p:pic>
                <p:nvPicPr>
                  <p:cNvPr id="171" name="Ink 170">
                    <a:extLst>
                      <a:ext uri="{FF2B5EF4-FFF2-40B4-BE49-F238E27FC236}">
                        <a16:creationId xmlns:a16="http://schemas.microsoft.com/office/drawing/2014/main" id="{262868D0-175F-5988-01FF-02751368ABAE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821063" y="330770"/>
                    <a:ext cx="372740" cy="3247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172" name="Ink 171">
                    <a:extLst>
                      <a:ext uri="{FF2B5EF4-FFF2-40B4-BE49-F238E27FC236}">
                        <a16:creationId xmlns:a16="http://schemas.microsoft.com/office/drawing/2014/main" id="{FB9DBE37-46A4-61EA-360A-74E36433BB2A}"/>
                      </a:ext>
                    </a:extLst>
                  </p14:cNvPr>
                  <p14:cNvContentPartPr/>
                  <p14:nvPr/>
                </p14:nvContentPartPr>
                <p14:xfrm>
                  <a:off x="9334467" y="325347"/>
                  <a:ext cx="272160" cy="262080"/>
                </p14:xfrm>
              </p:contentPart>
            </mc:Choice>
            <mc:Fallback>
              <p:pic>
                <p:nvPicPr>
                  <p:cNvPr id="172" name="Ink 171">
                    <a:extLst>
                      <a:ext uri="{FF2B5EF4-FFF2-40B4-BE49-F238E27FC236}">
                        <a16:creationId xmlns:a16="http://schemas.microsoft.com/office/drawing/2014/main" id="{FB9DBE37-46A4-61EA-360A-74E36433BB2A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314292" y="303687"/>
                    <a:ext cx="312922" cy="3049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174" name="Ink 173">
                    <a:extLst>
                      <a:ext uri="{FF2B5EF4-FFF2-40B4-BE49-F238E27FC236}">
                        <a16:creationId xmlns:a16="http://schemas.microsoft.com/office/drawing/2014/main" id="{8B3609AD-8D10-998E-185E-03A1F91B89BB}"/>
                      </a:ext>
                    </a:extLst>
                  </p14:cNvPr>
                  <p14:cNvContentPartPr/>
                  <p14:nvPr/>
                </p14:nvContentPartPr>
                <p14:xfrm>
                  <a:off x="8871507" y="693267"/>
                  <a:ext cx="340200" cy="312840"/>
                </p14:xfrm>
              </p:contentPart>
            </mc:Choice>
            <mc:Fallback>
              <p:pic>
                <p:nvPicPr>
                  <p:cNvPr id="174" name="Ink 173">
                    <a:extLst>
                      <a:ext uri="{FF2B5EF4-FFF2-40B4-BE49-F238E27FC236}">
                        <a16:creationId xmlns:a16="http://schemas.microsoft.com/office/drawing/2014/main" id="{8B3609AD-8D10-998E-185E-03A1F91B89BB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8850889" y="671602"/>
                    <a:ext cx="381024" cy="3557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175" name="Ink 174">
                    <a:extLst>
                      <a:ext uri="{FF2B5EF4-FFF2-40B4-BE49-F238E27FC236}">
                        <a16:creationId xmlns:a16="http://schemas.microsoft.com/office/drawing/2014/main" id="{071AC2FF-512C-EEAA-C602-D68C8CF3A6B6}"/>
                      </a:ext>
                    </a:extLst>
                  </p14:cNvPr>
                  <p14:cNvContentPartPr/>
                  <p14:nvPr/>
                </p14:nvContentPartPr>
                <p14:xfrm>
                  <a:off x="9563067" y="667707"/>
                  <a:ext cx="61200" cy="354240"/>
                </p14:xfrm>
              </p:contentPart>
            </mc:Choice>
            <mc:Fallback>
              <p:pic>
                <p:nvPicPr>
                  <p:cNvPr id="175" name="Ink 174">
                    <a:extLst>
                      <a:ext uri="{FF2B5EF4-FFF2-40B4-BE49-F238E27FC236}">
                        <a16:creationId xmlns:a16="http://schemas.microsoft.com/office/drawing/2014/main" id="{071AC2FF-512C-EEAA-C602-D68C8CF3A6B6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542941" y="646054"/>
                    <a:ext cx="101863" cy="3971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177" name="Ink 176">
                    <a:extLst>
                      <a:ext uri="{FF2B5EF4-FFF2-40B4-BE49-F238E27FC236}">
                        <a16:creationId xmlns:a16="http://schemas.microsoft.com/office/drawing/2014/main" id="{03227AF6-14D3-CC45-AF40-FD1CC67D8ECB}"/>
                      </a:ext>
                    </a:extLst>
                  </p14:cNvPr>
                  <p14:cNvContentPartPr/>
                  <p14:nvPr/>
                </p14:nvContentPartPr>
                <p14:xfrm>
                  <a:off x="8867907" y="1128507"/>
                  <a:ext cx="285840" cy="340200"/>
                </p14:xfrm>
              </p:contentPart>
            </mc:Choice>
            <mc:Fallback>
              <p:pic>
                <p:nvPicPr>
                  <p:cNvPr id="177" name="Ink 176">
                    <a:extLst>
                      <a:ext uri="{FF2B5EF4-FFF2-40B4-BE49-F238E27FC236}">
                        <a16:creationId xmlns:a16="http://schemas.microsoft.com/office/drawing/2014/main" id="{03227AF6-14D3-CC45-AF40-FD1CC67D8ECB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8847725" y="1106866"/>
                    <a:ext cx="326615" cy="3830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178" name="Ink 177">
                    <a:extLst>
                      <a:ext uri="{FF2B5EF4-FFF2-40B4-BE49-F238E27FC236}">
                        <a16:creationId xmlns:a16="http://schemas.microsoft.com/office/drawing/2014/main" id="{A10CF004-99E5-0A75-CEEC-C8BCD892A518}"/>
                      </a:ext>
                    </a:extLst>
                  </p14:cNvPr>
                  <p14:cNvContentPartPr/>
                  <p14:nvPr/>
                </p14:nvContentPartPr>
                <p14:xfrm>
                  <a:off x="9475587" y="1134987"/>
                  <a:ext cx="415080" cy="281520"/>
                </p14:xfrm>
              </p:contentPart>
            </mc:Choice>
            <mc:Fallback>
              <p:pic>
                <p:nvPicPr>
                  <p:cNvPr id="178" name="Ink 177">
                    <a:extLst>
                      <a:ext uri="{FF2B5EF4-FFF2-40B4-BE49-F238E27FC236}">
                        <a16:creationId xmlns:a16="http://schemas.microsoft.com/office/drawing/2014/main" id="{A10CF004-99E5-0A75-CEEC-C8BCD892A518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9454977" y="1113332"/>
                    <a:ext cx="455887" cy="3243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179" name="Ink 178">
                    <a:extLst>
                      <a:ext uri="{FF2B5EF4-FFF2-40B4-BE49-F238E27FC236}">
                        <a16:creationId xmlns:a16="http://schemas.microsoft.com/office/drawing/2014/main" id="{9A832E2D-8D01-867C-08F1-313D79EC7BE6}"/>
                      </a:ext>
                    </a:extLst>
                  </p14:cNvPr>
                  <p14:cNvContentPartPr/>
                  <p14:nvPr/>
                </p14:nvContentPartPr>
                <p14:xfrm>
                  <a:off x="8850987" y="1581027"/>
                  <a:ext cx="262800" cy="337680"/>
                </p14:xfrm>
              </p:contentPart>
            </mc:Choice>
            <mc:Fallback>
              <p:pic>
                <p:nvPicPr>
                  <p:cNvPr id="179" name="Ink 178">
                    <a:extLst>
                      <a:ext uri="{FF2B5EF4-FFF2-40B4-BE49-F238E27FC236}">
                        <a16:creationId xmlns:a16="http://schemas.microsoft.com/office/drawing/2014/main" id="{9A832E2D-8D01-867C-08F1-313D79EC7BE6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8830391" y="1559381"/>
                    <a:ext cx="303579" cy="3805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180" name="Ink 179">
                    <a:extLst>
                      <a:ext uri="{FF2B5EF4-FFF2-40B4-BE49-F238E27FC236}">
                        <a16:creationId xmlns:a16="http://schemas.microsoft.com/office/drawing/2014/main" id="{C513D875-D14C-EA96-65DA-ACE63C9CBAFB}"/>
                      </a:ext>
                    </a:extLst>
                  </p14:cNvPr>
                  <p14:cNvContentPartPr/>
                  <p14:nvPr/>
                </p14:nvContentPartPr>
                <p14:xfrm>
                  <a:off x="9495747" y="1527747"/>
                  <a:ext cx="268560" cy="403920"/>
                </p14:xfrm>
              </p:contentPart>
            </mc:Choice>
            <mc:Fallback>
              <p:pic>
                <p:nvPicPr>
                  <p:cNvPr id="180" name="Ink 179">
                    <a:extLst>
                      <a:ext uri="{FF2B5EF4-FFF2-40B4-BE49-F238E27FC236}">
                        <a16:creationId xmlns:a16="http://schemas.microsoft.com/office/drawing/2014/main" id="{C513D875-D14C-EA96-65DA-ACE63C9CBAFB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9475564" y="1506534"/>
                    <a:ext cx="309338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181" name="Ink 180">
                    <a:extLst>
                      <a:ext uri="{FF2B5EF4-FFF2-40B4-BE49-F238E27FC236}">
                        <a16:creationId xmlns:a16="http://schemas.microsoft.com/office/drawing/2014/main" id="{65A4C8DC-C9A6-A1AC-CD4E-D8AF25A57C7A}"/>
                      </a:ext>
                    </a:extLst>
                  </p14:cNvPr>
                  <p14:cNvContentPartPr/>
                  <p14:nvPr/>
                </p14:nvContentPartPr>
                <p14:xfrm>
                  <a:off x="8820747" y="2004027"/>
                  <a:ext cx="278280" cy="290880"/>
                </p14:xfrm>
              </p:contentPart>
            </mc:Choice>
            <mc:Fallback>
              <p:pic>
                <p:nvPicPr>
                  <p:cNvPr id="181" name="Ink 180">
                    <a:extLst>
                      <a:ext uri="{FF2B5EF4-FFF2-40B4-BE49-F238E27FC236}">
                        <a16:creationId xmlns:a16="http://schemas.microsoft.com/office/drawing/2014/main" id="{65A4C8DC-C9A6-A1AC-CD4E-D8AF25A57C7A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8800546" y="1982384"/>
                    <a:ext cx="319094" cy="3337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182" name="Ink 181">
                    <a:extLst>
                      <a:ext uri="{FF2B5EF4-FFF2-40B4-BE49-F238E27FC236}">
                        <a16:creationId xmlns:a16="http://schemas.microsoft.com/office/drawing/2014/main" id="{1822DD93-A1E6-3B81-72F3-C392F2070C17}"/>
                      </a:ext>
                    </a:extLst>
                  </p14:cNvPr>
                  <p14:cNvContentPartPr/>
                  <p14:nvPr/>
                </p14:nvContentPartPr>
                <p14:xfrm>
                  <a:off x="9536427" y="1999347"/>
                  <a:ext cx="278280" cy="330120"/>
                </p14:xfrm>
              </p:contentPart>
            </mc:Choice>
            <mc:Fallback>
              <p:pic>
                <p:nvPicPr>
                  <p:cNvPr id="182" name="Ink 181">
                    <a:extLst>
                      <a:ext uri="{FF2B5EF4-FFF2-40B4-BE49-F238E27FC236}">
                        <a16:creationId xmlns:a16="http://schemas.microsoft.com/office/drawing/2014/main" id="{1822DD93-A1E6-3B81-72F3-C392F2070C17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9515844" y="1978147"/>
                    <a:ext cx="319034" cy="3729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183" name="Ink 182">
                    <a:extLst>
                      <a:ext uri="{FF2B5EF4-FFF2-40B4-BE49-F238E27FC236}">
                        <a16:creationId xmlns:a16="http://schemas.microsoft.com/office/drawing/2014/main" id="{550D5552-E051-5252-9BF7-66B727533330}"/>
                      </a:ext>
                    </a:extLst>
                  </p14:cNvPr>
                  <p14:cNvContentPartPr/>
                  <p14:nvPr/>
                </p14:nvContentPartPr>
                <p14:xfrm>
                  <a:off x="8733267" y="2460867"/>
                  <a:ext cx="274320" cy="327960"/>
                </p14:xfrm>
              </p:contentPart>
            </mc:Choice>
            <mc:Fallback>
              <p:pic>
                <p:nvPicPr>
                  <p:cNvPr id="183" name="Ink 182">
                    <a:extLst>
                      <a:ext uri="{FF2B5EF4-FFF2-40B4-BE49-F238E27FC236}">
                        <a16:creationId xmlns:a16="http://schemas.microsoft.com/office/drawing/2014/main" id="{550D5552-E051-5252-9BF7-66B727533330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8712672" y="2439205"/>
                    <a:ext cx="315097" cy="3708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184" name="Ink 183">
                    <a:extLst>
                      <a:ext uri="{FF2B5EF4-FFF2-40B4-BE49-F238E27FC236}">
                        <a16:creationId xmlns:a16="http://schemas.microsoft.com/office/drawing/2014/main" id="{E763A76E-474F-621B-9FC3-DC683EA1E4F3}"/>
                      </a:ext>
                    </a:extLst>
                  </p14:cNvPr>
                  <p14:cNvContentPartPr/>
                  <p14:nvPr/>
                </p14:nvContentPartPr>
                <p14:xfrm>
                  <a:off x="9596187" y="2448987"/>
                  <a:ext cx="297720" cy="18360"/>
                </p14:xfrm>
              </p:contentPart>
            </mc:Choice>
            <mc:Fallback>
              <p:pic>
                <p:nvPicPr>
                  <p:cNvPr id="184" name="Ink 183">
                    <a:extLst>
                      <a:ext uri="{FF2B5EF4-FFF2-40B4-BE49-F238E27FC236}">
                        <a16:creationId xmlns:a16="http://schemas.microsoft.com/office/drawing/2014/main" id="{E763A76E-474F-621B-9FC3-DC683EA1E4F3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9575982" y="2428065"/>
                    <a:ext cx="338543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185" name="Ink 184">
                    <a:extLst>
                      <a:ext uri="{FF2B5EF4-FFF2-40B4-BE49-F238E27FC236}">
                        <a16:creationId xmlns:a16="http://schemas.microsoft.com/office/drawing/2014/main" id="{0322D646-06BD-DA6E-6987-D74080B20407}"/>
                      </a:ext>
                    </a:extLst>
                  </p14:cNvPr>
                  <p14:cNvContentPartPr/>
                  <p14:nvPr/>
                </p14:nvContentPartPr>
                <p14:xfrm>
                  <a:off x="9626067" y="2481387"/>
                  <a:ext cx="215640" cy="406800"/>
                </p14:xfrm>
              </p:contentPart>
            </mc:Choice>
            <mc:Fallback>
              <p:pic>
                <p:nvPicPr>
                  <p:cNvPr id="185" name="Ink 184">
                    <a:extLst>
                      <a:ext uri="{FF2B5EF4-FFF2-40B4-BE49-F238E27FC236}">
                        <a16:creationId xmlns:a16="http://schemas.microsoft.com/office/drawing/2014/main" id="{0322D646-06BD-DA6E-6987-D74080B20407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9605451" y="2459726"/>
                    <a:ext cx="256459" cy="4496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186" name="Ink 185">
                    <a:extLst>
                      <a:ext uri="{FF2B5EF4-FFF2-40B4-BE49-F238E27FC236}">
                        <a16:creationId xmlns:a16="http://schemas.microsoft.com/office/drawing/2014/main" id="{4BF0C36A-E08C-7D59-B314-5EA51D7D4988}"/>
                      </a:ext>
                    </a:extLst>
                  </p14:cNvPr>
                  <p14:cNvContentPartPr/>
                  <p14:nvPr/>
                </p14:nvContentPartPr>
                <p14:xfrm>
                  <a:off x="8742627" y="2883147"/>
                  <a:ext cx="306360" cy="373320"/>
                </p14:xfrm>
              </p:contentPart>
            </mc:Choice>
            <mc:Fallback>
              <p:pic>
                <p:nvPicPr>
                  <p:cNvPr id="186" name="Ink 185">
                    <a:extLst>
                      <a:ext uri="{FF2B5EF4-FFF2-40B4-BE49-F238E27FC236}">
                        <a16:creationId xmlns:a16="http://schemas.microsoft.com/office/drawing/2014/main" id="{4BF0C36A-E08C-7D59-B314-5EA51D7D4988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8722450" y="2861493"/>
                    <a:ext cx="347126" cy="4161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187" name="Ink 186">
                    <a:extLst>
                      <a:ext uri="{FF2B5EF4-FFF2-40B4-BE49-F238E27FC236}">
                        <a16:creationId xmlns:a16="http://schemas.microsoft.com/office/drawing/2014/main" id="{09BB89B1-F5AF-C2A5-9027-E83A684F65AF}"/>
                      </a:ext>
                    </a:extLst>
                  </p14:cNvPr>
                  <p14:cNvContentPartPr/>
                  <p14:nvPr/>
                </p14:nvContentPartPr>
                <p14:xfrm>
                  <a:off x="9484947" y="2941107"/>
                  <a:ext cx="333720" cy="287640"/>
                </p14:xfrm>
              </p:contentPart>
            </mc:Choice>
            <mc:Fallback>
              <p:pic>
                <p:nvPicPr>
                  <p:cNvPr id="187" name="Ink 186">
                    <a:extLst>
                      <a:ext uri="{FF2B5EF4-FFF2-40B4-BE49-F238E27FC236}">
                        <a16:creationId xmlns:a16="http://schemas.microsoft.com/office/drawing/2014/main" id="{09BB89B1-F5AF-C2A5-9027-E83A684F65AF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9464759" y="2919881"/>
                    <a:ext cx="374508" cy="33052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1C82D566-1F92-E3A7-3D95-26DA9FCF9292}"/>
                </a:ext>
              </a:extLst>
            </p:cNvPr>
            <p:cNvGrpSpPr/>
            <p:nvPr/>
          </p:nvGrpSpPr>
          <p:grpSpPr>
            <a:xfrm>
              <a:off x="8220987" y="3431427"/>
              <a:ext cx="3949560" cy="2764800"/>
              <a:chOff x="8220987" y="3431427"/>
              <a:chExt cx="3949560" cy="2764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188" name="Ink 187">
                    <a:extLst>
                      <a:ext uri="{FF2B5EF4-FFF2-40B4-BE49-F238E27FC236}">
                        <a16:creationId xmlns:a16="http://schemas.microsoft.com/office/drawing/2014/main" id="{B2895DCC-C736-D8F3-A6E9-4D1630D490C0}"/>
                      </a:ext>
                    </a:extLst>
                  </p14:cNvPr>
                  <p14:cNvContentPartPr/>
                  <p14:nvPr/>
                </p14:nvContentPartPr>
                <p14:xfrm>
                  <a:off x="8708787" y="3431427"/>
                  <a:ext cx="336240" cy="322920"/>
                </p14:xfrm>
              </p:contentPart>
            </mc:Choice>
            <mc:Fallback>
              <p:pic>
                <p:nvPicPr>
                  <p:cNvPr id="188" name="Ink 187">
                    <a:extLst>
                      <a:ext uri="{FF2B5EF4-FFF2-40B4-BE49-F238E27FC236}">
                        <a16:creationId xmlns:a16="http://schemas.microsoft.com/office/drawing/2014/main" id="{B2895DCC-C736-D8F3-A6E9-4D1630D490C0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8688184" y="3409755"/>
                    <a:ext cx="377034" cy="3658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193" name="Ink 192">
                    <a:extLst>
                      <a:ext uri="{FF2B5EF4-FFF2-40B4-BE49-F238E27FC236}">
                        <a16:creationId xmlns:a16="http://schemas.microsoft.com/office/drawing/2014/main" id="{4E939AF7-DA9D-01D6-412F-8F3E827ADC43}"/>
                      </a:ext>
                    </a:extLst>
                  </p14:cNvPr>
                  <p14:cNvContentPartPr/>
                  <p14:nvPr/>
                </p14:nvContentPartPr>
                <p14:xfrm>
                  <a:off x="8726427" y="3887907"/>
                  <a:ext cx="315360" cy="319680"/>
                </p14:xfrm>
              </p:contentPart>
            </mc:Choice>
            <mc:Fallback>
              <p:pic>
                <p:nvPicPr>
                  <p:cNvPr id="193" name="Ink 192">
                    <a:extLst>
                      <a:ext uri="{FF2B5EF4-FFF2-40B4-BE49-F238E27FC236}">
                        <a16:creationId xmlns:a16="http://schemas.microsoft.com/office/drawing/2014/main" id="{4E939AF7-DA9D-01D6-412F-8F3E827ADC43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8705815" y="3866278"/>
                    <a:ext cx="356171" cy="3625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7">
                <p14:nvContentPartPr>
                  <p14:cNvPr id="195" name="Ink 194">
                    <a:extLst>
                      <a:ext uri="{FF2B5EF4-FFF2-40B4-BE49-F238E27FC236}">
                        <a16:creationId xmlns:a16="http://schemas.microsoft.com/office/drawing/2014/main" id="{60CBB194-C975-ECEB-EADF-5FBA70044BF1}"/>
                      </a:ext>
                    </a:extLst>
                  </p14:cNvPr>
                  <p14:cNvContentPartPr/>
                  <p14:nvPr/>
                </p14:nvContentPartPr>
                <p14:xfrm>
                  <a:off x="8695107" y="4234227"/>
                  <a:ext cx="282240" cy="340920"/>
                </p14:xfrm>
              </p:contentPart>
            </mc:Choice>
            <mc:Fallback>
              <p:pic>
                <p:nvPicPr>
                  <p:cNvPr id="195" name="Ink 194">
                    <a:extLst>
                      <a:ext uri="{FF2B5EF4-FFF2-40B4-BE49-F238E27FC236}">
                        <a16:creationId xmlns:a16="http://schemas.microsoft.com/office/drawing/2014/main" id="{60CBB194-C975-ECEB-EADF-5FBA70044BF1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8674506" y="4212568"/>
                    <a:ext cx="323031" cy="3838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9">
                <p14:nvContentPartPr>
                  <p14:cNvPr id="189" name="Ink 188">
                    <a:extLst>
                      <a:ext uri="{FF2B5EF4-FFF2-40B4-BE49-F238E27FC236}">
                        <a16:creationId xmlns:a16="http://schemas.microsoft.com/office/drawing/2014/main" id="{AA122910-600F-2F9C-71A1-E7615CFADE79}"/>
                      </a:ext>
                    </a:extLst>
                  </p14:cNvPr>
                  <p14:cNvContentPartPr/>
                  <p14:nvPr/>
                </p14:nvContentPartPr>
                <p14:xfrm>
                  <a:off x="9468387" y="3438267"/>
                  <a:ext cx="343080" cy="330840"/>
                </p14:xfrm>
              </p:contentPart>
            </mc:Choice>
            <mc:Fallback>
              <p:pic>
                <p:nvPicPr>
                  <p:cNvPr id="189" name="Ink 188">
                    <a:extLst>
                      <a:ext uri="{FF2B5EF4-FFF2-40B4-BE49-F238E27FC236}">
                        <a16:creationId xmlns:a16="http://schemas.microsoft.com/office/drawing/2014/main" id="{AA122910-600F-2F9C-71A1-E7615CFADE79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9448206" y="3417048"/>
                    <a:ext cx="383854" cy="3737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1">
                <p14:nvContentPartPr>
                  <p14:cNvPr id="190" name="Ink 189">
                    <a:extLst>
                      <a:ext uri="{FF2B5EF4-FFF2-40B4-BE49-F238E27FC236}">
                        <a16:creationId xmlns:a16="http://schemas.microsoft.com/office/drawing/2014/main" id="{D9649040-7CDD-A9F4-C221-63FE0B8EFA7C}"/>
                      </a:ext>
                    </a:extLst>
                  </p14:cNvPr>
                  <p14:cNvContentPartPr/>
                  <p14:nvPr/>
                </p14:nvContentPartPr>
                <p14:xfrm>
                  <a:off x="9616707" y="3637347"/>
                  <a:ext cx="276120" cy="30240"/>
                </p14:xfrm>
              </p:contentPart>
            </mc:Choice>
            <mc:Fallback>
              <p:pic>
                <p:nvPicPr>
                  <p:cNvPr id="190" name="Ink 189">
                    <a:extLst>
                      <a:ext uri="{FF2B5EF4-FFF2-40B4-BE49-F238E27FC236}">
                        <a16:creationId xmlns:a16="http://schemas.microsoft.com/office/drawing/2014/main" id="{D9649040-7CDD-A9F4-C221-63FE0B8EFA7C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9596101" y="3615747"/>
                    <a:ext cx="316920" cy="730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3">
                <p14:nvContentPartPr>
                  <p14:cNvPr id="194" name="Ink 193">
                    <a:extLst>
                      <a:ext uri="{FF2B5EF4-FFF2-40B4-BE49-F238E27FC236}">
                        <a16:creationId xmlns:a16="http://schemas.microsoft.com/office/drawing/2014/main" id="{25BB2F6D-A6A7-6DFA-2C6B-7A8E58C63B84}"/>
                      </a:ext>
                    </a:extLst>
                  </p14:cNvPr>
                  <p14:cNvContentPartPr/>
                  <p14:nvPr/>
                </p14:nvContentPartPr>
                <p14:xfrm>
                  <a:off x="9574587" y="3818067"/>
                  <a:ext cx="223920" cy="404280"/>
                </p14:xfrm>
              </p:contentPart>
            </mc:Choice>
            <mc:Fallback>
              <p:pic>
                <p:nvPicPr>
                  <p:cNvPr id="194" name="Ink 193">
                    <a:extLst>
                      <a:ext uri="{FF2B5EF4-FFF2-40B4-BE49-F238E27FC236}">
                        <a16:creationId xmlns:a16="http://schemas.microsoft.com/office/drawing/2014/main" id="{25BB2F6D-A6A7-6DFA-2C6B-7A8E58C63B84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9554418" y="3796857"/>
                    <a:ext cx="264670" cy="4471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">
                <p14:nvContentPartPr>
                  <p14:cNvPr id="196" name="Ink 195">
                    <a:extLst>
                      <a:ext uri="{FF2B5EF4-FFF2-40B4-BE49-F238E27FC236}">
                        <a16:creationId xmlns:a16="http://schemas.microsoft.com/office/drawing/2014/main" id="{0DF1D0E6-94FE-694A-7B15-FA1453E671C4}"/>
                      </a:ext>
                    </a:extLst>
                  </p14:cNvPr>
                  <p14:cNvContentPartPr/>
                  <p14:nvPr/>
                </p14:nvContentPartPr>
                <p14:xfrm>
                  <a:off x="9509787" y="4264467"/>
                  <a:ext cx="382680" cy="434160"/>
                </p14:xfrm>
              </p:contentPart>
            </mc:Choice>
            <mc:Fallback>
              <p:pic>
                <p:nvPicPr>
                  <p:cNvPr id="196" name="Ink 195">
                    <a:extLst>
                      <a:ext uri="{FF2B5EF4-FFF2-40B4-BE49-F238E27FC236}">
                        <a16:creationId xmlns:a16="http://schemas.microsoft.com/office/drawing/2014/main" id="{0DF1D0E6-94FE-694A-7B15-FA1453E671C4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9489191" y="4242802"/>
                    <a:ext cx="423461" cy="4770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">
                <p14:nvContentPartPr>
                  <p14:cNvPr id="202" name="Ink 201">
                    <a:extLst>
                      <a:ext uri="{FF2B5EF4-FFF2-40B4-BE49-F238E27FC236}">
                        <a16:creationId xmlns:a16="http://schemas.microsoft.com/office/drawing/2014/main" id="{FF4E5F93-A3BA-50F2-AC8E-F82FBEC7BF44}"/>
                      </a:ext>
                    </a:extLst>
                  </p14:cNvPr>
                  <p14:cNvContentPartPr/>
                  <p14:nvPr/>
                </p14:nvContentPartPr>
                <p14:xfrm>
                  <a:off x="9516627" y="4881147"/>
                  <a:ext cx="535320" cy="280800"/>
                </p14:xfrm>
              </p:contentPart>
            </mc:Choice>
            <mc:Fallback>
              <p:pic>
                <p:nvPicPr>
                  <p:cNvPr id="202" name="Ink 201">
                    <a:extLst>
                      <a:ext uri="{FF2B5EF4-FFF2-40B4-BE49-F238E27FC236}">
                        <a16:creationId xmlns:a16="http://schemas.microsoft.com/office/drawing/2014/main" id="{FF4E5F93-A3BA-50F2-AC8E-F82FBEC7BF44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9496434" y="4859514"/>
                    <a:ext cx="576118" cy="3236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9">
                <p14:nvContentPartPr>
                  <p14:cNvPr id="203" name="Ink 202">
                    <a:extLst>
                      <a:ext uri="{FF2B5EF4-FFF2-40B4-BE49-F238E27FC236}">
                        <a16:creationId xmlns:a16="http://schemas.microsoft.com/office/drawing/2014/main" id="{77E33596-0925-F439-ADFE-B7FF1FC52E99}"/>
                      </a:ext>
                    </a:extLst>
                  </p14:cNvPr>
                  <p14:cNvContentPartPr/>
                  <p14:nvPr/>
                </p14:nvContentPartPr>
                <p14:xfrm>
                  <a:off x="10029987" y="4885467"/>
                  <a:ext cx="256320" cy="301680"/>
                </p14:xfrm>
              </p:contentPart>
            </mc:Choice>
            <mc:Fallback>
              <p:pic>
                <p:nvPicPr>
                  <p:cNvPr id="203" name="Ink 202">
                    <a:extLst>
                      <a:ext uri="{FF2B5EF4-FFF2-40B4-BE49-F238E27FC236}">
                        <a16:creationId xmlns:a16="http://schemas.microsoft.com/office/drawing/2014/main" id="{77E33596-0925-F439-ADFE-B7FF1FC52E99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10009795" y="4863826"/>
                    <a:ext cx="297117" cy="3445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">
                <p14:nvContentPartPr>
                  <p14:cNvPr id="204" name="Ink 203">
                    <a:extLst>
                      <a:ext uri="{FF2B5EF4-FFF2-40B4-BE49-F238E27FC236}">
                        <a16:creationId xmlns:a16="http://schemas.microsoft.com/office/drawing/2014/main" id="{CFA19D5D-312D-807E-3551-177F6B83EE38}"/>
                      </a:ext>
                    </a:extLst>
                  </p14:cNvPr>
                  <p14:cNvContentPartPr/>
                  <p14:nvPr/>
                </p14:nvContentPartPr>
                <p14:xfrm>
                  <a:off x="10401867" y="4719507"/>
                  <a:ext cx="148680" cy="386280"/>
                </p14:xfrm>
              </p:contentPart>
            </mc:Choice>
            <mc:Fallback>
              <p:pic>
                <p:nvPicPr>
                  <p:cNvPr id="204" name="Ink 203">
                    <a:extLst>
                      <a:ext uri="{FF2B5EF4-FFF2-40B4-BE49-F238E27FC236}">
                        <a16:creationId xmlns:a16="http://schemas.microsoft.com/office/drawing/2014/main" id="{CFA19D5D-312D-807E-3551-177F6B83EE38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10381686" y="4697855"/>
                    <a:ext cx="189454" cy="42915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3">
                <p14:nvContentPartPr>
                  <p14:cNvPr id="205" name="Ink 204">
                    <a:extLst>
                      <a:ext uri="{FF2B5EF4-FFF2-40B4-BE49-F238E27FC236}">
                        <a16:creationId xmlns:a16="http://schemas.microsoft.com/office/drawing/2014/main" id="{79D3D6DC-23AC-73F2-7FC3-D9852B7C7997}"/>
                      </a:ext>
                    </a:extLst>
                  </p14:cNvPr>
                  <p14:cNvContentPartPr/>
                  <p14:nvPr/>
                </p14:nvContentPartPr>
                <p14:xfrm>
                  <a:off x="10351107" y="4921467"/>
                  <a:ext cx="373680" cy="9000"/>
                </p14:xfrm>
              </p:contentPart>
            </mc:Choice>
            <mc:Fallback>
              <p:pic>
                <p:nvPicPr>
                  <p:cNvPr id="205" name="Ink 204">
                    <a:extLst>
                      <a:ext uri="{FF2B5EF4-FFF2-40B4-BE49-F238E27FC236}">
                        <a16:creationId xmlns:a16="http://schemas.microsoft.com/office/drawing/2014/main" id="{79D3D6DC-23AC-73F2-7FC3-D9852B7C7997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10330919" y="4900467"/>
                    <a:ext cx="414468" cy="514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">
                <p14:nvContentPartPr>
                  <p14:cNvPr id="208" name="Ink 207">
                    <a:extLst>
                      <a:ext uri="{FF2B5EF4-FFF2-40B4-BE49-F238E27FC236}">
                        <a16:creationId xmlns:a16="http://schemas.microsoft.com/office/drawing/2014/main" id="{E052E315-C622-6094-B7C3-A0758F53F132}"/>
                      </a:ext>
                    </a:extLst>
                  </p14:cNvPr>
                  <p14:cNvContentPartPr/>
                  <p14:nvPr/>
                </p14:nvContentPartPr>
                <p14:xfrm>
                  <a:off x="10830267" y="4873227"/>
                  <a:ext cx="235800" cy="228600"/>
                </p14:xfrm>
              </p:contentPart>
            </mc:Choice>
            <mc:Fallback>
              <p:pic>
                <p:nvPicPr>
                  <p:cNvPr id="208" name="Ink 207">
                    <a:extLst>
                      <a:ext uri="{FF2B5EF4-FFF2-40B4-BE49-F238E27FC236}">
                        <a16:creationId xmlns:a16="http://schemas.microsoft.com/office/drawing/2014/main" id="{E052E315-C622-6094-B7C3-A0758F53F132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10810067" y="4852012"/>
                    <a:ext cx="276612" cy="2714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">
                <p14:nvContentPartPr>
                  <p14:cNvPr id="209" name="Ink 208">
                    <a:extLst>
                      <a:ext uri="{FF2B5EF4-FFF2-40B4-BE49-F238E27FC236}">
                        <a16:creationId xmlns:a16="http://schemas.microsoft.com/office/drawing/2014/main" id="{2DFCA3AB-D838-E377-C43F-D3E2A8A71293}"/>
                      </a:ext>
                    </a:extLst>
                  </p14:cNvPr>
                  <p14:cNvContentPartPr/>
                  <p14:nvPr/>
                </p14:nvContentPartPr>
                <p14:xfrm>
                  <a:off x="11116827" y="4901307"/>
                  <a:ext cx="152280" cy="217440"/>
                </p14:xfrm>
              </p:contentPart>
            </mc:Choice>
            <mc:Fallback>
              <p:pic>
                <p:nvPicPr>
                  <p:cNvPr id="209" name="Ink 208">
                    <a:extLst>
                      <a:ext uri="{FF2B5EF4-FFF2-40B4-BE49-F238E27FC236}">
                        <a16:creationId xmlns:a16="http://schemas.microsoft.com/office/drawing/2014/main" id="{2DFCA3AB-D838-E377-C43F-D3E2A8A71293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11096660" y="4879650"/>
                    <a:ext cx="193025" cy="2603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">
                <p14:nvContentPartPr>
                  <p14:cNvPr id="210" name="Ink 209">
                    <a:extLst>
                      <a:ext uri="{FF2B5EF4-FFF2-40B4-BE49-F238E27FC236}">
                        <a16:creationId xmlns:a16="http://schemas.microsoft.com/office/drawing/2014/main" id="{D207E41D-9FB7-8484-1783-93B29DB14EFA}"/>
                      </a:ext>
                    </a:extLst>
                  </p14:cNvPr>
                  <p14:cNvContentPartPr/>
                  <p14:nvPr/>
                </p14:nvContentPartPr>
                <p14:xfrm>
                  <a:off x="11282787" y="4886187"/>
                  <a:ext cx="293400" cy="196200"/>
                </p14:xfrm>
              </p:contentPart>
            </mc:Choice>
            <mc:Fallback>
              <p:pic>
                <p:nvPicPr>
                  <p:cNvPr id="210" name="Ink 209">
                    <a:extLst>
                      <a:ext uri="{FF2B5EF4-FFF2-40B4-BE49-F238E27FC236}">
                        <a16:creationId xmlns:a16="http://schemas.microsoft.com/office/drawing/2014/main" id="{D207E41D-9FB7-8484-1783-93B29DB14EFA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11262183" y="4864579"/>
                    <a:ext cx="334196" cy="2389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1">
                <p14:nvContentPartPr>
                  <p14:cNvPr id="211" name="Ink 210">
                    <a:extLst>
                      <a:ext uri="{FF2B5EF4-FFF2-40B4-BE49-F238E27FC236}">
                        <a16:creationId xmlns:a16="http://schemas.microsoft.com/office/drawing/2014/main" id="{7134D4FB-61D5-956B-FF9B-E2609D49F0E9}"/>
                      </a:ext>
                    </a:extLst>
                  </p14:cNvPr>
                  <p14:cNvContentPartPr/>
                  <p14:nvPr/>
                </p14:nvContentPartPr>
                <p14:xfrm>
                  <a:off x="11628027" y="4708347"/>
                  <a:ext cx="110880" cy="374760"/>
                </p14:xfrm>
              </p:contentPart>
            </mc:Choice>
            <mc:Fallback>
              <p:pic>
                <p:nvPicPr>
                  <p:cNvPr id="211" name="Ink 210">
                    <a:extLst>
                      <a:ext uri="{FF2B5EF4-FFF2-40B4-BE49-F238E27FC236}">
                        <a16:creationId xmlns:a16="http://schemas.microsoft.com/office/drawing/2014/main" id="{7134D4FB-61D5-956B-FF9B-E2609D49F0E9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11607830" y="4686710"/>
                    <a:ext cx="151687" cy="4176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3">
                <p14:nvContentPartPr>
                  <p14:cNvPr id="212" name="Ink 211">
                    <a:extLst>
                      <a:ext uri="{FF2B5EF4-FFF2-40B4-BE49-F238E27FC236}">
                        <a16:creationId xmlns:a16="http://schemas.microsoft.com/office/drawing/2014/main" id="{7A923D00-30ED-643F-EDFD-3A76B437405F}"/>
                      </a:ext>
                    </a:extLst>
                  </p14:cNvPr>
                  <p14:cNvContentPartPr/>
                  <p14:nvPr/>
                </p14:nvContentPartPr>
                <p14:xfrm>
                  <a:off x="11764827" y="4919307"/>
                  <a:ext cx="405720" cy="209880"/>
                </p14:xfrm>
              </p:contentPart>
            </mc:Choice>
            <mc:Fallback>
              <p:pic>
                <p:nvPicPr>
                  <p:cNvPr id="212" name="Ink 211">
                    <a:extLst>
                      <a:ext uri="{FF2B5EF4-FFF2-40B4-BE49-F238E27FC236}">
                        <a16:creationId xmlns:a16="http://schemas.microsoft.com/office/drawing/2014/main" id="{7A923D00-30ED-643F-EDFD-3A76B437405F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11744623" y="4898103"/>
                    <a:ext cx="446539" cy="2527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5">
                <p14:nvContentPartPr>
                  <p14:cNvPr id="199" name="Ink 198">
                    <a:extLst>
                      <a:ext uri="{FF2B5EF4-FFF2-40B4-BE49-F238E27FC236}">
                        <a16:creationId xmlns:a16="http://schemas.microsoft.com/office/drawing/2014/main" id="{0CC497E0-1CCE-CBEC-7B0F-E13487358ED9}"/>
                      </a:ext>
                    </a:extLst>
                  </p14:cNvPr>
                  <p14:cNvContentPartPr/>
                  <p14:nvPr/>
                </p14:nvContentPartPr>
                <p14:xfrm>
                  <a:off x="8220987" y="4850907"/>
                  <a:ext cx="644400" cy="28080"/>
                </p14:xfrm>
              </p:contentPart>
            </mc:Choice>
            <mc:Fallback>
              <p:pic>
                <p:nvPicPr>
                  <p:cNvPr id="199" name="Ink 198">
                    <a:extLst>
                      <a:ext uri="{FF2B5EF4-FFF2-40B4-BE49-F238E27FC236}">
                        <a16:creationId xmlns:a16="http://schemas.microsoft.com/office/drawing/2014/main" id="{0CC497E0-1CCE-CBEC-7B0F-E13487358ED9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8200373" y="4829739"/>
                    <a:ext cx="685216" cy="708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7">
                <p14:nvContentPartPr>
                  <p14:cNvPr id="200" name="Ink 199">
                    <a:extLst>
                      <a:ext uri="{FF2B5EF4-FFF2-40B4-BE49-F238E27FC236}">
                        <a16:creationId xmlns:a16="http://schemas.microsoft.com/office/drawing/2014/main" id="{F344375A-D7D6-5366-B779-B0C5B3335332}"/>
                      </a:ext>
                    </a:extLst>
                  </p14:cNvPr>
                  <p14:cNvContentPartPr/>
                  <p14:nvPr/>
                </p14:nvContentPartPr>
                <p14:xfrm>
                  <a:off x="8553987" y="4857027"/>
                  <a:ext cx="40320" cy="332280"/>
                </p14:xfrm>
              </p:contentPart>
            </mc:Choice>
            <mc:Fallback>
              <p:pic>
                <p:nvPicPr>
                  <p:cNvPr id="200" name="Ink 199">
                    <a:extLst>
                      <a:ext uri="{FF2B5EF4-FFF2-40B4-BE49-F238E27FC236}">
                        <a16:creationId xmlns:a16="http://schemas.microsoft.com/office/drawing/2014/main" id="{F344375A-D7D6-5366-B779-B0C5B3335332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8533827" y="4835366"/>
                    <a:ext cx="81051" cy="3751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9">
                <p14:nvContentPartPr>
                  <p14:cNvPr id="201" name="Ink 200">
                    <a:extLst>
                      <a:ext uri="{FF2B5EF4-FFF2-40B4-BE49-F238E27FC236}">
                        <a16:creationId xmlns:a16="http://schemas.microsoft.com/office/drawing/2014/main" id="{2E51698D-679D-514C-AA0C-DDDB36A197DC}"/>
                      </a:ext>
                    </a:extLst>
                  </p14:cNvPr>
                  <p14:cNvContentPartPr/>
                  <p14:nvPr/>
                </p14:nvContentPartPr>
                <p14:xfrm>
                  <a:off x="8693307" y="4854147"/>
                  <a:ext cx="456480" cy="300960"/>
                </p14:xfrm>
              </p:contentPart>
            </mc:Choice>
            <mc:Fallback>
              <p:pic>
                <p:nvPicPr>
                  <p:cNvPr id="201" name="Ink 200">
                    <a:extLst>
                      <a:ext uri="{FF2B5EF4-FFF2-40B4-BE49-F238E27FC236}">
                        <a16:creationId xmlns:a16="http://schemas.microsoft.com/office/drawing/2014/main" id="{2E51698D-679D-514C-AA0C-DDDB36A197DC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8672708" y="4832495"/>
                    <a:ext cx="497267" cy="3438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1">
                <p14:nvContentPartPr>
                  <p14:cNvPr id="218" name="Ink 217">
                    <a:extLst>
                      <a:ext uri="{FF2B5EF4-FFF2-40B4-BE49-F238E27FC236}">
                        <a16:creationId xmlns:a16="http://schemas.microsoft.com/office/drawing/2014/main" id="{7701D2C6-1018-734A-40D8-AC18BCF26446}"/>
                      </a:ext>
                    </a:extLst>
                  </p14:cNvPr>
                  <p14:cNvContentPartPr/>
                  <p14:nvPr/>
                </p14:nvContentPartPr>
                <p14:xfrm>
                  <a:off x="9126027" y="5389827"/>
                  <a:ext cx="6480" cy="161640"/>
                </p14:xfrm>
              </p:contentPart>
            </mc:Choice>
            <mc:Fallback>
              <p:pic>
                <p:nvPicPr>
                  <p:cNvPr id="218" name="Ink 217">
                    <a:extLst>
                      <a:ext uri="{FF2B5EF4-FFF2-40B4-BE49-F238E27FC236}">
                        <a16:creationId xmlns:a16="http://schemas.microsoft.com/office/drawing/2014/main" id="{7701D2C6-1018-734A-40D8-AC18BCF26446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9106182" y="5368593"/>
                    <a:ext cx="46575" cy="2045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3">
                <p14:nvContentPartPr>
                  <p14:cNvPr id="219" name="Ink 218">
                    <a:extLst>
                      <a:ext uri="{FF2B5EF4-FFF2-40B4-BE49-F238E27FC236}">
                        <a16:creationId xmlns:a16="http://schemas.microsoft.com/office/drawing/2014/main" id="{9698B40A-0505-6A86-BF9A-ACBB18675205}"/>
                      </a:ext>
                    </a:extLst>
                  </p14:cNvPr>
                  <p14:cNvContentPartPr/>
                  <p14:nvPr/>
                </p14:nvContentPartPr>
                <p14:xfrm>
                  <a:off x="9017667" y="5234667"/>
                  <a:ext cx="112680" cy="104040"/>
                </p14:xfrm>
              </p:contentPart>
            </mc:Choice>
            <mc:Fallback>
              <p:pic>
                <p:nvPicPr>
                  <p:cNvPr id="219" name="Ink 218">
                    <a:extLst>
                      <a:ext uri="{FF2B5EF4-FFF2-40B4-BE49-F238E27FC236}">
                        <a16:creationId xmlns:a16="http://schemas.microsoft.com/office/drawing/2014/main" id="{9698B40A-0505-6A86-BF9A-ACBB18675205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8997442" y="5213425"/>
                    <a:ext cx="153542" cy="1469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5">
                <p14:nvContentPartPr>
                  <p14:cNvPr id="220" name="Ink 219">
                    <a:extLst>
                      <a:ext uri="{FF2B5EF4-FFF2-40B4-BE49-F238E27FC236}">
                        <a16:creationId xmlns:a16="http://schemas.microsoft.com/office/drawing/2014/main" id="{F008E0E7-41D6-3611-4EF5-FA7809D42261}"/>
                      </a:ext>
                    </a:extLst>
                  </p14:cNvPr>
                  <p14:cNvContentPartPr/>
                  <p14:nvPr/>
                </p14:nvContentPartPr>
                <p14:xfrm>
                  <a:off x="9252027" y="5307387"/>
                  <a:ext cx="277560" cy="320040"/>
                </p14:xfrm>
              </p:contentPart>
            </mc:Choice>
            <mc:Fallback>
              <p:pic>
                <p:nvPicPr>
                  <p:cNvPr id="220" name="Ink 219">
                    <a:extLst>
                      <a:ext uri="{FF2B5EF4-FFF2-40B4-BE49-F238E27FC236}">
                        <a16:creationId xmlns:a16="http://schemas.microsoft.com/office/drawing/2014/main" id="{F008E0E7-41D6-3611-4EF5-FA7809D42261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9231406" y="5285733"/>
                    <a:ext cx="318390" cy="3629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7">
                <p14:nvContentPartPr>
                  <p14:cNvPr id="221" name="Ink 220">
                    <a:extLst>
                      <a:ext uri="{FF2B5EF4-FFF2-40B4-BE49-F238E27FC236}">
                        <a16:creationId xmlns:a16="http://schemas.microsoft.com/office/drawing/2014/main" id="{BE6FCFCE-154C-3738-81B7-7B50F6B083FE}"/>
                      </a:ext>
                    </a:extLst>
                  </p14:cNvPr>
                  <p14:cNvContentPartPr/>
                  <p14:nvPr/>
                </p14:nvContentPartPr>
                <p14:xfrm>
                  <a:off x="8779347" y="5717787"/>
                  <a:ext cx="46800" cy="403920"/>
                </p14:xfrm>
              </p:contentPart>
            </mc:Choice>
            <mc:Fallback>
              <p:pic>
                <p:nvPicPr>
                  <p:cNvPr id="221" name="Ink 220">
                    <a:extLst>
                      <a:ext uri="{FF2B5EF4-FFF2-40B4-BE49-F238E27FC236}">
                        <a16:creationId xmlns:a16="http://schemas.microsoft.com/office/drawing/2014/main" id="{BE6FCFCE-154C-3738-81B7-7B50F6B083FE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8758639" y="5696141"/>
                    <a:ext cx="87802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9">
                <p14:nvContentPartPr>
                  <p14:cNvPr id="222" name="Ink 221">
                    <a:extLst>
                      <a:ext uri="{FF2B5EF4-FFF2-40B4-BE49-F238E27FC236}">
                        <a16:creationId xmlns:a16="http://schemas.microsoft.com/office/drawing/2014/main" id="{06396D48-49A5-C2CA-1A25-E8E1DA46A497}"/>
                      </a:ext>
                    </a:extLst>
                  </p14:cNvPr>
                  <p14:cNvContentPartPr/>
                  <p14:nvPr/>
                </p14:nvContentPartPr>
                <p14:xfrm>
                  <a:off x="8648667" y="5719227"/>
                  <a:ext cx="144720" cy="162000"/>
                </p14:xfrm>
              </p:contentPart>
            </mc:Choice>
            <mc:Fallback>
              <p:pic>
                <p:nvPicPr>
                  <p:cNvPr id="222" name="Ink 221">
                    <a:extLst>
                      <a:ext uri="{FF2B5EF4-FFF2-40B4-BE49-F238E27FC236}">
                        <a16:creationId xmlns:a16="http://schemas.microsoft.com/office/drawing/2014/main" id="{06396D48-49A5-C2CA-1A25-E8E1DA46A497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8628464" y="5698002"/>
                    <a:ext cx="185538" cy="2048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1">
                <p14:nvContentPartPr>
                  <p14:cNvPr id="223" name="Ink 222">
                    <a:extLst>
                      <a:ext uri="{FF2B5EF4-FFF2-40B4-BE49-F238E27FC236}">
                        <a16:creationId xmlns:a16="http://schemas.microsoft.com/office/drawing/2014/main" id="{ECED0D40-342C-9196-4D69-71CEFDE4D8FE}"/>
                      </a:ext>
                    </a:extLst>
                  </p14:cNvPr>
                  <p14:cNvContentPartPr/>
                  <p14:nvPr/>
                </p14:nvContentPartPr>
                <p14:xfrm>
                  <a:off x="8641107" y="6136467"/>
                  <a:ext cx="330840" cy="18360"/>
                </p14:xfrm>
              </p:contentPart>
            </mc:Choice>
            <mc:Fallback>
              <p:pic>
                <p:nvPicPr>
                  <p:cNvPr id="223" name="Ink 222">
                    <a:extLst>
                      <a:ext uri="{FF2B5EF4-FFF2-40B4-BE49-F238E27FC236}">
                        <a16:creationId xmlns:a16="http://schemas.microsoft.com/office/drawing/2014/main" id="{ECED0D40-342C-9196-4D69-71CEFDE4D8FE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8620919" y="6115118"/>
                    <a:ext cx="371628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3">
                <p14:nvContentPartPr>
                  <p14:cNvPr id="224" name="Ink 223">
                    <a:extLst>
                      <a:ext uri="{FF2B5EF4-FFF2-40B4-BE49-F238E27FC236}">
                        <a16:creationId xmlns:a16="http://schemas.microsoft.com/office/drawing/2014/main" id="{2C11DFE2-2153-F963-E2A2-DCCD77C1AB54}"/>
                      </a:ext>
                    </a:extLst>
                  </p14:cNvPr>
                  <p14:cNvContentPartPr/>
                  <p14:nvPr/>
                </p14:nvContentPartPr>
                <p14:xfrm>
                  <a:off x="9496827" y="5747307"/>
                  <a:ext cx="410760" cy="448920"/>
                </p14:xfrm>
              </p:contentPart>
            </mc:Choice>
            <mc:Fallback>
              <p:pic>
                <p:nvPicPr>
                  <p:cNvPr id="224" name="Ink 223">
                    <a:extLst>
                      <a:ext uri="{FF2B5EF4-FFF2-40B4-BE49-F238E27FC236}">
                        <a16:creationId xmlns:a16="http://schemas.microsoft.com/office/drawing/2014/main" id="{2C11DFE2-2153-F963-E2A2-DCCD77C1AB54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9476227" y="5725662"/>
                    <a:ext cx="451548" cy="491777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C7E0F621-B13C-75E6-6EAB-C0DAABEE7089}"/>
              </a:ext>
            </a:extLst>
          </p:cNvPr>
          <p:cNvGrpSpPr/>
          <p:nvPr/>
        </p:nvGrpSpPr>
        <p:grpSpPr>
          <a:xfrm>
            <a:off x="7835067" y="5404947"/>
            <a:ext cx="3569760" cy="1065600"/>
            <a:chOff x="7835067" y="5404947"/>
            <a:chExt cx="3569760" cy="10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8412AB7-2047-CD0A-7F80-0D60255554CD}"/>
                    </a:ext>
                  </a:extLst>
                </p14:cNvPr>
                <p14:cNvContentPartPr/>
                <p14:nvPr/>
              </p14:nvContentPartPr>
              <p14:xfrm>
                <a:off x="7913187" y="5438067"/>
                <a:ext cx="39960" cy="4546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8412AB7-2047-CD0A-7F80-0D60255554C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95187" y="5420067"/>
                  <a:ext cx="756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6170863-1AB4-36EC-7615-E5744899AA16}"/>
                    </a:ext>
                  </a:extLst>
                </p14:cNvPr>
                <p14:cNvContentPartPr/>
                <p14:nvPr/>
              </p14:nvContentPartPr>
              <p14:xfrm>
                <a:off x="7993467" y="5622027"/>
                <a:ext cx="154800" cy="222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6170863-1AB4-36EC-7615-E5744899AA1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75827" y="5604027"/>
                  <a:ext cx="190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EB05415-36E5-2935-92C6-6F584DF32E59}"/>
                    </a:ext>
                  </a:extLst>
                </p14:cNvPr>
                <p14:cNvContentPartPr/>
                <p14:nvPr/>
              </p14:nvContentPartPr>
              <p14:xfrm>
                <a:off x="8212347" y="5602587"/>
                <a:ext cx="266040" cy="246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EB05415-36E5-2935-92C6-6F584DF32E5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94347" y="5584947"/>
                  <a:ext cx="3016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A0E4902-A69D-510E-EF89-413230202BC8}"/>
                    </a:ext>
                  </a:extLst>
                </p14:cNvPr>
                <p14:cNvContentPartPr/>
                <p14:nvPr/>
              </p14:nvContentPartPr>
              <p14:xfrm>
                <a:off x="8546067" y="5600427"/>
                <a:ext cx="182880" cy="220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A0E4902-A69D-510E-EF89-413230202BC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28427" y="5582787"/>
                  <a:ext cx="218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C860778-173B-DC06-26D8-A38693EB19FB}"/>
                    </a:ext>
                  </a:extLst>
                </p14:cNvPr>
                <p14:cNvContentPartPr/>
                <p14:nvPr/>
              </p14:nvContentPartPr>
              <p14:xfrm>
                <a:off x="8771787" y="5608707"/>
                <a:ext cx="240840" cy="1695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C860778-173B-DC06-26D8-A38693EB19F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754147" y="5591067"/>
                  <a:ext cx="276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CFE6E83-0634-FDF5-12CB-5C1BCD563C2A}"/>
                    </a:ext>
                  </a:extLst>
                </p14:cNvPr>
                <p14:cNvContentPartPr/>
                <p14:nvPr/>
              </p14:nvContentPartPr>
              <p14:xfrm>
                <a:off x="9385587" y="5414307"/>
                <a:ext cx="264600" cy="381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CFE6E83-0634-FDF5-12CB-5C1BCD563C2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367947" y="5396667"/>
                  <a:ext cx="3002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5EF9FFE-29AA-EB44-37AC-6DAFAFACC562}"/>
                    </a:ext>
                  </a:extLst>
                </p14:cNvPr>
                <p14:cNvContentPartPr/>
                <p14:nvPr/>
              </p14:nvContentPartPr>
              <p14:xfrm>
                <a:off x="9767187" y="5616627"/>
                <a:ext cx="6840" cy="145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5EF9FFE-29AA-EB44-37AC-6DAFAFACC56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749547" y="5598627"/>
                  <a:ext cx="42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CD607D5-BF97-5F79-8A14-70B1F12D7684}"/>
                    </a:ext>
                  </a:extLst>
                </p14:cNvPr>
                <p14:cNvContentPartPr/>
                <p14:nvPr/>
              </p14:nvContentPartPr>
              <p14:xfrm>
                <a:off x="9696627" y="5493507"/>
                <a:ext cx="35640" cy="122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CD607D5-BF97-5F79-8A14-70B1F12D768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78987" y="5475867"/>
                  <a:ext cx="71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B88C76B-7D70-4F85-F715-01789584F459}"/>
                    </a:ext>
                  </a:extLst>
                </p14:cNvPr>
                <p14:cNvContentPartPr/>
                <p14:nvPr/>
              </p14:nvContentPartPr>
              <p14:xfrm>
                <a:off x="9658467" y="5592867"/>
                <a:ext cx="329400" cy="619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B88C76B-7D70-4F85-F715-01789584F45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640467" y="5575227"/>
                  <a:ext cx="36504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2223D10-CEB1-0091-2206-70A086B99E6E}"/>
                    </a:ext>
                  </a:extLst>
                </p14:cNvPr>
                <p14:cNvContentPartPr/>
                <p14:nvPr/>
              </p14:nvContentPartPr>
              <p14:xfrm>
                <a:off x="10146987" y="5610507"/>
                <a:ext cx="7920" cy="174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2223D10-CEB1-0091-2206-70A086B99E6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29347" y="5592507"/>
                  <a:ext cx="43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8445175-C3A4-D026-B861-C535F6447C7F}"/>
                    </a:ext>
                  </a:extLst>
                </p14:cNvPr>
                <p14:cNvContentPartPr/>
                <p14:nvPr/>
              </p14:nvContentPartPr>
              <p14:xfrm>
                <a:off x="9992907" y="5432667"/>
                <a:ext cx="119160" cy="81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8445175-C3A4-D026-B861-C535F6447C7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975267" y="5415027"/>
                  <a:ext cx="154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53C9B96-54BD-87D7-EA2E-00DB0B0138AA}"/>
                    </a:ext>
                  </a:extLst>
                </p14:cNvPr>
                <p14:cNvContentPartPr/>
                <p14:nvPr/>
              </p14:nvContentPartPr>
              <p14:xfrm>
                <a:off x="10378827" y="5404947"/>
                <a:ext cx="153360" cy="3463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53C9B96-54BD-87D7-EA2E-00DB0B0138A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61187" y="5386947"/>
                  <a:ext cx="1890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0A2A14F-F26A-5B45-C2A7-F032C6E8F07B}"/>
                    </a:ext>
                  </a:extLst>
                </p14:cNvPr>
                <p14:cNvContentPartPr/>
                <p14:nvPr/>
              </p14:nvContentPartPr>
              <p14:xfrm>
                <a:off x="10285947" y="5575947"/>
                <a:ext cx="331920" cy="12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0A2A14F-F26A-5B45-C2A7-F032C6E8F07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268307" y="5558307"/>
                  <a:ext cx="367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DCC97F8-E58D-C925-A37C-B6A9A345F953}"/>
                    </a:ext>
                  </a:extLst>
                </p14:cNvPr>
                <p14:cNvContentPartPr/>
                <p14:nvPr/>
              </p14:nvContentPartPr>
              <p14:xfrm>
                <a:off x="7835067" y="6063747"/>
                <a:ext cx="168120" cy="3816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DCC97F8-E58D-C925-A37C-B6A9A345F95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817067" y="6046107"/>
                  <a:ext cx="2037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7A4616A-A727-B92F-6B67-2348D0851706}"/>
                    </a:ext>
                  </a:extLst>
                </p14:cNvPr>
                <p14:cNvContentPartPr/>
                <p14:nvPr/>
              </p14:nvContentPartPr>
              <p14:xfrm>
                <a:off x="8028387" y="6236187"/>
                <a:ext cx="258120" cy="2170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7A4616A-A727-B92F-6B67-2348D085170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010747" y="6218187"/>
                  <a:ext cx="293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B4D0C7E-0ED5-18EE-D68D-85A154765861}"/>
                    </a:ext>
                  </a:extLst>
                </p14:cNvPr>
                <p14:cNvContentPartPr/>
                <p14:nvPr/>
              </p14:nvContentPartPr>
              <p14:xfrm>
                <a:off x="8312067" y="6238347"/>
                <a:ext cx="172440" cy="190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B4D0C7E-0ED5-18EE-D68D-85A15476586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294427" y="6220347"/>
                  <a:ext cx="208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3F5AA37-CFD1-C1EE-DB59-A9477EB3CC5E}"/>
                    </a:ext>
                  </a:extLst>
                </p14:cNvPr>
                <p14:cNvContentPartPr/>
                <p14:nvPr/>
              </p14:nvContentPartPr>
              <p14:xfrm>
                <a:off x="8533107" y="6257067"/>
                <a:ext cx="137160" cy="193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3F5AA37-CFD1-C1EE-DB59-A9477EB3CC5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515467" y="6239427"/>
                  <a:ext cx="172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874C6A7-8F63-708D-E234-4DDC0300B3DD}"/>
                    </a:ext>
                  </a:extLst>
                </p14:cNvPr>
                <p14:cNvContentPartPr/>
                <p14:nvPr/>
              </p14:nvContentPartPr>
              <p14:xfrm>
                <a:off x="8708787" y="6254187"/>
                <a:ext cx="355320" cy="190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874C6A7-8F63-708D-E234-4DDC0300B3D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691147" y="6236187"/>
                  <a:ext cx="390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1C06CA0-1179-0EFA-276A-956C5AE1E4A1}"/>
                    </a:ext>
                  </a:extLst>
                </p14:cNvPr>
                <p14:cNvContentPartPr/>
                <p14:nvPr/>
              </p14:nvContentPartPr>
              <p14:xfrm>
                <a:off x="9155907" y="6235827"/>
                <a:ext cx="331200" cy="2109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1C06CA0-1179-0EFA-276A-956C5AE1E4A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137907" y="6218187"/>
                  <a:ext cx="366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0046E145-8945-0A22-C291-7149B749176E}"/>
                    </a:ext>
                  </a:extLst>
                </p14:cNvPr>
                <p14:cNvContentPartPr/>
                <p14:nvPr/>
              </p14:nvContentPartPr>
              <p14:xfrm>
                <a:off x="10074627" y="6223947"/>
                <a:ext cx="398880" cy="2217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0046E145-8945-0A22-C291-7149B749176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056627" y="6206307"/>
                  <a:ext cx="434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40C069C-132D-52FC-BAD5-4E1807528429}"/>
                    </a:ext>
                  </a:extLst>
                </p14:cNvPr>
                <p14:cNvContentPartPr/>
                <p14:nvPr/>
              </p14:nvContentPartPr>
              <p14:xfrm>
                <a:off x="10511667" y="6196947"/>
                <a:ext cx="637560" cy="2736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40C069C-132D-52FC-BAD5-4E180752842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494027" y="6178947"/>
                  <a:ext cx="673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8F9806B-399B-7272-891B-60AF96153D01}"/>
                    </a:ext>
                  </a:extLst>
                </p14:cNvPr>
                <p14:cNvContentPartPr/>
                <p14:nvPr/>
              </p14:nvContentPartPr>
              <p14:xfrm>
                <a:off x="11221587" y="6184347"/>
                <a:ext cx="183240" cy="2350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8F9806B-399B-7272-891B-60AF96153D0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203947" y="6166707"/>
                  <a:ext cx="21888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BFF0818-2946-4D7A-3986-98AEA30A7A8C}"/>
              </a:ext>
            </a:extLst>
          </p:cNvPr>
          <p:cNvGrpSpPr/>
          <p:nvPr/>
        </p:nvGrpSpPr>
        <p:grpSpPr>
          <a:xfrm>
            <a:off x="6947307" y="3014907"/>
            <a:ext cx="253800" cy="300600"/>
            <a:chOff x="6947307" y="3014907"/>
            <a:chExt cx="25380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79086DC-0F8F-79B3-D20F-0BC740F97358}"/>
                    </a:ext>
                  </a:extLst>
                </p14:cNvPr>
                <p14:cNvContentPartPr/>
                <p14:nvPr/>
              </p14:nvContentPartPr>
              <p14:xfrm>
                <a:off x="6992307" y="3014907"/>
                <a:ext cx="99720" cy="290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79086DC-0F8F-79B3-D20F-0BC740F9735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74307" y="2996907"/>
                  <a:ext cx="1353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7E1D4DD-7A5F-35B7-878B-02FCB427886F}"/>
                    </a:ext>
                  </a:extLst>
                </p14:cNvPr>
                <p14:cNvContentPartPr/>
                <p14:nvPr/>
              </p14:nvContentPartPr>
              <p14:xfrm>
                <a:off x="6947307" y="3293907"/>
                <a:ext cx="253800" cy="21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7E1D4DD-7A5F-35B7-878B-02FCB427886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929667" y="3276267"/>
                  <a:ext cx="28944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3E2F90F-0BFE-D36E-4334-78AD28A8AA94}"/>
              </a:ext>
            </a:extLst>
          </p:cNvPr>
          <p:cNvGrpSpPr/>
          <p:nvPr/>
        </p:nvGrpSpPr>
        <p:grpSpPr>
          <a:xfrm>
            <a:off x="4394547" y="3030747"/>
            <a:ext cx="2089440" cy="628200"/>
            <a:chOff x="4394547" y="3030747"/>
            <a:chExt cx="2089440" cy="62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B9D9B95-B524-2A5C-FAD2-372C71996554}"/>
                    </a:ext>
                  </a:extLst>
                </p14:cNvPr>
                <p14:cNvContentPartPr/>
                <p14:nvPr/>
              </p14:nvContentPartPr>
              <p14:xfrm>
                <a:off x="6247827" y="3074667"/>
                <a:ext cx="236160" cy="173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B9D9B95-B524-2A5C-FAD2-372C7199655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230187" y="3056667"/>
                  <a:ext cx="271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BA91ABC-9C9A-44B7-AF3D-106B44C743C0}"/>
                    </a:ext>
                  </a:extLst>
                </p14:cNvPr>
                <p14:cNvContentPartPr/>
                <p14:nvPr/>
              </p14:nvContentPartPr>
              <p14:xfrm>
                <a:off x="5888907" y="3030747"/>
                <a:ext cx="234360" cy="168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BA91ABC-9C9A-44B7-AF3D-106B44C743C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871267" y="3013107"/>
                  <a:ext cx="270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E426FCE-45FA-A2D3-E825-D1ABB513DF0C}"/>
                    </a:ext>
                  </a:extLst>
                </p14:cNvPr>
                <p14:cNvContentPartPr/>
                <p14:nvPr/>
              </p14:nvContentPartPr>
              <p14:xfrm>
                <a:off x="5491467" y="3089787"/>
                <a:ext cx="203760" cy="133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E426FCE-45FA-A2D3-E825-D1ABB513DF0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473827" y="3071787"/>
                  <a:ext cx="2394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2A24164-570F-BB95-2861-5200A69A1B2F}"/>
                    </a:ext>
                  </a:extLst>
                </p14:cNvPr>
                <p14:cNvContentPartPr/>
                <p14:nvPr/>
              </p14:nvContentPartPr>
              <p14:xfrm>
                <a:off x="5195187" y="3077907"/>
                <a:ext cx="205200" cy="161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2A24164-570F-BB95-2861-5200A69A1B2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177187" y="3060267"/>
                  <a:ext cx="2408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8530B4A-56D9-2BAF-5D59-E7F6D90C3A11}"/>
                    </a:ext>
                  </a:extLst>
                </p14:cNvPr>
                <p14:cNvContentPartPr/>
                <p14:nvPr/>
              </p14:nvContentPartPr>
              <p14:xfrm>
                <a:off x="4849947" y="3098067"/>
                <a:ext cx="192240" cy="146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8530B4A-56D9-2BAF-5D59-E7F6D90C3A1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831947" y="3080427"/>
                  <a:ext cx="2278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1C6DFC7-DD8A-FC51-9D7C-7A87E7D123F2}"/>
                    </a:ext>
                  </a:extLst>
                </p14:cNvPr>
                <p14:cNvContentPartPr/>
                <p14:nvPr/>
              </p14:nvContentPartPr>
              <p14:xfrm>
                <a:off x="4618827" y="3102747"/>
                <a:ext cx="198720" cy="129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1C6DFC7-DD8A-FC51-9D7C-7A87E7D123F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601187" y="3084747"/>
                  <a:ext cx="234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7276102-A14D-5748-A1A7-880F2A070CE1}"/>
                    </a:ext>
                  </a:extLst>
                </p14:cNvPr>
                <p14:cNvContentPartPr/>
                <p14:nvPr/>
              </p14:nvContentPartPr>
              <p14:xfrm>
                <a:off x="4394547" y="3300387"/>
                <a:ext cx="160920" cy="183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7276102-A14D-5748-A1A7-880F2A070CE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376907" y="3282387"/>
                  <a:ext cx="196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899DFB9-8070-1CD8-4FD4-0436F8BB5FB4}"/>
                    </a:ext>
                  </a:extLst>
                </p14:cNvPr>
                <p14:cNvContentPartPr/>
                <p14:nvPr/>
              </p14:nvContentPartPr>
              <p14:xfrm>
                <a:off x="4624587" y="3483267"/>
                <a:ext cx="153000" cy="145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899DFB9-8070-1CD8-4FD4-0436F8BB5FB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06947" y="3465267"/>
                  <a:ext cx="188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354BBB3-A57C-AC1C-D9F6-0AB7B96633B4}"/>
                    </a:ext>
                  </a:extLst>
                </p14:cNvPr>
                <p14:cNvContentPartPr/>
                <p14:nvPr/>
              </p14:nvContentPartPr>
              <p14:xfrm>
                <a:off x="4852467" y="3474627"/>
                <a:ext cx="245160" cy="184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354BBB3-A57C-AC1C-D9F6-0AB7B96633B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834467" y="3456987"/>
                  <a:ext cx="28080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83A5709-5CD4-7415-BC2C-718B79DF897B}"/>
              </a:ext>
            </a:extLst>
          </p:cNvPr>
          <p:cNvGrpSpPr/>
          <p:nvPr/>
        </p:nvGrpSpPr>
        <p:grpSpPr>
          <a:xfrm>
            <a:off x="360747" y="916827"/>
            <a:ext cx="4860720" cy="4581360"/>
            <a:chOff x="360747" y="916827"/>
            <a:chExt cx="4860720" cy="458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2150155-A36A-BFF3-0262-FF1F2B4A0D5E}"/>
                    </a:ext>
                  </a:extLst>
                </p14:cNvPr>
                <p14:cNvContentPartPr/>
                <p14:nvPr/>
              </p14:nvContentPartPr>
              <p14:xfrm>
                <a:off x="549027" y="1115547"/>
                <a:ext cx="27000" cy="528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2150155-A36A-BFF3-0262-FF1F2B4A0D5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31387" y="1097907"/>
                  <a:ext cx="6264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729B32F-DCE9-6D6B-40BC-7DFA3AAF520E}"/>
                    </a:ext>
                  </a:extLst>
                </p14:cNvPr>
                <p14:cNvContentPartPr/>
                <p14:nvPr/>
              </p14:nvContentPartPr>
              <p14:xfrm>
                <a:off x="542547" y="1086747"/>
                <a:ext cx="368280" cy="66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729B32F-DCE9-6D6B-40BC-7DFA3AAF520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24907" y="1069107"/>
                  <a:ext cx="403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CAA8FAE-ED11-EEC6-1406-7FC8FCC43CAD}"/>
                    </a:ext>
                  </a:extLst>
                </p14:cNvPr>
                <p14:cNvContentPartPr/>
                <p14:nvPr/>
              </p14:nvContentPartPr>
              <p14:xfrm>
                <a:off x="550107" y="1327227"/>
                <a:ext cx="372600" cy="73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CAA8FAE-ED11-EEC6-1406-7FC8FCC43CA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32467" y="1309587"/>
                  <a:ext cx="408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894801F-4166-59FF-9118-FDB2C6169359}"/>
                    </a:ext>
                  </a:extLst>
                </p14:cNvPr>
                <p14:cNvContentPartPr/>
                <p14:nvPr/>
              </p14:nvContentPartPr>
              <p14:xfrm>
                <a:off x="618507" y="1562667"/>
                <a:ext cx="280440" cy="68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94801F-4166-59FF-9118-FDB2C616935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00867" y="1544667"/>
                  <a:ext cx="316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A17441F-CB19-7683-7B34-50B2ACECD1EB}"/>
                    </a:ext>
                  </a:extLst>
                </p14:cNvPr>
                <p14:cNvContentPartPr/>
                <p14:nvPr/>
              </p14:nvContentPartPr>
              <p14:xfrm>
                <a:off x="926667" y="1320387"/>
                <a:ext cx="307440" cy="215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A17441F-CB19-7683-7B34-50B2ACECD1E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08667" y="1302747"/>
                  <a:ext cx="3430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7C13F86-51BF-A4A3-6EFD-3812CA1BED2C}"/>
                    </a:ext>
                  </a:extLst>
                </p14:cNvPr>
                <p14:cNvContentPartPr/>
                <p14:nvPr/>
              </p14:nvContentPartPr>
              <p14:xfrm>
                <a:off x="1279107" y="1288707"/>
                <a:ext cx="291600" cy="209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7C13F86-51BF-A4A3-6EFD-3812CA1BED2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261467" y="1271067"/>
                  <a:ext cx="3272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868A027-E461-E34F-E412-A1EC1E7BB1FB}"/>
                    </a:ext>
                  </a:extLst>
                </p14:cNvPr>
                <p14:cNvContentPartPr/>
                <p14:nvPr/>
              </p14:nvContentPartPr>
              <p14:xfrm>
                <a:off x="1587267" y="960747"/>
                <a:ext cx="183600" cy="497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868A027-E461-E34F-E412-A1EC1E7BB1F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569627" y="942747"/>
                  <a:ext cx="21924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EB948F7-17BE-AED1-9064-9EBEC46C2150}"/>
                    </a:ext>
                  </a:extLst>
                </p14:cNvPr>
                <p14:cNvContentPartPr/>
                <p14:nvPr/>
              </p14:nvContentPartPr>
              <p14:xfrm>
                <a:off x="1812987" y="930147"/>
                <a:ext cx="550080" cy="521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EB948F7-17BE-AED1-9064-9EBEC46C215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795347" y="912147"/>
                  <a:ext cx="58572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29C9DB2-C53E-D1CC-9C86-CE3B4F35AD79}"/>
                    </a:ext>
                  </a:extLst>
                </p14:cNvPr>
                <p14:cNvContentPartPr/>
                <p14:nvPr/>
              </p14:nvContentPartPr>
              <p14:xfrm>
                <a:off x="2451627" y="1087827"/>
                <a:ext cx="218520" cy="49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29C9DB2-C53E-D1CC-9C86-CE3B4F35AD7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433627" y="1070187"/>
                  <a:ext cx="254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B4BDC60-D51C-E9C0-5EAA-BE0D31629014}"/>
                    </a:ext>
                  </a:extLst>
                </p14:cNvPr>
                <p14:cNvContentPartPr/>
                <p14:nvPr/>
              </p14:nvContentPartPr>
              <p14:xfrm>
                <a:off x="2530827" y="1232187"/>
                <a:ext cx="140400" cy="45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B4BDC60-D51C-E9C0-5EAA-BE0D316290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512827" y="1214547"/>
                  <a:ext cx="1760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7F8EC0D-3F68-54ED-C713-777E1BB4C048}"/>
                    </a:ext>
                  </a:extLst>
                </p14:cNvPr>
                <p14:cNvContentPartPr/>
                <p14:nvPr/>
              </p14:nvContentPartPr>
              <p14:xfrm>
                <a:off x="2809827" y="916827"/>
                <a:ext cx="174960" cy="421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7F8EC0D-3F68-54ED-C713-777E1BB4C04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791827" y="898827"/>
                  <a:ext cx="2106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55F441-F98D-6F30-4E02-9B4D73896CCE}"/>
                    </a:ext>
                  </a:extLst>
                </p14:cNvPr>
                <p14:cNvContentPartPr/>
                <p14:nvPr/>
              </p14:nvContentPartPr>
              <p14:xfrm>
                <a:off x="2821707" y="1305987"/>
                <a:ext cx="366120" cy="74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55F441-F98D-6F30-4E02-9B4D73896CC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803707" y="1288347"/>
                  <a:ext cx="4017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05CDDA7-9CFC-8E4F-F195-257B63298D22}"/>
                    </a:ext>
                  </a:extLst>
                </p14:cNvPr>
                <p14:cNvContentPartPr/>
                <p14:nvPr/>
              </p14:nvContentPartPr>
              <p14:xfrm>
                <a:off x="360747" y="2279067"/>
                <a:ext cx="351720" cy="363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05CDDA7-9CFC-8E4F-F195-257B63298D2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42747" y="2261427"/>
                  <a:ext cx="38736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80782C5-F5C4-CC03-5ED5-E7B9418A0BAE}"/>
                    </a:ext>
                  </a:extLst>
                </p14:cNvPr>
                <p14:cNvContentPartPr/>
                <p14:nvPr/>
              </p14:nvContentPartPr>
              <p14:xfrm>
                <a:off x="785547" y="2157387"/>
                <a:ext cx="202680" cy="416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80782C5-F5C4-CC03-5ED5-E7B9418A0BA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67547" y="2139387"/>
                  <a:ext cx="23832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56C9899-3F5C-DFB8-8970-B6E3E39E8D68}"/>
                    </a:ext>
                  </a:extLst>
                </p14:cNvPr>
                <p14:cNvContentPartPr/>
                <p14:nvPr/>
              </p14:nvContentPartPr>
              <p14:xfrm>
                <a:off x="1074267" y="2286987"/>
                <a:ext cx="228960" cy="245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56C9899-3F5C-DFB8-8970-B6E3E39E8D6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56627" y="2268987"/>
                  <a:ext cx="2646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1BA671-AB71-5C9B-2236-27FA35838B48}"/>
                    </a:ext>
                  </a:extLst>
                </p14:cNvPr>
                <p14:cNvContentPartPr/>
                <p14:nvPr/>
              </p14:nvContentPartPr>
              <p14:xfrm>
                <a:off x="1385307" y="2202387"/>
                <a:ext cx="581040" cy="239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1BA671-AB71-5C9B-2236-27FA35838B4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367307" y="2184747"/>
                  <a:ext cx="6166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D9AFD94-D474-F32B-882F-C578021268E0}"/>
                    </a:ext>
                  </a:extLst>
                </p14:cNvPr>
                <p14:cNvContentPartPr/>
                <p14:nvPr/>
              </p14:nvContentPartPr>
              <p14:xfrm>
                <a:off x="392067" y="2862627"/>
                <a:ext cx="129600" cy="550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D9AFD94-D474-F32B-882F-C578021268E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74427" y="2844627"/>
                  <a:ext cx="16524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4099F3-284B-6A69-CA07-1597290A59D7}"/>
                    </a:ext>
                  </a:extLst>
                </p14:cNvPr>
                <p14:cNvContentPartPr/>
                <p14:nvPr/>
              </p14:nvContentPartPr>
              <p14:xfrm>
                <a:off x="568107" y="3055587"/>
                <a:ext cx="209160" cy="265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4099F3-284B-6A69-CA07-1597290A59D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50467" y="3037587"/>
                  <a:ext cx="2448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4B495C-5A74-4370-399B-5733CEC2F380}"/>
                    </a:ext>
                  </a:extLst>
                </p14:cNvPr>
                <p14:cNvContentPartPr/>
                <p14:nvPr/>
              </p14:nvContentPartPr>
              <p14:xfrm>
                <a:off x="879507" y="2930307"/>
                <a:ext cx="278280" cy="291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4B495C-5A74-4370-399B-5733CEC2F38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61507" y="2912667"/>
                  <a:ext cx="3139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94CD552-5368-FC17-3556-2073A1339631}"/>
                    </a:ext>
                  </a:extLst>
                </p14:cNvPr>
                <p14:cNvContentPartPr/>
                <p14:nvPr/>
              </p14:nvContentPartPr>
              <p14:xfrm>
                <a:off x="1235547" y="2857587"/>
                <a:ext cx="814320" cy="351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94CD552-5368-FC17-3556-2073A133963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217907" y="2839947"/>
                  <a:ext cx="8499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074EB20-5E7F-DE11-C4FB-6B358877235E}"/>
                    </a:ext>
                  </a:extLst>
                </p14:cNvPr>
                <p14:cNvContentPartPr/>
                <p14:nvPr/>
              </p14:nvContentPartPr>
              <p14:xfrm>
                <a:off x="426267" y="3552387"/>
                <a:ext cx="436320" cy="516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074EB20-5E7F-DE11-C4FB-6B358877235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08627" y="3534747"/>
                  <a:ext cx="47196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2B62E7-818D-3656-4252-1416741DD892}"/>
                    </a:ext>
                  </a:extLst>
                </p14:cNvPr>
                <p14:cNvContentPartPr/>
                <p14:nvPr/>
              </p14:nvContentPartPr>
              <p14:xfrm>
                <a:off x="806787" y="3608187"/>
                <a:ext cx="42120" cy="4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2B62E7-818D-3656-4252-1416741DD89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89147" y="3590547"/>
                  <a:ext cx="77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CA1DBEC-73C4-2461-0241-98EBCE7C8A15}"/>
                    </a:ext>
                  </a:extLst>
                </p14:cNvPr>
                <p14:cNvContentPartPr/>
                <p14:nvPr/>
              </p14:nvContentPartPr>
              <p14:xfrm>
                <a:off x="891747" y="3715467"/>
                <a:ext cx="405360" cy="916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CA1DBEC-73C4-2461-0241-98EBCE7C8A1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73747" y="3697467"/>
                  <a:ext cx="441000" cy="9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6772496-F0C3-4654-940C-B0FE6ABC87BC}"/>
                    </a:ext>
                  </a:extLst>
                </p14:cNvPr>
                <p14:cNvContentPartPr/>
                <p14:nvPr/>
              </p14:nvContentPartPr>
              <p14:xfrm>
                <a:off x="1446507" y="3704667"/>
                <a:ext cx="18360" cy="189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6772496-F0C3-4654-940C-B0FE6ABC87B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428507" y="3686667"/>
                  <a:ext cx="540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C8D4812-B551-31B0-FA34-A00A35F4201B}"/>
                    </a:ext>
                  </a:extLst>
                </p14:cNvPr>
                <p14:cNvContentPartPr/>
                <p14:nvPr/>
              </p14:nvContentPartPr>
              <p14:xfrm>
                <a:off x="1234467" y="3501267"/>
                <a:ext cx="152280" cy="152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C8D4812-B551-31B0-FA34-A00A35F4201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216827" y="3483627"/>
                  <a:ext cx="1879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8EC0D74-0457-58B0-73A9-1AF0261E7D40}"/>
                    </a:ext>
                  </a:extLst>
                </p14:cNvPr>
                <p14:cNvContentPartPr/>
                <p14:nvPr/>
              </p14:nvContentPartPr>
              <p14:xfrm>
                <a:off x="1555587" y="3348627"/>
                <a:ext cx="355320" cy="569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8EC0D74-0457-58B0-73A9-1AF0261E7D4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537587" y="3330987"/>
                  <a:ext cx="39096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05B2B87-4AFD-7F4A-0140-C945F514184A}"/>
                    </a:ext>
                  </a:extLst>
                </p14:cNvPr>
                <p14:cNvContentPartPr/>
                <p14:nvPr/>
              </p14:nvContentPartPr>
              <p14:xfrm>
                <a:off x="1637667" y="3608187"/>
                <a:ext cx="361800" cy="33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05B2B87-4AFD-7F4A-0140-C945F514184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620027" y="3590547"/>
                  <a:ext cx="397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D3BEB5A-3B92-BCF4-74D6-B9C61165B3A0}"/>
                    </a:ext>
                  </a:extLst>
                </p14:cNvPr>
                <p14:cNvContentPartPr/>
                <p14:nvPr/>
              </p14:nvContentPartPr>
              <p14:xfrm>
                <a:off x="3190707" y="1160547"/>
                <a:ext cx="2030760" cy="2426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D3BEB5A-3B92-BCF4-74D6-B9C61165B3A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172707" y="1142547"/>
                  <a:ext cx="2066400" cy="24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7131375-C839-C3CA-FE3C-E4D26981FBCB}"/>
                    </a:ext>
                  </a:extLst>
                </p14:cNvPr>
                <p14:cNvContentPartPr/>
                <p14:nvPr/>
              </p14:nvContentPartPr>
              <p14:xfrm>
                <a:off x="628227" y="5051067"/>
                <a:ext cx="442080" cy="50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7131375-C839-C3CA-FE3C-E4D26981FBC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10587" y="5033067"/>
                  <a:ext cx="477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8D66694-F723-0A83-9769-99A2035FC555}"/>
                    </a:ext>
                  </a:extLst>
                </p14:cNvPr>
                <p14:cNvContentPartPr/>
                <p14:nvPr/>
              </p14:nvContentPartPr>
              <p14:xfrm>
                <a:off x="723267" y="5224227"/>
                <a:ext cx="386280" cy="66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8D66694-F723-0A83-9769-99A2035FC55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05627" y="5206227"/>
                  <a:ext cx="421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F7A025E-9427-8899-AF2A-F86D918589E2}"/>
                    </a:ext>
                  </a:extLst>
                </p14:cNvPr>
                <p14:cNvContentPartPr/>
                <p14:nvPr/>
              </p14:nvContentPartPr>
              <p14:xfrm>
                <a:off x="1261107" y="4880427"/>
                <a:ext cx="544680" cy="617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F7A025E-9427-8899-AF2A-F86D918589E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243467" y="4862787"/>
                  <a:ext cx="580320" cy="65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BEB4DB0-9AEA-6B61-9713-8E4B2F00696A}"/>
                  </a:ext>
                </a:extLst>
              </p14:cNvPr>
              <p14:cNvContentPartPr/>
              <p14:nvPr/>
            </p14:nvContentPartPr>
            <p14:xfrm>
              <a:off x="1899747" y="3519440"/>
              <a:ext cx="8037000" cy="30546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BEB4DB0-9AEA-6B61-9713-8E4B2F00696A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1882107" y="3501800"/>
                <a:ext cx="8072640" cy="309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944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6164E-C58E-C73A-8A47-FCBCC749F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2D2104-5089-F2E6-C694-189370AAF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226" name="Group 225">
            <a:extLst>
              <a:ext uri="{FF2B5EF4-FFF2-40B4-BE49-F238E27FC236}">
                <a16:creationId xmlns:a16="http://schemas.microsoft.com/office/drawing/2014/main" id="{76AD1BE2-D01E-C485-5BEA-9B0F9DC89797}"/>
              </a:ext>
            </a:extLst>
          </p:cNvPr>
          <p:cNvGrpSpPr/>
          <p:nvPr/>
        </p:nvGrpSpPr>
        <p:grpSpPr>
          <a:xfrm>
            <a:off x="8220987" y="325347"/>
            <a:ext cx="3449706" cy="4879800"/>
            <a:chOff x="8220987" y="325347"/>
            <a:chExt cx="3949560" cy="5870880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48C91831-18BF-7BE7-375D-31B7390A6563}"/>
                </a:ext>
              </a:extLst>
            </p:cNvPr>
            <p:cNvGrpSpPr/>
            <p:nvPr/>
          </p:nvGrpSpPr>
          <p:grpSpPr>
            <a:xfrm>
              <a:off x="8733267" y="325347"/>
              <a:ext cx="1160640" cy="2931120"/>
              <a:chOff x="8733267" y="325347"/>
              <a:chExt cx="1160640" cy="2931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171" name="Ink 170">
                    <a:extLst>
                      <a:ext uri="{FF2B5EF4-FFF2-40B4-BE49-F238E27FC236}">
                        <a16:creationId xmlns:a16="http://schemas.microsoft.com/office/drawing/2014/main" id="{76290F56-4C9F-E758-40AB-72DAFC6DC8F8}"/>
                      </a:ext>
                    </a:extLst>
                  </p14:cNvPr>
                  <p14:cNvContentPartPr/>
                  <p14:nvPr/>
                </p14:nvContentPartPr>
                <p14:xfrm>
                  <a:off x="8841267" y="351987"/>
                  <a:ext cx="331920" cy="281880"/>
                </p14:xfrm>
              </p:contentPart>
            </mc:Choice>
            <mc:Fallback>
              <p:pic>
                <p:nvPicPr>
                  <p:cNvPr id="171" name="Ink 170">
                    <a:extLst>
                      <a:ext uri="{FF2B5EF4-FFF2-40B4-BE49-F238E27FC236}">
                        <a16:creationId xmlns:a16="http://schemas.microsoft.com/office/drawing/2014/main" id="{76290F56-4C9F-E758-40AB-72DAFC6DC8F8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821063" y="330770"/>
                    <a:ext cx="372740" cy="3247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172" name="Ink 171">
                    <a:extLst>
                      <a:ext uri="{FF2B5EF4-FFF2-40B4-BE49-F238E27FC236}">
                        <a16:creationId xmlns:a16="http://schemas.microsoft.com/office/drawing/2014/main" id="{2539CC6A-467F-B461-25DC-69AC9077F3AD}"/>
                      </a:ext>
                    </a:extLst>
                  </p14:cNvPr>
                  <p14:cNvContentPartPr/>
                  <p14:nvPr/>
                </p14:nvContentPartPr>
                <p14:xfrm>
                  <a:off x="9334467" y="325347"/>
                  <a:ext cx="272160" cy="262080"/>
                </p14:xfrm>
              </p:contentPart>
            </mc:Choice>
            <mc:Fallback>
              <p:pic>
                <p:nvPicPr>
                  <p:cNvPr id="172" name="Ink 171">
                    <a:extLst>
                      <a:ext uri="{FF2B5EF4-FFF2-40B4-BE49-F238E27FC236}">
                        <a16:creationId xmlns:a16="http://schemas.microsoft.com/office/drawing/2014/main" id="{2539CC6A-467F-B461-25DC-69AC9077F3AD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314292" y="303687"/>
                    <a:ext cx="312922" cy="3049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174" name="Ink 173">
                    <a:extLst>
                      <a:ext uri="{FF2B5EF4-FFF2-40B4-BE49-F238E27FC236}">
                        <a16:creationId xmlns:a16="http://schemas.microsoft.com/office/drawing/2014/main" id="{8C004221-4AA3-300F-8E4F-D9E6C2921C98}"/>
                      </a:ext>
                    </a:extLst>
                  </p14:cNvPr>
                  <p14:cNvContentPartPr/>
                  <p14:nvPr/>
                </p14:nvContentPartPr>
                <p14:xfrm>
                  <a:off x="8871507" y="693267"/>
                  <a:ext cx="340200" cy="312840"/>
                </p14:xfrm>
              </p:contentPart>
            </mc:Choice>
            <mc:Fallback>
              <p:pic>
                <p:nvPicPr>
                  <p:cNvPr id="174" name="Ink 173">
                    <a:extLst>
                      <a:ext uri="{FF2B5EF4-FFF2-40B4-BE49-F238E27FC236}">
                        <a16:creationId xmlns:a16="http://schemas.microsoft.com/office/drawing/2014/main" id="{8C004221-4AA3-300F-8E4F-D9E6C2921C98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8850889" y="671602"/>
                    <a:ext cx="381024" cy="3557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175" name="Ink 174">
                    <a:extLst>
                      <a:ext uri="{FF2B5EF4-FFF2-40B4-BE49-F238E27FC236}">
                        <a16:creationId xmlns:a16="http://schemas.microsoft.com/office/drawing/2014/main" id="{3D7775C6-EA9B-0103-165F-3A5B57B62EFF}"/>
                      </a:ext>
                    </a:extLst>
                  </p14:cNvPr>
                  <p14:cNvContentPartPr/>
                  <p14:nvPr/>
                </p14:nvContentPartPr>
                <p14:xfrm>
                  <a:off x="9563067" y="667707"/>
                  <a:ext cx="61200" cy="354240"/>
                </p14:xfrm>
              </p:contentPart>
            </mc:Choice>
            <mc:Fallback>
              <p:pic>
                <p:nvPicPr>
                  <p:cNvPr id="175" name="Ink 174">
                    <a:extLst>
                      <a:ext uri="{FF2B5EF4-FFF2-40B4-BE49-F238E27FC236}">
                        <a16:creationId xmlns:a16="http://schemas.microsoft.com/office/drawing/2014/main" id="{3D7775C6-EA9B-0103-165F-3A5B57B62EFF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542941" y="646054"/>
                    <a:ext cx="101863" cy="3971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177" name="Ink 176">
                    <a:extLst>
                      <a:ext uri="{FF2B5EF4-FFF2-40B4-BE49-F238E27FC236}">
                        <a16:creationId xmlns:a16="http://schemas.microsoft.com/office/drawing/2014/main" id="{D9859095-C0C2-8646-6227-F20D309EB93F}"/>
                      </a:ext>
                    </a:extLst>
                  </p14:cNvPr>
                  <p14:cNvContentPartPr/>
                  <p14:nvPr/>
                </p14:nvContentPartPr>
                <p14:xfrm>
                  <a:off x="8867907" y="1128507"/>
                  <a:ext cx="285840" cy="340200"/>
                </p14:xfrm>
              </p:contentPart>
            </mc:Choice>
            <mc:Fallback>
              <p:pic>
                <p:nvPicPr>
                  <p:cNvPr id="177" name="Ink 176">
                    <a:extLst>
                      <a:ext uri="{FF2B5EF4-FFF2-40B4-BE49-F238E27FC236}">
                        <a16:creationId xmlns:a16="http://schemas.microsoft.com/office/drawing/2014/main" id="{D9859095-C0C2-8646-6227-F20D309EB93F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8847725" y="1106866"/>
                    <a:ext cx="326615" cy="3830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178" name="Ink 177">
                    <a:extLst>
                      <a:ext uri="{FF2B5EF4-FFF2-40B4-BE49-F238E27FC236}">
                        <a16:creationId xmlns:a16="http://schemas.microsoft.com/office/drawing/2014/main" id="{DC517DDD-C513-0E38-0602-AA295EBF7FFA}"/>
                      </a:ext>
                    </a:extLst>
                  </p14:cNvPr>
                  <p14:cNvContentPartPr/>
                  <p14:nvPr/>
                </p14:nvContentPartPr>
                <p14:xfrm>
                  <a:off x="9475587" y="1134987"/>
                  <a:ext cx="415080" cy="281520"/>
                </p14:xfrm>
              </p:contentPart>
            </mc:Choice>
            <mc:Fallback>
              <p:pic>
                <p:nvPicPr>
                  <p:cNvPr id="178" name="Ink 177">
                    <a:extLst>
                      <a:ext uri="{FF2B5EF4-FFF2-40B4-BE49-F238E27FC236}">
                        <a16:creationId xmlns:a16="http://schemas.microsoft.com/office/drawing/2014/main" id="{DC517DDD-C513-0E38-0602-AA295EBF7FFA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9454977" y="1113332"/>
                    <a:ext cx="455887" cy="3243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179" name="Ink 178">
                    <a:extLst>
                      <a:ext uri="{FF2B5EF4-FFF2-40B4-BE49-F238E27FC236}">
                        <a16:creationId xmlns:a16="http://schemas.microsoft.com/office/drawing/2014/main" id="{CF457B5A-49D8-8828-D174-80DEE5FD6CEF}"/>
                      </a:ext>
                    </a:extLst>
                  </p14:cNvPr>
                  <p14:cNvContentPartPr/>
                  <p14:nvPr/>
                </p14:nvContentPartPr>
                <p14:xfrm>
                  <a:off x="8850987" y="1581027"/>
                  <a:ext cx="262800" cy="337680"/>
                </p14:xfrm>
              </p:contentPart>
            </mc:Choice>
            <mc:Fallback>
              <p:pic>
                <p:nvPicPr>
                  <p:cNvPr id="179" name="Ink 178">
                    <a:extLst>
                      <a:ext uri="{FF2B5EF4-FFF2-40B4-BE49-F238E27FC236}">
                        <a16:creationId xmlns:a16="http://schemas.microsoft.com/office/drawing/2014/main" id="{CF457B5A-49D8-8828-D174-80DEE5FD6CEF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8830391" y="1559381"/>
                    <a:ext cx="303579" cy="3805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180" name="Ink 179">
                    <a:extLst>
                      <a:ext uri="{FF2B5EF4-FFF2-40B4-BE49-F238E27FC236}">
                        <a16:creationId xmlns:a16="http://schemas.microsoft.com/office/drawing/2014/main" id="{44A7284C-9B11-B6D8-97C3-6DDA1CDC6C64}"/>
                      </a:ext>
                    </a:extLst>
                  </p14:cNvPr>
                  <p14:cNvContentPartPr/>
                  <p14:nvPr/>
                </p14:nvContentPartPr>
                <p14:xfrm>
                  <a:off x="9495747" y="1527747"/>
                  <a:ext cx="268560" cy="403920"/>
                </p14:xfrm>
              </p:contentPart>
            </mc:Choice>
            <mc:Fallback>
              <p:pic>
                <p:nvPicPr>
                  <p:cNvPr id="180" name="Ink 179">
                    <a:extLst>
                      <a:ext uri="{FF2B5EF4-FFF2-40B4-BE49-F238E27FC236}">
                        <a16:creationId xmlns:a16="http://schemas.microsoft.com/office/drawing/2014/main" id="{44A7284C-9B11-B6D8-97C3-6DDA1CDC6C64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9475564" y="1506534"/>
                    <a:ext cx="309338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181" name="Ink 180">
                    <a:extLst>
                      <a:ext uri="{FF2B5EF4-FFF2-40B4-BE49-F238E27FC236}">
                        <a16:creationId xmlns:a16="http://schemas.microsoft.com/office/drawing/2014/main" id="{6E5697F8-01EC-8938-DA5A-DDA4217D4E52}"/>
                      </a:ext>
                    </a:extLst>
                  </p14:cNvPr>
                  <p14:cNvContentPartPr/>
                  <p14:nvPr/>
                </p14:nvContentPartPr>
                <p14:xfrm>
                  <a:off x="8820747" y="2004027"/>
                  <a:ext cx="278280" cy="290880"/>
                </p14:xfrm>
              </p:contentPart>
            </mc:Choice>
            <mc:Fallback>
              <p:pic>
                <p:nvPicPr>
                  <p:cNvPr id="181" name="Ink 180">
                    <a:extLst>
                      <a:ext uri="{FF2B5EF4-FFF2-40B4-BE49-F238E27FC236}">
                        <a16:creationId xmlns:a16="http://schemas.microsoft.com/office/drawing/2014/main" id="{6E5697F8-01EC-8938-DA5A-DDA4217D4E52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8800546" y="1982384"/>
                    <a:ext cx="319094" cy="3337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182" name="Ink 181">
                    <a:extLst>
                      <a:ext uri="{FF2B5EF4-FFF2-40B4-BE49-F238E27FC236}">
                        <a16:creationId xmlns:a16="http://schemas.microsoft.com/office/drawing/2014/main" id="{5E3AB50A-C22E-49BA-E6FE-80C5047096C9}"/>
                      </a:ext>
                    </a:extLst>
                  </p14:cNvPr>
                  <p14:cNvContentPartPr/>
                  <p14:nvPr/>
                </p14:nvContentPartPr>
                <p14:xfrm>
                  <a:off x="9536427" y="1999347"/>
                  <a:ext cx="278280" cy="330120"/>
                </p14:xfrm>
              </p:contentPart>
            </mc:Choice>
            <mc:Fallback>
              <p:pic>
                <p:nvPicPr>
                  <p:cNvPr id="182" name="Ink 181">
                    <a:extLst>
                      <a:ext uri="{FF2B5EF4-FFF2-40B4-BE49-F238E27FC236}">
                        <a16:creationId xmlns:a16="http://schemas.microsoft.com/office/drawing/2014/main" id="{5E3AB50A-C22E-49BA-E6FE-80C5047096C9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9515844" y="1978147"/>
                    <a:ext cx="319034" cy="3729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183" name="Ink 182">
                    <a:extLst>
                      <a:ext uri="{FF2B5EF4-FFF2-40B4-BE49-F238E27FC236}">
                        <a16:creationId xmlns:a16="http://schemas.microsoft.com/office/drawing/2014/main" id="{99829022-976C-21C0-4FEA-15F9D69AFE20}"/>
                      </a:ext>
                    </a:extLst>
                  </p14:cNvPr>
                  <p14:cNvContentPartPr/>
                  <p14:nvPr/>
                </p14:nvContentPartPr>
                <p14:xfrm>
                  <a:off x="8733267" y="2460867"/>
                  <a:ext cx="274320" cy="327960"/>
                </p14:xfrm>
              </p:contentPart>
            </mc:Choice>
            <mc:Fallback>
              <p:pic>
                <p:nvPicPr>
                  <p:cNvPr id="183" name="Ink 182">
                    <a:extLst>
                      <a:ext uri="{FF2B5EF4-FFF2-40B4-BE49-F238E27FC236}">
                        <a16:creationId xmlns:a16="http://schemas.microsoft.com/office/drawing/2014/main" id="{99829022-976C-21C0-4FEA-15F9D69AFE20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8712672" y="2439205"/>
                    <a:ext cx="315097" cy="3708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184" name="Ink 183">
                    <a:extLst>
                      <a:ext uri="{FF2B5EF4-FFF2-40B4-BE49-F238E27FC236}">
                        <a16:creationId xmlns:a16="http://schemas.microsoft.com/office/drawing/2014/main" id="{A56A0976-BD05-9A53-E37D-A03F072F8881}"/>
                      </a:ext>
                    </a:extLst>
                  </p14:cNvPr>
                  <p14:cNvContentPartPr/>
                  <p14:nvPr/>
                </p14:nvContentPartPr>
                <p14:xfrm>
                  <a:off x="9596187" y="2448987"/>
                  <a:ext cx="297720" cy="18360"/>
                </p14:xfrm>
              </p:contentPart>
            </mc:Choice>
            <mc:Fallback>
              <p:pic>
                <p:nvPicPr>
                  <p:cNvPr id="184" name="Ink 183">
                    <a:extLst>
                      <a:ext uri="{FF2B5EF4-FFF2-40B4-BE49-F238E27FC236}">
                        <a16:creationId xmlns:a16="http://schemas.microsoft.com/office/drawing/2014/main" id="{A56A0976-BD05-9A53-E37D-A03F072F8881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9575982" y="2428065"/>
                    <a:ext cx="338543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185" name="Ink 184">
                    <a:extLst>
                      <a:ext uri="{FF2B5EF4-FFF2-40B4-BE49-F238E27FC236}">
                        <a16:creationId xmlns:a16="http://schemas.microsoft.com/office/drawing/2014/main" id="{5DDD0ECD-0760-C270-AA26-EE30EA3B28F9}"/>
                      </a:ext>
                    </a:extLst>
                  </p14:cNvPr>
                  <p14:cNvContentPartPr/>
                  <p14:nvPr/>
                </p14:nvContentPartPr>
                <p14:xfrm>
                  <a:off x="9626067" y="2481387"/>
                  <a:ext cx="215640" cy="406800"/>
                </p14:xfrm>
              </p:contentPart>
            </mc:Choice>
            <mc:Fallback>
              <p:pic>
                <p:nvPicPr>
                  <p:cNvPr id="185" name="Ink 184">
                    <a:extLst>
                      <a:ext uri="{FF2B5EF4-FFF2-40B4-BE49-F238E27FC236}">
                        <a16:creationId xmlns:a16="http://schemas.microsoft.com/office/drawing/2014/main" id="{5DDD0ECD-0760-C270-AA26-EE30EA3B28F9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9605451" y="2459726"/>
                    <a:ext cx="256459" cy="4496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186" name="Ink 185">
                    <a:extLst>
                      <a:ext uri="{FF2B5EF4-FFF2-40B4-BE49-F238E27FC236}">
                        <a16:creationId xmlns:a16="http://schemas.microsoft.com/office/drawing/2014/main" id="{000F23E1-A1FB-6A41-F58D-108E42D64E9E}"/>
                      </a:ext>
                    </a:extLst>
                  </p14:cNvPr>
                  <p14:cNvContentPartPr/>
                  <p14:nvPr/>
                </p14:nvContentPartPr>
                <p14:xfrm>
                  <a:off x="8742627" y="2883147"/>
                  <a:ext cx="306360" cy="373320"/>
                </p14:xfrm>
              </p:contentPart>
            </mc:Choice>
            <mc:Fallback>
              <p:pic>
                <p:nvPicPr>
                  <p:cNvPr id="186" name="Ink 185">
                    <a:extLst>
                      <a:ext uri="{FF2B5EF4-FFF2-40B4-BE49-F238E27FC236}">
                        <a16:creationId xmlns:a16="http://schemas.microsoft.com/office/drawing/2014/main" id="{000F23E1-A1FB-6A41-F58D-108E42D64E9E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8722450" y="2861493"/>
                    <a:ext cx="347126" cy="4161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187" name="Ink 186">
                    <a:extLst>
                      <a:ext uri="{FF2B5EF4-FFF2-40B4-BE49-F238E27FC236}">
                        <a16:creationId xmlns:a16="http://schemas.microsoft.com/office/drawing/2014/main" id="{158DCE36-D159-7237-DA0F-ABB723F14D05}"/>
                      </a:ext>
                    </a:extLst>
                  </p14:cNvPr>
                  <p14:cNvContentPartPr/>
                  <p14:nvPr/>
                </p14:nvContentPartPr>
                <p14:xfrm>
                  <a:off x="9484947" y="2941107"/>
                  <a:ext cx="333720" cy="287640"/>
                </p14:xfrm>
              </p:contentPart>
            </mc:Choice>
            <mc:Fallback>
              <p:pic>
                <p:nvPicPr>
                  <p:cNvPr id="187" name="Ink 186">
                    <a:extLst>
                      <a:ext uri="{FF2B5EF4-FFF2-40B4-BE49-F238E27FC236}">
                        <a16:creationId xmlns:a16="http://schemas.microsoft.com/office/drawing/2014/main" id="{158DCE36-D159-7237-DA0F-ABB723F14D05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9464759" y="2919881"/>
                    <a:ext cx="374508" cy="33052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4454E1C4-2E6F-1F2D-D394-18B4FE781A12}"/>
                </a:ext>
              </a:extLst>
            </p:cNvPr>
            <p:cNvGrpSpPr/>
            <p:nvPr/>
          </p:nvGrpSpPr>
          <p:grpSpPr>
            <a:xfrm>
              <a:off x="8220987" y="3431427"/>
              <a:ext cx="3949560" cy="2764800"/>
              <a:chOff x="8220987" y="3431427"/>
              <a:chExt cx="3949560" cy="2764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188" name="Ink 187">
                    <a:extLst>
                      <a:ext uri="{FF2B5EF4-FFF2-40B4-BE49-F238E27FC236}">
                        <a16:creationId xmlns:a16="http://schemas.microsoft.com/office/drawing/2014/main" id="{8E9408D6-4116-B95E-C8FB-7D929AD872C0}"/>
                      </a:ext>
                    </a:extLst>
                  </p14:cNvPr>
                  <p14:cNvContentPartPr/>
                  <p14:nvPr/>
                </p14:nvContentPartPr>
                <p14:xfrm>
                  <a:off x="8708787" y="3431427"/>
                  <a:ext cx="336240" cy="322920"/>
                </p14:xfrm>
              </p:contentPart>
            </mc:Choice>
            <mc:Fallback>
              <p:pic>
                <p:nvPicPr>
                  <p:cNvPr id="188" name="Ink 187">
                    <a:extLst>
                      <a:ext uri="{FF2B5EF4-FFF2-40B4-BE49-F238E27FC236}">
                        <a16:creationId xmlns:a16="http://schemas.microsoft.com/office/drawing/2014/main" id="{8E9408D6-4116-B95E-C8FB-7D929AD872C0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8688184" y="3409755"/>
                    <a:ext cx="377034" cy="3658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193" name="Ink 192">
                    <a:extLst>
                      <a:ext uri="{FF2B5EF4-FFF2-40B4-BE49-F238E27FC236}">
                        <a16:creationId xmlns:a16="http://schemas.microsoft.com/office/drawing/2014/main" id="{2ACA84A9-7A61-CC03-3446-E721C1C69E30}"/>
                      </a:ext>
                    </a:extLst>
                  </p14:cNvPr>
                  <p14:cNvContentPartPr/>
                  <p14:nvPr/>
                </p14:nvContentPartPr>
                <p14:xfrm>
                  <a:off x="8726427" y="3887907"/>
                  <a:ext cx="315360" cy="319680"/>
                </p14:xfrm>
              </p:contentPart>
            </mc:Choice>
            <mc:Fallback>
              <p:pic>
                <p:nvPicPr>
                  <p:cNvPr id="193" name="Ink 192">
                    <a:extLst>
                      <a:ext uri="{FF2B5EF4-FFF2-40B4-BE49-F238E27FC236}">
                        <a16:creationId xmlns:a16="http://schemas.microsoft.com/office/drawing/2014/main" id="{2ACA84A9-7A61-CC03-3446-E721C1C69E30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8705815" y="3866278"/>
                    <a:ext cx="356171" cy="3625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7">
                <p14:nvContentPartPr>
                  <p14:cNvPr id="195" name="Ink 194">
                    <a:extLst>
                      <a:ext uri="{FF2B5EF4-FFF2-40B4-BE49-F238E27FC236}">
                        <a16:creationId xmlns:a16="http://schemas.microsoft.com/office/drawing/2014/main" id="{1507C023-9881-8D25-0BD8-692C174FD64E}"/>
                      </a:ext>
                    </a:extLst>
                  </p14:cNvPr>
                  <p14:cNvContentPartPr/>
                  <p14:nvPr/>
                </p14:nvContentPartPr>
                <p14:xfrm>
                  <a:off x="8695107" y="4234227"/>
                  <a:ext cx="282240" cy="340920"/>
                </p14:xfrm>
              </p:contentPart>
            </mc:Choice>
            <mc:Fallback>
              <p:pic>
                <p:nvPicPr>
                  <p:cNvPr id="195" name="Ink 194">
                    <a:extLst>
                      <a:ext uri="{FF2B5EF4-FFF2-40B4-BE49-F238E27FC236}">
                        <a16:creationId xmlns:a16="http://schemas.microsoft.com/office/drawing/2014/main" id="{1507C023-9881-8D25-0BD8-692C174FD64E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8674506" y="4212568"/>
                    <a:ext cx="323031" cy="3838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9">
                <p14:nvContentPartPr>
                  <p14:cNvPr id="189" name="Ink 188">
                    <a:extLst>
                      <a:ext uri="{FF2B5EF4-FFF2-40B4-BE49-F238E27FC236}">
                        <a16:creationId xmlns:a16="http://schemas.microsoft.com/office/drawing/2014/main" id="{307E76CF-9153-B3CF-E739-20315CFCD78E}"/>
                      </a:ext>
                    </a:extLst>
                  </p14:cNvPr>
                  <p14:cNvContentPartPr/>
                  <p14:nvPr/>
                </p14:nvContentPartPr>
                <p14:xfrm>
                  <a:off x="9468387" y="3438267"/>
                  <a:ext cx="343080" cy="330840"/>
                </p14:xfrm>
              </p:contentPart>
            </mc:Choice>
            <mc:Fallback>
              <p:pic>
                <p:nvPicPr>
                  <p:cNvPr id="189" name="Ink 188">
                    <a:extLst>
                      <a:ext uri="{FF2B5EF4-FFF2-40B4-BE49-F238E27FC236}">
                        <a16:creationId xmlns:a16="http://schemas.microsoft.com/office/drawing/2014/main" id="{307E76CF-9153-B3CF-E739-20315CFCD78E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9448206" y="3417048"/>
                    <a:ext cx="383854" cy="3737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1">
                <p14:nvContentPartPr>
                  <p14:cNvPr id="190" name="Ink 189">
                    <a:extLst>
                      <a:ext uri="{FF2B5EF4-FFF2-40B4-BE49-F238E27FC236}">
                        <a16:creationId xmlns:a16="http://schemas.microsoft.com/office/drawing/2014/main" id="{E80AEF9F-EC61-B256-3406-061CCEC5CCB3}"/>
                      </a:ext>
                    </a:extLst>
                  </p14:cNvPr>
                  <p14:cNvContentPartPr/>
                  <p14:nvPr/>
                </p14:nvContentPartPr>
                <p14:xfrm>
                  <a:off x="9616707" y="3637347"/>
                  <a:ext cx="276120" cy="30240"/>
                </p14:xfrm>
              </p:contentPart>
            </mc:Choice>
            <mc:Fallback>
              <p:pic>
                <p:nvPicPr>
                  <p:cNvPr id="190" name="Ink 189">
                    <a:extLst>
                      <a:ext uri="{FF2B5EF4-FFF2-40B4-BE49-F238E27FC236}">
                        <a16:creationId xmlns:a16="http://schemas.microsoft.com/office/drawing/2014/main" id="{E80AEF9F-EC61-B256-3406-061CCEC5CCB3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9596101" y="3615747"/>
                    <a:ext cx="316920" cy="730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3">
                <p14:nvContentPartPr>
                  <p14:cNvPr id="194" name="Ink 193">
                    <a:extLst>
                      <a:ext uri="{FF2B5EF4-FFF2-40B4-BE49-F238E27FC236}">
                        <a16:creationId xmlns:a16="http://schemas.microsoft.com/office/drawing/2014/main" id="{BFDC8D3D-DE0A-CDBB-2F62-8BA8FAD9F842}"/>
                      </a:ext>
                    </a:extLst>
                  </p14:cNvPr>
                  <p14:cNvContentPartPr/>
                  <p14:nvPr/>
                </p14:nvContentPartPr>
                <p14:xfrm>
                  <a:off x="9574587" y="3818067"/>
                  <a:ext cx="223920" cy="404280"/>
                </p14:xfrm>
              </p:contentPart>
            </mc:Choice>
            <mc:Fallback>
              <p:pic>
                <p:nvPicPr>
                  <p:cNvPr id="194" name="Ink 193">
                    <a:extLst>
                      <a:ext uri="{FF2B5EF4-FFF2-40B4-BE49-F238E27FC236}">
                        <a16:creationId xmlns:a16="http://schemas.microsoft.com/office/drawing/2014/main" id="{BFDC8D3D-DE0A-CDBB-2F62-8BA8FAD9F842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9554418" y="3796857"/>
                    <a:ext cx="264670" cy="4471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">
                <p14:nvContentPartPr>
                  <p14:cNvPr id="196" name="Ink 195">
                    <a:extLst>
                      <a:ext uri="{FF2B5EF4-FFF2-40B4-BE49-F238E27FC236}">
                        <a16:creationId xmlns:a16="http://schemas.microsoft.com/office/drawing/2014/main" id="{DDDA9BA5-4C1B-BF07-5FCB-D2579A4656E4}"/>
                      </a:ext>
                    </a:extLst>
                  </p14:cNvPr>
                  <p14:cNvContentPartPr/>
                  <p14:nvPr/>
                </p14:nvContentPartPr>
                <p14:xfrm>
                  <a:off x="9509787" y="4264467"/>
                  <a:ext cx="382680" cy="434160"/>
                </p14:xfrm>
              </p:contentPart>
            </mc:Choice>
            <mc:Fallback>
              <p:pic>
                <p:nvPicPr>
                  <p:cNvPr id="196" name="Ink 195">
                    <a:extLst>
                      <a:ext uri="{FF2B5EF4-FFF2-40B4-BE49-F238E27FC236}">
                        <a16:creationId xmlns:a16="http://schemas.microsoft.com/office/drawing/2014/main" id="{DDDA9BA5-4C1B-BF07-5FCB-D2579A4656E4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9489191" y="4242802"/>
                    <a:ext cx="423461" cy="4770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">
                <p14:nvContentPartPr>
                  <p14:cNvPr id="202" name="Ink 201">
                    <a:extLst>
                      <a:ext uri="{FF2B5EF4-FFF2-40B4-BE49-F238E27FC236}">
                        <a16:creationId xmlns:a16="http://schemas.microsoft.com/office/drawing/2014/main" id="{42D04087-E744-859C-5EF6-0DCA892F1556}"/>
                      </a:ext>
                    </a:extLst>
                  </p14:cNvPr>
                  <p14:cNvContentPartPr/>
                  <p14:nvPr/>
                </p14:nvContentPartPr>
                <p14:xfrm>
                  <a:off x="9516627" y="4881147"/>
                  <a:ext cx="535320" cy="280800"/>
                </p14:xfrm>
              </p:contentPart>
            </mc:Choice>
            <mc:Fallback>
              <p:pic>
                <p:nvPicPr>
                  <p:cNvPr id="202" name="Ink 201">
                    <a:extLst>
                      <a:ext uri="{FF2B5EF4-FFF2-40B4-BE49-F238E27FC236}">
                        <a16:creationId xmlns:a16="http://schemas.microsoft.com/office/drawing/2014/main" id="{42D04087-E744-859C-5EF6-0DCA892F1556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9496434" y="4859514"/>
                    <a:ext cx="576118" cy="3236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9">
                <p14:nvContentPartPr>
                  <p14:cNvPr id="203" name="Ink 202">
                    <a:extLst>
                      <a:ext uri="{FF2B5EF4-FFF2-40B4-BE49-F238E27FC236}">
                        <a16:creationId xmlns:a16="http://schemas.microsoft.com/office/drawing/2014/main" id="{8C1F3E0B-C6F3-4A6C-64BF-842DD5457049}"/>
                      </a:ext>
                    </a:extLst>
                  </p14:cNvPr>
                  <p14:cNvContentPartPr/>
                  <p14:nvPr/>
                </p14:nvContentPartPr>
                <p14:xfrm>
                  <a:off x="10029987" y="4885467"/>
                  <a:ext cx="256320" cy="301680"/>
                </p14:xfrm>
              </p:contentPart>
            </mc:Choice>
            <mc:Fallback>
              <p:pic>
                <p:nvPicPr>
                  <p:cNvPr id="203" name="Ink 202">
                    <a:extLst>
                      <a:ext uri="{FF2B5EF4-FFF2-40B4-BE49-F238E27FC236}">
                        <a16:creationId xmlns:a16="http://schemas.microsoft.com/office/drawing/2014/main" id="{8C1F3E0B-C6F3-4A6C-64BF-842DD5457049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10009795" y="4863826"/>
                    <a:ext cx="297117" cy="3445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">
                <p14:nvContentPartPr>
                  <p14:cNvPr id="204" name="Ink 203">
                    <a:extLst>
                      <a:ext uri="{FF2B5EF4-FFF2-40B4-BE49-F238E27FC236}">
                        <a16:creationId xmlns:a16="http://schemas.microsoft.com/office/drawing/2014/main" id="{F4985519-0057-B7A5-668E-7EEC53D9B092}"/>
                      </a:ext>
                    </a:extLst>
                  </p14:cNvPr>
                  <p14:cNvContentPartPr/>
                  <p14:nvPr/>
                </p14:nvContentPartPr>
                <p14:xfrm>
                  <a:off x="10401867" y="4719507"/>
                  <a:ext cx="148680" cy="386280"/>
                </p14:xfrm>
              </p:contentPart>
            </mc:Choice>
            <mc:Fallback>
              <p:pic>
                <p:nvPicPr>
                  <p:cNvPr id="204" name="Ink 203">
                    <a:extLst>
                      <a:ext uri="{FF2B5EF4-FFF2-40B4-BE49-F238E27FC236}">
                        <a16:creationId xmlns:a16="http://schemas.microsoft.com/office/drawing/2014/main" id="{F4985519-0057-B7A5-668E-7EEC53D9B092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10381686" y="4697855"/>
                    <a:ext cx="189454" cy="42915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3">
                <p14:nvContentPartPr>
                  <p14:cNvPr id="205" name="Ink 204">
                    <a:extLst>
                      <a:ext uri="{FF2B5EF4-FFF2-40B4-BE49-F238E27FC236}">
                        <a16:creationId xmlns:a16="http://schemas.microsoft.com/office/drawing/2014/main" id="{B78805BC-46FA-3756-5D8A-9A513726BCB3}"/>
                      </a:ext>
                    </a:extLst>
                  </p14:cNvPr>
                  <p14:cNvContentPartPr/>
                  <p14:nvPr/>
                </p14:nvContentPartPr>
                <p14:xfrm>
                  <a:off x="10351107" y="4921467"/>
                  <a:ext cx="373680" cy="9000"/>
                </p14:xfrm>
              </p:contentPart>
            </mc:Choice>
            <mc:Fallback>
              <p:pic>
                <p:nvPicPr>
                  <p:cNvPr id="205" name="Ink 204">
                    <a:extLst>
                      <a:ext uri="{FF2B5EF4-FFF2-40B4-BE49-F238E27FC236}">
                        <a16:creationId xmlns:a16="http://schemas.microsoft.com/office/drawing/2014/main" id="{B78805BC-46FA-3756-5D8A-9A513726BCB3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10330919" y="4900467"/>
                    <a:ext cx="414468" cy="514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">
                <p14:nvContentPartPr>
                  <p14:cNvPr id="208" name="Ink 207">
                    <a:extLst>
                      <a:ext uri="{FF2B5EF4-FFF2-40B4-BE49-F238E27FC236}">
                        <a16:creationId xmlns:a16="http://schemas.microsoft.com/office/drawing/2014/main" id="{08DD163F-B0B5-6E9C-E217-21DE59806553}"/>
                      </a:ext>
                    </a:extLst>
                  </p14:cNvPr>
                  <p14:cNvContentPartPr/>
                  <p14:nvPr/>
                </p14:nvContentPartPr>
                <p14:xfrm>
                  <a:off x="10830267" y="4873227"/>
                  <a:ext cx="235800" cy="228600"/>
                </p14:xfrm>
              </p:contentPart>
            </mc:Choice>
            <mc:Fallback>
              <p:pic>
                <p:nvPicPr>
                  <p:cNvPr id="208" name="Ink 207">
                    <a:extLst>
                      <a:ext uri="{FF2B5EF4-FFF2-40B4-BE49-F238E27FC236}">
                        <a16:creationId xmlns:a16="http://schemas.microsoft.com/office/drawing/2014/main" id="{08DD163F-B0B5-6E9C-E217-21DE59806553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10810067" y="4852012"/>
                    <a:ext cx="276612" cy="2714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">
                <p14:nvContentPartPr>
                  <p14:cNvPr id="209" name="Ink 208">
                    <a:extLst>
                      <a:ext uri="{FF2B5EF4-FFF2-40B4-BE49-F238E27FC236}">
                        <a16:creationId xmlns:a16="http://schemas.microsoft.com/office/drawing/2014/main" id="{A7737860-A430-DE65-7F00-0B2552EEDDED}"/>
                      </a:ext>
                    </a:extLst>
                  </p14:cNvPr>
                  <p14:cNvContentPartPr/>
                  <p14:nvPr/>
                </p14:nvContentPartPr>
                <p14:xfrm>
                  <a:off x="11116827" y="4901307"/>
                  <a:ext cx="152280" cy="217440"/>
                </p14:xfrm>
              </p:contentPart>
            </mc:Choice>
            <mc:Fallback>
              <p:pic>
                <p:nvPicPr>
                  <p:cNvPr id="209" name="Ink 208">
                    <a:extLst>
                      <a:ext uri="{FF2B5EF4-FFF2-40B4-BE49-F238E27FC236}">
                        <a16:creationId xmlns:a16="http://schemas.microsoft.com/office/drawing/2014/main" id="{A7737860-A430-DE65-7F00-0B2552EEDDED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11096660" y="4879650"/>
                    <a:ext cx="193025" cy="2603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">
                <p14:nvContentPartPr>
                  <p14:cNvPr id="210" name="Ink 209">
                    <a:extLst>
                      <a:ext uri="{FF2B5EF4-FFF2-40B4-BE49-F238E27FC236}">
                        <a16:creationId xmlns:a16="http://schemas.microsoft.com/office/drawing/2014/main" id="{EB4CA177-D0DF-5088-02DF-8818E1A210BD}"/>
                      </a:ext>
                    </a:extLst>
                  </p14:cNvPr>
                  <p14:cNvContentPartPr/>
                  <p14:nvPr/>
                </p14:nvContentPartPr>
                <p14:xfrm>
                  <a:off x="11282787" y="4886187"/>
                  <a:ext cx="293400" cy="196200"/>
                </p14:xfrm>
              </p:contentPart>
            </mc:Choice>
            <mc:Fallback>
              <p:pic>
                <p:nvPicPr>
                  <p:cNvPr id="210" name="Ink 209">
                    <a:extLst>
                      <a:ext uri="{FF2B5EF4-FFF2-40B4-BE49-F238E27FC236}">
                        <a16:creationId xmlns:a16="http://schemas.microsoft.com/office/drawing/2014/main" id="{EB4CA177-D0DF-5088-02DF-8818E1A210BD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11262183" y="4864579"/>
                    <a:ext cx="334196" cy="2389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1">
                <p14:nvContentPartPr>
                  <p14:cNvPr id="211" name="Ink 210">
                    <a:extLst>
                      <a:ext uri="{FF2B5EF4-FFF2-40B4-BE49-F238E27FC236}">
                        <a16:creationId xmlns:a16="http://schemas.microsoft.com/office/drawing/2014/main" id="{9414C820-F277-A17A-69B3-3450689CE8A8}"/>
                      </a:ext>
                    </a:extLst>
                  </p14:cNvPr>
                  <p14:cNvContentPartPr/>
                  <p14:nvPr/>
                </p14:nvContentPartPr>
                <p14:xfrm>
                  <a:off x="11628027" y="4708347"/>
                  <a:ext cx="110880" cy="374760"/>
                </p14:xfrm>
              </p:contentPart>
            </mc:Choice>
            <mc:Fallback>
              <p:pic>
                <p:nvPicPr>
                  <p:cNvPr id="211" name="Ink 210">
                    <a:extLst>
                      <a:ext uri="{FF2B5EF4-FFF2-40B4-BE49-F238E27FC236}">
                        <a16:creationId xmlns:a16="http://schemas.microsoft.com/office/drawing/2014/main" id="{9414C820-F277-A17A-69B3-3450689CE8A8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11607830" y="4686710"/>
                    <a:ext cx="151687" cy="4176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3">
                <p14:nvContentPartPr>
                  <p14:cNvPr id="212" name="Ink 211">
                    <a:extLst>
                      <a:ext uri="{FF2B5EF4-FFF2-40B4-BE49-F238E27FC236}">
                        <a16:creationId xmlns:a16="http://schemas.microsoft.com/office/drawing/2014/main" id="{90082164-59AE-52D5-7E71-1EDBD67BD732}"/>
                      </a:ext>
                    </a:extLst>
                  </p14:cNvPr>
                  <p14:cNvContentPartPr/>
                  <p14:nvPr/>
                </p14:nvContentPartPr>
                <p14:xfrm>
                  <a:off x="11764827" y="4919307"/>
                  <a:ext cx="405720" cy="209880"/>
                </p14:xfrm>
              </p:contentPart>
            </mc:Choice>
            <mc:Fallback>
              <p:pic>
                <p:nvPicPr>
                  <p:cNvPr id="212" name="Ink 211">
                    <a:extLst>
                      <a:ext uri="{FF2B5EF4-FFF2-40B4-BE49-F238E27FC236}">
                        <a16:creationId xmlns:a16="http://schemas.microsoft.com/office/drawing/2014/main" id="{90082164-59AE-52D5-7E71-1EDBD67BD732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11744623" y="4898103"/>
                    <a:ext cx="446539" cy="2527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5">
                <p14:nvContentPartPr>
                  <p14:cNvPr id="199" name="Ink 198">
                    <a:extLst>
                      <a:ext uri="{FF2B5EF4-FFF2-40B4-BE49-F238E27FC236}">
                        <a16:creationId xmlns:a16="http://schemas.microsoft.com/office/drawing/2014/main" id="{848F3487-F32D-CE14-E723-6BAC65FF7515}"/>
                      </a:ext>
                    </a:extLst>
                  </p14:cNvPr>
                  <p14:cNvContentPartPr/>
                  <p14:nvPr/>
                </p14:nvContentPartPr>
                <p14:xfrm>
                  <a:off x="8220987" y="4850907"/>
                  <a:ext cx="644400" cy="28080"/>
                </p14:xfrm>
              </p:contentPart>
            </mc:Choice>
            <mc:Fallback>
              <p:pic>
                <p:nvPicPr>
                  <p:cNvPr id="199" name="Ink 198">
                    <a:extLst>
                      <a:ext uri="{FF2B5EF4-FFF2-40B4-BE49-F238E27FC236}">
                        <a16:creationId xmlns:a16="http://schemas.microsoft.com/office/drawing/2014/main" id="{848F3487-F32D-CE14-E723-6BAC65FF7515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8200373" y="4829739"/>
                    <a:ext cx="685216" cy="708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7">
                <p14:nvContentPartPr>
                  <p14:cNvPr id="200" name="Ink 199">
                    <a:extLst>
                      <a:ext uri="{FF2B5EF4-FFF2-40B4-BE49-F238E27FC236}">
                        <a16:creationId xmlns:a16="http://schemas.microsoft.com/office/drawing/2014/main" id="{E84BDFFA-221B-F90B-94AC-2F2871120A2F}"/>
                      </a:ext>
                    </a:extLst>
                  </p14:cNvPr>
                  <p14:cNvContentPartPr/>
                  <p14:nvPr/>
                </p14:nvContentPartPr>
                <p14:xfrm>
                  <a:off x="8553987" y="4857027"/>
                  <a:ext cx="40320" cy="332280"/>
                </p14:xfrm>
              </p:contentPart>
            </mc:Choice>
            <mc:Fallback>
              <p:pic>
                <p:nvPicPr>
                  <p:cNvPr id="200" name="Ink 199">
                    <a:extLst>
                      <a:ext uri="{FF2B5EF4-FFF2-40B4-BE49-F238E27FC236}">
                        <a16:creationId xmlns:a16="http://schemas.microsoft.com/office/drawing/2014/main" id="{E84BDFFA-221B-F90B-94AC-2F2871120A2F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8533827" y="4835366"/>
                    <a:ext cx="81051" cy="3751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9">
                <p14:nvContentPartPr>
                  <p14:cNvPr id="201" name="Ink 200">
                    <a:extLst>
                      <a:ext uri="{FF2B5EF4-FFF2-40B4-BE49-F238E27FC236}">
                        <a16:creationId xmlns:a16="http://schemas.microsoft.com/office/drawing/2014/main" id="{36F43052-ABD7-4DF9-AF70-9E53466A9EE4}"/>
                      </a:ext>
                    </a:extLst>
                  </p14:cNvPr>
                  <p14:cNvContentPartPr/>
                  <p14:nvPr/>
                </p14:nvContentPartPr>
                <p14:xfrm>
                  <a:off x="8693307" y="4854147"/>
                  <a:ext cx="456480" cy="300960"/>
                </p14:xfrm>
              </p:contentPart>
            </mc:Choice>
            <mc:Fallback>
              <p:pic>
                <p:nvPicPr>
                  <p:cNvPr id="201" name="Ink 200">
                    <a:extLst>
                      <a:ext uri="{FF2B5EF4-FFF2-40B4-BE49-F238E27FC236}">
                        <a16:creationId xmlns:a16="http://schemas.microsoft.com/office/drawing/2014/main" id="{36F43052-ABD7-4DF9-AF70-9E53466A9EE4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8672708" y="4832495"/>
                    <a:ext cx="497267" cy="3438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1">
                <p14:nvContentPartPr>
                  <p14:cNvPr id="218" name="Ink 217">
                    <a:extLst>
                      <a:ext uri="{FF2B5EF4-FFF2-40B4-BE49-F238E27FC236}">
                        <a16:creationId xmlns:a16="http://schemas.microsoft.com/office/drawing/2014/main" id="{B6C6B5CA-97FD-116F-62FA-E4FA36B2679D}"/>
                      </a:ext>
                    </a:extLst>
                  </p14:cNvPr>
                  <p14:cNvContentPartPr/>
                  <p14:nvPr/>
                </p14:nvContentPartPr>
                <p14:xfrm>
                  <a:off x="9126027" y="5389827"/>
                  <a:ext cx="6480" cy="161640"/>
                </p14:xfrm>
              </p:contentPart>
            </mc:Choice>
            <mc:Fallback>
              <p:pic>
                <p:nvPicPr>
                  <p:cNvPr id="218" name="Ink 217">
                    <a:extLst>
                      <a:ext uri="{FF2B5EF4-FFF2-40B4-BE49-F238E27FC236}">
                        <a16:creationId xmlns:a16="http://schemas.microsoft.com/office/drawing/2014/main" id="{B6C6B5CA-97FD-116F-62FA-E4FA36B2679D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9106182" y="5368593"/>
                    <a:ext cx="46575" cy="2045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3">
                <p14:nvContentPartPr>
                  <p14:cNvPr id="219" name="Ink 218">
                    <a:extLst>
                      <a:ext uri="{FF2B5EF4-FFF2-40B4-BE49-F238E27FC236}">
                        <a16:creationId xmlns:a16="http://schemas.microsoft.com/office/drawing/2014/main" id="{494DA649-AF7D-13E3-2E73-37C32D0E533C}"/>
                      </a:ext>
                    </a:extLst>
                  </p14:cNvPr>
                  <p14:cNvContentPartPr/>
                  <p14:nvPr/>
                </p14:nvContentPartPr>
                <p14:xfrm>
                  <a:off x="9017667" y="5234667"/>
                  <a:ext cx="112680" cy="104040"/>
                </p14:xfrm>
              </p:contentPart>
            </mc:Choice>
            <mc:Fallback>
              <p:pic>
                <p:nvPicPr>
                  <p:cNvPr id="219" name="Ink 218">
                    <a:extLst>
                      <a:ext uri="{FF2B5EF4-FFF2-40B4-BE49-F238E27FC236}">
                        <a16:creationId xmlns:a16="http://schemas.microsoft.com/office/drawing/2014/main" id="{494DA649-AF7D-13E3-2E73-37C32D0E533C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8997442" y="5213425"/>
                    <a:ext cx="153542" cy="1469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5">
                <p14:nvContentPartPr>
                  <p14:cNvPr id="220" name="Ink 219">
                    <a:extLst>
                      <a:ext uri="{FF2B5EF4-FFF2-40B4-BE49-F238E27FC236}">
                        <a16:creationId xmlns:a16="http://schemas.microsoft.com/office/drawing/2014/main" id="{CAA09230-4C66-2832-582E-1303E2D89945}"/>
                      </a:ext>
                    </a:extLst>
                  </p14:cNvPr>
                  <p14:cNvContentPartPr/>
                  <p14:nvPr/>
                </p14:nvContentPartPr>
                <p14:xfrm>
                  <a:off x="9252027" y="5307387"/>
                  <a:ext cx="277560" cy="320040"/>
                </p14:xfrm>
              </p:contentPart>
            </mc:Choice>
            <mc:Fallback>
              <p:pic>
                <p:nvPicPr>
                  <p:cNvPr id="220" name="Ink 219">
                    <a:extLst>
                      <a:ext uri="{FF2B5EF4-FFF2-40B4-BE49-F238E27FC236}">
                        <a16:creationId xmlns:a16="http://schemas.microsoft.com/office/drawing/2014/main" id="{CAA09230-4C66-2832-582E-1303E2D89945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9231406" y="5285733"/>
                    <a:ext cx="318390" cy="3629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7">
                <p14:nvContentPartPr>
                  <p14:cNvPr id="221" name="Ink 220">
                    <a:extLst>
                      <a:ext uri="{FF2B5EF4-FFF2-40B4-BE49-F238E27FC236}">
                        <a16:creationId xmlns:a16="http://schemas.microsoft.com/office/drawing/2014/main" id="{6F7E5326-67BE-37D2-228F-6EA415000F1B}"/>
                      </a:ext>
                    </a:extLst>
                  </p14:cNvPr>
                  <p14:cNvContentPartPr/>
                  <p14:nvPr/>
                </p14:nvContentPartPr>
                <p14:xfrm>
                  <a:off x="8779347" y="5717787"/>
                  <a:ext cx="46800" cy="403920"/>
                </p14:xfrm>
              </p:contentPart>
            </mc:Choice>
            <mc:Fallback>
              <p:pic>
                <p:nvPicPr>
                  <p:cNvPr id="221" name="Ink 220">
                    <a:extLst>
                      <a:ext uri="{FF2B5EF4-FFF2-40B4-BE49-F238E27FC236}">
                        <a16:creationId xmlns:a16="http://schemas.microsoft.com/office/drawing/2014/main" id="{6F7E5326-67BE-37D2-228F-6EA415000F1B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8758639" y="5696141"/>
                    <a:ext cx="87802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9">
                <p14:nvContentPartPr>
                  <p14:cNvPr id="222" name="Ink 221">
                    <a:extLst>
                      <a:ext uri="{FF2B5EF4-FFF2-40B4-BE49-F238E27FC236}">
                        <a16:creationId xmlns:a16="http://schemas.microsoft.com/office/drawing/2014/main" id="{2314D2FA-89DE-3CE8-1E09-B0E13FDC8D53}"/>
                      </a:ext>
                    </a:extLst>
                  </p14:cNvPr>
                  <p14:cNvContentPartPr/>
                  <p14:nvPr/>
                </p14:nvContentPartPr>
                <p14:xfrm>
                  <a:off x="8648667" y="5719227"/>
                  <a:ext cx="144720" cy="162000"/>
                </p14:xfrm>
              </p:contentPart>
            </mc:Choice>
            <mc:Fallback>
              <p:pic>
                <p:nvPicPr>
                  <p:cNvPr id="222" name="Ink 221">
                    <a:extLst>
                      <a:ext uri="{FF2B5EF4-FFF2-40B4-BE49-F238E27FC236}">
                        <a16:creationId xmlns:a16="http://schemas.microsoft.com/office/drawing/2014/main" id="{2314D2FA-89DE-3CE8-1E09-B0E13FDC8D53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8628464" y="5698002"/>
                    <a:ext cx="185538" cy="2048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1">
                <p14:nvContentPartPr>
                  <p14:cNvPr id="223" name="Ink 222">
                    <a:extLst>
                      <a:ext uri="{FF2B5EF4-FFF2-40B4-BE49-F238E27FC236}">
                        <a16:creationId xmlns:a16="http://schemas.microsoft.com/office/drawing/2014/main" id="{F5076313-EFEA-4DD2-A830-140B1A374518}"/>
                      </a:ext>
                    </a:extLst>
                  </p14:cNvPr>
                  <p14:cNvContentPartPr/>
                  <p14:nvPr/>
                </p14:nvContentPartPr>
                <p14:xfrm>
                  <a:off x="8641107" y="6136467"/>
                  <a:ext cx="330840" cy="18360"/>
                </p14:xfrm>
              </p:contentPart>
            </mc:Choice>
            <mc:Fallback>
              <p:pic>
                <p:nvPicPr>
                  <p:cNvPr id="223" name="Ink 222">
                    <a:extLst>
                      <a:ext uri="{FF2B5EF4-FFF2-40B4-BE49-F238E27FC236}">
                        <a16:creationId xmlns:a16="http://schemas.microsoft.com/office/drawing/2014/main" id="{F5076313-EFEA-4DD2-A830-140B1A374518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8620919" y="6115118"/>
                    <a:ext cx="371628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3">
                <p14:nvContentPartPr>
                  <p14:cNvPr id="224" name="Ink 223">
                    <a:extLst>
                      <a:ext uri="{FF2B5EF4-FFF2-40B4-BE49-F238E27FC236}">
                        <a16:creationId xmlns:a16="http://schemas.microsoft.com/office/drawing/2014/main" id="{5DCF8923-274C-EE3D-A8C7-1C23A19D29D5}"/>
                      </a:ext>
                    </a:extLst>
                  </p14:cNvPr>
                  <p14:cNvContentPartPr/>
                  <p14:nvPr/>
                </p14:nvContentPartPr>
                <p14:xfrm>
                  <a:off x="9496827" y="5747307"/>
                  <a:ext cx="410760" cy="448920"/>
                </p14:xfrm>
              </p:contentPart>
            </mc:Choice>
            <mc:Fallback>
              <p:pic>
                <p:nvPicPr>
                  <p:cNvPr id="224" name="Ink 223">
                    <a:extLst>
                      <a:ext uri="{FF2B5EF4-FFF2-40B4-BE49-F238E27FC236}">
                        <a16:creationId xmlns:a16="http://schemas.microsoft.com/office/drawing/2014/main" id="{5DCF8923-274C-EE3D-A8C7-1C23A19D29D5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9476227" y="5725662"/>
                    <a:ext cx="451548" cy="491777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9DA02869-F75A-A06B-5E86-56313D5A3B74}"/>
              </a:ext>
            </a:extLst>
          </p:cNvPr>
          <p:cNvGrpSpPr/>
          <p:nvPr/>
        </p:nvGrpSpPr>
        <p:grpSpPr>
          <a:xfrm>
            <a:off x="7835067" y="5404947"/>
            <a:ext cx="3569760" cy="1065600"/>
            <a:chOff x="7835067" y="5404947"/>
            <a:chExt cx="3569760" cy="10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C37D80A-5897-83A4-2C29-D9A1CB25485C}"/>
                    </a:ext>
                  </a:extLst>
                </p14:cNvPr>
                <p14:cNvContentPartPr/>
                <p14:nvPr/>
              </p14:nvContentPartPr>
              <p14:xfrm>
                <a:off x="7913187" y="5438067"/>
                <a:ext cx="39960" cy="4546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C37D80A-5897-83A4-2C29-D9A1CB25485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95187" y="5420067"/>
                  <a:ext cx="756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901EAC9-A7B8-0946-2526-F6EE3665AF7E}"/>
                    </a:ext>
                  </a:extLst>
                </p14:cNvPr>
                <p14:cNvContentPartPr/>
                <p14:nvPr/>
              </p14:nvContentPartPr>
              <p14:xfrm>
                <a:off x="7993467" y="5622027"/>
                <a:ext cx="154800" cy="222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901EAC9-A7B8-0946-2526-F6EE3665AF7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75827" y="5604027"/>
                  <a:ext cx="190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39ABCC3-F514-B35E-E159-E782DDFC1D48}"/>
                    </a:ext>
                  </a:extLst>
                </p14:cNvPr>
                <p14:cNvContentPartPr/>
                <p14:nvPr/>
              </p14:nvContentPartPr>
              <p14:xfrm>
                <a:off x="8212347" y="5602587"/>
                <a:ext cx="266040" cy="246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39ABCC3-F514-B35E-E159-E782DDFC1D4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94347" y="5584947"/>
                  <a:ext cx="3016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4503577-EE11-0845-3477-95142CDAC58B}"/>
                    </a:ext>
                  </a:extLst>
                </p14:cNvPr>
                <p14:cNvContentPartPr/>
                <p14:nvPr/>
              </p14:nvContentPartPr>
              <p14:xfrm>
                <a:off x="8546067" y="5600427"/>
                <a:ext cx="182880" cy="220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4503577-EE11-0845-3477-95142CDAC58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28427" y="5582787"/>
                  <a:ext cx="218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C46553B-81E2-42A1-AA7B-358CED2991BB}"/>
                    </a:ext>
                  </a:extLst>
                </p14:cNvPr>
                <p14:cNvContentPartPr/>
                <p14:nvPr/>
              </p14:nvContentPartPr>
              <p14:xfrm>
                <a:off x="8771787" y="5608707"/>
                <a:ext cx="240840" cy="1695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C46553B-81E2-42A1-AA7B-358CED2991B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754147" y="5591067"/>
                  <a:ext cx="276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B8C1C03-2687-53DC-AFC9-B8FFC2BEBBD0}"/>
                    </a:ext>
                  </a:extLst>
                </p14:cNvPr>
                <p14:cNvContentPartPr/>
                <p14:nvPr/>
              </p14:nvContentPartPr>
              <p14:xfrm>
                <a:off x="9385587" y="5414307"/>
                <a:ext cx="264600" cy="381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B8C1C03-2687-53DC-AFC9-B8FFC2BEBBD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367947" y="5396667"/>
                  <a:ext cx="3002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1753C37-60E3-048E-01CA-5999D8281110}"/>
                    </a:ext>
                  </a:extLst>
                </p14:cNvPr>
                <p14:cNvContentPartPr/>
                <p14:nvPr/>
              </p14:nvContentPartPr>
              <p14:xfrm>
                <a:off x="9767187" y="5616627"/>
                <a:ext cx="6840" cy="145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1753C37-60E3-048E-01CA-5999D828111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749547" y="5598627"/>
                  <a:ext cx="42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3E92708-1418-7311-AFBE-F9195905DCED}"/>
                    </a:ext>
                  </a:extLst>
                </p14:cNvPr>
                <p14:cNvContentPartPr/>
                <p14:nvPr/>
              </p14:nvContentPartPr>
              <p14:xfrm>
                <a:off x="9696627" y="5493507"/>
                <a:ext cx="35640" cy="122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3E92708-1418-7311-AFBE-F9195905DCE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78987" y="5475867"/>
                  <a:ext cx="71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B48C15C-DE41-D50D-7E84-DE97B3B8527A}"/>
                    </a:ext>
                  </a:extLst>
                </p14:cNvPr>
                <p14:cNvContentPartPr/>
                <p14:nvPr/>
              </p14:nvContentPartPr>
              <p14:xfrm>
                <a:off x="9658467" y="5592867"/>
                <a:ext cx="329400" cy="619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B48C15C-DE41-D50D-7E84-DE97B3B8527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640467" y="5575227"/>
                  <a:ext cx="36504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BF9F425-5DC8-2764-7EB1-13C0E617A142}"/>
                    </a:ext>
                  </a:extLst>
                </p14:cNvPr>
                <p14:cNvContentPartPr/>
                <p14:nvPr/>
              </p14:nvContentPartPr>
              <p14:xfrm>
                <a:off x="10146987" y="5610507"/>
                <a:ext cx="7920" cy="174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BF9F425-5DC8-2764-7EB1-13C0E617A14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29347" y="5592507"/>
                  <a:ext cx="43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5E84D5A-50C3-9226-9B24-47FC4A0C2BC4}"/>
                    </a:ext>
                  </a:extLst>
                </p14:cNvPr>
                <p14:cNvContentPartPr/>
                <p14:nvPr/>
              </p14:nvContentPartPr>
              <p14:xfrm>
                <a:off x="9992907" y="5432667"/>
                <a:ext cx="119160" cy="81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5E84D5A-50C3-9226-9B24-47FC4A0C2BC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975267" y="5415027"/>
                  <a:ext cx="154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645B84C-CC8C-DCAB-91F1-4CFDAAAEF3AC}"/>
                    </a:ext>
                  </a:extLst>
                </p14:cNvPr>
                <p14:cNvContentPartPr/>
                <p14:nvPr/>
              </p14:nvContentPartPr>
              <p14:xfrm>
                <a:off x="10378827" y="5404947"/>
                <a:ext cx="153360" cy="3463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645B84C-CC8C-DCAB-91F1-4CFDAAAEF3A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61187" y="5386947"/>
                  <a:ext cx="1890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0A0EC79-A940-A0AB-BDB2-849E82A2C6B4}"/>
                    </a:ext>
                  </a:extLst>
                </p14:cNvPr>
                <p14:cNvContentPartPr/>
                <p14:nvPr/>
              </p14:nvContentPartPr>
              <p14:xfrm>
                <a:off x="10285947" y="5575947"/>
                <a:ext cx="331920" cy="12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0A0EC79-A940-A0AB-BDB2-849E82A2C6B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268307" y="5558307"/>
                  <a:ext cx="367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25110B4-810F-52C0-0E84-2C2EDF5B0E43}"/>
                    </a:ext>
                  </a:extLst>
                </p14:cNvPr>
                <p14:cNvContentPartPr/>
                <p14:nvPr/>
              </p14:nvContentPartPr>
              <p14:xfrm>
                <a:off x="7835067" y="6063747"/>
                <a:ext cx="168120" cy="3816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25110B4-810F-52C0-0E84-2C2EDF5B0E4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817067" y="6046107"/>
                  <a:ext cx="2037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FA67C85-4BEC-993D-9E8A-D2AD64AD01EC}"/>
                    </a:ext>
                  </a:extLst>
                </p14:cNvPr>
                <p14:cNvContentPartPr/>
                <p14:nvPr/>
              </p14:nvContentPartPr>
              <p14:xfrm>
                <a:off x="8028387" y="6236187"/>
                <a:ext cx="258120" cy="2170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FA67C85-4BEC-993D-9E8A-D2AD64AD01E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010747" y="6218187"/>
                  <a:ext cx="293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466424C-9478-1DCF-5180-444C4124F4ED}"/>
                    </a:ext>
                  </a:extLst>
                </p14:cNvPr>
                <p14:cNvContentPartPr/>
                <p14:nvPr/>
              </p14:nvContentPartPr>
              <p14:xfrm>
                <a:off x="8312067" y="6238347"/>
                <a:ext cx="172440" cy="190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466424C-9478-1DCF-5180-444C4124F4E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294427" y="6220347"/>
                  <a:ext cx="208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2EE4EF0-8741-7388-83EE-D17A97644E86}"/>
                    </a:ext>
                  </a:extLst>
                </p14:cNvPr>
                <p14:cNvContentPartPr/>
                <p14:nvPr/>
              </p14:nvContentPartPr>
              <p14:xfrm>
                <a:off x="8533107" y="6257067"/>
                <a:ext cx="137160" cy="193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2EE4EF0-8741-7388-83EE-D17A97644E8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515467" y="6239427"/>
                  <a:ext cx="172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7881DCF-2E87-03F3-AAAC-0E948C24C5FD}"/>
                    </a:ext>
                  </a:extLst>
                </p14:cNvPr>
                <p14:cNvContentPartPr/>
                <p14:nvPr/>
              </p14:nvContentPartPr>
              <p14:xfrm>
                <a:off x="8708787" y="6254187"/>
                <a:ext cx="355320" cy="190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7881DCF-2E87-03F3-AAAC-0E948C24C5F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691147" y="6236187"/>
                  <a:ext cx="390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2CE2B41-12B7-176B-7228-3CF78F91139E}"/>
                    </a:ext>
                  </a:extLst>
                </p14:cNvPr>
                <p14:cNvContentPartPr/>
                <p14:nvPr/>
              </p14:nvContentPartPr>
              <p14:xfrm>
                <a:off x="9155907" y="6235827"/>
                <a:ext cx="331200" cy="2109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2CE2B41-12B7-176B-7228-3CF78F91139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137907" y="6218187"/>
                  <a:ext cx="366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D6F0E71-EA17-8A0E-E68E-803C0B5CB4B1}"/>
                    </a:ext>
                  </a:extLst>
                </p14:cNvPr>
                <p14:cNvContentPartPr/>
                <p14:nvPr/>
              </p14:nvContentPartPr>
              <p14:xfrm>
                <a:off x="10074627" y="6223947"/>
                <a:ext cx="398880" cy="2217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D6F0E71-EA17-8A0E-E68E-803C0B5CB4B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056627" y="6206307"/>
                  <a:ext cx="434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6B1847E-71D8-E27E-7608-5730AD7D4556}"/>
                    </a:ext>
                  </a:extLst>
                </p14:cNvPr>
                <p14:cNvContentPartPr/>
                <p14:nvPr/>
              </p14:nvContentPartPr>
              <p14:xfrm>
                <a:off x="10511667" y="6196947"/>
                <a:ext cx="637560" cy="2736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6B1847E-71D8-E27E-7608-5730AD7D455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494027" y="6178947"/>
                  <a:ext cx="673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3A55C79-67E6-8D9C-CF9F-02A34739A4E2}"/>
                    </a:ext>
                  </a:extLst>
                </p14:cNvPr>
                <p14:cNvContentPartPr/>
                <p14:nvPr/>
              </p14:nvContentPartPr>
              <p14:xfrm>
                <a:off x="11221587" y="6184347"/>
                <a:ext cx="183240" cy="2350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3A55C79-67E6-8D9C-CF9F-02A34739A4E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203947" y="6166707"/>
                  <a:ext cx="21888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7451926-D4B4-A000-7B88-F4442E552514}"/>
              </a:ext>
            </a:extLst>
          </p:cNvPr>
          <p:cNvGrpSpPr/>
          <p:nvPr/>
        </p:nvGrpSpPr>
        <p:grpSpPr>
          <a:xfrm>
            <a:off x="4394547" y="3030747"/>
            <a:ext cx="2089440" cy="628200"/>
            <a:chOff x="4394547" y="3030747"/>
            <a:chExt cx="2089440" cy="62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3C949A3-AA32-FE53-F635-7B0F709678E7}"/>
                    </a:ext>
                  </a:extLst>
                </p14:cNvPr>
                <p14:cNvContentPartPr/>
                <p14:nvPr/>
              </p14:nvContentPartPr>
              <p14:xfrm>
                <a:off x="6247827" y="3074667"/>
                <a:ext cx="236160" cy="173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3C949A3-AA32-FE53-F635-7B0F709678E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230187" y="3056667"/>
                  <a:ext cx="271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85ABA31-91F1-BD42-E00D-04DDC0530B3E}"/>
                    </a:ext>
                  </a:extLst>
                </p14:cNvPr>
                <p14:cNvContentPartPr/>
                <p14:nvPr/>
              </p14:nvContentPartPr>
              <p14:xfrm>
                <a:off x="5888907" y="3030747"/>
                <a:ext cx="234360" cy="168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85ABA31-91F1-BD42-E00D-04DDC0530B3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871267" y="3013107"/>
                  <a:ext cx="270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2308467-22E0-2B20-C38B-45FDEDF08115}"/>
                    </a:ext>
                  </a:extLst>
                </p14:cNvPr>
                <p14:cNvContentPartPr/>
                <p14:nvPr/>
              </p14:nvContentPartPr>
              <p14:xfrm>
                <a:off x="5491467" y="3089787"/>
                <a:ext cx="203760" cy="133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2308467-22E0-2B20-C38B-45FDEDF0811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473827" y="3071787"/>
                  <a:ext cx="2394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51C6C42-D738-733B-A239-013784ADBAEC}"/>
                    </a:ext>
                  </a:extLst>
                </p14:cNvPr>
                <p14:cNvContentPartPr/>
                <p14:nvPr/>
              </p14:nvContentPartPr>
              <p14:xfrm>
                <a:off x="5195187" y="3077907"/>
                <a:ext cx="205200" cy="161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51C6C42-D738-733B-A239-013784ADBAE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177187" y="3060267"/>
                  <a:ext cx="2408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54D30C-BD68-B601-12FB-D883CC294E1E}"/>
                    </a:ext>
                  </a:extLst>
                </p14:cNvPr>
                <p14:cNvContentPartPr/>
                <p14:nvPr/>
              </p14:nvContentPartPr>
              <p14:xfrm>
                <a:off x="4849947" y="3098067"/>
                <a:ext cx="192240" cy="146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B54D30C-BD68-B601-12FB-D883CC294E1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831947" y="3080427"/>
                  <a:ext cx="2278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605EF7D-AE34-538F-A6DA-BE7AD2955048}"/>
                    </a:ext>
                  </a:extLst>
                </p14:cNvPr>
                <p14:cNvContentPartPr/>
                <p14:nvPr/>
              </p14:nvContentPartPr>
              <p14:xfrm>
                <a:off x="4618827" y="3102747"/>
                <a:ext cx="198720" cy="129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605EF7D-AE34-538F-A6DA-BE7AD295504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601187" y="3084747"/>
                  <a:ext cx="234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AAABA10-A63A-651D-998A-5F2555B3BC5E}"/>
                    </a:ext>
                  </a:extLst>
                </p14:cNvPr>
                <p14:cNvContentPartPr/>
                <p14:nvPr/>
              </p14:nvContentPartPr>
              <p14:xfrm>
                <a:off x="4394547" y="3300387"/>
                <a:ext cx="160920" cy="183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AAABA10-A63A-651D-998A-5F2555B3BC5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76907" y="3282387"/>
                  <a:ext cx="196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A512C5B-CC5F-50A3-E836-2CE76B1F72D9}"/>
                    </a:ext>
                  </a:extLst>
                </p14:cNvPr>
                <p14:cNvContentPartPr/>
                <p14:nvPr/>
              </p14:nvContentPartPr>
              <p14:xfrm>
                <a:off x="4624587" y="3483267"/>
                <a:ext cx="153000" cy="145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A512C5B-CC5F-50A3-E836-2CE76B1F72D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606947" y="3465267"/>
                  <a:ext cx="188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424982E-ABA5-7DD5-BE6C-B3224BFC37A9}"/>
                    </a:ext>
                  </a:extLst>
                </p14:cNvPr>
                <p14:cNvContentPartPr/>
                <p14:nvPr/>
              </p14:nvContentPartPr>
              <p14:xfrm>
                <a:off x="4852467" y="3474627"/>
                <a:ext cx="245160" cy="184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424982E-ABA5-7DD5-BE6C-B3224BFC37A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834467" y="3456987"/>
                  <a:ext cx="28080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89444A7-0F88-6423-8C22-6A40EF94E212}"/>
              </a:ext>
            </a:extLst>
          </p:cNvPr>
          <p:cNvGrpSpPr/>
          <p:nvPr/>
        </p:nvGrpSpPr>
        <p:grpSpPr>
          <a:xfrm>
            <a:off x="387747" y="1336040"/>
            <a:ext cx="6895440" cy="1972800"/>
            <a:chOff x="387747" y="1336040"/>
            <a:chExt cx="6895440" cy="19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ADA13E7-745C-3012-71FE-95ACFF67B8A3}"/>
                    </a:ext>
                  </a:extLst>
                </p14:cNvPr>
                <p14:cNvContentPartPr/>
                <p14:nvPr/>
              </p14:nvContentPartPr>
              <p14:xfrm>
                <a:off x="7072587" y="2998160"/>
                <a:ext cx="210600" cy="310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ADA13E7-745C-3012-71FE-95ACFF67B8A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054587" y="2980160"/>
                  <a:ext cx="2462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CDC1627-43FE-905F-7AB1-86C77859BC0B}"/>
                    </a:ext>
                  </a:extLst>
                </p14:cNvPr>
                <p14:cNvContentPartPr/>
                <p14:nvPr/>
              </p14:nvContentPartPr>
              <p14:xfrm>
                <a:off x="406827" y="1386800"/>
                <a:ext cx="26280" cy="402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CDC1627-43FE-905F-7AB1-86C77859BC0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88827" y="1369160"/>
                  <a:ext cx="619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62F90AE-A7AB-70C9-22A5-F8926E5E8F30}"/>
                    </a:ext>
                  </a:extLst>
                </p14:cNvPr>
                <p14:cNvContentPartPr/>
                <p14:nvPr/>
              </p14:nvContentPartPr>
              <p14:xfrm>
                <a:off x="403587" y="1412000"/>
                <a:ext cx="189720" cy="31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62F90AE-A7AB-70C9-22A5-F8926E5E8F3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85947" y="1394000"/>
                  <a:ext cx="225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3EEDC2-CE5A-C650-B55A-BB035BB16908}"/>
                    </a:ext>
                  </a:extLst>
                </p14:cNvPr>
                <p14:cNvContentPartPr/>
                <p14:nvPr/>
              </p14:nvContentPartPr>
              <p14:xfrm>
                <a:off x="387747" y="1632320"/>
                <a:ext cx="271080" cy="23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3EEDC2-CE5A-C650-B55A-BB035BB1690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69747" y="1614320"/>
                  <a:ext cx="306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83D5193-9714-0DB0-847F-8ED594CE8536}"/>
                    </a:ext>
                  </a:extLst>
                </p14:cNvPr>
                <p14:cNvContentPartPr/>
                <p14:nvPr/>
              </p14:nvContentPartPr>
              <p14:xfrm>
                <a:off x="444267" y="1801160"/>
                <a:ext cx="217440" cy="25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83D5193-9714-0DB0-847F-8ED594CE853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26627" y="1783160"/>
                  <a:ext cx="2530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CDF117D-53B5-DB84-E91B-56A7943C69E4}"/>
                    </a:ext>
                  </a:extLst>
                </p14:cNvPr>
                <p14:cNvContentPartPr/>
                <p14:nvPr/>
              </p14:nvContentPartPr>
              <p14:xfrm>
                <a:off x="719307" y="1553120"/>
                <a:ext cx="241920" cy="240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CDF117D-53B5-DB84-E91B-56A7943C69E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01307" y="1535480"/>
                  <a:ext cx="2775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BD428D8-EA4B-43A9-958E-2F66DBDDA9BF}"/>
                    </a:ext>
                  </a:extLst>
                </p14:cNvPr>
                <p14:cNvContentPartPr/>
                <p14:nvPr/>
              </p14:nvContentPartPr>
              <p14:xfrm>
                <a:off x="1046907" y="1560680"/>
                <a:ext cx="266040" cy="228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BD428D8-EA4B-43A9-958E-2F66DBDDA9B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29267" y="1542680"/>
                  <a:ext cx="3016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98CF537-5ACE-DDDE-00FF-20933B9967EF}"/>
                    </a:ext>
                  </a:extLst>
                </p14:cNvPr>
                <p14:cNvContentPartPr/>
                <p14:nvPr/>
              </p14:nvContentPartPr>
              <p14:xfrm>
                <a:off x="1319067" y="1336040"/>
                <a:ext cx="160920" cy="397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98CF537-5ACE-DDDE-00FF-20933B9967E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301067" y="1318040"/>
                  <a:ext cx="1965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F8055A6-E5C6-F1B0-AA8E-3DBB52A53807}"/>
                    </a:ext>
                  </a:extLst>
                </p14:cNvPr>
                <p14:cNvContentPartPr/>
                <p14:nvPr/>
              </p14:nvContentPartPr>
              <p14:xfrm>
                <a:off x="1472067" y="1337840"/>
                <a:ext cx="177840" cy="394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F8055A6-E5C6-F1B0-AA8E-3DBB52A5380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454067" y="1320200"/>
                  <a:ext cx="21348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E65E977-309B-210F-044C-3AC59CB5BEE9}"/>
                    </a:ext>
                  </a:extLst>
                </p14:cNvPr>
                <p14:cNvContentPartPr/>
                <p14:nvPr/>
              </p14:nvContentPartPr>
              <p14:xfrm>
                <a:off x="1745667" y="1466720"/>
                <a:ext cx="315720" cy="255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E65E977-309B-210F-044C-3AC59CB5BEE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728027" y="1449080"/>
                  <a:ext cx="3513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5D8051F-1303-81F9-5062-4CD9C8040E2C}"/>
                    </a:ext>
                  </a:extLst>
                </p14:cNvPr>
                <p14:cNvContentPartPr/>
                <p14:nvPr/>
              </p14:nvContentPartPr>
              <p14:xfrm>
                <a:off x="444267" y="2025800"/>
                <a:ext cx="277560" cy="216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5D8051F-1303-81F9-5062-4CD9C8040E2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26267" y="2007800"/>
                  <a:ext cx="3132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836A3BE-14EA-D70F-3AF3-AF4342C22FC0}"/>
                    </a:ext>
                  </a:extLst>
                </p14:cNvPr>
                <p14:cNvContentPartPr/>
                <p14:nvPr/>
              </p14:nvContentPartPr>
              <p14:xfrm>
                <a:off x="599787" y="2006360"/>
                <a:ext cx="299520" cy="631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836A3BE-14EA-D70F-3AF3-AF4342C22FC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82147" y="1988720"/>
                  <a:ext cx="33516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BA6985E-FB9E-1131-5AF7-233ADCB51D8C}"/>
                    </a:ext>
                  </a:extLst>
                </p14:cNvPr>
                <p14:cNvContentPartPr/>
                <p14:nvPr/>
              </p14:nvContentPartPr>
              <p14:xfrm>
                <a:off x="895347" y="2004920"/>
                <a:ext cx="365400" cy="240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BA6985E-FB9E-1131-5AF7-233ADCB51D8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77707" y="1987280"/>
                  <a:ext cx="4010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133B304-C23C-172C-18C0-3B7E6A3C08D6}"/>
                    </a:ext>
                  </a:extLst>
                </p14:cNvPr>
                <p14:cNvContentPartPr/>
                <p14:nvPr/>
              </p14:nvContentPartPr>
              <p14:xfrm>
                <a:off x="1179027" y="1872800"/>
                <a:ext cx="13320" cy="5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133B304-C23C-172C-18C0-3B7E6A3C08D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61027" y="1854800"/>
                  <a:ext cx="48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B572317-B281-E799-392B-74176A6A2221}"/>
                    </a:ext>
                  </a:extLst>
                </p14:cNvPr>
                <p14:cNvContentPartPr/>
                <p14:nvPr/>
              </p14:nvContentPartPr>
              <p14:xfrm>
                <a:off x="1316907" y="1916720"/>
                <a:ext cx="432360" cy="264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B572317-B281-E799-392B-74176A6A222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299267" y="1899080"/>
                  <a:ext cx="4680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107E37A-4890-5A4B-3AB2-BEF2053D2154}"/>
                    </a:ext>
                  </a:extLst>
                </p14:cNvPr>
                <p14:cNvContentPartPr/>
                <p14:nvPr/>
              </p14:nvContentPartPr>
              <p14:xfrm>
                <a:off x="433107" y="2656160"/>
                <a:ext cx="216000" cy="443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107E37A-4890-5A4B-3AB2-BEF2053D215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15107" y="2638520"/>
                  <a:ext cx="25164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19B15B0-4E7A-8748-2F69-9D6FCC504AC5}"/>
                    </a:ext>
                  </a:extLst>
                </p14:cNvPr>
                <p14:cNvContentPartPr/>
                <p14:nvPr/>
              </p14:nvContentPartPr>
              <p14:xfrm>
                <a:off x="738027" y="2822480"/>
                <a:ext cx="192240" cy="187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19B15B0-4E7A-8748-2F69-9D6FCC504AC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20387" y="2804480"/>
                  <a:ext cx="227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B41057E-24A3-2B28-624A-E15846B63F52}"/>
                    </a:ext>
                  </a:extLst>
                </p14:cNvPr>
                <p14:cNvContentPartPr/>
                <p14:nvPr/>
              </p14:nvContentPartPr>
              <p14:xfrm>
                <a:off x="949347" y="2789360"/>
                <a:ext cx="212040" cy="219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B41057E-24A3-2B28-624A-E15846B63F5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31347" y="2771360"/>
                  <a:ext cx="2476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D9FDE37-F9D4-1224-AEDB-B77496C5A89D}"/>
                    </a:ext>
                  </a:extLst>
                </p14:cNvPr>
                <p14:cNvContentPartPr/>
                <p14:nvPr/>
              </p14:nvContentPartPr>
              <p14:xfrm>
                <a:off x="1141587" y="2790440"/>
                <a:ext cx="145440" cy="222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D9FDE37-F9D4-1224-AEDB-B77496C5A89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23947" y="2772440"/>
                  <a:ext cx="1810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8FFD3F0-BF1F-24A7-DFD4-EE4DD9F95464}"/>
                    </a:ext>
                  </a:extLst>
                </p14:cNvPr>
                <p14:cNvContentPartPr/>
                <p14:nvPr/>
              </p14:nvContentPartPr>
              <p14:xfrm>
                <a:off x="1344267" y="2714120"/>
                <a:ext cx="368640" cy="275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8FFD3F0-BF1F-24A7-DFD4-EE4DD9F9546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326267" y="2696480"/>
                  <a:ext cx="4042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2564EFA-45FA-4DFF-037B-203904B8C179}"/>
                    </a:ext>
                  </a:extLst>
                </p14:cNvPr>
                <p14:cNvContentPartPr/>
                <p14:nvPr/>
              </p14:nvContentPartPr>
              <p14:xfrm>
                <a:off x="1787427" y="2699360"/>
                <a:ext cx="334080" cy="263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2564EFA-45FA-4DFF-037B-203904B8C17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769787" y="2681360"/>
                  <a:ext cx="3697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FB0DB3C-8BD9-0FEE-9087-255FC98AD57D}"/>
                    </a:ext>
                  </a:extLst>
                </p14:cNvPr>
                <p14:cNvContentPartPr/>
                <p14:nvPr/>
              </p14:nvContentPartPr>
              <p14:xfrm>
                <a:off x="2221587" y="2682440"/>
                <a:ext cx="379080" cy="63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FB0DB3C-8BD9-0FEE-9087-255FC98AD57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203947" y="2664440"/>
                  <a:ext cx="4147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0F2D45B-5A0F-6385-DDFE-F7C66D6C0A85}"/>
                    </a:ext>
                  </a:extLst>
                </p14:cNvPr>
                <p14:cNvContentPartPr/>
                <p14:nvPr/>
              </p14:nvContentPartPr>
              <p14:xfrm>
                <a:off x="2322027" y="2851280"/>
                <a:ext cx="312480" cy="35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0F2D45B-5A0F-6385-DDFE-F7C66D6C0A8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304387" y="2833280"/>
                  <a:ext cx="3481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4112863-9B74-5D7D-A69D-0AFDAD7C8F46}"/>
                    </a:ext>
                  </a:extLst>
                </p14:cNvPr>
                <p14:cNvContentPartPr/>
                <p14:nvPr/>
              </p14:nvContentPartPr>
              <p14:xfrm>
                <a:off x="2723067" y="2381840"/>
                <a:ext cx="428400" cy="585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4112863-9B74-5D7D-A69D-0AFDAD7C8F4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705427" y="2363840"/>
                  <a:ext cx="464040" cy="62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468FF7A-D2D0-D096-70ED-DDBA61ED4AC9}"/>
                  </a:ext>
                </a:extLst>
              </p14:cNvPr>
              <p14:cNvContentPartPr/>
              <p14:nvPr/>
            </p14:nvContentPartPr>
            <p14:xfrm>
              <a:off x="374787" y="3670280"/>
              <a:ext cx="331920" cy="2754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468FF7A-D2D0-D096-70ED-DDBA61ED4AC9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357147" y="3652640"/>
                <a:ext cx="36756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0C6BD52-3FE0-6376-CC7C-4383BDA6134A}"/>
                  </a:ext>
                </a:extLst>
              </p14:cNvPr>
              <p14:cNvContentPartPr/>
              <p14:nvPr/>
            </p14:nvContentPartPr>
            <p14:xfrm>
              <a:off x="3229947" y="2172320"/>
              <a:ext cx="3734280" cy="10065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0C6BD52-3FE0-6376-CC7C-4383BDA6134A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3212307" y="2154320"/>
                <a:ext cx="3769920" cy="104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A9F6A76-0A51-EEEE-C519-7E52DF629152}"/>
              </a:ext>
            </a:extLst>
          </p:cNvPr>
          <p:cNvGrpSpPr/>
          <p:nvPr/>
        </p:nvGrpSpPr>
        <p:grpSpPr>
          <a:xfrm>
            <a:off x="401427" y="3520520"/>
            <a:ext cx="9055080" cy="2734920"/>
            <a:chOff x="401427" y="3520520"/>
            <a:chExt cx="9055080" cy="273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27D943A-6193-68F3-B3A2-8D553C210D40}"/>
                    </a:ext>
                  </a:extLst>
                </p14:cNvPr>
                <p14:cNvContentPartPr/>
                <p14:nvPr/>
              </p14:nvContentPartPr>
              <p14:xfrm>
                <a:off x="739467" y="3520520"/>
                <a:ext cx="177120" cy="413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27D943A-6193-68F3-B3A2-8D553C210D4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21467" y="3502880"/>
                  <a:ext cx="21276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5EA3A4D-48E1-6275-9ABB-BA9CFBF6739E}"/>
                    </a:ext>
                  </a:extLst>
                </p14:cNvPr>
                <p14:cNvContentPartPr/>
                <p14:nvPr/>
              </p14:nvContentPartPr>
              <p14:xfrm>
                <a:off x="979947" y="3716360"/>
                <a:ext cx="234720" cy="250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5EA3A4D-48E1-6275-9ABB-BA9CFBF6739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61947" y="3698360"/>
                  <a:ext cx="2703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7F3214A-58ED-28F4-1ACA-51195B69FB61}"/>
                    </a:ext>
                  </a:extLst>
                </p14:cNvPr>
                <p14:cNvContentPartPr/>
                <p14:nvPr/>
              </p14:nvContentPartPr>
              <p14:xfrm>
                <a:off x="1232307" y="3709160"/>
                <a:ext cx="438840" cy="247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7F3214A-58ED-28F4-1ACA-51195B69FB6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214307" y="3691520"/>
                  <a:ext cx="4744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BF18071-76FC-BAE3-AB65-478D3F898E66}"/>
                    </a:ext>
                  </a:extLst>
                </p14:cNvPr>
                <p14:cNvContentPartPr/>
                <p14:nvPr/>
              </p14:nvContentPartPr>
              <p14:xfrm>
                <a:off x="403587" y="4277240"/>
                <a:ext cx="50760" cy="462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BF18071-76FC-BAE3-AB65-478D3F898E6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85947" y="4259240"/>
                  <a:ext cx="8640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896A886-BD31-AE2F-2B7B-05366607865E}"/>
                    </a:ext>
                  </a:extLst>
                </p14:cNvPr>
                <p14:cNvContentPartPr/>
                <p14:nvPr/>
              </p14:nvContentPartPr>
              <p14:xfrm>
                <a:off x="496467" y="4475600"/>
                <a:ext cx="155880" cy="231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896A886-BD31-AE2F-2B7B-05366607865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78467" y="4457600"/>
                  <a:ext cx="1915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75EB643-C0E7-1016-E8DD-6578DB74BC4E}"/>
                    </a:ext>
                  </a:extLst>
                </p14:cNvPr>
                <p14:cNvContentPartPr/>
                <p14:nvPr/>
              </p14:nvContentPartPr>
              <p14:xfrm>
                <a:off x="729387" y="4462640"/>
                <a:ext cx="299520" cy="228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75EB643-C0E7-1016-E8DD-6578DB74BC4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11387" y="4445000"/>
                  <a:ext cx="3351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DC020BE-D834-FF5B-9086-A64F36A86FE0}"/>
                    </a:ext>
                  </a:extLst>
                </p14:cNvPr>
                <p14:cNvContentPartPr/>
                <p14:nvPr/>
              </p14:nvContentPartPr>
              <p14:xfrm>
                <a:off x="1079307" y="4463000"/>
                <a:ext cx="695880" cy="231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DC020BE-D834-FF5B-9086-A64F36A86FE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61307" y="4445360"/>
                  <a:ext cx="7315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351326C-3D8C-BB41-1945-1075FE772964}"/>
                    </a:ext>
                  </a:extLst>
                </p14:cNvPr>
                <p14:cNvContentPartPr/>
                <p14:nvPr/>
              </p14:nvContentPartPr>
              <p14:xfrm>
                <a:off x="401427" y="4889600"/>
                <a:ext cx="386640" cy="447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351326C-3D8C-BB41-1945-1075FE77296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83787" y="4871960"/>
                  <a:ext cx="42228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5DD6352-2B11-0F25-ECC9-412D2C59AFAC}"/>
                    </a:ext>
                  </a:extLst>
                </p14:cNvPr>
                <p14:cNvContentPartPr/>
                <p14:nvPr/>
              </p14:nvContentPartPr>
              <p14:xfrm>
                <a:off x="740547" y="5024240"/>
                <a:ext cx="29160" cy="17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5DD6352-2B11-0F25-ECC9-412D2C59AFA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22547" y="5006240"/>
                  <a:ext cx="64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1AB2F72-429F-A5A3-79F9-4D8FF2AE1937}"/>
                    </a:ext>
                  </a:extLst>
                </p14:cNvPr>
                <p14:cNvContentPartPr/>
                <p14:nvPr/>
              </p14:nvContentPartPr>
              <p14:xfrm>
                <a:off x="759627" y="5073560"/>
                <a:ext cx="307080" cy="676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1AB2F72-429F-A5A3-79F9-4D8FF2AE193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41627" y="5055920"/>
                  <a:ext cx="34272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C1057C2-5485-1E6F-42AA-27809CB8652D}"/>
                    </a:ext>
                  </a:extLst>
                </p14:cNvPr>
                <p14:cNvContentPartPr/>
                <p14:nvPr/>
              </p14:nvContentPartPr>
              <p14:xfrm>
                <a:off x="1187667" y="5083640"/>
                <a:ext cx="8640" cy="199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C1057C2-5485-1E6F-42AA-27809CB8652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69667" y="5065640"/>
                  <a:ext cx="44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D0C6913-2F59-85DA-FE79-BBB18207FE4E}"/>
                    </a:ext>
                  </a:extLst>
                </p14:cNvPr>
                <p14:cNvContentPartPr/>
                <p14:nvPr/>
              </p14:nvContentPartPr>
              <p14:xfrm>
                <a:off x="1031427" y="4830560"/>
                <a:ext cx="129600" cy="135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D0C6913-2F59-85DA-FE79-BBB18207FE4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13427" y="4812920"/>
                  <a:ext cx="165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DECB433-1D23-1A42-AEA0-8911F3ACBAF7}"/>
                    </a:ext>
                  </a:extLst>
                </p14:cNvPr>
                <p14:cNvContentPartPr/>
                <p14:nvPr/>
              </p14:nvContentPartPr>
              <p14:xfrm>
                <a:off x="1414107" y="4860440"/>
                <a:ext cx="157680" cy="414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DECB433-1D23-1A42-AEA0-8911F3ACBAF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396107" y="4842800"/>
                  <a:ext cx="19332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ECBBB7D-CF6D-3F82-030C-F60F59533B6C}"/>
                    </a:ext>
                  </a:extLst>
                </p14:cNvPr>
                <p14:cNvContentPartPr/>
                <p14:nvPr/>
              </p14:nvContentPartPr>
              <p14:xfrm>
                <a:off x="1293507" y="5033960"/>
                <a:ext cx="324360" cy="22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ECBBB7D-CF6D-3F82-030C-F60F59533B6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275507" y="5015960"/>
                  <a:ext cx="360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FD906AA-E533-EFFD-3F94-20BB503FB551}"/>
                    </a:ext>
                  </a:extLst>
                </p14:cNvPr>
                <p14:cNvContentPartPr/>
                <p14:nvPr/>
              </p14:nvContentPartPr>
              <p14:xfrm>
                <a:off x="1817307" y="4998680"/>
                <a:ext cx="273960" cy="388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FD906AA-E533-EFFD-3F94-20BB503FB55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799667" y="4980680"/>
                  <a:ext cx="309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B52B9CB-F000-374C-3EE9-9E87A07C861D}"/>
                    </a:ext>
                  </a:extLst>
                </p14:cNvPr>
                <p14:cNvContentPartPr/>
                <p14:nvPr/>
              </p14:nvContentPartPr>
              <p14:xfrm>
                <a:off x="1798227" y="5154560"/>
                <a:ext cx="311400" cy="38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B52B9CB-F000-374C-3EE9-9E87A07C861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780227" y="5136920"/>
                  <a:ext cx="3470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129EBFA-2715-BD90-F65A-51E3C50D86EE}"/>
                    </a:ext>
                  </a:extLst>
                </p14:cNvPr>
                <p14:cNvContentPartPr/>
                <p14:nvPr/>
              </p14:nvContentPartPr>
              <p14:xfrm>
                <a:off x="2231667" y="4847480"/>
                <a:ext cx="301320" cy="366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129EBFA-2715-BD90-F65A-51E3C50D86E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213667" y="4829480"/>
                  <a:ext cx="33696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35634A9-A380-EB96-EA5B-FDB39E4BAC13}"/>
                    </a:ext>
                  </a:extLst>
                </p14:cNvPr>
                <p14:cNvContentPartPr/>
                <p14:nvPr/>
              </p14:nvContentPartPr>
              <p14:xfrm>
                <a:off x="2615067" y="5194520"/>
                <a:ext cx="6841440" cy="1060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35634A9-A380-EB96-EA5B-FDB39E4BAC1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597427" y="5176880"/>
                  <a:ext cx="6877080" cy="109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04802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D6330-A646-B1E3-5218-E2B118CA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18F8CB-25EE-971F-7959-FD42884D4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226" name="Group 225">
            <a:extLst>
              <a:ext uri="{FF2B5EF4-FFF2-40B4-BE49-F238E27FC236}">
                <a16:creationId xmlns:a16="http://schemas.microsoft.com/office/drawing/2014/main" id="{2162CA4C-FC68-7B5C-A153-2CBC8C088356}"/>
              </a:ext>
            </a:extLst>
          </p:cNvPr>
          <p:cNvGrpSpPr/>
          <p:nvPr/>
        </p:nvGrpSpPr>
        <p:grpSpPr>
          <a:xfrm>
            <a:off x="8220987" y="325347"/>
            <a:ext cx="3449706" cy="4879800"/>
            <a:chOff x="8220987" y="325347"/>
            <a:chExt cx="3949560" cy="5870880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D3BD8E36-FC6A-C368-316D-EC9A9690A584}"/>
                </a:ext>
              </a:extLst>
            </p:cNvPr>
            <p:cNvGrpSpPr/>
            <p:nvPr/>
          </p:nvGrpSpPr>
          <p:grpSpPr>
            <a:xfrm>
              <a:off x="8733267" y="325347"/>
              <a:ext cx="1160640" cy="2931120"/>
              <a:chOff x="8733267" y="325347"/>
              <a:chExt cx="1160640" cy="29311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171" name="Ink 170">
                    <a:extLst>
                      <a:ext uri="{FF2B5EF4-FFF2-40B4-BE49-F238E27FC236}">
                        <a16:creationId xmlns:a16="http://schemas.microsoft.com/office/drawing/2014/main" id="{8AC193D2-909B-FAB6-E3B5-E3129AA14521}"/>
                      </a:ext>
                    </a:extLst>
                  </p14:cNvPr>
                  <p14:cNvContentPartPr/>
                  <p14:nvPr/>
                </p14:nvContentPartPr>
                <p14:xfrm>
                  <a:off x="8841267" y="351987"/>
                  <a:ext cx="331920" cy="281880"/>
                </p14:xfrm>
              </p:contentPart>
            </mc:Choice>
            <mc:Fallback>
              <p:pic>
                <p:nvPicPr>
                  <p:cNvPr id="171" name="Ink 170">
                    <a:extLst>
                      <a:ext uri="{FF2B5EF4-FFF2-40B4-BE49-F238E27FC236}">
                        <a16:creationId xmlns:a16="http://schemas.microsoft.com/office/drawing/2014/main" id="{8AC193D2-909B-FAB6-E3B5-E3129AA14521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821063" y="330770"/>
                    <a:ext cx="372740" cy="32474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172" name="Ink 171">
                    <a:extLst>
                      <a:ext uri="{FF2B5EF4-FFF2-40B4-BE49-F238E27FC236}">
                        <a16:creationId xmlns:a16="http://schemas.microsoft.com/office/drawing/2014/main" id="{6467233F-F7DE-5D6C-4E91-2547D54B962D}"/>
                      </a:ext>
                    </a:extLst>
                  </p14:cNvPr>
                  <p14:cNvContentPartPr/>
                  <p14:nvPr/>
                </p14:nvContentPartPr>
                <p14:xfrm>
                  <a:off x="9334467" y="325347"/>
                  <a:ext cx="272160" cy="262080"/>
                </p14:xfrm>
              </p:contentPart>
            </mc:Choice>
            <mc:Fallback>
              <p:pic>
                <p:nvPicPr>
                  <p:cNvPr id="172" name="Ink 171">
                    <a:extLst>
                      <a:ext uri="{FF2B5EF4-FFF2-40B4-BE49-F238E27FC236}">
                        <a16:creationId xmlns:a16="http://schemas.microsoft.com/office/drawing/2014/main" id="{6467233F-F7DE-5D6C-4E91-2547D54B962D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314292" y="303687"/>
                    <a:ext cx="312922" cy="3049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174" name="Ink 173">
                    <a:extLst>
                      <a:ext uri="{FF2B5EF4-FFF2-40B4-BE49-F238E27FC236}">
                        <a16:creationId xmlns:a16="http://schemas.microsoft.com/office/drawing/2014/main" id="{674C8926-11B3-1E30-510E-DB4C74B14E51}"/>
                      </a:ext>
                    </a:extLst>
                  </p14:cNvPr>
                  <p14:cNvContentPartPr/>
                  <p14:nvPr/>
                </p14:nvContentPartPr>
                <p14:xfrm>
                  <a:off x="8871507" y="693267"/>
                  <a:ext cx="340200" cy="312840"/>
                </p14:xfrm>
              </p:contentPart>
            </mc:Choice>
            <mc:Fallback>
              <p:pic>
                <p:nvPicPr>
                  <p:cNvPr id="174" name="Ink 173">
                    <a:extLst>
                      <a:ext uri="{FF2B5EF4-FFF2-40B4-BE49-F238E27FC236}">
                        <a16:creationId xmlns:a16="http://schemas.microsoft.com/office/drawing/2014/main" id="{674C8926-11B3-1E30-510E-DB4C74B14E51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8850889" y="671602"/>
                    <a:ext cx="381024" cy="3557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175" name="Ink 174">
                    <a:extLst>
                      <a:ext uri="{FF2B5EF4-FFF2-40B4-BE49-F238E27FC236}">
                        <a16:creationId xmlns:a16="http://schemas.microsoft.com/office/drawing/2014/main" id="{CA519453-25AA-026A-C152-CD61526595CA}"/>
                      </a:ext>
                    </a:extLst>
                  </p14:cNvPr>
                  <p14:cNvContentPartPr/>
                  <p14:nvPr/>
                </p14:nvContentPartPr>
                <p14:xfrm>
                  <a:off x="9563067" y="667707"/>
                  <a:ext cx="61200" cy="354240"/>
                </p14:xfrm>
              </p:contentPart>
            </mc:Choice>
            <mc:Fallback>
              <p:pic>
                <p:nvPicPr>
                  <p:cNvPr id="175" name="Ink 174">
                    <a:extLst>
                      <a:ext uri="{FF2B5EF4-FFF2-40B4-BE49-F238E27FC236}">
                        <a16:creationId xmlns:a16="http://schemas.microsoft.com/office/drawing/2014/main" id="{CA519453-25AA-026A-C152-CD61526595CA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542941" y="646054"/>
                    <a:ext cx="101863" cy="3971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177" name="Ink 176">
                    <a:extLst>
                      <a:ext uri="{FF2B5EF4-FFF2-40B4-BE49-F238E27FC236}">
                        <a16:creationId xmlns:a16="http://schemas.microsoft.com/office/drawing/2014/main" id="{5FB71B13-3623-3D18-225F-5B64CF4D08EA}"/>
                      </a:ext>
                    </a:extLst>
                  </p14:cNvPr>
                  <p14:cNvContentPartPr/>
                  <p14:nvPr/>
                </p14:nvContentPartPr>
                <p14:xfrm>
                  <a:off x="8867907" y="1128507"/>
                  <a:ext cx="285840" cy="340200"/>
                </p14:xfrm>
              </p:contentPart>
            </mc:Choice>
            <mc:Fallback>
              <p:pic>
                <p:nvPicPr>
                  <p:cNvPr id="177" name="Ink 176">
                    <a:extLst>
                      <a:ext uri="{FF2B5EF4-FFF2-40B4-BE49-F238E27FC236}">
                        <a16:creationId xmlns:a16="http://schemas.microsoft.com/office/drawing/2014/main" id="{5FB71B13-3623-3D18-225F-5B64CF4D08EA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8847725" y="1106866"/>
                    <a:ext cx="326615" cy="3830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178" name="Ink 177">
                    <a:extLst>
                      <a:ext uri="{FF2B5EF4-FFF2-40B4-BE49-F238E27FC236}">
                        <a16:creationId xmlns:a16="http://schemas.microsoft.com/office/drawing/2014/main" id="{9F262C12-8A21-E578-1279-664AC895853A}"/>
                      </a:ext>
                    </a:extLst>
                  </p14:cNvPr>
                  <p14:cNvContentPartPr/>
                  <p14:nvPr/>
                </p14:nvContentPartPr>
                <p14:xfrm>
                  <a:off x="9475587" y="1134987"/>
                  <a:ext cx="415080" cy="281520"/>
                </p14:xfrm>
              </p:contentPart>
            </mc:Choice>
            <mc:Fallback>
              <p:pic>
                <p:nvPicPr>
                  <p:cNvPr id="178" name="Ink 177">
                    <a:extLst>
                      <a:ext uri="{FF2B5EF4-FFF2-40B4-BE49-F238E27FC236}">
                        <a16:creationId xmlns:a16="http://schemas.microsoft.com/office/drawing/2014/main" id="{9F262C12-8A21-E578-1279-664AC895853A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9454977" y="1113332"/>
                    <a:ext cx="455887" cy="3243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179" name="Ink 178">
                    <a:extLst>
                      <a:ext uri="{FF2B5EF4-FFF2-40B4-BE49-F238E27FC236}">
                        <a16:creationId xmlns:a16="http://schemas.microsoft.com/office/drawing/2014/main" id="{755D6615-C7BF-0157-54F0-8E477BDA90FF}"/>
                      </a:ext>
                    </a:extLst>
                  </p14:cNvPr>
                  <p14:cNvContentPartPr/>
                  <p14:nvPr/>
                </p14:nvContentPartPr>
                <p14:xfrm>
                  <a:off x="8850987" y="1581027"/>
                  <a:ext cx="262800" cy="337680"/>
                </p14:xfrm>
              </p:contentPart>
            </mc:Choice>
            <mc:Fallback>
              <p:pic>
                <p:nvPicPr>
                  <p:cNvPr id="179" name="Ink 178">
                    <a:extLst>
                      <a:ext uri="{FF2B5EF4-FFF2-40B4-BE49-F238E27FC236}">
                        <a16:creationId xmlns:a16="http://schemas.microsoft.com/office/drawing/2014/main" id="{755D6615-C7BF-0157-54F0-8E477BDA90FF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8830391" y="1559381"/>
                    <a:ext cx="303579" cy="3805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180" name="Ink 179">
                    <a:extLst>
                      <a:ext uri="{FF2B5EF4-FFF2-40B4-BE49-F238E27FC236}">
                        <a16:creationId xmlns:a16="http://schemas.microsoft.com/office/drawing/2014/main" id="{275F3A7B-E2E0-E59A-848D-677BCEC58F14}"/>
                      </a:ext>
                    </a:extLst>
                  </p14:cNvPr>
                  <p14:cNvContentPartPr/>
                  <p14:nvPr/>
                </p14:nvContentPartPr>
                <p14:xfrm>
                  <a:off x="9495747" y="1527747"/>
                  <a:ext cx="268560" cy="403920"/>
                </p14:xfrm>
              </p:contentPart>
            </mc:Choice>
            <mc:Fallback>
              <p:pic>
                <p:nvPicPr>
                  <p:cNvPr id="180" name="Ink 179">
                    <a:extLst>
                      <a:ext uri="{FF2B5EF4-FFF2-40B4-BE49-F238E27FC236}">
                        <a16:creationId xmlns:a16="http://schemas.microsoft.com/office/drawing/2014/main" id="{275F3A7B-E2E0-E59A-848D-677BCEC58F14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9475564" y="1506534"/>
                    <a:ext cx="309338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181" name="Ink 180">
                    <a:extLst>
                      <a:ext uri="{FF2B5EF4-FFF2-40B4-BE49-F238E27FC236}">
                        <a16:creationId xmlns:a16="http://schemas.microsoft.com/office/drawing/2014/main" id="{FF8A26FB-4F74-7E8A-AC3D-9CA24E04CC4F}"/>
                      </a:ext>
                    </a:extLst>
                  </p14:cNvPr>
                  <p14:cNvContentPartPr/>
                  <p14:nvPr/>
                </p14:nvContentPartPr>
                <p14:xfrm>
                  <a:off x="8820747" y="2004027"/>
                  <a:ext cx="278280" cy="290880"/>
                </p14:xfrm>
              </p:contentPart>
            </mc:Choice>
            <mc:Fallback>
              <p:pic>
                <p:nvPicPr>
                  <p:cNvPr id="181" name="Ink 180">
                    <a:extLst>
                      <a:ext uri="{FF2B5EF4-FFF2-40B4-BE49-F238E27FC236}">
                        <a16:creationId xmlns:a16="http://schemas.microsoft.com/office/drawing/2014/main" id="{FF8A26FB-4F74-7E8A-AC3D-9CA24E04CC4F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8800546" y="1982384"/>
                    <a:ext cx="319094" cy="3337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182" name="Ink 181">
                    <a:extLst>
                      <a:ext uri="{FF2B5EF4-FFF2-40B4-BE49-F238E27FC236}">
                        <a16:creationId xmlns:a16="http://schemas.microsoft.com/office/drawing/2014/main" id="{C89C2E8C-A908-2B17-E8C5-1BF30DFCAE93}"/>
                      </a:ext>
                    </a:extLst>
                  </p14:cNvPr>
                  <p14:cNvContentPartPr/>
                  <p14:nvPr/>
                </p14:nvContentPartPr>
                <p14:xfrm>
                  <a:off x="9536427" y="1999347"/>
                  <a:ext cx="278280" cy="330120"/>
                </p14:xfrm>
              </p:contentPart>
            </mc:Choice>
            <mc:Fallback>
              <p:pic>
                <p:nvPicPr>
                  <p:cNvPr id="182" name="Ink 181">
                    <a:extLst>
                      <a:ext uri="{FF2B5EF4-FFF2-40B4-BE49-F238E27FC236}">
                        <a16:creationId xmlns:a16="http://schemas.microsoft.com/office/drawing/2014/main" id="{C89C2E8C-A908-2B17-E8C5-1BF30DFCAE93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9515844" y="1978147"/>
                    <a:ext cx="319034" cy="3729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183" name="Ink 182">
                    <a:extLst>
                      <a:ext uri="{FF2B5EF4-FFF2-40B4-BE49-F238E27FC236}">
                        <a16:creationId xmlns:a16="http://schemas.microsoft.com/office/drawing/2014/main" id="{9A662492-486F-3C67-4128-FC76E3E23AF9}"/>
                      </a:ext>
                    </a:extLst>
                  </p14:cNvPr>
                  <p14:cNvContentPartPr/>
                  <p14:nvPr/>
                </p14:nvContentPartPr>
                <p14:xfrm>
                  <a:off x="8733267" y="2460867"/>
                  <a:ext cx="274320" cy="327960"/>
                </p14:xfrm>
              </p:contentPart>
            </mc:Choice>
            <mc:Fallback>
              <p:pic>
                <p:nvPicPr>
                  <p:cNvPr id="183" name="Ink 182">
                    <a:extLst>
                      <a:ext uri="{FF2B5EF4-FFF2-40B4-BE49-F238E27FC236}">
                        <a16:creationId xmlns:a16="http://schemas.microsoft.com/office/drawing/2014/main" id="{9A662492-486F-3C67-4128-FC76E3E23AF9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8712672" y="2439205"/>
                    <a:ext cx="315097" cy="3708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184" name="Ink 183">
                    <a:extLst>
                      <a:ext uri="{FF2B5EF4-FFF2-40B4-BE49-F238E27FC236}">
                        <a16:creationId xmlns:a16="http://schemas.microsoft.com/office/drawing/2014/main" id="{A1E972A6-B0ED-80FF-C2CA-B6D7BDE04A56}"/>
                      </a:ext>
                    </a:extLst>
                  </p14:cNvPr>
                  <p14:cNvContentPartPr/>
                  <p14:nvPr/>
                </p14:nvContentPartPr>
                <p14:xfrm>
                  <a:off x="9596187" y="2448987"/>
                  <a:ext cx="297720" cy="18360"/>
                </p14:xfrm>
              </p:contentPart>
            </mc:Choice>
            <mc:Fallback>
              <p:pic>
                <p:nvPicPr>
                  <p:cNvPr id="184" name="Ink 183">
                    <a:extLst>
                      <a:ext uri="{FF2B5EF4-FFF2-40B4-BE49-F238E27FC236}">
                        <a16:creationId xmlns:a16="http://schemas.microsoft.com/office/drawing/2014/main" id="{A1E972A6-B0ED-80FF-C2CA-B6D7BDE04A56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9575982" y="2428065"/>
                    <a:ext cx="338543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185" name="Ink 184">
                    <a:extLst>
                      <a:ext uri="{FF2B5EF4-FFF2-40B4-BE49-F238E27FC236}">
                        <a16:creationId xmlns:a16="http://schemas.microsoft.com/office/drawing/2014/main" id="{98C6EDF5-F9D1-8959-742D-4FE918E26184}"/>
                      </a:ext>
                    </a:extLst>
                  </p14:cNvPr>
                  <p14:cNvContentPartPr/>
                  <p14:nvPr/>
                </p14:nvContentPartPr>
                <p14:xfrm>
                  <a:off x="9626067" y="2481387"/>
                  <a:ext cx="215640" cy="406800"/>
                </p14:xfrm>
              </p:contentPart>
            </mc:Choice>
            <mc:Fallback>
              <p:pic>
                <p:nvPicPr>
                  <p:cNvPr id="185" name="Ink 184">
                    <a:extLst>
                      <a:ext uri="{FF2B5EF4-FFF2-40B4-BE49-F238E27FC236}">
                        <a16:creationId xmlns:a16="http://schemas.microsoft.com/office/drawing/2014/main" id="{98C6EDF5-F9D1-8959-742D-4FE918E26184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9605451" y="2459726"/>
                    <a:ext cx="256459" cy="4496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186" name="Ink 185">
                    <a:extLst>
                      <a:ext uri="{FF2B5EF4-FFF2-40B4-BE49-F238E27FC236}">
                        <a16:creationId xmlns:a16="http://schemas.microsoft.com/office/drawing/2014/main" id="{9C297892-D341-BDD2-F9AE-3887595ED3D1}"/>
                      </a:ext>
                    </a:extLst>
                  </p14:cNvPr>
                  <p14:cNvContentPartPr/>
                  <p14:nvPr/>
                </p14:nvContentPartPr>
                <p14:xfrm>
                  <a:off x="8742627" y="2883147"/>
                  <a:ext cx="306360" cy="373320"/>
                </p14:xfrm>
              </p:contentPart>
            </mc:Choice>
            <mc:Fallback>
              <p:pic>
                <p:nvPicPr>
                  <p:cNvPr id="186" name="Ink 185">
                    <a:extLst>
                      <a:ext uri="{FF2B5EF4-FFF2-40B4-BE49-F238E27FC236}">
                        <a16:creationId xmlns:a16="http://schemas.microsoft.com/office/drawing/2014/main" id="{9C297892-D341-BDD2-F9AE-3887595ED3D1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8722450" y="2861493"/>
                    <a:ext cx="347126" cy="4161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187" name="Ink 186">
                    <a:extLst>
                      <a:ext uri="{FF2B5EF4-FFF2-40B4-BE49-F238E27FC236}">
                        <a16:creationId xmlns:a16="http://schemas.microsoft.com/office/drawing/2014/main" id="{BD2A40DA-93A3-4752-209D-7C1CD1371EFD}"/>
                      </a:ext>
                    </a:extLst>
                  </p14:cNvPr>
                  <p14:cNvContentPartPr/>
                  <p14:nvPr/>
                </p14:nvContentPartPr>
                <p14:xfrm>
                  <a:off x="9484947" y="2941107"/>
                  <a:ext cx="333720" cy="287640"/>
                </p14:xfrm>
              </p:contentPart>
            </mc:Choice>
            <mc:Fallback>
              <p:pic>
                <p:nvPicPr>
                  <p:cNvPr id="187" name="Ink 186">
                    <a:extLst>
                      <a:ext uri="{FF2B5EF4-FFF2-40B4-BE49-F238E27FC236}">
                        <a16:creationId xmlns:a16="http://schemas.microsoft.com/office/drawing/2014/main" id="{BD2A40DA-93A3-4752-209D-7C1CD1371EFD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9464759" y="2919881"/>
                    <a:ext cx="374508" cy="33052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45CE715B-5EB0-FA25-A76A-31CEB78E488C}"/>
                </a:ext>
              </a:extLst>
            </p:cNvPr>
            <p:cNvGrpSpPr/>
            <p:nvPr/>
          </p:nvGrpSpPr>
          <p:grpSpPr>
            <a:xfrm>
              <a:off x="8220987" y="3431427"/>
              <a:ext cx="3949560" cy="2764800"/>
              <a:chOff x="8220987" y="3431427"/>
              <a:chExt cx="3949560" cy="2764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188" name="Ink 187">
                    <a:extLst>
                      <a:ext uri="{FF2B5EF4-FFF2-40B4-BE49-F238E27FC236}">
                        <a16:creationId xmlns:a16="http://schemas.microsoft.com/office/drawing/2014/main" id="{77E58809-162E-494E-3CAC-C995C9C0CE7E}"/>
                      </a:ext>
                    </a:extLst>
                  </p14:cNvPr>
                  <p14:cNvContentPartPr/>
                  <p14:nvPr/>
                </p14:nvContentPartPr>
                <p14:xfrm>
                  <a:off x="8708787" y="3431427"/>
                  <a:ext cx="336240" cy="322920"/>
                </p14:xfrm>
              </p:contentPart>
            </mc:Choice>
            <mc:Fallback>
              <p:pic>
                <p:nvPicPr>
                  <p:cNvPr id="188" name="Ink 187">
                    <a:extLst>
                      <a:ext uri="{FF2B5EF4-FFF2-40B4-BE49-F238E27FC236}">
                        <a16:creationId xmlns:a16="http://schemas.microsoft.com/office/drawing/2014/main" id="{77E58809-162E-494E-3CAC-C995C9C0CE7E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8688184" y="3409755"/>
                    <a:ext cx="377034" cy="3658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193" name="Ink 192">
                    <a:extLst>
                      <a:ext uri="{FF2B5EF4-FFF2-40B4-BE49-F238E27FC236}">
                        <a16:creationId xmlns:a16="http://schemas.microsoft.com/office/drawing/2014/main" id="{E10F02BE-6507-6A89-E85C-1AB14CB397F4}"/>
                      </a:ext>
                    </a:extLst>
                  </p14:cNvPr>
                  <p14:cNvContentPartPr/>
                  <p14:nvPr/>
                </p14:nvContentPartPr>
                <p14:xfrm>
                  <a:off x="8726427" y="3887907"/>
                  <a:ext cx="315360" cy="319680"/>
                </p14:xfrm>
              </p:contentPart>
            </mc:Choice>
            <mc:Fallback>
              <p:pic>
                <p:nvPicPr>
                  <p:cNvPr id="193" name="Ink 192">
                    <a:extLst>
                      <a:ext uri="{FF2B5EF4-FFF2-40B4-BE49-F238E27FC236}">
                        <a16:creationId xmlns:a16="http://schemas.microsoft.com/office/drawing/2014/main" id="{E10F02BE-6507-6A89-E85C-1AB14CB397F4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8705815" y="3866278"/>
                    <a:ext cx="356171" cy="3625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7">
                <p14:nvContentPartPr>
                  <p14:cNvPr id="195" name="Ink 194">
                    <a:extLst>
                      <a:ext uri="{FF2B5EF4-FFF2-40B4-BE49-F238E27FC236}">
                        <a16:creationId xmlns:a16="http://schemas.microsoft.com/office/drawing/2014/main" id="{489163D9-3658-15FA-9117-C29EABA68CDD}"/>
                      </a:ext>
                    </a:extLst>
                  </p14:cNvPr>
                  <p14:cNvContentPartPr/>
                  <p14:nvPr/>
                </p14:nvContentPartPr>
                <p14:xfrm>
                  <a:off x="8695107" y="4234227"/>
                  <a:ext cx="282240" cy="340920"/>
                </p14:xfrm>
              </p:contentPart>
            </mc:Choice>
            <mc:Fallback>
              <p:pic>
                <p:nvPicPr>
                  <p:cNvPr id="195" name="Ink 194">
                    <a:extLst>
                      <a:ext uri="{FF2B5EF4-FFF2-40B4-BE49-F238E27FC236}">
                        <a16:creationId xmlns:a16="http://schemas.microsoft.com/office/drawing/2014/main" id="{489163D9-3658-15FA-9117-C29EABA68CDD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8674506" y="4212568"/>
                    <a:ext cx="323031" cy="38380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9">
                <p14:nvContentPartPr>
                  <p14:cNvPr id="189" name="Ink 188">
                    <a:extLst>
                      <a:ext uri="{FF2B5EF4-FFF2-40B4-BE49-F238E27FC236}">
                        <a16:creationId xmlns:a16="http://schemas.microsoft.com/office/drawing/2014/main" id="{A7576B5E-E2D6-F010-9574-14D953C08698}"/>
                      </a:ext>
                    </a:extLst>
                  </p14:cNvPr>
                  <p14:cNvContentPartPr/>
                  <p14:nvPr/>
                </p14:nvContentPartPr>
                <p14:xfrm>
                  <a:off x="9468387" y="3438267"/>
                  <a:ext cx="343080" cy="330840"/>
                </p14:xfrm>
              </p:contentPart>
            </mc:Choice>
            <mc:Fallback>
              <p:pic>
                <p:nvPicPr>
                  <p:cNvPr id="189" name="Ink 188">
                    <a:extLst>
                      <a:ext uri="{FF2B5EF4-FFF2-40B4-BE49-F238E27FC236}">
                        <a16:creationId xmlns:a16="http://schemas.microsoft.com/office/drawing/2014/main" id="{A7576B5E-E2D6-F010-9574-14D953C08698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9448206" y="3417048"/>
                    <a:ext cx="383854" cy="3737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1">
                <p14:nvContentPartPr>
                  <p14:cNvPr id="190" name="Ink 189">
                    <a:extLst>
                      <a:ext uri="{FF2B5EF4-FFF2-40B4-BE49-F238E27FC236}">
                        <a16:creationId xmlns:a16="http://schemas.microsoft.com/office/drawing/2014/main" id="{F444DC4F-F43F-D47A-5743-798E5B84F4F8}"/>
                      </a:ext>
                    </a:extLst>
                  </p14:cNvPr>
                  <p14:cNvContentPartPr/>
                  <p14:nvPr/>
                </p14:nvContentPartPr>
                <p14:xfrm>
                  <a:off x="9616707" y="3637347"/>
                  <a:ext cx="276120" cy="30240"/>
                </p14:xfrm>
              </p:contentPart>
            </mc:Choice>
            <mc:Fallback>
              <p:pic>
                <p:nvPicPr>
                  <p:cNvPr id="190" name="Ink 189">
                    <a:extLst>
                      <a:ext uri="{FF2B5EF4-FFF2-40B4-BE49-F238E27FC236}">
                        <a16:creationId xmlns:a16="http://schemas.microsoft.com/office/drawing/2014/main" id="{F444DC4F-F43F-D47A-5743-798E5B84F4F8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9596101" y="3615747"/>
                    <a:ext cx="316920" cy="730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3">
                <p14:nvContentPartPr>
                  <p14:cNvPr id="194" name="Ink 193">
                    <a:extLst>
                      <a:ext uri="{FF2B5EF4-FFF2-40B4-BE49-F238E27FC236}">
                        <a16:creationId xmlns:a16="http://schemas.microsoft.com/office/drawing/2014/main" id="{06CBDCC7-605D-1A37-2557-2432622B0330}"/>
                      </a:ext>
                    </a:extLst>
                  </p14:cNvPr>
                  <p14:cNvContentPartPr/>
                  <p14:nvPr/>
                </p14:nvContentPartPr>
                <p14:xfrm>
                  <a:off x="9574587" y="3818067"/>
                  <a:ext cx="223920" cy="404280"/>
                </p14:xfrm>
              </p:contentPart>
            </mc:Choice>
            <mc:Fallback>
              <p:pic>
                <p:nvPicPr>
                  <p:cNvPr id="194" name="Ink 193">
                    <a:extLst>
                      <a:ext uri="{FF2B5EF4-FFF2-40B4-BE49-F238E27FC236}">
                        <a16:creationId xmlns:a16="http://schemas.microsoft.com/office/drawing/2014/main" id="{06CBDCC7-605D-1A37-2557-2432622B0330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9554418" y="3796857"/>
                    <a:ext cx="264670" cy="4471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5">
                <p14:nvContentPartPr>
                  <p14:cNvPr id="196" name="Ink 195">
                    <a:extLst>
                      <a:ext uri="{FF2B5EF4-FFF2-40B4-BE49-F238E27FC236}">
                        <a16:creationId xmlns:a16="http://schemas.microsoft.com/office/drawing/2014/main" id="{BCF263F1-01B7-5C0F-F66C-0871C17805B9}"/>
                      </a:ext>
                    </a:extLst>
                  </p14:cNvPr>
                  <p14:cNvContentPartPr/>
                  <p14:nvPr/>
                </p14:nvContentPartPr>
                <p14:xfrm>
                  <a:off x="9509787" y="4264467"/>
                  <a:ext cx="382680" cy="434160"/>
                </p14:xfrm>
              </p:contentPart>
            </mc:Choice>
            <mc:Fallback>
              <p:pic>
                <p:nvPicPr>
                  <p:cNvPr id="196" name="Ink 195">
                    <a:extLst>
                      <a:ext uri="{FF2B5EF4-FFF2-40B4-BE49-F238E27FC236}">
                        <a16:creationId xmlns:a16="http://schemas.microsoft.com/office/drawing/2014/main" id="{BCF263F1-01B7-5C0F-F66C-0871C17805B9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9489191" y="4242802"/>
                    <a:ext cx="423461" cy="4770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7">
                <p14:nvContentPartPr>
                  <p14:cNvPr id="202" name="Ink 201">
                    <a:extLst>
                      <a:ext uri="{FF2B5EF4-FFF2-40B4-BE49-F238E27FC236}">
                        <a16:creationId xmlns:a16="http://schemas.microsoft.com/office/drawing/2014/main" id="{984487D4-20E5-B602-180D-6444356A3126}"/>
                      </a:ext>
                    </a:extLst>
                  </p14:cNvPr>
                  <p14:cNvContentPartPr/>
                  <p14:nvPr/>
                </p14:nvContentPartPr>
                <p14:xfrm>
                  <a:off x="9516627" y="4881147"/>
                  <a:ext cx="535320" cy="280800"/>
                </p14:xfrm>
              </p:contentPart>
            </mc:Choice>
            <mc:Fallback>
              <p:pic>
                <p:nvPicPr>
                  <p:cNvPr id="202" name="Ink 201">
                    <a:extLst>
                      <a:ext uri="{FF2B5EF4-FFF2-40B4-BE49-F238E27FC236}">
                        <a16:creationId xmlns:a16="http://schemas.microsoft.com/office/drawing/2014/main" id="{984487D4-20E5-B602-180D-6444356A3126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9496434" y="4859514"/>
                    <a:ext cx="576118" cy="3236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49">
                <p14:nvContentPartPr>
                  <p14:cNvPr id="203" name="Ink 202">
                    <a:extLst>
                      <a:ext uri="{FF2B5EF4-FFF2-40B4-BE49-F238E27FC236}">
                        <a16:creationId xmlns:a16="http://schemas.microsoft.com/office/drawing/2014/main" id="{D12DDD93-A9E0-CEAB-27CC-D78B67704AF0}"/>
                      </a:ext>
                    </a:extLst>
                  </p14:cNvPr>
                  <p14:cNvContentPartPr/>
                  <p14:nvPr/>
                </p14:nvContentPartPr>
                <p14:xfrm>
                  <a:off x="10029987" y="4885467"/>
                  <a:ext cx="256320" cy="301680"/>
                </p14:xfrm>
              </p:contentPart>
            </mc:Choice>
            <mc:Fallback>
              <p:pic>
                <p:nvPicPr>
                  <p:cNvPr id="203" name="Ink 202">
                    <a:extLst>
                      <a:ext uri="{FF2B5EF4-FFF2-40B4-BE49-F238E27FC236}">
                        <a16:creationId xmlns:a16="http://schemas.microsoft.com/office/drawing/2014/main" id="{D12DDD93-A9E0-CEAB-27CC-D78B67704AF0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10009795" y="4863826"/>
                    <a:ext cx="297117" cy="3445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1">
                <p14:nvContentPartPr>
                  <p14:cNvPr id="204" name="Ink 203">
                    <a:extLst>
                      <a:ext uri="{FF2B5EF4-FFF2-40B4-BE49-F238E27FC236}">
                        <a16:creationId xmlns:a16="http://schemas.microsoft.com/office/drawing/2014/main" id="{1D1C334A-452F-1987-4B3F-FEB13FC7A4EB}"/>
                      </a:ext>
                    </a:extLst>
                  </p14:cNvPr>
                  <p14:cNvContentPartPr/>
                  <p14:nvPr/>
                </p14:nvContentPartPr>
                <p14:xfrm>
                  <a:off x="10401867" y="4719507"/>
                  <a:ext cx="148680" cy="386280"/>
                </p14:xfrm>
              </p:contentPart>
            </mc:Choice>
            <mc:Fallback>
              <p:pic>
                <p:nvPicPr>
                  <p:cNvPr id="204" name="Ink 203">
                    <a:extLst>
                      <a:ext uri="{FF2B5EF4-FFF2-40B4-BE49-F238E27FC236}">
                        <a16:creationId xmlns:a16="http://schemas.microsoft.com/office/drawing/2014/main" id="{1D1C334A-452F-1987-4B3F-FEB13FC7A4EB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10381686" y="4697855"/>
                    <a:ext cx="189454" cy="42915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3">
                <p14:nvContentPartPr>
                  <p14:cNvPr id="205" name="Ink 204">
                    <a:extLst>
                      <a:ext uri="{FF2B5EF4-FFF2-40B4-BE49-F238E27FC236}">
                        <a16:creationId xmlns:a16="http://schemas.microsoft.com/office/drawing/2014/main" id="{59108C14-5681-C084-5E70-F84EEF6D076D}"/>
                      </a:ext>
                    </a:extLst>
                  </p14:cNvPr>
                  <p14:cNvContentPartPr/>
                  <p14:nvPr/>
                </p14:nvContentPartPr>
                <p14:xfrm>
                  <a:off x="10351107" y="4921467"/>
                  <a:ext cx="373680" cy="9000"/>
                </p14:xfrm>
              </p:contentPart>
            </mc:Choice>
            <mc:Fallback>
              <p:pic>
                <p:nvPicPr>
                  <p:cNvPr id="205" name="Ink 204">
                    <a:extLst>
                      <a:ext uri="{FF2B5EF4-FFF2-40B4-BE49-F238E27FC236}">
                        <a16:creationId xmlns:a16="http://schemas.microsoft.com/office/drawing/2014/main" id="{59108C14-5681-C084-5E70-F84EEF6D076D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10330919" y="4900467"/>
                    <a:ext cx="414468" cy="514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5">
                <p14:nvContentPartPr>
                  <p14:cNvPr id="208" name="Ink 207">
                    <a:extLst>
                      <a:ext uri="{FF2B5EF4-FFF2-40B4-BE49-F238E27FC236}">
                        <a16:creationId xmlns:a16="http://schemas.microsoft.com/office/drawing/2014/main" id="{A5AB027D-FC0F-9E71-18F4-CEE90D0594C1}"/>
                      </a:ext>
                    </a:extLst>
                  </p14:cNvPr>
                  <p14:cNvContentPartPr/>
                  <p14:nvPr/>
                </p14:nvContentPartPr>
                <p14:xfrm>
                  <a:off x="10830267" y="4873227"/>
                  <a:ext cx="235800" cy="228600"/>
                </p14:xfrm>
              </p:contentPart>
            </mc:Choice>
            <mc:Fallback>
              <p:pic>
                <p:nvPicPr>
                  <p:cNvPr id="208" name="Ink 207">
                    <a:extLst>
                      <a:ext uri="{FF2B5EF4-FFF2-40B4-BE49-F238E27FC236}">
                        <a16:creationId xmlns:a16="http://schemas.microsoft.com/office/drawing/2014/main" id="{A5AB027D-FC0F-9E71-18F4-CEE90D0594C1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10810067" y="4852012"/>
                    <a:ext cx="276612" cy="2714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7">
                <p14:nvContentPartPr>
                  <p14:cNvPr id="209" name="Ink 208">
                    <a:extLst>
                      <a:ext uri="{FF2B5EF4-FFF2-40B4-BE49-F238E27FC236}">
                        <a16:creationId xmlns:a16="http://schemas.microsoft.com/office/drawing/2014/main" id="{E642810C-FDBA-A276-46AD-7595A5D46048}"/>
                      </a:ext>
                    </a:extLst>
                  </p14:cNvPr>
                  <p14:cNvContentPartPr/>
                  <p14:nvPr/>
                </p14:nvContentPartPr>
                <p14:xfrm>
                  <a:off x="11116827" y="4901307"/>
                  <a:ext cx="152280" cy="217440"/>
                </p14:xfrm>
              </p:contentPart>
            </mc:Choice>
            <mc:Fallback>
              <p:pic>
                <p:nvPicPr>
                  <p:cNvPr id="209" name="Ink 208">
                    <a:extLst>
                      <a:ext uri="{FF2B5EF4-FFF2-40B4-BE49-F238E27FC236}">
                        <a16:creationId xmlns:a16="http://schemas.microsoft.com/office/drawing/2014/main" id="{E642810C-FDBA-A276-46AD-7595A5D46048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11096660" y="4879650"/>
                    <a:ext cx="193025" cy="2603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9">
                <p14:nvContentPartPr>
                  <p14:cNvPr id="210" name="Ink 209">
                    <a:extLst>
                      <a:ext uri="{FF2B5EF4-FFF2-40B4-BE49-F238E27FC236}">
                        <a16:creationId xmlns:a16="http://schemas.microsoft.com/office/drawing/2014/main" id="{044EE2F5-0660-388B-D5C5-40854DE57058}"/>
                      </a:ext>
                    </a:extLst>
                  </p14:cNvPr>
                  <p14:cNvContentPartPr/>
                  <p14:nvPr/>
                </p14:nvContentPartPr>
                <p14:xfrm>
                  <a:off x="11282787" y="4886187"/>
                  <a:ext cx="293400" cy="196200"/>
                </p14:xfrm>
              </p:contentPart>
            </mc:Choice>
            <mc:Fallback>
              <p:pic>
                <p:nvPicPr>
                  <p:cNvPr id="210" name="Ink 209">
                    <a:extLst>
                      <a:ext uri="{FF2B5EF4-FFF2-40B4-BE49-F238E27FC236}">
                        <a16:creationId xmlns:a16="http://schemas.microsoft.com/office/drawing/2014/main" id="{044EE2F5-0660-388B-D5C5-40854DE57058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11262183" y="4864579"/>
                    <a:ext cx="334196" cy="2389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1">
                <p14:nvContentPartPr>
                  <p14:cNvPr id="211" name="Ink 210">
                    <a:extLst>
                      <a:ext uri="{FF2B5EF4-FFF2-40B4-BE49-F238E27FC236}">
                        <a16:creationId xmlns:a16="http://schemas.microsoft.com/office/drawing/2014/main" id="{48D9DA12-3B38-7CCB-C76C-2A2859A77DE7}"/>
                      </a:ext>
                    </a:extLst>
                  </p14:cNvPr>
                  <p14:cNvContentPartPr/>
                  <p14:nvPr/>
                </p14:nvContentPartPr>
                <p14:xfrm>
                  <a:off x="11628027" y="4708347"/>
                  <a:ext cx="110880" cy="374760"/>
                </p14:xfrm>
              </p:contentPart>
            </mc:Choice>
            <mc:Fallback>
              <p:pic>
                <p:nvPicPr>
                  <p:cNvPr id="211" name="Ink 210">
                    <a:extLst>
                      <a:ext uri="{FF2B5EF4-FFF2-40B4-BE49-F238E27FC236}">
                        <a16:creationId xmlns:a16="http://schemas.microsoft.com/office/drawing/2014/main" id="{48D9DA12-3B38-7CCB-C76C-2A2859A77DE7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11607830" y="4686710"/>
                    <a:ext cx="151687" cy="4176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3">
                <p14:nvContentPartPr>
                  <p14:cNvPr id="212" name="Ink 211">
                    <a:extLst>
                      <a:ext uri="{FF2B5EF4-FFF2-40B4-BE49-F238E27FC236}">
                        <a16:creationId xmlns:a16="http://schemas.microsoft.com/office/drawing/2014/main" id="{91951444-DA4C-823A-FAF8-4D62DA060CF7}"/>
                      </a:ext>
                    </a:extLst>
                  </p14:cNvPr>
                  <p14:cNvContentPartPr/>
                  <p14:nvPr/>
                </p14:nvContentPartPr>
                <p14:xfrm>
                  <a:off x="11764827" y="4919307"/>
                  <a:ext cx="405720" cy="209880"/>
                </p14:xfrm>
              </p:contentPart>
            </mc:Choice>
            <mc:Fallback>
              <p:pic>
                <p:nvPicPr>
                  <p:cNvPr id="212" name="Ink 211">
                    <a:extLst>
                      <a:ext uri="{FF2B5EF4-FFF2-40B4-BE49-F238E27FC236}">
                        <a16:creationId xmlns:a16="http://schemas.microsoft.com/office/drawing/2014/main" id="{91951444-DA4C-823A-FAF8-4D62DA060CF7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11744623" y="4898103"/>
                    <a:ext cx="446539" cy="2527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5">
                <p14:nvContentPartPr>
                  <p14:cNvPr id="199" name="Ink 198">
                    <a:extLst>
                      <a:ext uri="{FF2B5EF4-FFF2-40B4-BE49-F238E27FC236}">
                        <a16:creationId xmlns:a16="http://schemas.microsoft.com/office/drawing/2014/main" id="{750111D7-66A3-2370-39E3-1CF3182FC5B9}"/>
                      </a:ext>
                    </a:extLst>
                  </p14:cNvPr>
                  <p14:cNvContentPartPr/>
                  <p14:nvPr/>
                </p14:nvContentPartPr>
                <p14:xfrm>
                  <a:off x="8220987" y="4850907"/>
                  <a:ext cx="644400" cy="28080"/>
                </p14:xfrm>
              </p:contentPart>
            </mc:Choice>
            <mc:Fallback>
              <p:pic>
                <p:nvPicPr>
                  <p:cNvPr id="199" name="Ink 198">
                    <a:extLst>
                      <a:ext uri="{FF2B5EF4-FFF2-40B4-BE49-F238E27FC236}">
                        <a16:creationId xmlns:a16="http://schemas.microsoft.com/office/drawing/2014/main" id="{750111D7-66A3-2370-39E3-1CF3182FC5B9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8200373" y="4829739"/>
                    <a:ext cx="685216" cy="708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7">
                <p14:nvContentPartPr>
                  <p14:cNvPr id="200" name="Ink 199">
                    <a:extLst>
                      <a:ext uri="{FF2B5EF4-FFF2-40B4-BE49-F238E27FC236}">
                        <a16:creationId xmlns:a16="http://schemas.microsoft.com/office/drawing/2014/main" id="{3577D4FE-7CBE-4F72-903D-981712D57EE3}"/>
                      </a:ext>
                    </a:extLst>
                  </p14:cNvPr>
                  <p14:cNvContentPartPr/>
                  <p14:nvPr/>
                </p14:nvContentPartPr>
                <p14:xfrm>
                  <a:off x="8553987" y="4857027"/>
                  <a:ext cx="40320" cy="332280"/>
                </p14:xfrm>
              </p:contentPart>
            </mc:Choice>
            <mc:Fallback>
              <p:pic>
                <p:nvPicPr>
                  <p:cNvPr id="200" name="Ink 199">
                    <a:extLst>
                      <a:ext uri="{FF2B5EF4-FFF2-40B4-BE49-F238E27FC236}">
                        <a16:creationId xmlns:a16="http://schemas.microsoft.com/office/drawing/2014/main" id="{3577D4FE-7CBE-4F72-903D-981712D57EE3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8533827" y="4835366"/>
                    <a:ext cx="81051" cy="3751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69">
                <p14:nvContentPartPr>
                  <p14:cNvPr id="201" name="Ink 200">
                    <a:extLst>
                      <a:ext uri="{FF2B5EF4-FFF2-40B4-BE49-F238E27FC236}">
                        <a16:creationId xmlns:a16="http://schemas.microsoft.com/office/drawing/2014/main" id="{AC99EB94-C35C-2CFD-E36E-D34C6B8F69C1}"/>
                      </a:ext>
                    </a:extLst>
                  </p14:cNvPr>
                  <p14:cNvContentPartPr/>
                  <p14:nvPr/>
                </p14:nvContentPartPr>
                <p14:xfrm>
                  <a:off x="8693307" y="4854147"/>
                  <a:ext cx="456480" cy="300960"/>
                </p14:xfrm>
              </p:contentPart>
            </mc:Choice>
            <mc:Fallback>
              <p:pic>
                <p:nvPicPr>
                  <p:cNvPr id="201" name="Ink 200">
                    <a:extLst>
                      <a:ext uri="{FF2B5EF4-FFF2-40B4-BE49-F238E27FC236}">
                        <a16:creationId xmlns:a16="http://schemas.microsoft.com/office/drawing/2014/main" id="{AC99EB94-C35C-2CFD-E36E-D34C6B8F69C1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8672708" y="4832495"/>
                    <a:ext cx="497267" cy="3438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1">
                <p14:nvContentPartPr>
                  <p14:cNvPr id="218" name="Ink 217">
                    <a:extLst>
                      <a:ext uri="{FF2B5EF4-FFF2-40B4-BE49-F238E27FC236}">
                        <a16:creationId xmlns:a16="http://schemas.microsoft.com/office/drawing/2014/main" id="{44D4BE46-0069-1519-21F6-6B35016EB0D5}"/>
                      </a:ext>
                    </a:extLst>
                  </p14:cNvPr>
                  <p14:cNvContentPartPr/>
                  <p14:nvPr/>
                </p14:nvContentPartPr>
                <p14:xfrm>
                  <a:off x="9126027" y="5389827"/>
                  <a:ext cx="6480" cy="161640"/>
                </p14:xfrm>
              </p:contentPart>
            </mc:Choice>
            <mc:Fallback>
              <p:pic>
                <p:nvPicPr>
                  <p:cNvPr id="218" name="Ink 217">
                    <a:extLst>
                      <a:ext uri="{FF2B5EF4-FFF2-40B4-BE49-F238E27FC236}">
                        <a16:creationId xmlns:a16="http://schemas.microsoft.com/office/drawing/2014/main" id="{44D4BE46-0069-1519-21F6-6B35016EB0D5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9106182" y="5368593"/>
                    <a:ext cx="46575" cy="2045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3">
                <p14:nvContentPartPr>
                  <p14:cNvPr id="219" name="Ink 218">
                    <a:extLst>
                      <a:ext uri="{FF2B5EF4-FFF2-40B4-BE49-F238E27FC236}">
                        <a16:creationId xmlns:a16="http://schemas.microsoft.com/office/drawing/2014/main" id="{30BA2B0D-36B6-6BCF-FDD8-65DB6B0388A3}"/>
                      </a:ext>
                    </a:extLst>
                  </p14:cNvPr>
                  <p14:cNvContentPartPr/>
                  <p14:nvPr/>
                </p14:nvContentPartPr>
                <p14:xfrm>
                  <a:off x="9017667" y="5234667"/>
                  <a:ext cx="112680" cy="104040"/>
                </p14:xfrm>
              </p:contentPart>
            </mc:Choice>
            <mc:Fallback>
              <p:pic>
                <p:nvPicPr>
                  <p:cNvPr id="219" name="Ink 218">
                    <a:extLst>
                      <a:ext uri="{FF2B5EF4-FFF2-40B4-BE49-F238E27FC236}">
                        <a16:creationId xmlns:a16="http://schemas.microsoft.com/office/drawing/2014/main" id="{30BA2B0D-36B6-6BCF-FDD8-65DB6B0388A3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8997442" y="5213425"/>
                    <a:ext cx="153542" cy="1469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5">
                <p14:nvContentPartPr>
                  <p14:cNvPr id="220" name="Ink 219">
                    <a:extLst>
                      <a:ext uri="{FF2B5EF4-FFF2-40B4-BE49-F238E27FC236}">
                        <a16:creationId xmlns:a16="http://schemas.microsoft.com/office/drawing/2014/main" id="{3EFE1B0D-6DFF-E83C-496A-79071409DA84}"/>
                      </a:ext>
                    </a:extLst>
                  </p14:cNvPr>
                  <p14:cNvContentPartPr/>
                  <p14:nvPr/>
                </p14:nvContentPartPr>
                <p14:xfrm>
                  <a:off x="9252027" y="5307387"/>
                  <a:ext cx="277560" cy="320040"/>
                </p14:xfrm>
              </p:contentPart>
            </mc:Choice>
            <mc:Fallback>
              <p:pic>
                <p:nvPicPr>
                  <p:cNvPr id="220" name="Ink 219">
                    <a:extLst>
                      <a:ext uri="{FF2B5EF4-FFF2-40B4-BE49-F238E27FC236}">
                        <a16:creationId xmlns:a16="http://schemas.microsoft.com/office/drawing/2014/main" id="{3EFE1B0D-6DFF-E83C-496A-79071409DA84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9231406" y="5285733"/>
                    <a:ext cx="318390" cy="3629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7">
                <p14:nvContentPartPr>
                  <p14:cNvPr id="221" name="Ink 220">
                    <a:extLst>
                      <a:ext uri="{FF2B5EF4-FFF2-40B4-BE49-F238E27FC236}">
                        <a16:creationId xmlns:a16="http://schemas.microsoft.com/office/drawing/2014/main" id="{DFF1A3FA-AFE9-F8D5-ECA7-C879DAF05DAA}"/>
                      </a:ext>
                    </a:extLst>
                  </p14:cNvPr>
                  <p14:cNvContentPartPr/>
                  <p14:nvPr/>
                </p14:nvContentPartPr>
                <p14:xfrm>
                  <a:off x="8779347" y="5717787"/>
                  <a:ext cx="46800" cy="403920"/>
                </p14:xfrm>
              </p:contentPart>
            </mc:Choice>
            <mc:Fallback>
              <p:pic>
                <p:nvPicPr>
                  <p:cNvPr id="221" name="Ink 220">
                    <a:extLst>
                      <a:ext uri="{FF2B5EF4-FFF2-40B4-BE49-F238E27FC236}">
                        <a16:creationId xmlns:a16="http://schemas.microsoft.com/office/drawing/2014/main" id="{DFF1A3FA-AFE9-F8D5-ECA7-C879DAF05DAA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8758639" y="5696141"/>
                    <a:ext cx="87802" cy="4467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9">
                <p14:nvContentPartPr>
                  <p14:cNvPr id="222" name="Ink 221">
                    <a:extLst>
                      <a:ext uri="{FF2B5EF4-FFF2-40B4-BE49-F238E27FC236}">
                        <a16:creationId xmlns:a16="http://schemas.microsoft.com/office/drawing/2014/main" id="{71237101-7315-7A79-D6BA-1D3C0CCF747B}"/>
                      </a:ext>
                    </a:extLst>
                  </p14:cNvPr>
                  <p14:cNvContentPartPr/>
                  <p14:nvPr/>
                </p14:nvContentPartPr>
                <p14:xfrm>
                  <a:off x="8648667" y="5719227"/>
                  <a:ext cx="144720" cy="162000"/>
                </p14:xfrm>
              </p:contentPart>
            </mc:Choice>
            <mc:Fallback>
              <p:pic>
                <p:nvPicPr>
                  <p:cNvPr id="222" name="Ink 221">
                    <a:extLst>
                      <a:ext uri="{FF2B5EF4-FFF2-40B4-BE49-F238E27FC236}">
                        <a16:creationId xmlns:a16="http://schemas.microsoft.com/office/drawing/2014/main" id="{71237101-7315-7A79-D6BA-1D3C0CCF747B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8628464" y="5698002"/>
                    <a:ext cx="185538" cy="20488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1">
                <p14:nvContentPartPr>
                  <p14:cNvPr id="223" name="Ink 222">
                    <a:extLst>
                      <a:ext uri="{FF2B5EF4-FFF2-40B4-BE49-F238E27FC236}">
                        <a16:creationId xmlns:a16="http://schemas.microsoft.com/office/drawing/2014/main" id="{302A12D7-FB7B-0C9A-9EA0-2336237AEF87}"/>
                      </a:ext>
                    </a:extLst>
                  </p14:cNvPr>
                  <p14:cNvContentPartPr/>
                  <p14:nvPr/>
                </p14:nvContentPartPr>
                <p14:xfrm>
                  <a:off x="8641107" y="6136467"/>
                  <a:ext cx="330840" cy="18360"/>
                </p14:xfrm>
              </p:contentPart>
            </mc:Choice>
            <mc:Fallback>
              <p:pic>
                <p:nvPicPr>
                  <p:cNvPr id="223" name="Ink 222">
                    <a:extLst>
                      <a:ext uri="{FF2B5EF4-FFF2-40B4-BE49-F238E27FC236}">
                        <a16:creationId xmlns:a16="http://schemas.microsoft.com/office/drawing/2014/main" id="{302A12D7-FB7B-0C9A-9EA0-2336237AEF87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8620919" y="6115118"/>
                    <a:ext cx="371628" cy="606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83">
                <p14:nvContentPartPr>
                  <p14:cNvPr id="224" name="Ink 223">
                    <a:extLst>
                      <a:ext uri="{FF2B5EF4-FFF2-40B4-BE49-F238E27FC236}">
                        <a16:creationId xmlns:a16="http://schemas.microsoft.com/office/drawing/2014/main" id="{01B6BE94-A3DD-1C5C-9D04-5C8226E1069F}"/>
                      </a:ext>
                    </a:extLst>
                  </p14:cNvPr>
                  <p14:cNvContentPartPr/>
                  <p14:nvPr/>
                </p14:nvContentPartPr>
                <p14:xfrm>
                  <a:off x="9496827" y="5747307"/>
                  <a:ext cx="410760" cy="448920"/>
                </p14:xfrm>
              </p:contentPart>
            </mc:Choice>
            <mc:Fallback>
              <p:pic>
                <p:nvPicPr>
                  <p:cNvPr id="224" name="Ink 223">
                    <a:extLst>
                      <a:ext uri="{FF2B5EF4-FFF2-40B4-BE49-F238E27FC236}">
                        <a16:creationId xmlns:a16="http://schemas.microsoft.com/office/drawing/2014/main" id="{01B6BE94-A3DD-1C5C-9D04-5C8226E1069F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9476227" y="5725662"/>
                    <a:ext cx="451548" cy="491777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7FBF125A-D822-E9C2-0170-15C70871CF4B}"/>
              </a:ext>
            </a:extLst>
          </p:cNvPr>
          <p:cNvGrpSpPr/>
          <p:nvPr/>
        </p:nvGrpSpPr>
        <p:grpSpPr>
          <a:xfrm>
            <a:off x="7835067" y="5404947"/>
            <a:ext cx="3569760" cy="1065600"/>
            <a:chOff x="7835067" y="5404947"/>
            <a:chExt cx="3569760" cy="10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77259BB-D861-87D2-FFEA-1D105256C72F}"/>
                    </a:ext>
                  </a:extLst>
                </p14:cNvPr>
                <p14:cNvContentPartPr/>
                <p14:nvPr/>
              </p14:nvContentPartPr>
              <p14:xfrm>
                <a:off x="7913187" y="5438067"/>
                <a:ext cx="39960" cy="4546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77259BB-D861-87D2-FFEA-1D105256C72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95187" y="5420067"/>
                  <a:ext cx="756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3690C76-3790-2720-BF2C-1B7EBCD6D81C}"/>
                    </a:ext>
                  </a:extLst>
                </p14:cNvPr>
                <p14:cNvContentPartPr/>
                <p14:nvPr/>
              </p14:nvContentPartPr>
              <p14:xfrm>
                <a:off x="7993467" y="5622027"/>
                <a:ext cx="154800" cy="222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3690C76-3790-2720-BF2C-1B7EBCD6D81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75827" y="5604027"/>
                  <a:ext cx="190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4CE3687-A2EE-2938-CED3-2576874FCB46}"/>
                    </a:ext>
                  </a:extLst>
                </p14:cNvPr>
                <p14:cNvContentPartPr/>
                <p14:nvPr/>
              </p14:nvContentPartPr>
              <p14:xfrm>
                <a:off x="8212347" y="5602587"/>
                <a:ext cx="266040" cy="246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4CE3687-A2EE-2938-CED3-2576874FCB4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94347" y="5584947"/>
                  <a:ext cx="3016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B6F57F4-3134-02D6-6729-05B3C8320121}"/>
                    </a:ext>
                  </a:extLst>
                </p14:cNvPr>
                <p14:cNvContentPartPr/>
                <p14:nvPr/>
              </p14:nvContentPartPr>
              <p14:xfrm>
                <a:off x="8546067" y="5600427"/>
                <a:ext cx="182880" cy="220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B6F57F4-3134-02D6-6729-05B3C832012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28427" y="5582787"/>
                  <a:ext cx="218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83FC049-BAA8-E0AD-1D70-7764225AA19B}"/>
                    </a:ext>
                  </a:extLst>
                </p14:cNvPr>
                <p14:cNvContentPartPr/>
                <p14:nvPr/>
              </p14:nvContentPartPr>
              <p14:xfrm>
                <a:off x="8771787" y="5608707"/>
                <a:ext cx="240840" cy="1695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83FC049-BAA8-E0AD-1D70-7764225AA19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754147" y="5591067"/>
                  <a:ext cx="276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53E2C6C-5C9E-C942-3791-F38C9AA9D3A0}"/>
                    </a:ext>
                  </a:extLst>
                </p14:cNvPr>
                <p14:cNvContentPartPr/>
                <p14:nvPr/>
              </p14:nvContentPartPr>
              <p14:xfrm>
                <a:off x="9385587" y="5414307"/>
                <a:ext cx="264600" cy="3819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53E2C6C-5C9E-C942-3791-F38C9AA9D3A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367947" y="5396667"/>
                  <a:ext cx="3002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AD2CADD-72FE-8F43-82B9-56D5F867BE39}"/>
                    </a:ext>
                  </a:extLst>
                </p14:cNvPr>
                <p14:cNvContentPartPr/>
                <p14:nvPr/>
              </p14:nvContentPartPr>
              <p14:xfrm>
                <a:off x="9767187" y="5616627"/>
                <a:ext cx="6840" cy="145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AD2CADD-72FE-8F43-82B9-56D5F867BE3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749547" y="5598627"/>
                  <a:ext cx="42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A06500A-E9D5-910C-D7E7-EAFE7025E106}"/>
                    </a:ext>
                  </a:extLst>
                </p14:cNvPr>
                <p14:cNvContentPartPr/>
                <p14:nvPr/>
              </p14:nvContentPartPr>
              <p14:xfrm>
                <a:off x="9696627" y="5493507"/>
                <a:ext cx="35640" cy="122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A06500A-E9D5-910C-D7E7-EAFE7025E10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78987" y="5475867"/>
                  <a:ext cx="71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5BBAD18-9FBF-9971-9C1D-D0D6577F52B3}"/>
                    </a:ext>
                  </a:extLst>
                </p14:cNvPr>
                <p14:cNvContentPartPr/>
                <p14:nvPr/>
              </p14:nvContentPartPr>
              <p14:xfrm>
                <a:off x="9658467" y="5592867"/>
                <a:ext cx="329400" cy="619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5BBAD18-9FBF-9971-9C1D-D0D6577F52B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640467" y="5575227"/>
                  <a:ext cx="36504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5924DAF-8BCD-C5B4-E9D6-F868A9AA93AC}"/>
                    </a:ext>
                  </a:extLst>
                </p14:cNvPr>
                <p14:cNvContentPartPr/>
                <p14:nvPr/>
              </p14:nvContentPartPr>
              <p14:xfrm>
                <a:off x="10146987" y="5610507"/>
                <a:ext cx="7920" cy="174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5924DAF-8BCD-C5B4-E9D6-F868A9AA93A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29347" y="5592507"/>
                  <a:ext cx="43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91C4451-3C6D-70E4-64AE-6FA71C04A13C}"/>
                    </a:ext>
                  </a:extLst>
                </p14:cNvPr>
                <p14:cNvContentPartPr/>
                <p14:nvPr/>
              </p14:nvContentPartPr>
              <p14:xfrm>
                <a:off x="9992907" y="5432667"/>
                <a:ext cx="119160" cy="81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91C4451-3C6D-70E4-64AE-6FA71C04A13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975267" y="5415027"/>
                  <a:ext cx="154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E90C1CC-8925-2418-AC5B-A083648C0640}"/>
                    </a:ext>
                  </a:extLst>
                </p14:cNvPr>
                <p14:cNvContentPartPr/>
                <p14:nvPr/>
              </p14:nvContentPartPr>
              <p14:xfrm>
                <a:off x="10378827" y="5404947"/>
                <a:ext cx="153360" cy="3463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E90C1CC-8925-2418-AC5B-A083648C064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61187" y="5386947"/>
                  <a:ext cx="1890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BF8A5E7-5AF0-5A47-91C6-88910598ECD2}"/>
                    </a:ext>
                  </a:extLst>
                </p14:cNvPr>
                <p14:cNvContentPartPr/>
                <p14:nvPr/>
              </p14:nvContentPartPr>
              <p14:xfrm>
                <a:off x="10285947" y="5575947"/>
                <a:ext cx="331920" cy="122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BF8A5E7-5AF0-5A47-91C6-88910598ECD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268307" y="5558307"/>
                  <a:ext cx="367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C132164-95D4-AD62-4944-E8099E14490D}"/>
                    </a:ext>
                  </a:extLst>
                </p14:cNvPr>
                <p14:cNvContentPartPr/>
                <p14:nvPr/>
              </p14:nvContentPartPr>
              <p14:xfrm>
                <a:off x="7835067" y="6063747"/>
                <a:ext cx="168120" cy="3816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C132164-95D4-AD62-4944-E8099E14490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817067" y="6046107"/>
                  <a:ext cx="2037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BBDEB05-C968-2BC9-C745-D2E67203188F}"/>
                    </a:ext>
                  </a:extLst>
                </p14:cNvPr>
                <p14:cNvContentPartPr/>
                <p14:nvPr/>
              </p14:nvContentPartPr>
              <p14:xfrm>
                <a:off x="8028387" y="6236187"/>
                <a:ext cx="258120" cy="2170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BBDEB05-C968-2BC9-C745-D2E67203188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010747" y="6218187"/>
                  <a:ext cx="2937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C5AB707-6E4F-677C-BC99-DFA4A8730AE0}"/>
                    </a:ext>
                  </a:extLst>
                </p14:cNvPr>
                <p14:cNvContentPartPr/>
                <p14:nvPr/>
              </p14:nvContentPartPr>
              <p14:xfrm>
                <a:off x="8312067" y="6238347"/>
                <a:ext cx="172440" cy="190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C5AB707-6E4F-677C-BC99-DFA4A8730AE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294427" y="6220347"/>
                  <a:ext cx="208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AE198E4-BDF8-8AAE-F90F-9F3D5C133C15}"/>
                    </a:ext>
                  </a:extLst>
                </p14:cNvPr>
                <p14:cNvContentPartPr/>
                <p14:nvPr/>
              </p14:nvContentPartPr>
              <p14:xfrm>
                <a:off x="8533107" y="6257067"/>
                <a:ext cx="137160" cy="193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AE198E4-BDF8-8AAE-F90F-9F3D5C133C1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515467" y="6239427"/>
                  <a:ext cx="172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B1C1063-2500-1CA5-2A08-8FDBDCB37AB3}"/>
                    </a:ext>
                  </a:extLst>
                </p14:cNvPr>
                <p14:cNvContentPartPr/>
                <p14:nvPr/>
              </p14:nvContentPartPr>
              <p14:xfrm>
                <a:off x="8708787" y="6254187"/>
                <a:ext cx="355320" cy="190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B1C1063-2500-1CA5-2A08-8FDBDCB37AB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691147" y="6236187"/>
                  <a:ext cx="390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F881EC5-21C6-4435-9A81-4B76941A7CCD}"/>
                    </a:ext>
                  </a:extLst>
                </p14:cNvPr>
                <p14:cNvContentPartPr/>
                <p14:nvPr/>
              </p14:nvContentPartPr>
              <p14:xfrm>
                <a:off x="9155907" y="6235827"/>
                <a:ext cx="331200" cy="2109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F881EC5-21C6-4435-9A81-4B76941A7CC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137907" y="6218187"/>
                  <a:ext cx="366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C5F8DE0-1AE6-4736-E4F2-A0D6F7080D81}"/>
                    </a:ext>
                  </a:extLst>
                </p14:cNvPr>
                <p14:cNvContentPartPr/>
                <p14:nvPr/>
              </p14:nvContentPartPr>
              <p14:xfrm>
                <a:off x="10074627" y="6223947"/>
                <a:ext cx="398880" cy="2217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C5F8DE0-1AE6-4736-E4F2-A0D6F7080D8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056627" y="6206307"/>
                  <a:ext cx="434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58D7403-8D77-3E46-5755-5D68D48990CE}"/>
                    </a:ext>
                  </a:extLst>
                </p14:cNvPr>
                <p14:cNvContentPartPr/>
                <p14:nvPr/>
              </p14:nvContentPartPr>
              <p14:xfrm>
                <a:off x="10511667" y="6196947"/>
                <a:ext cx="637560" cy="2736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58D7403-8D77-3E46-5755-5D68D48990C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494027" y="6178947"/>
                  <a:ext cx="673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2E403A8-EFBA-C626-EE39-154B5EA4F3C8}"/>
                    </a:ext>
                  </a:extLst>
                </p14:cNvPr>
                <p14:cNvContentPartPr/>
                <p14:nvPr/>
              </p14:nvContentPartPr>
              <p14:xfrm>
                <a:off x="11221587" y="6184347"/>
                <a:ext cx="183240" cy="2350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2E403A8-EFBA-C626-EE39-154B5EA4F3C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203947" y="6166707"/>
                  <a:ext cx="21888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8944BFF-B9B1-F793-04E2-3AE79933212A}"/>
              </a:ext>
            </a:extLst>
          </p:cNvPr>
          <p:cNvGrpSpPr/>
          <p:nvPr/>
        </p:nvGrpSpPr>
        <p:grpSpPr>
          <a:xfrm>
            <a:off x="4394547" y="3030747"/>
            <a:ext cx="2089440" cy="628200"/>
            <a:chOff x="4394547" y="3030747"/>
            <a:chExt cx="2089440" cy="62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77D9241-71FC-1477-C006-16D20D4F08ED}"/>
                    </a:ext>
                  </a:extLst>
                </p14:cNvPr>
                <p14:cNvContentPartPr/>
                <p14:nvPr/>
              </p14:nvContentPartPr>
              <p14:xfrm>
                <a:off x="6247827" y="3074667"/>
                <a:ext cx="236160" cy="173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77D9241-71FC-1477-C006-16D20D4F08E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230187" y="3056667"/>
                  <a:ext cx="271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3E48012-24AB-4E58-BFFE-9506EC0457D8}"/>
                    </a:ext>
                  </a:extLst>
                </p14:cNvPr>
                <p14:cNvContentPartPr/>
                <p14:nvPr/>
              </p14:nvContentPartPr>
              <p14:xfrm>
                <a:off x="5888907" y="3030747"/>
                <a:ext cx="234360" cy="168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3E48012-24AB-4E58-BFFE-9506EC0457D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871267" y="3013107"/>
                  <a:ext cx="270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779B8A6-C0F3-FFDB-D988-EB7D605F85D9}"/>
                    </a:ext>
                  </a:extLst>
                </p14:cNvPr>
                <p14:cNvContentPartPr/>
                <p14:nvPr/>
              </p14:nvContentPartPr>
              <p14:xfrm>
                <a:off x="5491467" y="3089787"/>
                <a:ext cx="203760" cy="133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779B8A6-C0F3-FFDB-D988-EB7D605F85D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473827" y="3071787"/>
                  <a:ext cx="2394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9EEB7DE-FA85-FC48-9EB2-AE177026BD3D}"/>
                    </a:ext>
                  </a:extLst>
                </p14:cNvPr>
                <p14:cNvContentPartPr/>
                <p14:nvPr/>
              </p14:nvContentPartPr>
              <p14:xfrm>
                <a:off x="5195187" y="3077907"/>
                <a:ext cx="205200" cy="161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9EEB7DE-FA85-FC48-9EB2-AE177026BD3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177187" y="3060267"/>
                  <a:ext cx="2408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B69EAC7-0FFD-190B-8902-E3ACC9FE0483}"/>
                    </a:ext>
                  </a:extLst>
                </p14:cNvPr>
                <p14:cNvContentPartPr/>
                <p14:nvPr/>
              </p14:nvContentPartPr>
              <p14:xfrm>
                <a:off x="4849947" y="3098067"/>
                <a:ext cx="192240" cy="146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B69EAC7-0FFD-190B-8902-E3ACC9FE048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831947" y="3080427"/>
                  <a:ext cx="2278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D76B2DC-7F4E-751C-F59A-96DDFACEBE23}"/>
                    </a:ext>
                  </a:extLst>
                </p14:cNvPr>
                <p14:cNvContentPartPr/>
                <p14:nvPr/>
              </p14:nvContentPartPr>
              <p14:xfrm>
                <a:off x="4618827" y="3102747"/>
                <a:ext cx="198720" cy="129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D76B2DC-7F4E-751C-F59A-96DDFACEBE2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601187" y="3084747"/>
                  <a:ext cx="234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94F3D54-59CE-FD87-2B48-181DD70E971D}"/>
                    </a:ext>
                  </a:extLst>
                </p14:cNvPr>
                <p14:cNvContentPartPr/>
                <p14:nvPr/>
              </p14:nvContentPartPr>
              <p14:xfrm>
                <a:off x="4394547" y="3300387"/>
                <a:ext cx="160920" cy="183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94F3D54-59CE-FD87-2B48-181DD70E971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76907" y="3282387"/>
                  <a:ext cx="196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2E6162E-2A98-D8A1-BB7F-0D379BAB0EE0}"/>
                    </a:ext>
                  </a:extLst>
                </p14:cNvPr>
                <p14:cNvContentPartPr/>
                <p14:nvPr/>
              </p14:nvContentPartPr>
              <p14:xfrm>
                <a:off x="4624587" y="3483267"/>
                <a:ext cx="153000" cy="145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2E6162E-2A98-D8A1-BB7F-0D379BAB0EE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606947" y="3465267"/>
                  <a:ext cx="188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9595A1-6D6F-1ABF-FB06-5F33746A2E3C}"/>
                    </a:ext>
                  </a:extLst>
                </p14:cNvPr>
                <p14:cNvContentPartPr/>
                <p14:nvPr/>
              </p14:nvContentPartPr>
              <p14:xfrm>
                <a:off x="4852467" y="3474627"/>
                <a:ext cx="245160" cy="184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9595A1-6D6F-1ABF-FB06-5F33746A2E3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834467" y="3456987"/>
                  <a:ext cx="280800" cy="21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8E66400-1BA2-938E-3353-F6135E11D601}"/>
                  </a:ext>
                </a:extLst>
              </p14:cNvPr>
              <p14:cNvContentPartPr/>
              <p14:nvPr/>
            </p14:nvContentPartPr>
            <p14:xfrm>
              <a:off x="6933627" y="3004280"/>
              <a:ext cx="262080" cy="308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8E66400-1BA2-938E-3353-F6135E11D601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915987" y="2986280"/>
                <a:ext cx="297720" cy="34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7897E388-0F02-7C7B-094D-08B137EF2E99}"/>
              </a:ext>
            </a:extLst>
          </p:cNvPr>
          <p:cNvGrpSpPr/>
          <p:nvPr/>
        </p:nvGrpSpPr>
        <p:grpSpPr>
          <a:xfrm>
            <a:off x="406827" y="911240"/>
            <a:ext cx="700920" cy="450000"/>
            <a:chOff x="406827" y="911240"/>
            <a:chExt cx="70092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AB05324-0C4C-3D2C-3EE3-C35560A62EA3}"/>
                    </a:ext>
                  </a:extLst>
                </p14:cNvPr>
                <p14:cNvContentPartPr/>
                <p14:nvPr/>
              </p14:nvContentPartPr>
              <p14:xfrm>
                <a:off x="406827" y="911240"/>
                <a:ext cx="377640" cy="441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AB05324-0C4C-3D2C-3EE3-C35560A62EA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89187" y="893600"/>
                  <a:ext cx="41328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02017CC-8D95-0D73-95D9-9EE3C6C43B65}"/>
                    </a:ext>
                  </a:extLst>
                </p14:cNvPr>
                <p14:cNvContentPartPr/>
                <p14:nvPr/>
              </p14:nvContentPartPr>
              <p14:xfrm>
                <a:off x="465867" y="1173320"/>
                <a:ext cx="272160" cy="66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02017CC-8D95-0D73-95D9-9EE3C6C43B6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47867" y="1155680"/>
                  <a:ext cx="307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24C21DE-A0FD-D88C-F2DF-4FB8B19CD967}"/>
                    </a:ext>
                  </a:extLst>
                </p14:cNvPr>
                <p14:cNvContentPartPr/>
                <p14:nvPr/>
              </p14:nvContentPartPr>
              <p14:xfrm>
                <a:off x="818667" y="1029320"/>
                <a:ext cx="289080" cy="331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24C21DE-A0FD-D88C-F2DF-4FB8B19CD96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00667" y="1011320"/>
                  <a:ext cx="32472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21E2410-D91E-A31A-E5FF-DB0D31D25286}"/>
              </a:ext>
            </a:extLst>
          </p:cNvPr>
          <p:cNvGrpSpPr/>
          <p:nvPr/>
        </p:nvGrpSpPr>
        <p:grpSpPr>
          <a:xfrm>
            <a:off x="343827" y="1575440"/>
            <a:ext cx="2161440" cy="2215800"/>
            <a:chOff x="343827" y="1575440"/>
            <a:chExt cx="2161440" cy="22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14C74D6-C269-47C7-AECC-4F126ECD089C}"/>
                    </a:ext>
                  </a:extLst>
                </p14:cNvPr>
                <p14:cNvContentPartPr/>
                <p14:nvPr/>
              </p14:nvContentPartPr>
              <p14:xfrm>
                <a:off x="366507" y="1811600"/>
                <a:ext cx="54720" cy="499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14C74D6-C269-47C7-AECC-4F126ECD089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48507" y="1793960"/>
                  <a:ext cx="9036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FCD2B54-C602-A29F-8097-F8C68468A275}"/>
                    </a:ext>
                  </a:extLst>
                </p14:cNvPr>
                <p14:cNvContentPartPr/>
                <p14:nvPr/>
              </p14:nvContentPartPr>
              <p14:xfrm>
                <a:off x="343827" y="1791440"/>
                <a:ext cx="365040" cy="67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FCD2B54-C602-A29F-8097-F8C68468A27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25827" y="1773800"/>
                  <a:ext cx="4006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B552631-8E1D-F146-DE17-D3F40CDA4CAE}"/>
                    </a:ext>
                  </a:extLst>
                </p14:cNvPr>
                <p14:cNvContentPartPr/>
                <p14:nvPr/>
              </p14:nvContentPartPr>
              <p14:xfrm>
                <a:off x="366147" y="2015000"/>
                <a:ext cx="360720" cy="72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B552631-8E1D-F146-DE17-D3F40CDA4CA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48507" y="1997000"/>
                  <a:ext cx="396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9BA3BF8-0246-A327-9CC5-9C070B88592B}"/>
                    </a:ext>
                  </a:extLst>
                </p14:cNvPr>
                <p14:cNvContentPartPr/>
                <p14:nvPr/>
              </p14:nvContentPartPr>
              <p14:xfrm>
                <a:off x="368307" y="2233160"/>
                <a:ext cx="347760" cy="106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9BA3BF8-0246-A327-9CC5-9C070B88592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50667" y="2215160"/>
                  <a:ext cx="3834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8F1729-80CE-696C-F9A1-61DC71BB1014}"/>
                    </a:ext>
                  </a:extLst>
                </p14:cNvPr>
                <p14:cNvContentPartPr/>
                <p14:nvPr/>
              </p14:nvContentPartPr>
              <p14:xfrm>
                <a:off x="735507" y="1943720"/>
                <a:ext cx="352800" cy="270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8F1729-80CE-696C-F9A1-61DC71BB101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17867" y="1926080"/>
                  <a:ext cx="3884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51A6DE-FD51-7EF0-39BE-7C2C89E0B992}"/>
                    </a:ext>
                  </a:extLst>
                </p14:cNvPr>
                <p14:cNvContentPartPr/>
                <p14:nvPr/>
              </p14:nvContentPartPr>
              <p14:xfrm>
                <a:off x="1103067" y="1919240"/>
                <a:ext cx="304200" cy="274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51A6DE-FD51-7EF0-39BE-7C2C89E0B99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85067" y="1901600"/>
                  <a:ext cx="3398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E87E1C6-3BE2-EEE8-E430-C4A76F88CEB1}"/>
                    </a:ext>
                  </a:extLst>
                </p14:cNvPr>
                <p14:cNvContentPartPr/>
                <p14:nvPr/>
              </p14:nvContentPartPr>
              <p14:xfrm>
                <a:off x="1366587" y="1616480"/>
                <a:ext cx="233640" cy="458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E87E1C6-3BE2-EEE8-E430-C4A76F88CEB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348587" y="1598480"/>
                  <a:ext cx="2692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AC12D21-AE18-8EF7-7DAA-AE3D721A5ED4}"/>
                    </a:ext>
                  </a:extLst>
                </p14:cNvPr>
                <p14:cNvContentPartPr/>
                <p14:nvPr/>
              </p14:nvContentPartPr>
              <p14:xfrm>
                <a:off x="1608867" y="1575440"/>
                <a:ext cx="632520" cy="453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AC12D21-AE18-8EF7-7DAA-AE3D721A5ED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591227" y="1557440"/>
                  <a:ext cx="66816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B58940E-C7F1-EF14-11C0-30726DAFEE9B}"/>
                    </a:ext>
                  </a:extLst>
                </p14:cNvPr>
                <p14:cNvContentPartPr/>
                <p14:nvPr/>
              </p14:nvContentPartPr>
              <p14:xfrm>
                <a:off x="359667" y="2474720"/>
                <a:ext cx="270000" cy="483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B58940E-C7F1-EF14-11C0-30726DAFEE9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42027" y="2457080"/>
                  <a:ext cx="30564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309811B-3CF8-82FF-E0EB-B836825C0993}"/>
                    </a:ext>
                  </a:extLst>
                </p14:cNvPr>
                <p14:cNvContentPartPr/>
                <p14:nvPr/>
              </p14:nvContentPartPr>
              <p14:xfrm>
                <a:off x="664587" y="2635640"/>
                <a:ext cx="300960" cy="277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309811B-3CF8-82FF-E0EB-B836825C099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46587" y="2617640"/>
                  <a:ext cx="3366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53A1C99-0CF9-2E0E-A9F7-A30FD1478A66}"/>
                    </a:ext>
                  </a:extLst>
                </p14:cNvPr>
                <p14:cNvContentPartPr/>
                <p14:nvPr/>
              </p14:nvContentPartPr>
              <p14:xfrm>
                <a:off x="1013067" y="2577680"/>
                <a:ext cx="287640" cy="354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53A1C99-0CF9-2E0E-A9F7-A30FD1478A6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95427" y="2560040"/>
                  <a:ext cx="3232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5CAF349-2B83-05A0-8566-82215CDA6A5E}"/>
                    </a:ext>
                  </a:extLst>
                </p14:cNvPr>
                <p14:cNvContentPartPr/>
                <p14:nvPr/>
              </p14:nvContentPartPr>
              <p14:xfrm>
                <a:off x="408987" y="3239000"/>
                <a:ext cx="267840" cy="552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5CAF349-2B83-05A0-8566-82215CDA6A5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90987" y="3221360"/>
                  <a:ext cx="30348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F73F76E-807E-6F19-A1BD-C206B8D7B6F3}"/>
                    </a:ext>
                  </a:extLst>
                </p14:cNvPr>
                <p14:cNvContentPartPr/>
                <p14:nvPr/>
              </p14:nvContentPartPr>
              <p14:xfrm>
                <a:off x="727587" y="3474080"/>
                <a:ext cx="300960" cy="239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F73F76E-807E-6F19-A1BD-C206B8D7B6F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09947" y="3456440"/>
                  <a:ext cx="3366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4F5175F-421A-678C-5AE0-2938839F82B0}"/>
                    </a:ext>
                  </a:extLst>
                </p14:cNvPr>
                <p14:cNvContentPartPr/>
                <p14:nvPr/>
              </p14:nvContentPartPr>
              <p14:xfrm>
                <a:off x="1032147" y="3437360"/>
                <a:ext cx="214560" cy="232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4F5175F-421A-678C-5AE0-2938839F82B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14147" y="3419360"/>
                  <a:ext cx="2502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240C046-2E4D-F174-9DFD-E84ECC082B18}"/>
                    </a:ext>
                  </a:extLst>
                </p14:cNvPr>
                <p14:cNvContentPartPr/>
                <p14:nvPr/>
              </p14:nvContentPartPr>
              <p14:xfrm>
                <a:off x="1283787" y="3372920"/>
                <a:ext cx="172800" cy="254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240C046-2E4D-F174-9DFD-E84ECC082B1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266147" y="3355280"/>
                  <a:ext cx="2084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D21B500-C753-93F8-3194-4460154AC77B}"/>
                    </a:ext>
                  </a:extLst>
                </p14:cNvPr>
                <p14:cNvContentPartPr/>
                <p14:nvPr/>
              </p14:nvContentPartPr>
              <p14:xfrm>
                <a:off x="1524987" y="3119120"/>
                <a:ext cx="980280" cy="460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D21B500-C753-93F8-3194-4460154AC77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506987" y="3101480"/>
                  <a:ext cx="1015920" cy="49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0179016-402C-46D1-FCC8-0329E12016FB}"/>
              </a:ext>
            </a:extLst>
          </p:cNvPr>
          <p:cNvGrpSpPr/>
          <p:nvPr/>
        </p:nvGrpSpPr>
        <p:grpSpPr>
          <a:xfrm>
            <a:off x="529947" y="4003640"/>
            <a:ext cx="1278720" cy="597240"/>
            <a:chOff x="529947" y="4003640"/>
            <a:chExt cx="1278720" cy="59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9F4BE74-CDE2-139C-1C55-D4DA0F6A1C1B}"/>
                    </a:ext>
                  </a:extLst>
                </p14:cNvPr>
                <p14:cNvContentPartPr/>
                <p14:nvPr/>
              </p14:nvContentPartPr>
              <p14:xfrm>
                <a:off x="529947" y="4335560"/>
                <a:ext cx="578880" cy="97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9F4BE74-CDE2-139C-1C55-D4DA0F6A1C1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11947" y="4317560"/>
                  <a:ext cx="614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5D1F273-12E5-E8DB-CB8F-9A17C5FED1A7}"/>
                    </a:ext>
                  </a:extLst>
                </p14:cNvPr>
                <p14:cNvContentPartPr/>
                <p14:nvPr/>
              </p14:nvContentPartPr>
              <p14:xfrm>
                <a:off x="619587" y="4465880"/>
                <a:ext cx="553320" cy="135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5D1F273-12E5-E8DB-CB8F-9A17C5FED1A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01947" y="4448240"/>
                  <a:ext cx="588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3F0F427-501E-0007-A758-F6622E54F088}"/>
                    </a:ext>
                  </a:extLst>
                </p14:cNvPr>
                <p14:cNvContentPartPr/>
                <p14:nvPr/>
              </p14:nvContentPartPr>
              <p14:xfrm>
                <a:off x="1297467" y="4003640"/>
                <a:ext cx="511200" cy="488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3F0F427-501E-0007-A758-F6622E54F08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279827" y="3985640"/>
                  <a:ext cx="546840" cy="52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9BD23A9-7105-F9D3-203E-8B850FD5AE7F}"/>
              </a:ext>
            </a:extLst>
          </p:cNvPr>
          <p:cNvGrpSpPr/>
          <p:nvPr/>
        </p:nvGrpSpPr>
        <p:grpSpPr>
          <a:xfrm>
            <a:off x="785187" y="5240600"/>
            <a:ext cx="1186200" cy="543600"/>
            <a:chOff x="785187" y="5240600"/>
            <a:chExt cx="1186200" cy="54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186819E-DE50-D837-3119-11827172FEB3}"/>
                    </a:ext>
                  </a:extLst>
                </p14:cNvPr>
                <p14:cNvContentPartPr/>
                <p14:nvPr/>
              </p14:nvContentPartPr>
              <p14:xfrm>
                <a:off x="785187" y="5240600"/>
                <a:ext cx="387360" cy="543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186819E-DE50-D837-3119-11827172FEB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67547" y="5222600"/>
                  <a:ext cx="42300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15F7CEA-FFDB-23FF-71D9-78C9B3E224A0}"/>
                    </a:ext>
                  </a:extLst>
                </p14:cNvPr>
                <p14:cNvContentPartPr/>
                <p14:nvPr/>
              </p14:nvContentPartPr>
              <p14:xfrm>
                <a:off x="1241667" y="5488280"/>
                <a:ext cx="231840" cy="279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15F7CEA-FFDB-23FF-71D9-78C9B3E224A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223667" y="5470640"/>
                  <a:ext cx="2674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B919D43-2137-EB7B-AA18-D0C76B2A7469}"/>
                    </a:ext>
                  </a:extLst>
                </p14:cNvPr>
                <p14:cNvContentPartPr/>
                <p14:nvPr/>
              </p14:nvContentPartPr>
              <p14:xfrm>
                <a:off x="1503027" y="5364080"/>
                <a:ext cx="468360" cy="346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B919D43-2137-EB7B-AA18-D0C76B2A746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485387" y="5346440"/>
                  <a:ext cx="504000" cy="382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5571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4A81B-B674-7CC8-D3F3-5297FF432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006632-621B-0D87-2266-85DE7B5EA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3C5FA871-691D-C219-09AA-4716E8B78FD9}"/>
              </a:ext>
            </a:extLst>
          </p:cNvPr>
          <p:cNvGrpSpPr/>
          <p:nvPr/>
        </p:nvGrpSpPr>
        <p:grpSpPr>
          <a:xfrm>
            <a:off x="4394547" y="3030747"/>
            <a:ext cx="2089440" cy="628200"/>
            <a:chOff x="4394547" y="3030747"/>
            <a:chExt cx="2089440" cy="62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9F5956-931E-3260-C69A-F09E20AEE5D3}"/>
                    </a:ext>
                  </a:extLst>
                </p14:cNvPr>
                <p14:cNvContentPartPr/>
                <p14:nvPr/>
              </p14:nvContentPartPr>
              <p14:xfrm>
                <a:off x="6247827" y="3074667"/>
                <a:ext cx="236160" cy="173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9F5956-931E-3260-C69A-F09E20AEE5D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30187" y="3056667"/>
                  <a:ext cx="271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C6501CA-5591-4C5E-E51C-FFF2CE9C1235}"/>
                    </a:ext>
                  </a:extLst>
                </p14:cNvPr>
                <p14:cNvContentPartPr/>
                <p14:nvPr/>
              </p14:nvContentPartPr>
              <p14:xfrm>
                <a:off x="5888907" y="3030747"/>
                <a:ext cx="234360" cy="168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C6501CA-5591-4C5E-E51C-FFF2CE9C123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71267" y="3013107"/>
                  <a:ext cx="270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0D46CB4-9693-EB41-C736-0FCD2BF6AE58}"/>
                    </a:ext>
                  </a:extLst>
                </p14:cNvPr>
                <p14:cNvContentPartPr/>
                <p14:nvPr/>
              </p14:nvContentPartPr>
              <p14:xfrm>
                <a:off x="5491467" y="3089787"/>
                <a:ext cx="203760" cy="133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0D46CB4-9693-EB41-C736-0FCD2BF6AE5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473827" y="3071787"/>
                  <a:ext cx="2394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40DC1B-7439-B1B6-65F6-30E16292A11C}"/>
                    </a:ext>
                  </a:extLst>
                </p14:cNvPr>
                <p14:cNvContentPartPr/>
                <p14:nvPr/>
              </p14:nvContentPartPr>
              <p14:xfrm>
                <a:off x="5195187" y="3077907"/>
                <a:ext cx="205200" cy="161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40DC1B-7439-B1B6-65F6-30E16292A11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77187" y="3060267"/>
                  <a:ext cx="2408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ADECEE8-31DD-BCA2-ADC8-CEC4097A7EF5}"/>
                    </a:ext>
                  </a:extLst>
                </p14:cNvPr>
                <p14:cNvContentPartPr/>
                <p14:nvPr/>
              </p14:nvContentPartPr>
              <p14:xfrm>
                <a:off x="4849947" y="3098067"/>
                <a:ext cx="192240" cy="146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ADECEE8-31DD-BCA2-ADC8-CEC4097A7EF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831947" y="3080427"/>
                  <a:ext cx="2278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28A3782-5CA7-5BF9-0E96-AE6E16C15569}"/>
                    </a:ext>
                  </a:extLst>
                </p14:cNvPr>
                <p14:cNvContentPartPr/>
                <p14:nvPr/>
              </p14:nvContentPartPr>
              <p14:xfrm>
                <a:off x="4618827" y="3102747"/>
                <a:ext cx="198720" cy="129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28A3782-5CA7-5BF9-0E96-AE6E16C1556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01187" y="3084747"/>
                  <a:ext cx="234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6638709-77AD-50D3-3374-169EF5F6C420}"/>
                    </a:ext>
                  </a:extLst>
                </p14:cNvPr>
                <p14:cNvContentPartPr/>
                <p14:nvPr/>
              </p14:nvContentPartPr>
              <p14:xfrm>
                <a:off x="4394547" y="3300387"/>
                <a:ext cx="160920" cy="183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6638709-77AD-50D3-3374-169EF5F6C42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76907" y="3282387"/>
                  <a:ext cx="196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5341899-C20A-A24A-62F8-47558FFFB6C0}"/>
                    </a:ext>
                  </a:extLst>
                </p14:cNvPr>
                <p14:cNvContentPartPr/>
                <p14:nvPr/>
              </p14:nvContentPartPr>
              <p14:xfrm>
                <a:off x="4624587" y="3483267"/>
                <a:ext cx="153000" cy="145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5341899-C20A-A24A-62F8-47558FFFB6C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606947" y="3465267"/>
                  <a:ext cx="188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28D5D57-C769-D6C6-FD73-EFC3A2C91F7C}"/>
                    </a:ext>
                  </a:extLst>
                </p14:cNvPr>
                <p14:cNvContentPartPr/>
                <p14:nvPr/>
              </p14:nvContentPartPr>
              <p14:xfrm>
                <a:off x="4852467" y="3474627"/>
                <a:ext cx="245160" cy="184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28D5D57-C769-D6C6-FD73-EFC3A2C91F7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834467" y="3456987"/>
                  <a:ext cx="280800" cy="21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D58C1DE-7117-5D22-0201-F6D005A7823E}"/>
                  </a:ext>
                </a:extLst>
              </p14:cNvPr>
              <p14:cNvContentPartPr/>
              <p14:nvPr/>
            </p14:nvContentPartPr>
            <p14:xfrm>
              <a:off x="6933627" y="3004280"/>
              <a:ext cx="262080" cy="308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D58C1DE-7117-5D22-0201-F6D005A7823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15987" y="2986280"/>
                <a:ext cx="297720" cy="34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870E6A89-AB2B-9339-3BD3-BBBFD12C9486}"/>
              </a:ext>
            </a:extLst>
          </p:cNvPr>
          <p:cNvGrpSpPr/>
          <p:nvPr/>
        </p:nvGrpSpPr>
        <p:grpSpPr>
          <a:xfrm>
            <a:off x="406827" y="911240"/>
            <a:ext cx="700920" cy="450000"/>
            <a:chOff x="406827" y="911240"/>
            <a:chExt cx="70092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B29A933-7211-F852-E344-730B5A9ACFE7}"/>
                    </a:ext>
                  </a:extLst>
                </p14:cNvPr>
                <p14:cNvContentPartPr/>
                <p14:nvPr/>
              </p14:nvContentPartPr>
              <p14:xfrm>
                <a:off x="406827" y="911240"/>
                <a:ext cx="377640" cy="441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B29A933-7211-F852-E344-730B5A9ACFE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9187" y="893600"/>
                  <a:ext cx="41328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063CB9-E8F0-21C2-C002-8D12873E0975}"/>
                    </a:ext>
                  </a:extLst>
                </p14:cNvPr>
                <p14:cNvContentPartPr/>
                <p14:nvPr/>
              </p14:nvContentPartPr>
              <p14:xfrm>
                <a:off x="465867" y="1173320"/>
                <a:ext cx="272160" cy="66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063CB9-E8F0-21C2-C002-8D12873E097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47867" y="1155680"/>
                  <a:ext cx="307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74C1334-C6DD-28E8-67DB-578FE1D4AB7A}"/>
                    </a:ext>
                  </a:extLst>
                </p14:cNvPr>
                <p14:cNvContentPartPr/>
                <p14:nvPr/>
              </p14:nvContentPartPr>
              <p14:xfrm>
                <a:off x="818667" y="1029320"/>
                <a:ext cx="289080" cy="331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74C1334-C6DD-28E8-67DB-578FE1D4AB7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00667" y="1011320"/>
                  <a:ext cx="32472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7A335D3-9ED3-344D-4197-2806C9D7A3F6}"/>
              </a:ext>
            </a:extLst>
          </p:cNvPr>
          <p:cNvGrpSpPr/>
          <p:nvPr/>
        </p:nvGrpSpPr>
        <p:grpSpPr>
          <a:xfrm>
            <a:off x="343827" y="1575440"/>
            <a:ext cx="2161440" cy="2215800"/>
            <a:chOff x="343827" y="1575440"/>
            <a:chExt cx="2161440" cy="22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2048C69-6BA1-722C-F03E-44A593AC31C9}"/>
                    </a:ext>
                  </a:extLst>
                </p14:cNvPr>
                <p14:cNvContentPartPr/>
                <p14:nvPr/>
              </p14:nvContentPartPr>
              <p14:xfrm>
                <a:off x="366507" y="1811600"/>
                <a:ext cx="54720" cy="499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2048C69-6BA1-722C-F03E-44A593AC31C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8507" y="1793960"/>
                  <a:ext cx="9036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1BF036E-B496-55E7-7031-F7CEA4E1A3D0}"/>
                    </a:ext>
                  </a:extLst>
                </p14:cNvPr>
                <p14:cNvContentPartPr/>
                <p14:nvPr/>
              </p14:nvContentPartPr>
              <p14:xfrm>
                <a:off x="343827" y="1791440"/>
                <a:ext cx="365040" cy="67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1BF036E-B496-55E7-7031-F7CEA4E1A3D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5827" y="1773800"/>
                  <a:ext cx="4006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DB8B73A-34B8-46AA-444D-0B4E244EF596}"/>
                    </a:ext>
                  </a:extLst>
                </p14:cNvPr>
                <p14:cNvContentPartPr/>
                <p14:nvPr/>
              </p14:nvContentPartPr>
              <p14:xfrm>
                <a:off x="366147" y="2015000"/>
                <a:ext cx="360720" cy="72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DB8B73A-34B8-46AA-444D-0B4E244EF59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48507" y="1997000"/>
                  <a:ext cx="396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E42F429-E275-599B-09A0-12BDF3036BED}"/>
                    </a:ext>
                  </a:extLst>
                </p14:cNvPr>
                <p14:cNvContentPartPr/>
                <p14:nvPr/>
              </p14:nvContentPartPr>
              <p14:xfrm>
                <a:off x="368307" y="2233160"/>
                <a:ext cx="347760" cy="106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E42F429-E275-599B-09A0-12BDF3036BE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50667" y="2215160"/>
                  <a:ext cx="3834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09C969-9801-BB22-7161-D557792CE32F}"/>
                    </a:ext>
                  </a:extLst>
                </p14:cNvPr>
                <p14:cNvContentPartPr/>
                <p14:nvPr/>
              </p14:nvContentPartPr>
              <p14:xfrm>
                <a:off x="735507" y="1943720"/>
                <a:ext cx="352800" cy="270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09C969-9801-BB22-7161-D557792CE32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17867" y="1926080"/>
                  <a:ext cx="3884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5FF0B9B-3C58-AB6A-D448-EC9B9A4BA3A8}"/>
                    </a:ext>
                  </a:extLst>
                </p14:cNvPr>
                <p14:cNvContentPartPr/>
                <p14:nvPr/>
              </p14:nvContentPartPr>
              <p14:xfrm>
                <a:off x="1103067" y="1919240"/>
                <a:ext cx="304200" cy="274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5FF0B9B-3C58-AB6A-D448-EC9B9A4BA3A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85067" y="1901600"/>
                  <a:ext cx="3398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C24E17F-FD7A-0F2D-3FB0-D51EF44C7E8F}"/>
                    </a:ext>
                  </a:extLst>
                </p14:cNvPr>
                <p14:cNvContentPartPr/>
                <p14:nvPr/>
              </p14:nvContentPartPr>
              <p14:xfrm>
                <a:off x="1366587" y="1616480"/>
                <a:ext cx="233640" cy="458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C24E17F-FD7A-0F2D-3FB0-D51EF44C7E8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348587" y="1598480"/>
                  <a:ext cx="2692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84CC8B0-2240-A801-7E04-A1625BC44012}"/>
                    </a:ext>
                  </a:extLst>
                </p14:cNvPr>
                <p14:cNvContentPartPr/>
                <p14:nvPr/>
              </p14:nvContentPartPr>
              <p14:xfrm>
                <a:off x="1608867" y="1575440"/>
                <a:ext cx="632520" cy="453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84CC8B0-2240-A801-7E04-A1625BC4401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591227" y="1557440"/>
                  <a:ext cx="66816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65A2F81-0749-6E27-C528-7FD1CC82B679}"/>
                    </a:ext>
                  </a:extLst>
                </p14:cNvPr>
                <p14:cNvContentPartPr/>
                <p14:nvPr/>
              </p14:nvContentPartPr>
              <p14:xfrm>
                <a:off x="359667" y="2474720"/>
                <a:ext cx="270000" cy="483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65A2F81-0749-6E27-C528-7FD1CC82B67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2027" y="2457080"/>
                  <a:ext cx="30564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AF42803-1566-1988-0B4F-40C577C3E4C6}"/>
                    </a:ext>
                  </a:extLst>
                </p14:cNvPr>
                <p14:cNvContentPartPr/>
                <p14:nvPr/>
              </p14:nvContentPartPr>
              <p14:xfrm>
                <a:off x="664587" y="2635640"/>
                <a:ext cx="300960" cy="277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AF42803-1566-1988-0B4F-40C577C3E4C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46587" y="2617640"/>
                  <a:ext cx="3366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FED67FC-4C70-7A41-E1C8-BF414DEC6A52}"/>
                    </a:ext>
                  </a:extLst>
                </p14:cNvPr>
                <p14:cNvContentPartPr/>
                <p14:nvPr/>
              </p14:nvContentPartPr>
              <p14:xfrm>
                <a:off x="1013067" y="2577680"/>
                <a:ext cx="287640" cy="354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FED67FC-4C70-7A41-E1C8-BF414DEC6A5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95427" y="2560040"/>
                  <a:ext cx="3232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4D08B6A-2881-1708-1D04-EDC0A08B0F4D}"/>
                    </a:ext>
                  </a:extLst>
                </p14:cNvPr>
                <p14:cNvContentPartPr/>
                <p14:nvPr/>
              </p14:nvContentPartPr>
              <p14:xfrm>
                <a:off x="408987" y="3239000"/>
                <a:ext cx="267840" cy="552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4D08B6A-2881-1708-1D04-EDC0A08B0F4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90987" y="3221360"/>
                  <a:ext cx="30348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61BDAB-6BEB-B577-317D-68FC8AEC90E7}"/>
                    </a:ext>
                  </a:extLst>
                </p14:cNvPr>
                <p14:cNvContentPartPr/>
                <p14:nvPr/>
              </p14:nvContentPartPr>
              <p14:xfrm>
                <a:off x="727587" y="3474080"/>
                <a:ext cx="300960" cy="239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61BDAB-6BEB-B577-317D-68FC8AEC90E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09947" y="3456440"/>
                  <a:ext cx="3366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1B2FF97-5264-124D-E3AF-32873AD0DB05}"/>
                    </a:ext>
                  </a:extLst>
                </p14:cNvPr>
                <p14:cNvContentPartPr/>
                <p14:nvPr/>
              </p14:nvContentPartPr>
              <p14:xfrm>
                <a:off x="1032147" y="3437360"/>
                <a:ext cx="214560" cy="232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1B2FF97-5264-124D-E3AF-32873AD0DB0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14147" y="3419360"/>
                  <a:ext cx="2502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99F5D46-1F1A-D6B8-7741-BB4DF6FAF261}"/>
                    </a:ext>
                  </a:extLst>
                </p14:cNvPr>
                <p14:cNvContentPartPr/>
                <p14:nvPr/>
              </p14:nvContentPartPr>
              <p14:xfrm>
                <a:off x="1283787" y="3372920"/>
                <a:ext cx="172800" cy="254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99F5D46-1F1A-D6B8-7741-BB4DF6FAF26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266147" y="3355280"/>
                  <a:ext cx="2084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4D1ACC9-2E3F-1456-5A35-D27AB0CAB099}"/>
                    </a:ext>
                  </a:extLst>
                </p14:cNvPr>
                <p14:cNvContentPartPr/>
                <p14:nvPr/>
              </p14:nvContentPartPr>
              <p14:xfrm>
                <a:off x="1524987" y="3119120"/>
                <a:ext cx="980280" cy="460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4D1ACC9-2E3F-1456-5A35-D27AB0CAB09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06987" y="3101480"/>
                  <a:ext cx="1015920" cy="49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A619257-5BFC-0899-FD88-6D1616C876DB}"/>
              </a:ext>
            </a:extLst>
          </p:cNvPr>
          <p:cNvGrpSpPr/>
          <p:nvPr/>
        </p:nvGrpSpPr>
        <p:grpSpPr>
          <a:xfrm>
            <a:off x="529947" y="4003640"/>
            <a:ext cx="1278720" cy="597240"/>
            <a:chOff x="529947" y="4003640"/>
            <a:chExt cx="1278720" cy="59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CF3EECF-C846-7602-9591-28BD1D854245}"/>
                    </a:ext>
                  </a:extLst>
                </p14:cNvPr>
                <p14:cNvContentPartPr/>
                <p14:nvPr/>
              </p14:nvContentPartPr>
              <p14:xfrm>
                <a:off x="529947" y="4335560"/>
                <a:ext cx="578880" cy="97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CF3EECF-C846-7602-9591-28BD1D85424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11947" y="4317560"/>
                  <a:ext cx="614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4C7EE6C-4AAB-688B-C1EB-4CC122F14E60}"/>
                    </a:ext>
                  </a:extLst>
                </p14:cNvPr>
                <p14:cNvContentPartPr/>
                <p14:nvPr/>
              </p14:nvContentPartPr>
              <p14:xfrm>
                <a:off x="619587" y="4465880"/>
                <a:ext cx="553320" cy="135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4C7EE6C-4AAB-688B-C1EB-4CC122F14E6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01947" y="4448240"/>
                  <a:ext cx="588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3D02DDD-7CFA-BCFB-E04C-EE27BAF69B51}"/>
                    </a:ext>
                  </a:extLst>
                </p14:cNvPr>
                <p14:cNvContentPartPr/>
                <p14:nvPr/>
              </p14:nvContentPartPr>
              <p14:xfrm>
                <a:off x="1297467" y="4003640"/>
                <a:ext cx="511200" cy="488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3D02DDD-7CFA-BCFB-E04C-EE27BAF69B5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279827" y="3985640"/>
                  <a:ext cx="546840" cy="52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66A925F-14E0-0B53-E5A2-3C1389591783}"/>
              </a:ext>
            </a:extLst>
          </p:cNvPr>
          <p:cNvGrpSpPr/>
          <p:nvPr/>
        </p:nvGrpSpPr>
        <p:grpSpPr>
          <a:xfrm>
            <a:off x="785187" y="5240600"/>
            <a:ext cx="1186200" cy="543600"/>
            <a:chOff x="785187" y="5240600"/>
            <a:chExt cx="1186200" cy="54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32C2713-3DD3-9544-77BB-E125CC618D4F}"/>
                    </a:ext>
                  </a:extLst>
                </p14:cNvPr>
                <p14:cNvContentPartPr/>
                <p14:nvPr/>
              </p14:nvContentPartPr>
              <p14:xfrm>
                <a:off x="785187" y="5240600"/>
                <a:ext cx="387360" cy="543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32C2713-3DD3-9544-77BB-E125CC618D4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67547" y="5222600"/>
                  <a:ext cx="42300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32AD6E6-5E0C-A5A6-1856-DDC05B17F6BE}"/>
                    </a:ext>
                  </a:extLst>
                </p14:cNvPr>
                <p14:cNvContentPartPr/>
                <p14:nvPr/>
              </p14:nvContentPartPr>
              <p14:xfrm>
                <a:off x="1241667" y="5488280"/>
                <a:ext cx="231840" cy="279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32AD6E6-5E0C-A5A6-1856-DDC05B17F6B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23667" y="5470640"/>
                  <a:ext cx="2674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C75AAD8-CDB9-81E6-8376-683B792BEC30}"/>
                    </a:ext>
                  </a:extLst>
                </p14:cNvPr>
                <p14:cNvContentPartPr/>
                <p14:nvPr/>
              </p14:nvContentPartPr>
              <p14:xfrm>
                <a:off x="1503027" y="5364080"/>
                <a:ext cx="468360" cy="346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C75AAD8-CDB9-81E6-8376-683B792BEC3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485387" y="5346440"/>
                  <a:ext cx="504000" cy="38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929D131-38A2-FC05-81CE-4A5D9E1AA033}"/>
              </a:ext>
            </a:extLst>
          </p:cNvPr>
          <p:cNvGrpSpPr/>
          <p:nvPr/>
        </p:nvGrpSpPr>
        <p:grpSpPr>
          <a:xfrm>
            <a:off x="8618427" y="274760"/>
            <a:ext cx="2931840" cy="1407240"/>
            <a:chOff x="8618427" y="274760"/>
            <a:chExt cx="2931840" cy="140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09D910-C291-9D8E-5392-46231FE7A044}"/>
                    </a:ext>
                  </a:extLst>
                </p14:cNvPr>
                <p14:cNvContentPartPr/>
                <p14:nvPr/>
              </p14:nvContentPartPr>
              <p14:xfrm>
                <a:off x="8618427" y="343160"/>
                <a:ext cx="326160" cy="406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09D910-C291-9D8E-5392-46231FE7A04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600427" y="325160"/>
                  <a:ext cx="3618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839CC56-6A1D-A499-ADF3-A423B2CC647B}"/>
                    </a:ext>
                  </a:extLst>
                </p14:cNvPr>
                <p14:cNvContentPartPr/>
                <p14:nvPr/>
              </p14:nvContentPartPr>
              <p14:xfrm>
                <a:off x="9041067" y="564920"/>
                <a:ext cx="47520" cy="488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839CC56-6A1D-A499-ADF3-A423B2CC647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023427" y="547280"/>
                  <a:ext cx="831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64394E2-B773-00CE-77B7-85C9292F3615}"/>
                    </a:ext>
                  </a:extLst>
                </p14:cNvPr>
                <p14:cNvContentPartPr/>
                <p14:nvPr/>
              </p14:nvContentPartPr>
              <p14:xfrm>
                <a:off x="9057267" y="487160"/>
                <a:ext cx="182880" cy="212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64394E2-B773-00CE-77B7-85C9292F361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039627" y="469160"/>
                  <a:ext cx="2185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DC6835C-49A6-757E-023C-7ECD7124D986}"/>
                    </a:ext>
                  </a:extLst>
                </p14:cNvPr>
                <p14:cNvContentPartPr/>
                <p14:nvPr/>
              </p14:nvContentPartPr>
              <p14:xfrm>
                <a:off x="9365427" y="515960"/>
                <a:ext cx="14400" cy="619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DC6835C-49A6-757E-023C-7ECD7124D98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347427" y="497960"/>
                  <a:ext cx="5004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F8CD448-2614-ADE2-7441-86755DAD22BB}"/>
                    </a:ext>
                  </a:extLst>
                </p14:cNvPr>
                <p14:cNvContentPartPr/>
                <p14:nvPr/>
              </p14:nvContentPartPr>
              <p14:xfrm>
                <a:off x="9309987" y="505520"/>
                <a:ext cx="237240" cy="290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F8CD448-2614-ADE2-7441-86755DAD22B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292347" y="487880"/>
                  <a:ext cx="2728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47F1A21-9567-1958-E664-390C6AB0D14B}"/>
                    </a:ext>
                  </a:extLst>
                </p14:cNvPr>
                <p14:cNvContentPartPr/>
                <p14:nvPr/>
              </p14:nvContentPartPr>
              <p14:xfrm>
                <a:off x="9604827" y="531800"/>
                <a:ext cx="558720" cy="274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47F1A21-9567-1958-E664-390C6AB0D14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586827" y="514160"/>
                  <a:ext cx="5943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EDE7D7C-DC02-A7B2-75CD-01D3C240E31D}"/>
                    </a:ext>
                  </a:extLst>
                </p14:cNvPr>
                <p14:cNvContentPartPr/>
                <p14:nvPr/>
              </p14:nvContentPartPr>
              <p14:xfrm>
                <a:off x="10404747" y="274760"/>
                <a:ext cx="344520" cy="509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EDE7D7C-DC02-A7B2-75CD-01D3C240E31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387107" y="256760"/>
                  <a:ext cx="38016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1A4E517-EC34-4B27-49E2-7E6D914598AF}"/>
                    </a:ext>
                  </a:extLst>
                </p14:cNvPr>
                <p14:cNvContentPartPr/>
                <p14:nvPr/>
              </p14:nvContentPartPr>
              <p14:xfrm>
                <a:off x="10749987" y="446120"/>
                <a:ext cx="360" cy="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1A4E517-EC34-4B27-49E2-7E6D914598A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732347" y="4284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2689B33-F7C2-97DA-47FB-A44E40B0A6C3}"/>
                    </a:ext>
                  </a:extLst>
                </p14:cNvPr>
                <p14:cNvContentPartPr/>
                <p14:nvPr/>
              </p14:nvContentPartPr>
              <p14:xfrm>
                <a:off x="10583667" y="486440"/>
                <a:ext cx="425160" cy="843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2689B33-F7C2-97DA-47FB-A44E40B0A6C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565667" y="468440"/>
                  <a:ext cx="460800" cy="87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FB382BE-66BA-6234-311C-9F05FEE36B4D}"/>
                    </a:ext>
                  </a:extLst>
                </p14:cNvPr>
                <p14:cNvContentPartPr/>
                <p14:nvPr/>
              </p14:nvContentPartPr>
              <p14:xfrm>
                <a:off x="11080107" y="510920"/>
                <a:ext cx="16920" cy="249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FB382BE-66BA-6234-311C-9F05FEE36B4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062107" y="493280"/>
                  <a:ext cx="52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E984D5-0EF3-9409-A7AD-769387E21709}"/>
                    </a:ext>
                  </a:extLst>
                </p14:cNvPr>
                <p14:cNvContentPartPr/>
                <p14:nvPr/>
              </p14:nvContentPartPr>
              <p14:xfrm>
                <a:off x="10959867" y="289160"/>
                <a:ext cx="72000" cy="95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E984D5-0EF3-9409-A7AD-769387E2170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41867" y="271160"/>
                  <a:ext cx="107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38C097E-8030-1136-4ECE-3013EC390328}"/>
                    </a:ext>
                  </a:extLst>
                </p14:cNvPr>
                <p14:cNvContentPartPr/>
                <p14:nvPr/>
              </p14:nvContentPartPr>
              <p14:xfrm>
                <a:off x="11323827" y="336320"/>
                <a:ext cx="144000" cy="391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38C097E-8030-1136-4ECE-3013EC39032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306187" y="318320"/>
                  <a:ext cx="17964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AE134D1-2A30-8A5F-8198-6CF98C219B62}"/>
                    </a:ext>
                  </a:extLst>
                </p14:cNvPr>
                <p14:cNvContentPartPr/>
                <p14:nvPr/>
              </p14:nvContentPartPr>
              <p14:xfrm>
                <a:off x="11233467" y="528560"/>
                <a:ext cx="316800" cy="7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AE134D1-2A30-8A5F-8198-6CF98C219B6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215827" y="510920"/>
                  <a:ext cx="3524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45D587B-0809-375F-9204-4E6E96B96A89}"/>
                    </a:ext>
                  </a:extLst>
                </p14:cNvPr>
                <p14:cNvContentPartPr/>
                <p14:nvPr/>
              </p14:nvContentPartPr>
              <p14:xfrm>
                <a:off x="8665947" y="1205360"/>
                <a:ext cx="43200" cy="154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45D587B-0809-375F-9204-4E6E96B96A8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47947" y="1187720"/>
                  <a:ext cx="78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B0565F5-69EA-74E1-6975-F0BE450C4167}"/>
                    </a:ext>
                  </a:extLst>
                </p14:cNvPr>
                <p14:cNvContentPartPr/>
                <p14:nvPr/>
              </p14:nvContentPartPr>
              <p14:xfrm>
                <a:off x="8816787" y="1220480"/>
                <a:ext cx="20520" cy="164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B0565F5-69EA-74E1-6975-F0BE450C416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798787" y="1202480"/>
                  <a:ext cx="56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4ECF3C4-2C2D-CB87-B085-11614E39E477}"/>
                    </a:ext>
                  </a:extLst>
                </p14:cNvPr>
                <p14:cNvContentPartPr/>
                <p14:nvPr/>
              </p14:nvContentPartPr>
              <p14:xfrm>
                <a:off x="9207027" y="1144520"/>
                <a:ext cx="218880" cy="533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4ECF3C4-2C2D-CB87-B085-11614E39E47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189027" y="1126520"/>
                  <a:ext cx="25452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AFC7E2F-0EB3-0236-33B7-093C452FCA9F}"/>
                    </a:ext>
                  </a:extLst>
                </p14:cNvPr>
                <p14:cNvContentPartPr/>
                <p14:nvPr/>
              </p14:nvContentPartPr>
              <p14:xfrm>
                <a:off x="9096867" y="1414160"/>
                <a:ext cx="376920" cy="30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AFC7E2F-0EB3-0236-33B7-093C452FCA9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078867" y="1396160"/>
                  <a:ext cx="412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D300C4A-724D-E01C-5C5F-3D31B0DC4550}"/>
                    </a:ext>
                  </a:extLst>
                </p14:cNvPr>
                <p14:cNvContentPartPr/>
                <p14:nvPr/>
              </p14:nvContentPartPr>
              <p14:xfrm>
                <a:off x="9464787" y="1402280"/>
                <a:ext cx="176040" cy="205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D300C4A-724D-E01C-5C5F-3D31B0DC455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446787" y="1384640"/>
                  <a:ext cx="2116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76349F5-7437-1CA5-B295-2F8CA7DEB633}"/>
                    </a:ext>
                  </a:extLst>
                </p14:cNvPr>
                <p14:cNvContentPartPr/>
                <p14:nvPr/>
              </p14:nvContentPartPr>
              <p14:xfrm>
                <a:off x="9734427" y="1381760"/>
                <a:ext cx="189360" cy="246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76349F5-7437-1CA5-B295-2F8CA7DEB63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716787" y="1364120"/>
                  <a:ext cx="2250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AD40668-3312-CFF3-8152-941534750B0F}"/>
                    </a:ext>
                  </a:extLst>
                </p14:cNvPr>
                <p14:cNvContentPartPr/>
                <p14:nvPr/>
              </p14:nvContentPartPr>
              <p14:xfrm>
                <a:off x="10009467" y="1382840"/>
                <a:ext cx="208080" cy="242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AD40668-3312-CFF3-8152-941534750B0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991467" y="1365200"/>
                  <a:ext cx="2437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E897198-F8C1-1DF1-5F71-7408DCD993DB}"/>
                    </a:ext>
                  </a:extLst>
                </p14:cNvPr>
                <p14:cNvContentPartPr/>
                <p14:nvPr/>
              </p14:nvContentPartPr>
              <p14:xfrm>
                <a:off x="10310067" y="1427840"/>
                <a:ext cx="228960" cy="194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E897198-F8C1-1DF1-5F71-7408DCD993D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292067" y="1410200"/>
                  <a:ext cx="2646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22A94C9-692E-E177-5B3C-F5EF9D468066}"/>
                    </a:ext>
                  </a:extLst>
                </p14:cNvPr>
                <p14:cNvContentPartPr/>
                <p14:nvPr/>
              </p14:nvContentPartPr>
              <p14:xfrm>
                <a:off x="10543347" y="1413080"/>
                <a:ext cx="217080" cy="232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22A94C9-692E-E177-5B3C-F5EF9D46806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525347" y="1395440"/>
                  <a:ext cx="2527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C613206-9D55-7B56-A52D-7FB4A794D4CC}"/>
                    </a:ext>
                  </a:extLst>
                </p14:cNvPr>
                <p14:cNvContentPartPr/>
                <p14:nvPr/>
              </p14:nvContentPartPr>
              <p14:xfrm>
                <a:off x="10685187" y="1406600"/>
                <a:ext cx="207360" cy="275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C613206-9D55-7B56-A52D-7FB4A794D4C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667187" y="1388600"/>
                  <a:ext cx="2430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04A7790-4B9E-96DF-9848-5BD37B40277D}"/>
                    </a:ext>
                  </a:extLst>
                </p14:cNvPr>
                <p14:cNvContentPartPr/>
                <p14:nvPr/>
              </p14:nvContentPartPr>
              <p14:xfrm>
                <a:off x="11037987" y="1356200"/>
                <a:ext cx="18720" cy="143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04A7790-4B9E-96DF-9848-5BD37B40277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019987" y="1338560"/>
                  <a:ext cx="543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5F38357-7CA7-D646-3391-F7DA1969F506}"/>
                    </a:ext>
                  </a:extLst>
                </p14:cNvPr>
                <p14:cNvContentPartPr/>
                <p14:nvPr/>
              </p14:nvContentPartPr>
              <p14:xfrm>
                <a:off x="11124387" y="1359440"/>
                <a:ext cx="37800" cy="146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5F38357-7CA7-D646-3391-F7DA1969F50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106747" y="1341800"/>
                  <a:ext cx="7344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5FF9150-33BC-DDDA-9776-C39F48F42DCF}"/>
              </a:ext>
            </a:extLst>
          </p:cNvPr>
          <p:cNvGrpSpPr/>
          <p:nvPr/>
        </p:nvGrpSpPr>
        <p:grpSpPr>
          <a:xfrm>
            <a:off x="9839907" y="1855880"/>
            <a:ext cx="1177920" cy="388440"/>
            <a:chOff x="9839907" y="1855880"/>
            <a:chExt cx="117792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D04C098-A009-E25B-E86A-28E57A8DEDDD}"/>
                    </a:ext>
                  </a:extLst>
                </p14:cNvPr>
                <p14:cNvContentPartPr/>
                <p14:nvPr/>
              </p14:nvContentPartPr>
              <p14:xfrm>
                <a:off x="9839907" y="1855880"/>
                <a:ext cx="41040" cy="388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D04C098-A009-E25B-E86A-28E57A8DEDD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822267" y="1837880"/>
                  <a:ext cx="7668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3A059E5-5AF6-C6B4-9356-ED5171039091}"/>
                    </a:ext>
                  </a:extLst>
                </p14:cNvPr>
                <p14:cNvContentPartPr/>
                <p14:nvPr/>
              </p14:nvContentPartPr>
              <p14:xfrm>
                <a:off x="9882747" y="2023280"/>
                <a:ext cx="170280" cy="202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3A059E5-5AF6-C6B4-9356-ED517103909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864747" y="2005640"/>
                  <a:ext cx="2059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6962426-3626-AA41-F195-8FF48129C37D}"/>
                    </a:ext>
                  </a:extLst>
                </p14:cNvPr>
                <p14:cNvContentPartPr/>
                <p14:nvPr/>
              </p14:nvContentPartPr>
              <p14:xfrm>
                <a:off x="10109187" y="2023640"/>
                <a:ext cx="248040" cy="206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6962426-3626-AA41-F195-8FF48129C37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091547" y="2005640"/>
                  <a:ext cx="2836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771B9C8-FD6D-E936-2BFA-1E7617A49A89}"/>
                    </a:ext>
                  </a:extLst>
                </p14:cNvPr>
                <p14:cNvContentPartPr/>
                <p14:nvPr/>
              </p14:nvContentPartPr>
              <p14:xfrm>
                <a:off x="10412307" y="2026520"/>
                <a:ext cx="605520" cy="217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771B9C8-FD6D-E936-2BFA-1E7617A49A8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394307" y="2008880"/>
                  <a:ext cx="64116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ECAFAB8-3F9C-6F69-C65C-067169144F1F}"/>
              </a:ext>
            </a:extLst>
          </p:cNvPr>
          <p:cNvGrpSpPr/>
          <p:nvPr/>
        </p:nvGrpSpPr>
        <p:grpSpPr>
          <a:xfrm>
            <a:off x="8141067" y="1847240"/>
            <a:ext cx="1366560" cy="1403280"/>
            <a:chOff x="8141067" y="1847240"/>
            <a:chExt cx="1366560" cy="14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D1401CC-B68C-04D2-413E-B0C6F22CBD25}"/>
                    </a:ext>
                  </a:extLst>
                </p14:cNvPr>
                <p14:cNvContentPartPr/>
                <p14:nvPr/>
              </p14:nvContentPartPr>
              <p14:xfrm>
                <a:off x="8313507" y="1871000"/>
                <a:ext cx="324000" cy="405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D1401CC-B68C-04D2-413E-B0C6F22CBD2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295867" y="1853000"/>
                  <a:ext cx="3596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1D901B7-8C87-D155-4047-EE1F895A03AA}"/>
                    </a:ext>
                  </a:extLst>
                </p14:cNvPr>
                <p14:cNvContentPartPr/>
                <p14:nvPr/>
              </p14:nvContentPartPr>
              <p14:xfrm>
                <a:off x="8402787" y="2115440"/>
                <a:ext cx="248400" cy="27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1D901B7-8C87-D155-4047-EE1F895A03A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385147" y="2097800"/>
                  <a:ext cx="2840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FDD5786-29E4-3E5F-8B31-DE5395F3991D}"/>
                    </a:ext>
                  </a:extLst>
                </p14:cNvPr>
                <p14:cNvContentPartPr/>
                <p14:nvPr/>
              </p14:nvContentPartPr>
              <p14:xfrm>
                <a:off x="8731107" y="2043800"/>
                <a:ext cx="254880" cy="199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FDD5786-29E4-3E5F-8B31-DE5395F3991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713467" y="2025800"/>
                  <a:ext cx="2905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95ED2A6-2504-E565-21FE-EE88780AF5FF}"/>
                    </a:ext>
                  </a:extLst>
                </p14:cNvPr>
                <p14:cNvContentPartPr/>
                <p14:nvPr/>
              </p14:nvContentPartPr>
              <p14:xfrm>
                <a:off x="9030987" y="1847240"/>
                <a:ext cx="218160" cy="405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95ED2A6-2504-E565-21FE-EE88780AF5F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012987" y="1829240"/>
                  <a:ext cx="2538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5FFB49C-8CFF-F6E2-21E3-22172AF98C0E}"/>
                    </a:ext>
                  </a:extLst>
                </p14:cNvPr>
                <p14:cNvContentPartPr/>
                <p14:nvPr/>
              </p14:nvContentPartPr>
              <p14:xfrm>
                <a:off x="8141067" y="2478680"/>
                <a:ext cx="442800" cy="400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5FFB49C-8CFF-F6E2-21E3-22172AF98C0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123427" y="2460680"/>
                  <a:ext cx="47844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7E8AD06-4EE7-4828-5E11-26C3E759E9E6}"/>
                    </a:ext>
                  </a:extLst>
                </p14:cNvPr>
                <p14:cNvContentPartPr/>
                <p14:nvPr/>
              </p14:nvContentPartPr>
              <p14:xfrm>
                <a:off x="8560107" y="2494160"/>
                <a:ext cx="360" cy="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7E8AD06-4EE7-4828-5E11-26C3E759E9E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542107" y="24761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7EDDFD5-55BA-3CB2-8C6B-55B8EC77594E}"/>
                    </a:ext>
                  </a:extLst>
                </p14:cNvPr>
                <p14:cNvContentPartPr/>
                <p14:nvPr/>
              </p14:nvContentPartPr>
              <p14:xfrm>
                <a:off x="8468307" y="2574440"/>
                <a:ext cx="437040" cy="676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7EDDFD5-55BA-3CB2-8C6B-55B8EC77594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450667" y="2556800"/>
                  <a:ext cx="472680" cy="71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DE67EAB-0071-ED57-C600-43ABEFFE2868}"/>
                    </a:ext>
                  </a:extLst>
                </p14:cNvPr>
                <p14:cNvContentPartPr/>
                <p14:nvPr/>
              </p14:nvContentPartPr>
              <p14:xfrm>
                <a:off x="9078507" y="2574800"/>
                <a:ext cx="16200" cy="210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DE67EAB-0071-ED57-C600-43ABEFFE286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060867" y="2557160"/>
                  <a:ext cx="51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68D7F1A-F819-F879-D23F-2D61421EB4AE}"/>
                    </a:ext>
                  </a:extLst>
                </p14:cNvPr>
                <p14:cNvContentPartPr/>
                <p14:nvPr/>
              </p14:nvContentPartPr>
              <p14:xfrm>
                <a:off x="8976987" y="2404160"/>
                <a:ext cx="96480" cy="94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68D7F1A-F819-F879-D23F-2D61421EB4A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959347" y="2386520"/>
                  <a:ext cx="132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96FD621-D411-4936-B43F-80D5B96DD6FA}"/>
                    </a:ext>
                  </a:extLst>
                </p14:cNvPr>
                <p14:cNvContentPartPr/>
                <p14:nvPr/>
              </p14:nvContentPartPr>
              <p14:xfrm>
                <a:off x="9202707" y="2349080"/>
                <a:ext cx="225000" cy="478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96FD621-D411-4936-B43F-80D5B96DD6F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185067" y="2331440"/>
                  <a:ext cx="26064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0765828-E8A2-E677-198A-ACD715C4969D}"/>
                    </a:ext>
                  </a:extLst>
                </p14:cNvPr>
                <p14:cNvContentPartPr/>
                <p14:nvPr/>
              </p14:nvContentPartPr>
              <p14:xfrm>
                <a:off x="9258147" y="2602160"/>
                <a:ext cx="249480" cy="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0765828-E8A2-E677-198A-ACD715C4969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240507" y="2584160"/>
                  <a:ext cx="28512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2A18DCD-ABCC-560A-B6ED-E70455503069}"/>
              </a:ext>
            </a:extLst>
          </p:cNvPr>
          <p:cNvGrpSpPr/>
          <p:nvPr/>
        </p:nvGrpSpPr>
        <p:grpSpPr>
          <a:xfrm>
            <a:off x="9903267" y="2467160"/>
            <a:ext cx="558360" cy="414720"/>
            <a:chOff x="9903267" y="2467160"/>
            <a:chExt cx="558360" cy="4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065ECA1-C1AC-8B5C-E88E-C37A1036F7D4}"/>
                    </a:ext>
                  </a:extLst>
                </p14:cNvPr>
                <p14:cNvContentPartPr/>
                <p14:nvPr/>
              </p14:nvContentPartPr>
              <p14:xfrm>
                <a:off x="10028187" y="2623400"/>
                <a:ext cx="23760" cy="198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065ECA1-C1AC-8B5C-E88E-C37A1036F7D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010547" y="2605760"/>
                  <a:ext cx="594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364DF20-3417-9CCE-F8A5-98EE8C0A4A0D}"/>
                    </a:ext>
                  </a:extLst>
                </p14:cNvPr>
                <p14:cNvContentPartPr/>
                <p14:nvPr/>
              </p14:nvContentPartPr>
              <p14:xfrm>
                <a:off x="9903267" y="2467160"/>
                <a:ext cx="139320" cy="108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364DF20-3417-9CCE-F8A5-98EE8C0A4A0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885267" y="2449520"/>
                  <a:ext cx="1749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8E70A57-6AD5-BA8D-52E8-905E0F472CAC}"/>
                    </a:ext>
                  </a:extLst>
                </p14:cNvPr>
                <p14:cNvContentPartPr/>
                <p14:nvPr/>
              </p14:nvContentPartPr>
              <p14:xfrm>
                <a:off x="10175787" y="2578040"/>
                <a:ext cx="285840" cy="303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8E70A57-6AD5-BA8D-52E8-905E0F472CA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158147" y="2560400"/>
                  <a:ext cx="321480" cy="33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3BA8FC1-6974-D07E-1B27-2602ABD49B23}"/>
              </a:ext>
            </a:extLst>
          </p:cNvPr>
          <p:cNvGrpSpPr/>
          <p:nvPr/>
        </p:nvGrpSpPr>
        <p:grpSpPr>
          <a:xfrm>
            <a:off x="8489547" y="3119120"/>
            <a:ext cx="2423880" cy="582480"/>
            <a:chOff x="8489547" y="3119120"/>
            <a:chExt cx="2423880" cy="58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869137A-4CDE-C012-7FAE-AD415A9C1F3B}"/>
                    </a:ext>
                  </a:extLst>
                </p14:cNvPr>
                <p14:cNvContentPartPr/>
                <p14:nvPr/>
              </p14:nvContentPartPr>
              <p14:xfrm>
                <a:off x="8645067" y="3490280"/>
                <a:ext cx="9360" cy="211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869137A-4CDE-C012-7FAE-AD415A9C1F3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627067" y="3472640"/>
                  <a:ext cx="450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242F009-A820-DCF2-CF1C-35DB6F24865E}"/>
                    </a:ext>
                  </a:extLst>
                </p14:cNvPr>
                <p14:cNvContentPartPr/>
                <p14:nvPr/>
              </p14:nvContentPartPr>
              <p14:xfrm>
                <a:off x="8489547" y="3270320"/>
                <a:ext cx="138240" cy="140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242F009-A820-DCF2-CF1C-35DB6F24865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471547" y="3252680"/>
                  <a:ext cx="1738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61298DE-4EF8-CAA0-B2C4-329AD744EE3E}"/>
                    </a:ext>
                  </a:extLst>
                </p14:cNvPr>
                <p14:cNvContentPartPr/>
                <p14:nvPr/>
              </p14:nvContentPartPr>
              <p14:xfrm>
                <a:off x="8775747" y="3428720"/>
                <a:ext cx="291600" cy="232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61298DE-4EF8-CAA0-B2C4-329AD744EE3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757747" y="3410720"/>
                  <a:ext cx="3272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92FEEEB-E667-8291-85AF-256D988135EB}"/>
                    </a:ext>
                  </a:extLst>
                </p14:cNvPr>
                <p14:cNvContentPartPr/>
                <p14:nvPr/>
              </p14:nvContentPartPr>
              <p14:xfrm>
                <a:off x="9090747" y="3383720"/>
                <a:ext cx="529200" cy="277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92FEEEB-E667-8291-85AF-256D988135E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73107" y="3366080"/>
                  <a:ext cx="5648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E9D8499-652E-3C31-A328-F189BDF2B498}"/>
                    </a:ext>
                  </a:extLst>
                </p14:cNvPr>
                <p14:cNvContentPartPr/>
                <p14:nvPr/>
              </p14:nvContentPartPr>
              <p14:xfrm>
                <a:off x="9672867" y="3370040"/>
                <a:ext cx="205560" cy="2422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E9D8499-652E-3C31-A328-F189BDF2B49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654867" y="3352040"/>
                  <a:ext cx="241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A6548A0-1C29-9651-75DE-1BA6A17CA1B4}"/>
                    </a:ext>
                  </a:extLst>
                </p14:cNvPr>
                <p14:cNvContentPartPr/>
                <p14:nvPr/>
              </p14:nvContentPartPr>
              <p14:xfrm>
                <a:off x="9928827" y="3321800"/>
                <a:ext cx="767160" cy="288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A6548A0-1C29-9651-75DE-1BA6A17CA1B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910827" y="3304160"/>
                  <a:ext cx="8028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CABD22B-613B-1CC3-B258-CD42EB8D049F}"/>
                    </a:ext>
                  </a:extLst>
                </p14:cNvPr>
                <p14:cNvContentPartPr/>
                <p14:nvPr/>
              </p14:nvContentPartPr>
              <p14:xfrm>
                <a:off x="10645947" y="3119120"/>
                <a:ext cx="267480" cy="434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CABD22B-613B-1CC3-B258-CD42EB8D04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627947" y="3101120"/>
                  <a:ext cx="303120" cy="47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B8B6F63-BD42-4BB3-F5F1-8EC0C71E7D1E}"/>
              </a:ext>
            </a:extLst>
          </p:cNvPr>
          <p:cNvGrpSpPr/>
          <p:nvPr/>
        </p:nvGrpSpPr>
        <p:grpSpPr>
          <a:xfrm>
            <a:off x="11381067" y="3120920"/>
            <a:ext cx="553680" cy="443880"/>
            <a:chOff x="11381067" y="3120920"/>
            <a:chExt cx="55368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5558F0B-8B93-E996-82C0-FC13D6620719}"/>
                    </a:ext>
                  </a:extLst>
                </p14:cNvPr>
                <p14:cNvContentPartPr/>
                <p14:nvPr/>
              </p14:nvContentPartPr>
              <p14:xfrm>
                <a:off x="11381067" y="3120920"/>
                <a:ext cx="123480" cy="428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5558F0B-8B93-E996-82C0-FC13D662071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363427" y="3102920"/>
                  <a:ext cx="15912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DF53ACC-8A71-172C-36E2-D928ADAD49B8}"/>
                    </a:ext>
                  </a:extLst>
                </p14:cNvPr>
                <p14:cNvContentPartPr/>
                <p14:nvPr/>
              </p14:nvContentPartPr>
              <p14:xfrm>
                <a:off x="11402307" y="3524840"/>
                <a:ext cx="273960" cy="39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DF53ACC-8A71-172C-36E2-D928ADAD49B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384667" y="3507200"/>
                  <a:ext cx="309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E02D361-DD33-B09B-D1CB-E92FBBDA60BB}"/>
                    </a:ext>
                  </a:extLst>
                </p14:cNvPr>
                <p14:cNvContentPartPr/>
                <p14:nvPr/>
              </p14:nvContentPartPr>
              <p14:xfrm>
                <a:off x="11843667" y="3412520"/>
                <a:ext cx="91080" cy="58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E02D361-DD33-B09B-D1CB-E92FBBDA60B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825667" y="3394880"/>
                  <a:ext cx="12672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DBFC3996-442B-6404-21F0-46EBA63BF533}"/>
              </a:ext>
            </a:extLst>
          </p:cNvPr>
          <p:cNvGrpSpPr/>
          <p:nvPr/>
        </p:nvGrpSpPr>
        <p:grpSpPr>
          <a:xfrm>
            <a:off x="8618787" y="3897440"/>
            <a:ext cx="704160" cy="886680"/>
            <a:chOff x="8618787" y="3897440"/>
            <a:chExt cx="704160" cy="88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E750C0E-91DB-A9B1-E6E9-C975EC1D2A50}"/>
                    </a:ext>
                  </a:extLst>
                </p14:cNvPr>
                <p14:cNvContentPartPr/>
                <p14:nvPr/>
              </p14:nvContentPartPr>
              <p14:xfrm>
                <a:off x="8655147" y="3897440"/>
                <a:ext cx="111600" cy="383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E750C0E-91DB-A9B1-E6E9-C975EC1D2A5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637507" y="3879440"/>
                  <a:ext cx="14724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F3299D5-023B-79ED-B4FC-CEBD2784B07C}"/>
                    </a:ext>
                  </a:extLst>
                </p14:cNvPr>
                <p14:cNvContentPartPr/>
                <p14:nvPr/>
              </p14:nvContentPartPr>
              <p14:xfrm>
                <a:off x="8618787" y="4257440"/>
                <a:ext cx="316800" cy="47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F3299D5-023B-79ED-B4FC-CEBD2784B07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601147" y="4239800"/>
                  <a:ext cx="3524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AD3C620-F874-1427-70D0-D3F982818274}"/>
                    </a:ext>
                  </a:extLst>
                </p14:cNvPr>
                <p14:cNvContentPartPr/>
                <p14:nvPr/>
              </p14:nvContentPartPr>
              <p14:xfrm>
                <a:off x="8988147" y="3911840"/>
                <a:ext cx="294840" cy="368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AD3C620-F874-1427-70D0-D3F98281827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970147" y="3894200"/>
                  <a:ext cx="3304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5D64611-5904-8F7D-B533-C4D91B117938}"/>
                    </a:ext>
                  </a:extLst>
                </p14:cNvPr>
                <p14:cNvContentPartPr/>
                <p14:nvPr/>
              </p14:nvContentPartPr>
              <p14:xfrm>
                <a:off x="8795907" y="4412600"/>
                <a:ext cx="9360" cy="340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5D64611-5904-8F7D-B533-C4D91B11793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778267" y="4394960"/>
                  <a:ext cx="450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DEC0FC8-F66E-EDC8-CEDA-9A3CBE042F2B}"/>
                    </a:ext>
                  </a:extLst>
                </p14:cNvPr>
                <p14:cNvContentPartPr/>
                <p14:nvPr/>
              </p14:nvContentPartPr>
              <p14:xfrm>
                <a:off x="8702307" y="4419080"/>
                <a:ext cx="94320" cy="173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DEC0FC8-F66E-EDC8-CEDA-9A3CBE042F2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84307" y="4401080"/>
                  <a:ext cx="1299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BC842DD-27C3-9353-E352-882B924ADBC2}"/>
                    </a:ext>
                  </a:extLst>
                </p14:cNvPr>
                <p14:cNvContentPartPr/>
                <p14:nvPr/>
              </p14:nvContentPartPr>
              <p14:xfrm>
                <a:off x="8654067" y="4777280"/>
                <a:ext cx="312480" cy="6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BC842DD-27C3-9353-E352-882B924ADBC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636427" y="4759280"/>
                  <a:ext cx="348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D09EDF7-2753-406C-3257-88943ABFC6DE}"/>
                    </a:ext>
                  </a:extLst>
                </p14:cNvPr>
                <p14:cNvContentPartPr/>
                <p14:nvPr/>
              </p14:nvContentPartPr>
              <p14:xfrm>
                <a:off x="9141507" y="4418000"/>
                <a:ext cx="14400" cy="348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D09EDF7-2753-406C-3257-88943ABFC6D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123867" y="4400000"/>
                  <a:ext cx="500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54CA012-F7EE-3220-0199-1CDC1E2382F8}"/>
                    </a:ext>
                  </a:extLst>
                </p14:cNvPr>
                <p14:cNvContentPartPr/>
                <p14:nvPr/>
              </p14:nvContentPartPr>
              <p14:xfrm>
                <a:off x="9043227" y="4421240"/>
                <a:ext cx="107280" cy="120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54CA012-F7EE-3220-0199-1CDC1E2382F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025587" y="4403240"/>
                  <a:ext cx="1429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CDF6439-0BE4-4DB3-C8F6-7BCBB34A941D}"/>
                    </a:ext>
                  </a:extLst>
                </p14:cNvPr>
                <p14:cNvContentPartPr/>
                <p14:nvPr/>
              </p14:nvContentPartPr>
              <p14:xfrm>
                <a:off x="9036027" y="4709960"/>
                <a:ext cx="286920" cy="14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CDF6439-0BE4-4DB3-C8F6-7BCBB34A941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018027" y="4691960"/>
                  <a:ext cx="32256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5C52214-4314-9D44-4CD2-5ADD77B5B8B5}"/>
              </a:ext>
            </a:extLst>
          </p:cNvPr>
          <p:cNvGrpSpPr/>
          <p:nvPr/>
        </p:nvGrpSpPr>
        <p:grpSpPr>
          <a:xfrm>
            <a:off x="8669187" y="4932800"/>
            <a:ext cx="848160" cy="1462680"/>
            <a:chOff x="8669187" y="4932800"/>
            <a:chExt cx="848160" cy="146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CCD7ABB-8582-893E-19FB-151AE60CF47E}"/>
                    </a:ext>
                  </a:extLst>
                </p14:cNvPr>
                <p14:cNvContentPartPr/>
                <p14:nvPr/>
              </p14:nvContentPartPr>
              <p14:xfrm>
                <a:off x="8800227" y="4932800"/>
                <a:ext cx="3600" cy="3628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CCD7ABB-8582-893E-19FB-151AE60CF47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782587" y="4914800"/>
                  <a:ext cx="392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D1A98E5-814B-2438-0F6B-9246D54F4050}"/>
                    </a:ext>
                  </a:extLst>
                </p14:cNvPr>
                <p14:cNvContentPartPr/>
                <p14:nvPr/>
              </p14:nvContentPartPr>
              <p14:xfrm>
                <a:off x="8737587" y="4955840"/>
                <a:ext cx="69840" cy="113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D1A98E5-814B-2438-0F6B-9246D54F405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19587" y="4937840"/>
                  <a:ext cx="1054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6720E73-68FF-1ABC-2F2D-DC0FF2BB6659}"/>
                    </a:ext>
                  </a:extLst>
                </p14:cNvPr>
                <p14:cNvContentPartPr/>
                <p14:nvPr/>
              </p14:nvContentPartPr>
              <p14:xfrm>
                <a:off x="8675667" y="5271200"/>
                <a:ext cx="296640" cy="41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6720E73-68FF-1ABC-2F2D-DC0FF2BB665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657667" y="5253560"/>
                  <a:ext cx="3322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98A617C-93EF-D1B3-A29D-0B048145E1CA}"/>
                    </a:ext>
                  </a:extLst>
                </p14:cNvPr>
                <p14:cNvContentPartPr/>
                <p14:nvPr/>
              </p14:nvContentPartPr>
              <p14:xfrm>
                <a:off x="9111267" y="4934240"/>
                <a:ext cx="348840" cy="3348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98A617C-93EF-D1B3-A29D-0B048145E1C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093627" y="4916600"/>
                  <a:ext cx="3844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01F5556-545E-317E-719F-C6BC67463A9B}"/>
                    </a:ext>
                  </a:extLst>
                </p14:cNvPr>
                <p14:cNvContentPartPr/>
                <p14:nvPr/>
              </p14:nvContentPartPr>
              <p14:xfrm>
                <a:off x="8754507" y="5471000"/>
                <a:ext cx="20880" cy="225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01F5556-545E-317E-719F-C6BC67463A9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736867" y="5453360"/>
                  <a:ext cx="565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62DA919-D710-B9E2-4A12-61F377C94429}"/>
                    </a:ext>
                  </a:extLst>
                </p14:cNvPr>
                <p14:cNvContentPartPr/>
                <p14:nvPr/>
              </p14:nvContentPartPr>
              <p14:xfrm>
                <a:off x="8733267" y="5428520"/>
                <a:ext cx="46440" cy="52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62DA919-D710-B9E2-4A12-61F377C9442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715267" y="5410520"/>
                  <a:ext cx="82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973229F-A74B-C1A8-D1EF-6A4253D868F7}"/>
                    </a:ext>
                  </a:extLst>
                </p14:cNvPr>
                <p14:cNvContentPartPr/>
                <p14:nvPr/>
              </p14:nvContentPartPr>
              <p14:xfrm>
                <a:off x="8669187" y="5676560"/>
                <a:ext cx="210960" cy="35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973229F-A74B-C1A8-D1EF-6A4253D868F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651187" y="5658560"/>
                  <a:ext cx="2466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DE87193-9F47-91AD-D3E4-C5403F5D6038}"/>
                    </a:ext>
                  </a:extLst>
                </p14:cNvPr>
                <p14:cNvContentPartPr/>
                <p14:nvPr/>
              </p14:nvContentPartPr>
              <p14:xfrm>
                <a:off x="9146907" y="5409440"/>
                <a:ext cx="231480" cy="380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DE87193-9F47-91AD-D3E4-C5403F5D603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129267" y="5391440"/>
                  <a:ext cx="26712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7C83AA7-F501-30EF-ECC9-B4093E16EAC0}"/>
                    </a:ext>
                  </a:extLst>
                </p14:cNvPr>
                <p14:cNvContentPartPr/>
                <p14:nvPr/>
              </p14:nvContentPartPr>
              <p14:xfrm>
                <a:off x="8817147" y="5856200"/>
                <a:ext cx="16920" cy="3132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7C83AA7-F501-30EF-ECC9-B4093E16EAC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99507" y="5838200"/>
                  <a:ext cx="525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17C5132-57DD-E17A-BA9D-16FBEAC03F23}"/>
                    </a:ext>
                  </a:extLst>
                </p14:cNvPr>
                <p14:cNvContentPartPr/>
                <p14:nvPr/>
              </p14:nvContentPartPr>
              <p14:xfrm>
                <a:off x="8759907" y="5858360"/>
                <a:ext cx="77400" cy="113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17C5132-57DD-E17A-BA9D-16FBEAC03F2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742267" y="5840360"/>
                  <a:ext cx="113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88AD32E-D355-67D4-307D-98E1B198D165}"/>
                    </a:ext>
                  </a:extLst>
                </p14:cNvPr>
                <p14:cNvContentPartPr/>
                <p14:nvPr/>
              </p14:nvContentPartPr>
              <p14:xfrm>
                <a:off x="8722467" y="6174800"/>
                <a:ext cx="239760" cy="35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88AD32E-D355-67D4-307D-98E1B198D16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704827" y="6157160"/>
                  <a:ext cx="275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BE4D79C-9AA8-A09A-1908-52DFC436AEC4}"/>
                    </a:ext>
                  </a:extLst>
                </p14:cNvPr>
                <p14:cNvContentPartPr/>
                <p14:nvPr/>
              </p14:nvContentPartPr>
              <p14:xfrm>
                <a:off x="9172827" y="5845760"/>
                <a:ext cx="344520" cy="5497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BE4D79C-9AA8-A09A-1908-52DFC436AEC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155187" y="5827760"/>
                  <a:ext cx="380160" cy="58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97194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DFB58-1972-8E02-72DD-485C60674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0FFCD0-74E5-6BD0-C1DC-4F6163C00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496C31B8-3AA2-6688-C9EB-E18722A475EA}"/>
              </a:ext>
            </a:extLst>
          </p:cNvPr>
          <p:cNvGrpSpPr/>
          <p:nvPr/>
        </p:nvGrpSpPr>
        <p:grpSpPr>
          <a:xfrm>
            <a:off x="9009387" y="163880"/>
            <a:ext cx="430200" cy="797040"/>
            <a:chOff x="9009387" y="163880"/>
            <a:chExt cx="430200" cy="79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878C1E8-D824-0ACB-01E7-9D65DE271A32}"/>
                    </a:ext>
                  </a:extLst>
                </p14:cNvPr>
                <p14:cNvContentPartPr/>
                <p14:nvPr/>
              </p14:nvContentPartPr>
              <p14:xfrm>
                <a:off x="9009387" y="166760"/>
                <a:ext cx="33840" cy="356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878C1E8-D824-0ACB-01E7-9D65DE271A3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991387" y="149120"/>
                  <a:ext cx="694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CB1486F-D391-3721-9BCE-A9814667F209}"/>
                    </a:ext>
                  </a:extLst>
                </p14:cNvPr>
                <p14:cNvContentPartPr/>
                <p14:nvPr/>
              </p14:nvContentPartPr>
              <p14:xfrm>
                <a:off x="9178587" y="163880"/>
                <a:ext cx="261000" cy="335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CB1486F-D391-3721-9BCE-A9814667F20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60587" y="145880"/>
                  <a:ext cx="2966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350BD37-010A-3758-AB67-8A97F605E948}"/>
                    </a:ext>
                  </a:extLst>
                </p14:cNvPr>
                <p14:cNvContentPartPr/>
                <p14:nvPr/>
              </p14:nvContentPartPr>
              <p14:xfrm>
                <a:off x="9083907" y="645200"/>
                <a:ext cx="52920" cy="315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350BD37-010A-3758-AB67-8A97F605E94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66267" y="627560"/>
                  <a:ext cx="885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5AF49FA-7E18-2737-DD2D-F393C9FA1D25}"/>
                    </a:ext>
                  </a:extLst>
                </p14:cNvPr>
                <p14:cNvContentPartPr/>
                <p14:nvPr/>
              </p14:nvContentPartPr>
              <p14:xfrm>
                <a:off x="9360027" y="653840"/>
                <a:ext cx="52920" cy="297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5AF49FA-7E18-2737-DD2D-F393C9FA1D2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42027" y="635840"/>
                  <a:ext cx="88560" cy="33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60741BB-8A80-4B43-DF7A-15C29FEC6716}"/>
              </a:ext>
            </a:extLst>
          </p:cNvPr>
          <p:cNvGrpSpPr/>
          <p:nvPr/>
        </p:nvGrpSpPr>
        <p:grpSpPr>
          <a:xfrm>
            <a:off x="9080667" y="1127600"/>
            <a:ext cx="699120" cy="875160"/>
            <a:chOff x="9080667" y="1127600"/>
            <a:chExt cx="699120" cy="87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8FA2D2F-0E0E-0D36-502F-854FABDEE94F}"/>
                    </a:ext>
                  </a:extLst>
                </p14:cNvPr>
                <p14:cNvContentPartPr/>
                <p14:nvPr/>
              </p14:nvContentPartPr>
              <p14:xfrm>
                <a:off x="9080667" y="1127600"/>
                <a:ext cx="80640" cy="347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8FA2D2F-0E0E-0D36-502F-854FABDEE94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63027" y="1109600"/>
                  <a:ext cx="1162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51F0910-DD6A-B872-1911-EE862A70848E}"/>
                    </a:ext>
                  </a:extLst>
                </p14:cNvPr>
                <p14:cNvContentPartPr/>
                <p14:nvPr/>
              </p14:nvContentPartPr>
              <p14:xfrm>
                <a:off x="9340227" y="1138040"/>
                <a:ext cx="439560" cy="337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51F0910-DD6A-B872-1911-EE862A70848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22227" y="1120040"/>
                  <a:ext cx="4752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C6D6A4A-F22A-B4A3-338A-3EDB0C5464A9}"/>
                    </a:ext>
                  </a:extLst>
                </p14:cNvPr>
                <p14:cNvContentPartPr/>
                <p14:nvPr/>
              </p14:nvContentPartPr>
              <p14:xfrm>
                <a:off x="9106587" y="1630160"/>
                <a:ext cx="99720" cy="372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C6D6A4A-F22A-B4A3-338A-3EDB0C5464A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88587" y="1612160"/>
                  <a:ext cx="1353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DAC944-07C9-1430-F2F0-DC7CECD3F66E}"/>
                    </a:ext>
                  </a:extLst>
                </p14:cNvPr>
                <p14:cNvContentPartPr/>
                <p14:nvPr/>
              </p14:nvContentPartPr>
              <p14:xfrm>
                <a:off x="9330867" y="1573280"/>
                <a:ext cx="222840" cy="374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DAC944-07C9-1430-F2F0-DC7CECD3F66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13227" y="1555640"/>
                  <a:ext cx="25848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89CEBA2-79B2-2A94-E0DC-AD79BE06A71E}"/>
              </a:ext>
            </a:extLst>
          </p:cNvPr>
          <p:cNvGrpSpPr/>
          <p:nvPr/>
        </p:nvGrpSpPr>
        <p:grpSpPr>
          <a:xfrm>
            <a:off x="8938467" y="2300480"/>
            <a:ext cx="831240" cy="58320"/>
            <a:chOff x="8938467" y="2300480"/>
            <a:chExt cx="831240" cy="5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E450D5C-0024-91AC-9D80-CFC9E6CF3CEC}"/>
                    </a:ext>
                  </a:extLst>
                </p14:cNvPr>
                <p14:cNvContentPartPr/>
                <p14:nvPr/>
              </p14:nvContentPartPr>
              <p14:xfrm>
                <a:off x="8938467" y="2358440"/>
                <a:ext cx="10620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E450D5C-0024-91AC-9D80-CFC9E6CF3CE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20827" y="2340440"/>
                  <a:ext cx="141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5A9F015-277A-C9C2-DE70-478AB80D34B2}"/>
                    </a:ext>
                  </a:extLst>
                </p14:cNvPr>
                <p14:cNvContentPartPr/>
                <p14:nvPr/>
              </p14:nvContentPartPr>
              <p14:xfrm>
                <a:off x="9250947" y="2327120"/>
                <a:ext cx="95400" cy="12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5A9F015-277A-C9C2-DE70-478AB80D34B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32947" y="2309480"/>
                  <a:ext cx="131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B1F463B-9950-2240-E316-9E5A0DEFE571}"/>
                    </a:ext>
                  </a:extLst>
                </p14:cNvPr>
                <p14:cNvContentPartPr/>
                <p14:nvPr/>
              </p14:nvContentPartPr>
              <p14:xfrm>
                <a:off x="9567387" y="2300480"/>
                <a:ext cx="202320" cy="9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B1F463B-9950-2240-E316-9E5A0DEFE57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49387" y="2282840"/>
                  <a:ext cx="2379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0680C15-457C-9DA9-5496-BC34279BA0B4}"/>
              </a:ext>
            </a:extLst>
          </p:cNvPr>
          <p:cNvGrpSpPr/>
          <p:nvPr/>
        </p:nvGrpSpPr>
        <p:grpSpPr>
          <a:xfrm>
            <a:off x="8880867" y="2650040"/>
            <a:ext cx="1026720" cy="75240"/>
            <a:chOff x="8880867" y="2650040"/>
            <a:chExt cx="1026720" cy="7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EDAB65A-B72C-6BF7-4921-CE8DCB7FF379}"/>
                    </a:ext>
                  </a:extLst>
                </p14:cNvPr>
                <p14:cNvContentPartPr/>
                <p14:nvPr/>
              </p14:nvContentPartPr>
              <p14:xfrm>
                <a:off x="8880867" y="2722760"/>
                <a:ext cx="143640" cy="2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EDAB65A-B72C-6BF7-4921-CE8DCB7FF37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862867" y="2705120"/>
                  <a:ext cx="179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49866C-55D1-F45D-DF23-1294AA85BA80}"/>
                    </a:ext>
                  </a:extLst>
                </p14:cNvPr>
                <p14:cNvContentPartPr/>
                <p14:nvPr/>
              </p14:nvContentPartPr>
              <p14:xfrm>
                <a:off x="9272187" y="2691800"/>
                <a:ext cx="145800" cy="10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49866C-55D1-F45D-DF23-1294AA85BA8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254547" y="2674160"/>
                  <a:ext cx="181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9619456-2A37-ED62-6868-647915239946}"/>
                    </a:ext>
                  </a:extLst>
                </p14:cNvPr>
                <p14:cNvContentPartPr/>
                <p14:nvPr/>
              </p14:nvContentPartPr>
              <p14:xfrm>
                <a:off x="9664587" y="2650040"/>
                <a:ext cx="243000" cy="25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9619456-2A37-ED62-6868-64791523994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46947" y="2632400"/>
                  <a:ext cx="2786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0AAED33-D25E-10DE-F4C3-0009F800B364}"/>
              </a:ext>
            </a:extLst>
          </p:cNvPr>
          <p:cNvGrpSpPr/>
          <p:nvPr/>
        </p:nvGrpSpPr>
        <p:grpSpPr>
          <a:xfrm>
            <a:off x="8518347" y="2930480"/>
            <a:ext cx="3190320" cy="1999800"/>
            <a:chOff x="8518347" y="2930480"/>
            <a:chExt cx="3190320" cy="199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8CC4C3A-2045-299A-F9FB-28DBD88341B4}"/>
                    </a:ext>
                  </a:extLst>
                </p14:cNvPr>
                <p14:cNvContentPartPr/>
                <p14:nvPr/>
              </p14:nvContentPartPr>
              <p14:xfrm>
                <a:off x="8834787" y="3002120"/>
                <a:ext cx="151200" cy="10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8CC4C3A-2045-299A-F9FB-28DBD88341B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17147" y="2984120"/>
                  <a:ext cx="186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24E177C-0594-D08E-D82D-65331B5B0B98}"/>
                    </a:ext>
                  </a:extLst>
                </p14:cNvPr>
                <p14:cNvContentPartPr/>
                <p14:nvPr/>
              </p14:nvContentPartPr>
              <p14:xfrm>
                <a:off x="9492507" y="2930480"/>
                <a:ext cx="376920" cy="37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24E177C-0594-D08E-D82D-65331B5B0B9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74867" y="2912480"/>
                  <a:ext cx="412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82367FE-750D-FE8F-4D2A-5247D74C2320}"/>
                    </a:ext>
                  </a:extLst>
                </p14:cNvPr>
                <p14:cNvContentPartPr/>
                <p14:nvPr/>
              </p14:nvContentPartPr>
              <p14:xfrm>
                <a:off x="8518347" y="3298400"/>
                <a:ext cx="428040" cy="353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82367FE-750D-FE8F-4D2A-5247D74C232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00347" y="3280400"/>
                  <a:ext cx="4636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C7ED25-216E-CD5A-764C-E00AB89A4FED}"/>
                    </a:ext>
                  </a:extLst>
                </p14:cNvPr>
                <p14:cNvContentPartPr/>
                <p14:nvPr/>
              </p14:nvContentPartPr>
              <p14:xfrm>
                <a:off x="9030627" y="3231800"/>
                <a:ext cx="207720" cy="423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C7ED25-216E-CD5A-764C-E00AB89A4FE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12627" y="3214160"/>
                  <a:ext cx="24336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3F8097A-7951-E52D-DCDB-91A21774984F}"/>
                    </a:ext>
                  </a:extLst>
                </p14:cNvPr>
                <p14:cNvContentPartPr/>
                <p14:nvPr/>
              </p14:nvContentPartPr>
              <p14:xfrm>
                <a:off x="9306027" y="3376880"/>
                <a:ext cx="216720" cy="238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3F8097A-7951-E52D-DCDB-91A21774984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88387" y="3358880"/>
                  <a:ext cx="2523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0C1B46-A5CD-6AE9-FCF2-67ADA2302813}"/>
                    </a:ext>
                  </a:extLst>
                </p14:cNvPr>
                <p14:cNvContentPartPr/>
                <p14:nvPr/>
              </p14:nvContentPartPr>
              <p14:xfrm>
                <a:off x="9569547" y="3302360"/>
                <a:ext cx="354240" cy="290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0C1B46-A5CD-6AE9-FCF2-67ADA230281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51547" y="3284360"/>
                  <a:ext cx="3898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BFBDB47-A0E1-4817-BEFE-32EC8237DCF2}"/>
                    </a:ext>
                  </a:extLst>
                </p14:cNvPr>
                <p14:cNvContentPartPr/>
                <p14:nvPr/>
              </p14:nvContentPartPr>
              <p14:xfrm>
                <a:off x="10270827" y="3100400"/>
                <a:ext cx="325440" cy="437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BFBDB47-A0E1-4817-BEFE-32EC8237DCF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53187" y="3082760"/>
                  <a:ext cx="36108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C3CA326-0600-2788-D9BC-9EAF19E62949}"/>
                    </a:ext>
                  </a:extLst>
                </p14:cNvPr>
                <p14:cNvContentPartPr/>
                <p14:nvPr/>
              </p14:nvContentPartPr>
              <p14:xfrm>
                <a:off x="10386387" y="3293000"/>
                <a:ext cx="288000" cy="2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C3CA326-0600-2788-D9BC-9EAF19E6294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68747" y="3275000"/>
                  <a:ext cx="323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796C569-AF0F-523F-BBCE-386AB6FB74BA}"/>
                    </a:ext>
                  </a:extLst>
                </p14:cNvPr>
                <p14:cNvContentPartPr/>
                <p14:nvPr/>
              </p14:nvContentPartPr>
              <p14:xfrm>
                <a:off x="10549827" y="3235040"/>
                <a:ext cx="269640" cy="648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796C569-AF0F-523F-BBCE-386AB6FB74B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31827" y="3217400"/>
                  <a:ext cx="30528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E068D81-029A-8F4F-DCC3-3908519EA943}"/>
                    </a:ext>
                  </a:extLst>
                </p14:cNvPr>
                <p14:cNvContentPartPr/>
                <p14:nvPr/>
              </p14:nvContentPartPr>
              <p14:xfrm>
                <a:off x="10854387" y="3226760"/>
                <a:ext cx="327960" cy="285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E068D81-029A-8F4F-DCC3-3908519EA94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836747" y="3208760"/>
                  <a:ext cx="3636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87A3AF8-B539-6DDE-C0E0-CA4F97878BFE}"/>
                    </a:ext>
                  </a:extLst>
                </p14:cNvPr>
                <p14:cNvContentPartPr/>
                <p14:nvPr/>
              </p14:nvContentPartPr>
              <p14:xfrm>
                <a:off x="11098827" y="3106880"/>
                <a:ext cx="25920" cy="27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87A3AF8-B539-6DDE-C0E0-CA4F97878BF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080827" y="3088880"/>
                  <a:ext cx="61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E210045-4A0B-D978-83F0-ED6EB70E8BCB}"/>
                    </a:ext>
                  </a:extLst>
                </p14:cNvPr>
                <p14:cNvContentPartPr/>
                <p14:nvPr/>
              </p14:nvContentPartPr>
              <p14:xfrm>
                <a:off x="11242107" y="3207320"/>
                <a:ext cx="466560" cy="243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E210045-4A0B-D978-83F0-ED6EB70E8BC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224107" y="3189680"/>
                  <a:ext cx="5022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A9F58FA-2CFB-180D-05C6-5AECFCDDC3E8}"/>
                    </a:ext>
                  </a:extLst>
                </p14:cNvPr>
                <p14:cNvContentPartPr/>
                <p14:nvPr/>
              </p14:nvContentPartPr>
              <p14:xfrm>
                <a:off x="8690427" y="3825800"/>
                <a:ext cx="185040" cy="487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A9F58FA-2CFB-180D-05C6-5AECFCDDC3E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72787" y="3808160"/>
                  <a:ext cx="22068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FC1759D-A2A6-8F46-EB4B-E26CD651B1A8}"/>
                    </a:ext>
                  </a:extLst>
                </p14:cNvPr>
                <p14:cNvContentPartPr/>
                <p14:nvPr/>
              </p14:nvContentPartPr>
              <p14:xfrm>
                <a:off x="8897787" y="4039280"/>
                <a:ext cx="244080" cy="255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FC1759D-A2A6-8F46-EB4B-E26CD651B1A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880147" y="4021640"/>
                  <a:ext cx="2797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273F032-5A04-F711-7522-784532FAA287}"/>
                    </a:ext>
                  </a:extLst>
                </p14:cNvPr>
                <p14:cNvContentPartPr/>
                <p14:nvPr/>
              </p14:nvContentPartPr>
              <p14:xfrm>
                <a:off x="9195507" y="4009040"/>
                <a:ext cx="400680" cy="284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273F032-5A04-F711-7522-784532FAA28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77507" y="3991400"/>
                  <a:ext cx="4363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19F2910-2C0F-B44B-F644-E4615CBB21FA}"/>
                    </a:ext>
                  </a:extLst>
                </p14:cNvPr>
                <p14:cNvContentPartPr/>
                <p14:nvPr/>
              </p14:nvContentPartPr>
              <p14:xfrm>
                <a:off x="9694107" y="4023080"/>
                <a:ext cx="293760" cy="253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19F2910-2C0F-B44B-F644-E4615CBB21F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76467" y="4005440"/>
                  <a:ext cx="3294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F0ECA8E-B9FB-77B2-2EA7-6A201A85850D}"/>
                    </a:ext>
                  </a:extLst>
                </p14:cNvPr>
                <p14:cNvContentPartPr/>
                <p14:nvPr/>
              </p14:nvContentPartPr>
              <p14:xfrm>
                <a:off x="10078587" y="3983480"/>
                <a:ext cx="464040" cy="318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F0ECA8E-B9FB-77B2-2EA7-6A201A85850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60587" y="3965480"/>
                  <a:ext cx="4996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66B577-FACE-9C53-1ADD-CE70A66AD84E}"/>
                    </a:ext>
                  </a:extLst>
                </p14:cNvPr>
                <p14:cNvContentPartPr/>
                <p14:nvPr/>
              </p14:nvContentPartPr>
              <p14:xfrm>
                <a:off x="9250947" y="4477040"/>
                <a:ext cx="55800" cy="376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66B577-FACE-9C53-1ADD-CE70A66AD84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232947" y="4459400"/>
                  <a:ext cx="914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CFC25C6-E1EB-0110-9DE5-6194FE15C18C}"/>
                    </a:ext>
                  </a:extLst>
                </p14:cNvPr>
                <p14:cNvContentPartPr/>
                <p14:nvPr/>
              </p14:nvContentPartPr>
              <p14:xfrm>
                <a:off x="9532107" y="4394600"/>
                <a:ext cx="496080" cy="535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CFC25C6-E1EB-0110-9DE5-6194FE15C18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514107" y="4376960"/>
                  <a:ext cx="531720" cy="571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8838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7B5E8-3F2A-4BA9-B450-474F58687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374DF3-2296-D0F3-CD62-04255E5BD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24603497-44B5-54C5-B1B9-4D03CE65E1A6}"/>
              </a:ext>
            </a:extLst>
          </p:cNvPr>
          <p:cNvGrpSpPr/>
          <p:nvPr/>
        </p:nvGrpSpPr>
        <p:grpSpPr>
          <a:xfrm>
            <a:off x="9009387" y="163880"/>
            <a:ext cx="430200" cy="797040"/>
            <a:chOff x="9009387" y="163880"/>
            <a:chExt cx="430200" cy="79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FADBACC-F307-6A17-69D2-1D3724FB12AF}"/>
                    </a:ext>
                  </a:extLst>
                </p14:cNvPr>
                <p14:cNvContentPartPr/>
                <p14:nvPr/>
              </p14:nvContentPartPr>
              <p14:xfrm>
                <a:off x="9009387" y="166760"/>
                <a:ext cx="33840" cy="356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FADBACC-F307-6A17-69D2-1D3724FB12A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991387" y="149120"/>
                  <a:ext cx="694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BB9800-8B35-7599-98F8-575F4A0334D3}"/>
                    </a:ext>
                  </a:extLst>
                </p14:cNvPr>
                <p14:cNvContentPartPr/>
                <p14:nvPr/>
              </p14:nvContentPartPr>
              <p14:xfrm>
                <a:off x="9178587" y="163880"/>
                <a:ext cx="261000" cy="335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BB9800-8B35-7599-98F8-575F4A0334D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60587" y="145880"/>
                  <a:ext cx="2966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86DDC62-EFA0-4D17-20EC-38143616A65A}"/>
                    </a:ext>
                  </a:extLst>
                </p14:cNvPr>
                <p14:cNvContentPartPr/>
                <p14:nvPr/>
              </p14:nvContentPartPr>
              <p14:xfrm>
                <a:off x="9083907" y="645200"/>
                <a:ext cx="52920" cy="315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86DDC62-EFA0-4D17-20EC-38143616A65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66267" y="627560"/>
                  <a:ext cx="885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3482503-36D1-17D5-DEF9-2A0DFAA2F53B}"/>
                    </a:ext>
                  </a:extLst>
                </p14:cNvPr>
                <p14:cNvContentPartPr/>
                <p14:nvPr/>
              </p14:nvContentPartPr>
              <p14:xfrm>
                <a:off x="9360027" y="653840"/>
                <a:ext cx="52920" cy="297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3482503-36D1-17D5-DEF9-2A0DFAA2F53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42027" y="635840"/>
                  <a:ext cx="88560" cy="33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7854567-F81D-285B-C444-54C8B7A54616}"/>
              </a:ext>
            </a:extLst>
          </p:cNvPr>
          <p:cNvGrpSpPr/>
          <p:nvPr/>
        </p:nvGrpSpPr>
        <p:grpSpPr>
          <a:xfrm>
            <a:off x="9080667" y="1127600"/>
            <a:ext cx="699120" cy="875160"/>
            <a:chOff x="9080667" y="1127600"/>
            <a:chExt cx="699120" cy="87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E616E4A-FE00-9591-6D27-272289EF6FAF}"/>
                    </a:ext>
                  </a:extLst>
                </p14:cNvPr>
                <p14:cNvContentPartPr/>
                <p14:nvPr/>
              </p14:nvContentPartPr>
              <p14:xfrm>
                <a:off x="9080667" y="1127600"/>
                <a:ext cx="80640" cy="347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E616E4A-FE00-9591-6D27-272289EF6FA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63027" y="1109600"/>
                  <a:ext cx="1162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37959AF-8F3E-5110-1D0D-A2592700A2CF}"/>
                    </a:ext>
                  </a:extLst>
                </p14:cNvPr>
                <p14:cNvContentPartPr/>
                <p14:nvPr/>
              </p14:nvContentPartPr>
              <p14:xfrm>
                <a:off x="9340227" y="1138040"/>
                <a:ext cx="439560" cy="337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37959AF-8F3E-5110-1D0D-A2592700A2C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22227" y="1120040"/>
                  <a:ext cx="4752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C8FDE78-77ED-8DB3-79D6-1B5664C2B903}"/>
                    </a:ext>
                  </a:extLst>
                </p14:cNvPr>
                <p14:cNvContentPartPr/>
                <p14:nvPr/>
              </p14:nvContentPartPr>
              <p14:xfrm>
                <a:off x="9106587" y="1630160"/>
                <a:ext cx="99720" cy="372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C8FDE78-77ED-8DB3-79D6-1B5664C2B90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88587" y="1612160"/>
                  <a:ext cx="1353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7BA025C-3B66-CAF0-D984-F39FE16A6DA0}"/>
                    </a:ext>
                  </a:extLst>
                </p14:cNvPr>
                <p14:cNvContentPartPr/>
                <p14:nvPr/>
              </p14:nvContentPartPr>
              <p14:xfrm>
                <a:off x="9330867" y="1573280"/>
                <a:ext cx="222840" cy="374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7BA025C-3B66-CAF0-D984-F39FE16A6DA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13227" y="1555640"/>
                  <a:ext cx="25848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CF71F75-21BE-51F7-F9AE-C540301B5907}"/>
              </a:ext>
            </a:extLst>
          </p:cNvPr>
          <p:cNvGrpSpPr/>
          <p:nvPr/>
        </p:nvGrpSpPr>
        <p:grpSpPr>
          <a:xfrm>
            <a:off x="8938467" y="2300480"/>
            <a:ext cx="831240" cy="58320"/>
            <a:chOff x="8938467" y="2300480"/>
            <a:chExt cx="831240" cy="5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C5B9AA3-C264-1A3D-B571-945BD8B68D29}"/>
                    </a:ext>
                  </a:extLst>
                </p14:cNvPr>
                <p14:cNvContentPartPr/>
                <p14:nvPr/>
              </p14:nvContentPartPr>
              <p14:xfrm>
                <a:off x="8938467" y="2358440"/>
                <a:ext cx="10620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C5B9AA3-C264-1A3D-B571-945BD8B68D2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20827" y="2340440"/>
                  <a:ext cx="141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ABF0DDD-794D-9B5B-55A7-E13ECD3792F3}"/>
                    </a:ext>
                  </a:extLst>
                </p14:cNvPr>
                <p14:cNvContentPartPr/>
                <p14:nvPr/>
              </p14:nvContentPartPr>
              <p14:xfrm>
                <a:off x="9250947" y="2327120"/>
                <a:ext cx="95400" cy="12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ABF0DDD-794D-9B5B-55A7-E13ECD3792F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32947" y="2309480"/>
                  <a:ext cx="131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25D54F9-BC0E-BD47-F3A9-8F061D28695C}"/>
                    </a:ext>
                  </a:extLst>
                </p14:cNvPr>
                <p14:cNvContentPartPr/>
                <p14:nvPr/>
              </p14:nvContentPartPr>
              <p14:xfrm>
                <a:off x="9567387" y="2300480"/>
                <a:ext cx="202320" cy="9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25D54F9-BC0E-BD47-F3A9-8F061D28695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49387" y="2282840"/>
                  <a:ext cx="2379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34F1369-7998-0376-3175-3E0038D3A3FD}"/>
              </a:ext>
            </a:extLst>
          </p:cNvPr>
          <p:cNvGrpSpPr/>
          <p:nvPr/>
        </p:nvGrpSpPr>
        <p:grpSpPr>
          <a:xfrm>
            <a:off x="8880867" y="2650040"/>
            <a:ext cx="1026720" cy="75240"/>
            <a:chOff x="8880867" y="2650040"/>
            <a:chExt cx="1026720" cy="7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5AEA5C2-E061-EAFB-DF57-C116A5DBEACF}"/>
                    </a:ext>
                  </a:extLst>
                </p14:cNvPr>
                <p14:cNvContentPartPr/>
                <p14:nvPr/>
              </p14:nvContentPartPr>
              <p14:xfrm>
                <a:off x="8880867" y="2722760"/>
                <a:ext cx="143640" cy="2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5AEA5C2-E061-EAFB-DF57-C116A5DBEAC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862867" y="2705120"/>
                  <a:ext cx="179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0BD3318-8E6D-D63E-221F-6753FC1E2360}"/>
                    </a:ext>
                  </a:extLst>
                </p14:cNvPr>
                <p14:cNvContentPartPr/>
                <p14:nvPr/>
              </p14:nvContentPartPr>
              <p14:xfrm>
                <a:off x="9272187" y="2691800"/>
                <a:ext cx="145800" cy="10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0BD3318-8E6D-D63E-221F-6753FC1E236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254547" y="2674160"/>
                  <a:ext cx="181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DB844F-0DDC-2B13-238D-4D068D2011D0}"/>
                    </a:ext>
                  </a:extLst>
                </p14:cNvPr>
                <p14:cNvContentPartPr/>
                <p14:nvPr/>
              </p14:nvContentPartPr>
              <p14:xfrm>
                <a:off x="9664587" y="2650040"/>
                <a:ext cx="243000" cy="25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DB844F-0DDC-2B13-238D-4D068D2011D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46947" y="2632400"/>
                  <a:ext cx="2786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EC88EC5-1EB6-F0C2-225B-8B9C60FA1C5A}"/>
              </a:ext>
            </a:extLst>
          </p:cNvPr>
          <p:cNvGrpSpPr/>
          <p:nvPr/>
        </p:nvGrpSpPr>
        <p:grpSpPr>
          <a:xfrm>
            <a:off x="8518347" y="2930480"/>
            <a:ext cx="3190320" cy="1999800"/>
            <a:chOff x="8518347" y="2930480"/>
            <a:chExt cx="3190320" cy="199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0C1D89-28AB-BDF4-6B45-594DD7220301}"/>
                    </a:ext>
                  </a:extLst>
                </p14:cNvPr>
                <p14:cNvContentPartPr/>
                <p14:nvPr/>
              </p14:nvContentPartPr>
              <p14:xfrm>
                <a:off x="8834787" y="3002120"/>
                <a:ext cx="151200" cy="10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0C1D89-28AB-BDF4-6B45-594DD722030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17147" y="2984120"/>
                  <a:ext cx="186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57CA2C2-2B6B-B299-5B29-0B1C7AFD1851}"/>
                    </a:ext>
                  </a:extLst>
                </p14:cNvPr>
                <p14:cNvContentPartPr/>
                <p14:nvPr/>
              </p14:nvContentPartPr>
              <p14:xfrm>
                <a:off x="9492507" y="2930480"/>
                <a:ext cx="376920" cy="37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57CA2C2-2B6B-B299-5B29-0B1C7AFD185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74867" y="2912480"/>
                  <a:ext cx="412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226BE76-69B4-FA5F-6778-7D5C1AB83117}"/>
                    </a:ext>
                  </a:extLst>
                </p14:cNvPr>
                <p14:cNvContentPartPr/>
                <p14:nvPr/>
              </p14:nvContentPartPr>
              <p14:xfrm>
                <a:off x="8518347" y="3298400"/>
                <a:ext cx="428040" cy="353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226BE76-69B4-FA5F-6778-7D5C1AB8311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00347" y="3280400"/>
                  <a:ext cx="4636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579DD91-7850-7312-BAC9-45DA137536C6}"/>
                    </a:ext>
                  </a:extLst>
                </p14:cNvPr>
                <p14:cNvContentPartPr/>
                <p14:nvPr/>
              </p14:nvContentPartPr>
              <p14:xfrm>
                <a:off x="9030627" y="3231800"/>
                <a:ext cx="207720" cy="423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579DD91-7850-7312-BAC9-45DA137536C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12627" y="3214160"/>
                  <a:ext cx="24336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C1E5E96-6E09-432B-838B-602FDD85054A}"/>
                    </a:ext>
                  </a:extLst>
                </p14:cNvPr>
                <p14:cNvContentPartPr/>
                <p14:nvPr/>
              </p14:nvContentPartPr>
              <p14:xfrm>
                <a:off x="9306027" y="3376880"/>
                <a:ext cx="216720" cy="238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C1E5E96-6E09-432B-838B-602FDD85054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88387" y="3358880"/>
                  <a:ext cx="2523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8C17BC3-C980-605D-FF76-FA29AB0B297A}"/>
                    </a:ext>
                  </a:extLst>
                </p14:cNvPr>
                <p14:cNvContentPartPr/>
                <p14:nvPr/>
              </p14:nvContentPartPr>
              <p14:xfrm>
                <a:off x="9569547" y="3302360"/>
                <a:ext cx="354240" cy="290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8C17BC3-C980-605D-FF76-FA29AB0B297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51547" y="3284360"/>
                  <a:ext cx="3898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0830D67-CD54-E708-3D2E-CDB7E2A2A25A}"/>
                    </a:ext>
                  </a:extLst>
                </p14:cNvPr>
                <p14:cNvContentPartPr/>
                <p14:nvPr/>
              </p14:nvContentPartPr>
              <p14:xfrm>
                <a:off x="10270827" y="3100400"/>
                <a:ext cx="325440" cy="437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0830D67-CD54-E708-3D2E-CDB7E2A2A25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53187" y="3082760"/>
                  <a:ext cx="36108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23F4CB8-9B5B-1BF0-9CDD-C22033841EBC}"/>
                    </a:ext>
                  </a:extLst>
                </p14:cNvPr>
                <p14:cNvContentPartPr/>
                <p14:nvPr/>
              </p14:nvContentPartPr>
              <p14:xfrm>
                <a:off x="10386387" y="3293000"/>
                <a:ext cx="288000" cy="2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23F4CB8-9B5B-1BF0-9CDD-C22033841EB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68747" y="3275000"/>
                  <a:ext cx="323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7B86FF9-9744-65A1-40A8-315453895B9E}"/>
                    </a:ext>
                  </a:extLst>
                </p14:cNvPr>
                <p14:cNvContentPartPr/>
                <p14:nvPr/>
              </p14:nvContentPartPr>
              <p14:xfrm>
                <a:off x="10549827" y="3235040"/>
                <a:ext cx="269640" cy="648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7B86FF9-9744-65A1-40A8-315453895B9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31827" y="3217400"/>
                  <a:ext cx="30528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9FDCA2E-2A00-459E-DD2D-2853CECDFDD7}"/>
                    </a:ext>
                  </a:extLst>
                </p14:cNvPr>
                <p14:cNvContentPartPr/>
                <p14:nvPr/>
              </p14:nvContentPartPr>
              <p14:xfrm>
                <a:off x="10854387" y="3226760"/>
                <a:ext cx="327960" cy="285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9FDCA2E-2A00-459E-DD2D-2853CECDFDD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836747" y="3208760"/>
                  <a:ext cx="3636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94520C9-64E9-0794-398A-6F3C16B5B355}"/>
                    </a:ext>
                  </a:extLst>
                </p14:cNvPr>
                <p14:cNvContentPartPr/>
                <p14:nvPr/>
              </p14:nvContentPartPr>
              <p14:xfrm>
                <a:off x="11098827" y="3106880"/>
                <a:ext cx="25920" cy="27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94520C9-64E9-0794-398A-6F3C16B5B35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080827" y="3088880"/>
                  <a:ext cx="61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100A2AF-C1A9-E25A-FFEC-CB8B112238D7}"/>
                    </a:ext>
                  </a:extLst>
                </p14:cNvPr>
                <p14:cNvContentPartPr/>
                <p14:nvPr/>
              </p14:nvContentPartPr>
              <p14:xfrm>
                <a:off x="11242107" y="3207320"/>
                <a:ext cx="466560" cy="243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100A2AF-C1A9-E25A-FFEC-CB8B112238D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224107" y="3189680"/>
                  <a:ext cx="5022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1126023-3DC6-1760-9993-8EC8AB8C3130}"/>
                    </a:ext>
                  </a:extLst>
                </p14:cNvPr>
                <p14:cNvContentPartPr/>
                <p14:nvPr/>
              </p14:nvContentPartPr>
              <p14:xfrm>
                <a:off x="8690427" y="3825800"/>
                <a:ext cx="185040" cy="487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1126023-3DC6-1760-9993-8EC8AB8C313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72787" y="3808160"/>
                  <a:ext cx="22068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2540D19-8EFA-9CDC-6732-415378A728DA}"/>
                    </a:ext>
                  </a:extLst>
                </p14:cNvPr>
                <p14:cNvContentPartPr/>
                <p14:nvPr/>
              </p14:nvContentPartPr>
              <p14:xfrm>
                <a:off x="8897787" y="4039280"/>
                <a:ext cx="244080" cy="255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2540D19-8EFA-9CDC-6732-415378A728D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880147" y="4021640"/>
                  <a:ext cx="2797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700FD87-2BF5-CAD8-F09B-EA914FC5C72C}"/>
                    </a:ext>
                  </a:extLst>
                </p14:cNvPr>
                <p14:cNvContentPartPr/>
                <p14:nvPr/>
              </p14:nvContentPartPr>
              <p14:xfrm>
                <a:off x="9195507" y="4009040"/>
                <a:ext cx="400680" cy="284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700FD87-2BF5-CAD8-F09B-EA914FC5C72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77507" y="3991400"/>
                  <a:ext cx="4363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FB29C0A-BA78-7CA9-1C1B-7A8AD51AE6F6}"/>
                    </a:ext>
                  </a:extLst>
                </p14:cNvPr>
                <p14:cNvContentPartPr/>
                <p14:nvPr/>
              </p14:nvContentPartPr>
              <p14:xfrm>
                <a:off x="9694107" y="4023080"/>
                <a:ext cx="293760" cy="253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FB29C0A-BA78-7CA9-1C1B-7A8AD51AE6F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76467" y="4005440"/>
                  <a:ext cx="3294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B4FD24C-D5C2-3F34-67E8-428A386224B9}"/>
                    </a:ext>
                  </a:extLst>
                </p14:cNvPr>
                <p14:cNvContentPartPr/>
                <p14:nvPr/>
              </p14:nvContentPartPr>
              <p14:xfrm>
                <a:off x="10078587" y="3983480"/>
                <a:ext cx="464040" cy="318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B4FD24C-D5C2-3F34-67E8-428A386224B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60587" y="3965480"/>
                  <a:ext cx="4996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4F294A9-5422-1A64-068E-D84ED393EDE5}"/>
                    </a:ext>
                  </a:extLst>
                </p14:cNvPr>
                <p14:cNvContentPartPr/>
                <p14:nvPr/>
              </p14:nvContentPartPr>
              <p14:xfrm>
                <a:off x="9250947" y="4477040"/>
                <a:ext cx="55800" cy="376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4F294A9-5422-1A64-068E-D84ED393EDE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232947" y="4459400"/>
                  <a:ext cx="914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DFA75A8-0931-2D7D-44E8-31163829DC9F}"/>
                    </a:ext>
                  </a:extLst>
                </p14:cNvPr>
                <p14:cNvContentPartPr/>
                <p14:nvPr/>
              </p14:nvContentPartPr>
              <p14:xfrm>
                <a:off x="9532107" y="4394600"/>
                <a:ext cx="496080" cy="535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DFA75A8-0931-2D7D-44E8-31163829DC9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514107" y="4376960"/>
                  <a:ext cx="531720" cy="57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8E47222-BDBF-E0C7-0103-E6CA150FAF13}"/>
              </a:ext>
            </a:extLst>
          </p:cNvPr>
          <p:cNvGrpSpPr/>
          <p:nvPr/>
        </p:nvGrpSpPr>
        <p:grpSpPr>
          <a:xfrm>
            <a:off x="7075827" y="3025520"/>
            <a:ext cx="311400" cy="348120"/>
            <a:chOff x="7075827" y="3025520"/>
            <a:chExt cx="31140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3E05623-BAF0-42CB-16CB-9A0B09BFA189}"/>
                    </a:ext>
                  </a:extLst>
                </p14:cNvPr>
                <p14:cNvContentPartPr/>
                <p14:nvPr/>
              </p14:nvContentPartPr>
              <p14:xfrm>
                <a:off x="7155747" y="3025520"/>
                <a:ext cx="50760" cy="327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3E05623-BAF0-42CB-16CB-9A0B09BFA18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138107" y="3007880"/>
                  <a:ext cx="864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ED24874-257E-FB70-7B8E-6E1C31739969}"/>
                    </a:ext>
                  </a:extLst>
                </p14:cNvPr>
                <p14:cNvContentPartPr/>
                <p14:nvPr/>
              </p14:nvContentPartPr>
              <p14:xfrm>
                <a:off x="7075827" y="3038480"/>
                <a:ext cx="81720" cy="171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ED24874-257E-FB70-7B8E-6E1C3173996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057827" y="3020480"/>
                  <a:ext cx="117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2F5A241-78E0-5426-13E1-863CDEA2A6A3}"/>
                    </a:ext>
                  </a:extLst>
                </p14:cNvPr>
                <p14:cNvContentPartPr/>
                <p14:nvPr/>
              </p14:nvContentPartPr>
              <p14:xfrm>
                <a:off x="7087347" y="3329360"/>
                <a:ext cx="299880" cy="44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2F5A241-78E0-5426-13E1-863CDEA2A6A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069707" y="3311360"/>
                  <a:ext cx="33552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CB1F976-AAD5-D414-EE66-50D37AB7F5C2}"/>
              </a:ext>
            </a:extLst>
          </p:cNvPr>
          <p:cNvGrpSpPr/>
          <p:nvPr/>
        </p:nvGrpSpPr>
        <p:grpSpPr>
          <a:xfrm>
            <a:off x="5759667" y="3061880"/>
            <a:ext cx="802080" cy="185400"/>
            <a:chOff x="5759667" y="3061880"/>
            <a:chExt cx="802080" cy="18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265B22F-E382-60BE-3196-519D135E0335}"/>
                    </a:ext>
                  </a:extLst>
                </p14:cNvPr>
                <p14:cNvContentPartPr/>
                <p14:nvPr/>
              </p14:nvContentPartPr>
              <p14:xfrm>
                <a:off x="6297147" y="3061880"/>
                <a:ext cx="264600" cy="185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265B22F-E382-60BE-3196-519D135E033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279147" y="3044240"/>
                  <a:ext cx="3002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162AA99-153F-490B-73C8-EF8C08107506}"/>
                    </a:ext>
                  </a:extLst>
                </p14:cNvPr>
                <p14:cNvContentPartPr/>
                <p14:nvPr/>
              </p14:nvContentPartPr>
              <p14:xfrm>
                <a:off x="5759667" y="3082400"/>
                <a:ext cx="281160" cy="150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162AA99-153F-490B-73C8-EF8C0810750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741667" y="3064400"/>
                  <a:ext cx="31680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37F5817-B475-C464-AEEE-047EA47D6BC3}"/>
              </a:ext>
            </a:extLst>
          </p:cNvPr>
          <p:cNvGrpSpPr/>
          <p:nvPr/>
        </p:nvGrpSpPr>
        <p:grpSpPr>
          <a:xfrm>
            <a:off x="4356027" y="2425760"/>
            <a:ext cx="968400" cy="860040"/>
            <a:chOff x="4356027" y="2425760"/>
            <a:chExt cx="968400" cy="86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00C23A0-043B-1A26-490D-6554A01D2585}"/>
                    </a:ext>
                  </a:extLst>
                </p14:cNvPr>
                <p14:cNvContentPartPr/>
                <p14:nvPr/>
              </p14:nvContentPartPr>
              <p14:xfrm>
                <a:off x="5076747" y="3069440"/>
                <a:ext cx="247680" cy="176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00C23A0-043B-1A26-490D-6554A01D258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058747" y="3051440"/>
                  <a:ext cx="2833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918AE47-50A8-4260-043D-B303852E2BCB}"/>
                    </a:ext>
                  </a:extLst>
                </p14:cNvPr>
                <p14:cNvContentPartPr/>
                <p14:nvPr/>
              </p14:nvContentPartPr>
              <p14:xfrm>
                <a:off x="4658787" y="3125960"/>
                <a:ext cx="312480" cy="159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918AE47-50A8-4260-043D-B303852E2BC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641147" y="3108320"/>
                  <a:ext cx="3481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CF059A0-E29C-5C08-845B-4E86DE61E9DD}"/>
                    </a:ext>
                  </a:extLst>
                </p14:cNvPr>
                <p14:cNvContentPartPr/>
                <p14:nvPr/>
              </p14:nvContentPartPr>
              <p14:xfrm>
                <a:off x="4373667" y="2971160"/>
                <a:ext cx="254520" cy="201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CF059A0-E29C-5C08-845B-4E86DE61E9D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356027" y="2953160"/>
                  <a:ext cx="2901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7B6555C-B588-8D02-2404-0B352045335B}"/>
                    </a:ext>
                  </a:extLst>
                </p14:cNvPr>
                <p14:cNvContentPartPr/>
                <p14:nvPr/>
              </p14:nvContentPartPr>
              <p14:xfrm>
                <a:off x="4356027" y="2763080"/>
                <a:ext cx="267840" cy="187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7B6555C-B588-8D02-2404-0B352045335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338387" y="2745080"/>
                  <a:ext cx="3034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F96EE88-62FE-078C-E7B2-51A77A46245A}"/>
                    </a:ext>
                  </a:extLst>
                </p14:cNvPr>
                <p14:cNvContentPartPr/>
                <p14:nvPr/>
              </p14:nvContentPartPr>
              <p14:xfrm>
                <a:off x="4485627" y="2651120"/>
                <a:ext cx="164880" cy="160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F96EE88-62FE-078C-E7B2-51A77A46245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467627" y="2633480"/>
                  <a:ext cx="200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46B338-2A47-E610-2819-530EA65A8621}"/>
                    </a:ext>
                  </a:extLst>
                </p14:cNvPr>
                <p14:cNvContentPartPr/>
                <p14:nvPr/>
              </p14:nvContentPartPr>
              <p14:xfrm>
                <a:off x="5046867" y="2425760"/>
                <a:ext cx="267480" cy="294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46B338-2A47-E610-2819-530EA65A862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029227" y="2407760"/>
                  <a:ext cx="303120" cy="33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8EB37AF-CBDE-5B7B-E0FC-0486B5265537}"/>
                  </a:ext>
                </a:extLst>
              </p14:cNvPr>
              <p14:cNvContentPartPr/>
              <p14:nvPr/>
            </p14:nvContentPartPr>
            <p14:xfrm>
              <a:off x="1047267" y="611360"/>
              <a:ext cx="6864480" cy="23922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8EB37AF-CBDE-5B7B-E0FC-0486B526553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029627" y="593720"/>
                <a:ext cx="6900120" cy="242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83140A53-091D-C904-551D-A5F77C307A8E}"/>
              </a:ext>
            </a:extLst>
          </p:cNvPr>
          <p:cNvGrpSpPr/>
          <p:nvPr/>
        </p:nvGrpSpPr>
        <p:grpSpPr>
          <a:xfrm>
            <a:off x="513747" y="2441600"/>
            <a:ext cx="995760" cy="371520"/>
            <a:chOff x="513747" y="2441600"/>
            <a:chExt cx="995760" cy="37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789D310-87A2-4B85-BF1D-374D47118EA1}"/>
                    </a:ext>
                  </a:extLst>
                </p14:cNvPr>
                <p14:cNvContentPartPr/>
                <p14:nvPr/>
              </p14:nvContentPartPr>
              <p14:xfrm>
                <a:off x="513747" y="2496320"/>
                <a:ext cx="433440" cy="50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789D310-87A2-4B85-BF1D-374D47118EA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96107" y="2478320"/>
                  <a:ext cx="469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248B740-C013-4155-E70C-77F6153D70DC}"/>
                    </a:ext>
                  </a:extLst>
                </p14:cNvPr>
                <p14:cNvContentPartPr/>
                <p14:nvPr/>
              </p14:nvContentPartPr>
              <p14:xfrm>
                <a:off x="740547" y="2520800"/>
                <a:ext cx="45360" cy="292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248B740-C013-4155-E70C-77F6153D70D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22547" y="2503160"/>
                  <a:ext cx="8100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D485611-C132-3FCD-808A-0768385BA7CC}"/>
                    </a:ext>
                  </a:extLst>
                </p14:cNvPr>
                <p14:cNvContentPartPr/>
                <p14:nvPr/>
              </p14:nvContentPartPr>
              <p14:xfrm>
                <a:off x="866547" y="2471480"/>
                <a:ext cx="300960" cy="339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D485611-C132-3FCD-808A-0768385BA7C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8907" y="2453840"/>
                  <a:ext cx="3366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CB2F475-78E7-B33F-7188-E83147B8BEE1}"/>
                    </a:ext>
                  </a:extLst>
                </p14:cNvPr>
                <p14:cNvContentPartPr/>
                <p14:nvPr/>
              </p14:nvContentPartPr>
              <p14:xfrm>
                <a:off x="1041147" y="2441600"/>
                <a:ext cx="87120" cy="81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CB2F475-78E7-B33F-7188-E83147B8BEE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23147" y="2423960"/>
                  <a:ext cx="1227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A9A9FF1-2D93-8F1E-845D-8181F8E62A86}"/>
                    </a:ext>
                  </a:extLst>
                </p14:cNvPr>
                <p14:cNvContentPartPr/>
                <p14:nvPr/>
              </p14:nvContentPartPr>
              <p14:xfrm>
                <a:off x="1256067" y="2555000"/>
                <a:ext cx="253440" cy="254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A9A9FF1-2D93-8F1E-845D-8181F8E62A8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238067" y="2537000"/>
                  <a:ext cx="289080" cy="29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93DB59A-64B4-A76E-B4D1-424B0BC675B7}"/>
              </a:ext>
            </a:extLst>
          </p:cNvPr>
          <p:cNvGrpSpPr/>
          <p:nvPr/>
        </p:nvGrpSpPr>
        <p:grpSpPr>
          <a:xfrm>
            <a:off x="1882827" y="2385080"/>
            <a:ext cx="291240" cy="363960"/>
            <a:chOff x="1882827" y="2385080"/>
            <a:chExt cx="29124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810CB76-A191-9288-16CB-BD1C8BFDF053}"/>
                    </a:ext>
                  </a:extLst>
                </p14:cNvPr>
                <p14:cNvContentPartPr/>
                <p14:nvPr/>
              </p14:nvContentPartPr>
              <p14:xfrm>
                <a:off x="1882827" y="2385080"/>
                <a:ext cx="165960" cy="363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810CB76-A191-9288-16CB-BD1C8BFDF05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864827" y="2367080"/>
                  <a:ext cx="2016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69BC367-548A-61F5-0849-ECAF482E21E7}"/>
                    </a:ext>
                  </a:extLst>
                </p14:cNvPr>
                <p14:cNvContentPartPr/>
                <p14:nvPr/>
              </p14:nvContentPartPr>
              <p14:xfrm>
                <a:off x="1901907" y="2688560"/>
                <a:ext cx="272160" cy="54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69BC367-548A-61F5-0849-ECAF482E21E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883907" y="2670920"/>
                  <a:ext cx="30780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842C380-6982-447A-AC05-D9FA0580D876}"/>
              </a:ext>
            </a:extLst>
          </p:cNvPr>
          <p:cNvGrpSpPr/>
          <p:nvPr/>
        </p:nvGrpSpPr>
        <p:grpSpPr>
          <a:xfrm>
            <a:off x="320427" y="3029840"/>
            <a:ext cx="1828800" cy="905760"/>
            <a:chOff x="320427" y="3029840"/>
            <a:chExt cx="1828800" cy="90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60ECE7E-E6F0-B6BF-AD0A-5BB88C6F1D4D}"/>
                    </a:ext>
                  </a:extLst>
                </p14:cNvPr>
                <p14:cNvContentPartPr/>
                <p14:nvPr/>
              </p14:nvContentPartPr>
              <p14:xfrm>
                <a:off x="320427" y="3147920"/>
                <a:ext cx="378000" cy="234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60ECE7E-E6F0-B6BF-AD0A-5BB88C6F1D4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02427" y="3130280"/>
                  <a:ext cx="4136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8311C2A-7920-627B-F6DB-E43DF144FE9E}"/>
                    </a:ext>
                  </a:extLst>
                </p14:cNvPr>
                <p14:cNvContentPartPr/>
                <p14:nvPr/>
              </p14:nvContentPartPr>
              <p14:xfrm>
                <a:off x="779067" y="3136040"/>
                <a:ext cx="182160" cy="239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8311C2A-7920-627B-F6DB-E43DF144FE9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61427" y="3118040"/>
                  <a:ext cx="2178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8F47410-119F-30A6-6425-5F329AA0B1FD}"/>
                    </a:ext>
                  </a:extLst>
                </p14:cNvPr>
                <p14:cNvContentPartPr/>
                <p14:nvPr/>
              </p14:nvContentPartPr>
              <p14:xfrm>
                <a:off x="1059867" y="3029840"/>
                <a:ext cx="179280" cy="340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8F47410-119F-30A6-6425-5F329AA0B1F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42227" y="3011840"/>
                  <a:ext cx="2149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3B2DD1E-A45E-3866-A813-306E42B41F2E}"/>
                    </a:ext>
                  </a:extLst>
                </p14:cNvPr>
                <p14:cNvContentPartPr/>
                <p14:nvPr/>
              </p14:nvContentPartPr>
              <p14:xfrm>
                <a:off x="1159587" y="3060800"/>
                <a:ext cx="502200" cy="305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3B2DD1E-A45E-3866-A813-306E42B41F2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41947" y="3043160"/>
                  <a:ext cx="5378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873DD27-284B-1884-6939-D2890FE43769}"/>
                    </a:ext>
                  </a:extLst>
                </p14:cNvPr>
                <p14:cNvContentPartPr/>
                <p14:nvPr/>
              </p14:nvContentPartPr>
              <p14:xfrm>
                <a:off x="413307" y="3533840"/>
                <a:ext cx="60120" cy="394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873DD27-284B-1884-6939-D2890FE4376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95307" y="3515840"/>
                  <a:ext cx="9576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A129625-2E80-CAE6-8DE7-3B34D8C932F0}"/>
                    </a:ext>
                  </a:extLst>
                </p14:cNvPr>
                <p14:cNvContentPartPr/>
                <p14:nvPr/>
              </p14:nvContentPartPr>
              <p14:xfrm>
                <a:off x="519147" y="3689720"/>
                <a:ext cx="163800" cy="231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A129625-2E80-CAE6-8DE7-3B34D8C932F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01147" y="3671720"/>
                  <a:ext cx="199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B901BFC-E0FA-C068-4C07-857B78A23522}"/>
                    </a:ext>
                  </a:extLst>
                </p14:cNvPr>
                <p14:cNvContentPartPr/>
                <p14:nvPr/>
              </p14:nvContentPartPr>
              <p14:xfrm>
                <a:off x="797427" y="3703400"/>
                <a:ext cx="243000" cy="211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B901BFC-E0FA-C068-4C07-857B78A2352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79427" y="3685400"/>
                  <a:ext cx="2786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C8B5C13-04BB-5E68-FC0A-FE261526C482}"/>
                    </a:ext>
                  </a:extLst>
                </p14:cNvPr>
                <p14:cNvContentPartPr/>
                <p14:nvPr/>
              </p14:nvContentPartPr>
              <p14:xfrm>
                <a:off x="987507" y="3505760"/>
                <a:ext cx="243000" cy="429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C8B5C13-04BB-5E68-FC0A-FE261526C48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69867" y="3487760"/>
                  <a:ext cx="27864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4BEFB4B-A3FD-81B4-28BE-51E27A6BD29B}"/>
                    </a:ext>
                  </a:extLst>
                </p14:cNvPr>
                <p14:cNvContentPartPr/>
                <p14:nvPr/>
              </p14:nvContentPartPr>
              <p14:xfrm>
                <a:off x="1350027" y="3681080"/>
                <a:ext cx="404640" cy="43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4BEFB4B-A3FD-81B4-28BE-51E27A6BD29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332387" y="3663080"/>
                  <a:ext cx="4402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8E9C787-229A-786C-BF2C-A9EB07A48EF0}"/>
                    </a:ext>
                  </a:extLst>
                </p14:cNvPr>
                <p14:cNvContentPartPr/>
                <p14:nvPr/>
              </p14:nvContentPartPr>
              <p14:xfrm>
                <a:off x="1469907" y="3789080"/>
                <a:ext cx="298800" cy="61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8E9C787-229A-786C-BF2C-A9EB07A48EF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451907" y="3771080"/>
                  <a:ext cx="3344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9C924AB-37BE-80C3-0BE0-123283093C21}"/>
                    </a:ext>
                  </a:extLst>
                </p14:cNvPr>
                <p14:cNvContentPartPr/>
                <p14:nvPr/>
              </p14:nvContentPartPr>
              <p14:xfrm>
                <a:off x="1899027" y="3479480"/>
                <a:ext cx="250200" cy="397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9C924AB-37BE-80C3-0BE0-123283093C2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881387" y="3461480"/>
                  <a:ext cx="285840" cy="43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DE6C9FD-2160-5DA2-49A2-D702A6DFCE5E}"/>
                  </a:ext>
                </a:extLst>
              </p14:cNvPr>
              <p14:cNvContentPartPr/>
              <p14:nvPr/>
            </p14:nvContentPartPr>
            <p14:xfrm>
              <a:off x="2376747" y="3768920"/>
              <a:ext cx="107280" cy="2034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DE6C9FD-2160-5DA2-49A2-D702A6DFCE5E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358747" y="3750920"/>
                <a:ext cx="142920" cy="23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EF94A87-5033-2172-EC7B-6EFC117214DC}"/>
              </a:ext>
            </a:extLst>
          </p:cNvPr>
          <p:cNvGrpSpPr/>
          <p:nvPr/>
        </p:nvGrpSpPr>
        <p:grpSpPr>
          <a:xfrm>
            <a:off x="384147" y="4114520"/>
            <a:ext cx="2448360" cy="1357200"/>
            <a:chOff x="384147" y="4114520"/>
            <a:chExt cx="2448360" cy="135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EF65B65-ADA0-4FB0-60FF-D7AEB6BF3FFE}"/>
                    </a:ext>
                  </a:extLst>
                </p14:cNvPr>
                <p14:cNvContentPartPr/>
                <p14:nvPr/>
              </p14:nvContentPartPr>
              <p14:xfrm>
                <a:off x="384147" y="4114520"/>
                <a:ext cx="77400" cy="425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EF65B65-ADA0-4FB0-60FF-D7AEB6BF3FF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66507" y="4096880"/>
                  <a:ext cx="11304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8E50D27-7D9C-33D3-7FA3-0D19DC93668F}"/>
                    </a:ext>
                  </a:extLst>
                </p14:cNvPr>
                <p14:cNvContentPartPr/>
                <p14:nvPr/>
              </p14:nvContentPartPr>
              <p14:xfrm>
                <a:off x="490707" y="4316120"/>
                <a:ext cx="176400" cy="198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8E50D27-7D9C-33D3-7FA3-0D19DC93668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73067" y="4298480"/>
                  <a:ext cx="2120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6A80F4D-17DC-C399-93B6-863EA3299B67}"/>
                    </a:ext>
                  </a:extLst>
                </p14:cNvPr>
                <p14:cNvContentPartPr/>
                <p14:nvPr/>
              </p14:nvContentPartPr>
              <p14:xfrm>
                <a:off x="728307" y="4259600"/>
                <a:ext cx="308160" cy="263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6A80F4D-17DC-C399-93B6-863EA3299B6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10667" y="4241600"/>
                  <a:ext cx="3438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EA93076-E2AE-5988-19E7-5C9D75614097}"/>
                    </a:ext>
                  </a:extLst>
                </p14:cNvPr>
                <p14:cNvContentPartPr/>
                <p14:nvPr/>
              </p14:nvContentPartPr>
              <p14:xfrm>
                <a:off x="1089027" y="4238720"/>
                <a:ext cx="595080" cy="240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EA93076-E2AE-5988-19E7-5C9D7561409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71387" y="4220720"/>
                  <a:ext cx="6307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609F5E5-2EB8-3850-3208-14DB5D72D0B4}"/>
                    </a:ext>
                  </a:extLst>
                </p14:cNvPr>
                <p14:cNvContentPartPr/>
                <p14:nvPr/>
              </p14:nvContentPartPr>
              <p14:xfrm>
                <a:off x="513387" y="4634720"/>
                <a:ext cx="339480" cy="396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609F5E5-2EB8-3850-3208-14DB5D72D0B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95387" y="4616720"/>
                  <a:ext cx="375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8ABFD6A-7FA7-29A5-CC02-0F2D365AECDD}"/>
                    </a:ext>
                  </a:extLst>
                </p14:cNvPr>
                <p14:cNvContentPartPr/>
                <p14:nvPr/>
              </p14:nvContentPartPr>
              <p14:xfrm>
                <a:off x="769347" y="4720400"/>
                <a:ext cx="75240" cy="38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8ABFD6A-7FA7-29A5-CC02-0F2D365AECD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51707" y="4702760"/>
                  <a:ext cx="110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329BC21-7D97-BDDD-6F85-3CC6B94BE11E}"/>
                    </a:ext>
                  </a:extLst>
                </p14:cNvPr>
                <p14:cNvContentPartPr/>
                <p14:nvPr/>
              </p14:nvContentPartPr>
              <p14:xfrm>
                <a:off x="811467" y="4758560"/>
                <a:ext cx="316440" cy="713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329BC21-7D97-BDDD-6F85-3CC6B94BE11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93827" y="4740560"/>
                  <a:ext cx="352080" cy="74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0A645B4-CC11-8463-5627-38130180A379}"/>
                    </a:ext>
                  </a:extLst>
                </p14:cNvPr>
                <p14:cNvContentPartPr/>
                <p14:nvPr/>
              </p14:nvContentPartPr>
              <p14:xfrm>
                <a:off x="1244187" y="4770800"/>
                <a:ext cx="16560" cy="163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0A645B4-CC11-8463-5627-38130180A37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226547" y="4752800"/>
                  <a:ext cx="522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7676B9A-35C8-11DF-094F-95741C2347BD}"/>
                    </a:ext>
                  </a:extLst>
                </p14:cNvPr>
                <p14:cNvContentPartPr/>
                <p14:nvPr/>
              </p14:nvContentPartPr>
              <p14:xfrm>
                <a:off x="1095507" y="4619960"/>
                <a:ext cx="106200" cy="75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7676B9A-35C8-11DF-094F-95741C2347B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77867" y="4602320"/>
                  <a:ext cx="141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EA58379-79C5-450C-5AF0-42AF5A49FFCE}"/>
                    </a:ext>
                  </a:extLst>
                </p14:cNvPr>
                <p14:cNvContentPartPr/>
                <p14:nvPr/>
              </p14:nvContentPartPr>
              <p14:xfrm>
                <a:off x="1458027" y="4578560"/>
                <a:ext cx="191880" cy="349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EA58379-79C5-450C-5AF0-42AF5A49FFC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440027" y="4560560"/>
                  <a:ext cx="22752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6CD0824-B4C5-E46D-07EE-70EDBEBD6BDE}"/>
                    </a:ext>
                  </a:extLst>
                </p14:cNvPr>
                <p14:cNvContentPartPr/>
                <p14:nvPr/>
              </p14:nvContentPartPr>
              <p14:xfrm>
                <a:off x="1351107" y="4731200"/>
                <a:ext cx="285840" cy="388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6CD0824-B4C5-E46D-07EE-70EDBEBD6BD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333467" y="4713200"/>
                  <a:ext cx="3214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F9A0B8D-BB8A-5D07-E689-39718841F6EC}"/>
                    </a:ext>
                  </a:extLst>
                </p14:cNvPr>
                <p14:cNvContentPartPr/>
                <p14:nvPr/>
              </p14:nvContentPartPr>
              <p14:xfrm>
                <a:off x="1937187" y="4632920"/>
                <a:ext cx="333000" cy="313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F9A0B8D-BB8A-5D07-E689-39718841F6E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919547" y="4614920"/>
                  <a:ext cx="3686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EA82801-07A5-C1EA-9225-413FD14B2C77}"/>
                    </a:ext>
                  </a:extLst>
                </p14:cNvPr>
                <p14:cNvContentPartPr/>
                <p14:nvPr/>
              </p14:nvContentPartPr>
              <p14:xfrm>
                <a:off x="1988667" y="4742000"/>
                <a:ext cx="375840" cy="73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EA82801-07A5-C1EA-9225-413FD14B2C7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970667" y="4724000"/>
                  <a:ext cx="4114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31975B1-1C08-8731-1CF2-02DB35DC582F}"/>
                    </a:ext>
                  </a:extLst>
                </p14:cNvPr>
                <p14:cNvContentPartPr/>
                <p14:nvPr/>
              </p14:nvContentPartPr>
              <p14:xfrm>
                <a:off x="2483667" y="4443200"/>
                <a:ext cx="348840" cy="369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31975B1-1C08-8731-1CF2-02DB35DC582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465667" y="4425560"/>
                  <a:ext cx="384480" cy="40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A634043-D339-87AE-F680-01BCDE5C4464}"/>
              </a:ext>
            </a:extLst>
          </p:cNvPr>
          <p:cNvGrpSpPr/>
          <p:nvPr/>
        </p:nvGrpSpPr>
        <p:grpSpPr>
          <a:xfrm>
            <a:off x="2996307" y="4661720"/>
            <a:ext cx="8889120" cy="1294200"/>
            <a:chOff x="2996307" y="4661720"/>
            <a:chExt cx="8889120" cy="129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9FBEC37-5457-BD56-B4B2-FCF863D2BE1B}"/>
                    </a:ext>
                  </a:extLst>
                </p14:cNvPr>
                <p14:cNvContentPartPr/>
                <p14:nvPr/>
              </p14:nvContentPartPr>
              <p14:xfrm>
                <a:off x="7389747" y="5480360"/>
                <a:ext cx="255960" cy="417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9FBEC37-5457-BD56-B4B2-FCF863D2BE1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372107" y="5462720"/>
                  <a:ext cx="29160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BCA3727-87BC-EB65-3A75-A897933DC790}"/>
                    </a:ext>
                  </a:extLst>
                </p14:cNvPr>
                <p14:cNvContentPartPr/>
                <p14:nvPr/>
              </p14:nvContentPartPr>
              <p14:xfrm>
                <a:off x="7693947" y="5635160"/>
                <a:ext cx="204480" cy="222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BCA3727-87BC-EB65-3A75-A897933DC79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675947" y="5617520"/>
                  <a:ext cx="240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B55B7A4-345C-DE6A-7615-5739A9153947}"/>
                    </a:ext>
                  </a:extLst>
                </p14:cNvPr>
                <p14:cNvContentPartPr/>
                <p14:nvPr/>
              </p14:nvContentPartPr>
              <p14:xfrm>
                <a:off x="7913907" y="5474240"/>
                <a:ext cx="339840" cy="420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B55B7A4-345C-DE6A-7615-5739A915394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895907" y="5456600"/>
                  <a:ext cx="37548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067F876-5AFD-3CD8-8FB2-F5C8CF06908D}"/>
                    </a:ext>
                  </a:extLst>
                </p14:cNvPr>
                <p14:cNvContentPartPr/>
                <p14:nvPr/>
              </p14:nvContentPartPr>
              <p14:xfrm>
                <a:off x="8172747" y="5676560"/>
                <a:ext cx="213120" cy="12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067F876-5AFD-3CD8-8FB2-F5C8CF06908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55107" y="5658560"/>
                  <a:ext cx="248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638D120-13AE-F632-AF52-285EF2EA7F42}"/>
                    </a:ext>
                  </a:extLst>
                </p14:cNvPr>
                <p14:cNvContentPartPr/>
                <p14:nvPr/>
              </p14:nvContentPartPr>
              <p14:xfrm>
                <a:off x="8599347" y="5614280"/>
                <a:ext cx="266760" cy="222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638D120-13AE-F632-AF52-285EF2EA7F4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581707" y="5596280"/>
                  <a:ext cx="3024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892EFAF-FB94-01CB-39DF-AC299D44C8B0}"/>
                    </a:ext>
                  </a:extLst>
                </p14:cNvPr>
                <p14:cNvContentPartPr/>
                <p14:nvPr/>
              </p14:nvContentPartPr>
              <p14:xfrm>
                <a:off x="8915787" y="5634800"/>
                <a:ext cx="176040" cy="2451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892EFAF-FB94-01CB-39DF-AC299D44C8B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898147" y="5616800"/>
                  <a:ext cx="2116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6854E35-114D-DE1A-7415-BE51E0474FC0}"/>
                    </a:ext>
                  </a:extLst>
                </p14:cNvPr>
                <p14:cNvContentPartPr/>
                <p14:nvPr/>
              </p14:nvContentPartPr>
              <p14:xfrm>
                <a:off x="9122427" y="5625800"/>
                <a:ext cx="314640" cy="256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6854E35-114D-DE1A-7415-BE51E0474FC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104787" y="5608160"/>
                  <a:ext cx="3502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29F9233-461A-FAE0-4CE7-38BB95182F83}"/>
                    </a:ext>
                  </a:extLst>
                </p14:cNvPr>
                <p14:cNvContentPartPr/>
                <p14:nvPr/>
              </p14:nvContentPartPr>
              <p14:xfrm>
                <a:off x="9503307" y="5480720"/>
                <a:ext cx="148320" cy="366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29F9233-461A-FAE0-4CE7-38BB95182F8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485307" y="5463080"/>
                  <a:ext cx="18396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1AED2CD-9DFF-3663-6E9A-5138AE6FF193}"/>
                    </a:ext>
                  </a:extLst>
                </p14:cNvPr>
                <p14:cNvContentPartPr/>
                <p14:nvPr/>
              </p14:nvContentPartPr>
              <p14:xfrm>
                <a:off x="9678627" y="5601680"/>
                <a:ext cx="478440" cy="263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1AED2CD-9DFF-3663-6E9A-5138AE6FF19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660627" y="5583680"/>
                  <a:ext cx="5140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62E7822-1446-3095-181A-D96A1187A6B2}"/>
                    </a:ext>
                  </a:extLst>
                </p14:cNvPr>
                <p14:cNvContentPartPr/>
                <p14:nvPr/>
              </p14:nvContentPartPr>
              <p14:xfrm>
                <a:off x="10329867" y="5548760"/>
                <a:ext cx="65880" cy="87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62E7822-1446-3095-181A-D96A1187A6B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311867" y="5530760"/>
                  <a:ext cx="1015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365CE55-4E57-C6C2-8A08-8A458E682A8A}"/>
                    </a:ext>
                  </a:extLst>
                </p14:cNvPr>
                <p14:cNvContentPartPr/>
                <p14:nvPr/>
              </p14:nvContentPartPr>
              <p14:xfrm>
                <a:off x="10289187" y="5795360"/>
                <a:ext cx="78480" cy="56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365CE55-4E57-C6C2-8A08-8A458E682A8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271547" y="5777360"/>
                  <a:ext cx="114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B9DDB10-4421-A51A-99B3-858E9F173709}"/>
                    </a:ext>
                  </a:extLst>
                </p14:cNvPr>
                <p14:cNvContentPartPr/>
                <p14:nvPr/>
              </p14:nvContentPartPr>
              <p14:xfrm>
                <a:off x="11419947" y="5446520"/>
                <a:ext cx="465480" cy="5094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B9DDB10-4421-A51A-99B3-858E9F17370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402307" y="5428520"/>
                  <a:ext cx="50112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9FE1BA5-6B49-107A-9E46-7D49AA7CE547}"/>
                    </a:ext>
                  </a:extLst>
                </p14:cNvPr>
                <p14:cNvContentPartPr/>
                <p14:nvPr/>
              </p14:nvContentPartPr>
              <p14:xfrm>
                <a:off x="2996307" y="4661720"/>
                <a:ext cx="8362080" cy="8928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9FE1BA5-6B49-107A-9E46-7D49AA7CE54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978307" y="4644080"/>
                  <a:ext cx="8397720" cy="928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66466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A1BF8-F181-AD48-6D38-5A7F8530C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098CDB-1D07-91FE-987A-83E6C6171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F0B6D3BA-B89A-7F46-AF34-5A280022D590}"/>
              </a:ext>
            </a:extLst>
          </p:cNvPr>
          <p:cNvGrpSpPr/>
          <p:nvPr/>
        </p:nvGrpSpPr>
        <p:grpSpPr>
          <a:xfrm>
            <a:off x="9009387" y="163880"/>
            <a:ext cx="430200" cy="797040"/>
            <a:chOff x="9009387" y="163880"/>
            <a:chExt cx="430200" cy="79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4CDF919-FAEA-7F40-3473-191DFD84424A}"/>
                    </a:ext>
                  </a:extLst>
                </p14:cNvPr>
                <p14:cNvContentPartPr/>
                <p14:nvPr/>
              </p14:nvContentPartPr>
              <p14:xfrm>
                <a:off x="9009387" y="166760"/>
                <a:ext cx="33840" cy="356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4CDF919-FAEA-7F40-3473-191DFD84424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991387" y="149120"/>
                  <a:ext cx="694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9AEC90A-8D4B-2E08-774F-B5C747A38DD8}"/>
                    </a:ext>
                  </a:extLst>
                </p14:cNvPr>
                <p14:cNvContentPartPr/>
                <p14:nvPr/>
              </p14:nvContentPartPr>
              <p14:xfrm>
                <a:off x="9178587" y="163880"/>
                <a:ext cx="261000" cy="335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9AEC90A-8D4B-2E08-774F-B5C747A38DD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60587" y="145880"/>
                  <a:ext cx="2966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5E99120-D82D-373B-6B6C-0801B133739E}"/>
                    </a:ext>
                  </a:extLst>
                </p14:cNvPr>
                <p14:cNvContentPartPr/>
                <p14:nvPr/>
              </p14:nvContentPartPr>
              <p14:xfrm>
                <a:off x="9083907" y="645200"/>
                <a:ext cx="52920" cy="315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5E99120-D82D-373B-6B6C-0801B133739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66267" y="627560"/>
                  <a:ext cx="885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EEAADBC-96D4-2835-CFB8-085B30BFB4D4}"/>
                    </a:ext>
                  </a:extLst>
                </p14:cNvPr>
                <p14:cNvContentPartPr/>
                <p14:nvPr/>
              </p14:nvContentPartPr>
              <p14:xfrm>
                <a:off x="9360027" y="653840"/>
                <a:ext cx="52920" cy="297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EEAADBC-96D4-2835-CFB8-085B30BFB4D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42027" y="635840"/>
                  <a:ext cx="88560" cy="33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F8AF40F-AE18-A118-0210-B33ADF432E1F}"/>
              </a:ext>
            </a:extLst>
          </p:cNvPr>
          <p:cNvGrpSpPr/>
          <p:nvPr/>
        </p:nvGrpSpPr>
        <p:grpSpPr>
          <a:xfrm>
            <a:off x="9080667" y="1127600"/>
            <a:ext cx="699120" cy="875160"/>
            <a:chOff x="9080667" y="1127600"/>
            <a:chExt cx="699120" cy="87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6698F38-CD56-1947-BFB4-6DE1645026CE}"/>
                    </a:ext>
                  </a:extLst>
                </p14:cNvPr>
                <p14:cNvContentPartPr/>
                <p14:nvPr/>
              </p14:nvContentPartPr>
              <p14:xfrm>
                <a:off x="9080667" y="1127600"/>
                <a:ext cx="80640" cy="347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6698F38-CD56-1947-BFB4-6DE1645026C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63027" y="1109600"/>
                  <a:ext cx="1162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1AE6A14-9148-10A4-02FE-CD8643C26746}"/>
                    </a:ext>
                  </a:extLst>
                </p14:cNvPr>
                <p14:cNvContentPartPr/>
                <p14:nvPr/>
              </p14:nvContentPartPr>
              <p14:xfrm>
                <a:off x="9340227" y="1138040"/>
                <a:ext cx="439560" cy="337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1AE6A14-9148-10A4-02FE-CD8643C2674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22227" y="1120040"/>
                  <a:ext cx="4752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F4C64AA-6885-B798-2A0F-F0AA6A884722}"/>
                    </a:ext>
                  </a:extLst>
                </p14:cNvPr>
                <p14:cNvContentPartPr/>
                <p14:nvPr/>
              </p14:nvContentPartPr>
              <p14:xfrm>
                <a:off x="9106587" y="1630160"/>
                <a:ext cx="99720" cy="372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F4C64AA-6885-B798-2A0F-F0AA6A88472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88587" y="1612160"/>
                  <a:ext cx="1353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82AC729-5503-87C9-6F75-E03690081828}"/>
                    </a:ext>
                  </a:extLst>
                </p14:cNvPr>
                <p14:cNvContentPartPr/>
                <p14:nvPr/>
              </p14:nvContentPartPr>
              <p14:xfrm>
                <a:off x="9330867" y="1573280"/>
                <a:ext cx="222840" cy="374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82AC729-5503-87C9-6F75-E0369008182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13227" y="1555640"/>
                  <a:ext cx="25848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E59A7CA-C023-D354-D773-17FF7C3D2B12}"/>
              </a:ext>
            </a:extLst>
          </p:cNvPr>
          <p:cNvGrpSpPr/>
          <p:nvPr/>
        </p:nvGrpSpPr>
        <p:grpSpPr>
          <a:xfrm>
            <a:off x="8938467" y="2300480"/>
            <a:ext cx="831240" cy="58320"/>
            <a:chOff x="8938467" y="2300480"/>
            <a:chExt cx="831240" cy="5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1CFC7E-3991-32A4-1168-EA08C662A3C2}"/>
                    </a:ext>
                  </a:extLst>
                </p14:cNvPr>
                <p14:cNvContentPartPr/>
                <p14:nvPr/>
              </p14:nvContentPartPr>
              <p14:xfrm>
                <a:off x="8938467" y="2358440"/>
                <a:ext cx="10620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1CFC7E-3991-32A4-1168-EA08C662A3C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20827" y="2340440"/>
                  <a:ext cx="141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16279F9-6272-4A83-FC14-BAEE38D95C2E}"/>
                    </a:ext>
                  </a:extLst>
                </p14:cNvPr>
                <p14:cNvContentPartPr/>
                <p14:nvPr/>
              </p14:nvContentPartPr>
              <p14:xfrm>
                <a:off x="9250947" y="2327120"/>
                <a:ext cx="95400" cy="12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16279F9-6272-4A83-FC14-BAEE38D95C2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32947" y="2309480"/>
                  <a:ext cx="131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2208EAA-19A5-B759-4A09-C7903EC165D5}"/>
                    </a:ext>
                  </a:extLst>
                </p14:cNvPr>
                <p14:cNvContentPartPr/>
                <p14:nvPr/>
              </p14:nvContentPartPr>
              <p14:xfrm>
                <a:off x="9567387" y="2300480"/>
                <a:ext cx="202320" cy="9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2208EAA-19A5-B759-4A09-C7903EC165D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49387" y="2282840"/>
                  <a:ext cx="2379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51A3A52-062F-2248-B4EB-EED4E60227D2}"/>
              </a:ext>
            </a:extLst>
          </p:cNvPr>
          <p:cNvGrpSpPr/>
          <p:nvPr/>
        </p:nvGrpSpPr>
        <p:grpSpPr>
          <a:xfrm>
            <a:off x="8880867" y="2650040"/>
            <a:ext cx="1026720" cy="75240"/>
            <a:chOff x="8880867" y="2650040"/>
            <a:chExt cx="1026720" cy="7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96EA17-88B6-A86D-22A5-128E54A027F0}"/>
                    </a:ext>
                  </a:extLst>
                </p14:cNvPr>
                <p14:cNvContentPartPr/>
                <p14:nvPr/>
              </p14:nvContentPartPr>
              <p14:xfrm>
                <a:off x="8880867" y="2722760"/>
                <a:ext cx="143640" cy="2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96EA17-88B6-A86D-22A5-128E54A027F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862867" y="2705120"/>
                  <a:ext cx="179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046348-A799-CCBF-E769-7E8A03C05029}"/>
                    </a:ext>
                  </a:extLst>
                </p14:cNvPr>
                <p14:cNvContentPartPr/>
                <p14:nvPr/>
              </p14:nvContentPartPr>
              <p14:xfrm>
                <a:off x="9272187" y="2691800"/>
                <a:ext cx="145800" cy="10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046348-A799-CCBF-E769-7E8A03C0502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254547" y="2674160"/>
                  <a:ext cx="181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DB3D5BA-E97A-822A-973C-8ADBC83E2E75}"/>
                    </a:ext>
                  </a:extLst>
                </p14:cNvPr>
                <p14:cNvContentPartPr/>
                <p14:nvPr/>
              </p14:nvContentPartPr>
              <p14:xfrm>
                <a:off x="9664587" y="2650040"/>
                <a:ext cx="243000" cy="25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DB3D5BA-E97A-822A-973C-8ADBC83E2E7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46947" y="2632400"/>
                  <a:ext cx="2786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A424413-3305-2FDD-48D7-A1FBD6436E7D}"/>
              </a:ext>
            </a:extLst>
          </p:cNvPr>
          <p:cNvGrpSpPr/>
          <p:nvPr/>
        </p:nvGrpSpPr>
        <p:grpSpPr>
          <a:xfrm>
            <a:off x="8518347" y="2930480"/>
            <a:ext cx="3190320" cy="1999800"/>
            <a:chOff x="8518347" y="2930480"/>
            <a:chExt cx="3190320" cy="199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BBC647C-19BA-854B-F4DB-F7EB5BE4D0B5}"/>
                    </a:ext>
                  </a:extLst>
                </p14:cNvPr>
                <p14:cNvContentPartPr/>
                <p14:nvPr/>
              </p14:nvContentPartPr>
              <p14:xfrm>
                <a:off x="8834787" y="3002120"/>
                <a:ext cx="151200" cy="10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BBC647C-19BA-854B-F4DB-F7EB5BE4D0B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17147" y="2984120"/>
                  <a:ext cx="186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B55CD7D-F4D2-7005-CD5D-7B462E8E5C71}"/>
                    </a:ext>
                  </a:extLst>
                </p14:cNvPr>
                <p14:cNvContentPartPr/>
                <p14:nvPr/>
              </p14:nvContentPartPr>
              <p14:xfrm>
                <a:off x="9492507" y="2930480"/>
                <a:ext cx="376920" cy="37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B55CD7D-F4D2-7005-CD5D-7B462E8E5C7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74867" y="2912480"/>
                  <a:ext cx="412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F80E3BC-F722-182F-FCC4-A9A9E7C22BE4}"/>
                    </a:ext>
                  </a:extLst>
                </p14:cNvPr>
                <p14:cNvContentPartPr/>
                <p14:nvPr/>
              </p14:nvContentPartPr>
              <p14:xfrm>
                <a:off x="8518347" y="3298400"/>
                <a:ext cx="428040" cy="353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F80E3BC-F722-182F-FCC4-A9A9E7C22BE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00347" y="3280400"/>
                  <a:ext cx="4636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9DAEFD1-59FF-C688-0D76-C08720298ABF}"/>
                    </a:ext>
                  </a:extLst>
                </p14:cNvPr>
                <p14:cNvContentPartPr/>
                <p14:nvPr/>
              </p14:nvContentPartPr>
              <p14:xfrm>
                <a:off x="9030627" y="3231800"/>
                <a:ext cx="207720" cy="423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9DAEFD1-59FF-C688-0D76-C08720298AB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12627" y="3214160"/>
                  <a:ext cx="24336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CFD7A38-4D55-0B6F-CFF2-5F832E7B38C1}"/>
                    </a:ext>
                  </a:extLst>
                </p14:cNvPr>
                <p14:cNvContentPartPr/>
                <p14:nvPr/>
              </p14:nvContentPartPr>
              <p14:xfrm>
                <a:off x="9306027" y="3376880"/>
                <a:ext cx="216720" cy="238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CFD7A38-4D55-0B6F-CFF2-5F832E7B38C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88387" y="3358880"/>
                  <a:ext cx="2523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051B5E-6FD1-0F8E-3276-DDE837F66826}"/>
                    </a:ext>
                  </a:extLst>
                </p14:cNvPr>
                <p14:cNvContentPartPr/>
                <p14:nvPr/>
              </p14:nvContentPartPr>
              <p14:xfrm>
                <a:off x="9569547" y="3302360"/>
                <a:ext cx="354240" cy="290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051B5E-6FD1-0F8E-3276-DDE837F6682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51547" y="3284360"/>
                  <a:ext cx="3898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03300B-287A-93E5-AB08-820EC416066D}"/>
                    </a:ext>
                  </a:extLst>
                </p14:cNvPr>
                <p14:cNvContentPartPr/>
                <p14:nvPr/>
              </p14:nvContentPartPr>
              <p14:xfrm>
                <a:off x="10270827" y="3100400"/>
                <a:ext cx="325440" cy="437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03300B-287A-93E5-AB08-820EC416066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53187" y="3082760"/>
                  <a:ext cx="36108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635DDC4-911B-11F7-5A38-D321DEA8A0DF}"/>
                    </a:ext>
                  </a:extLst>
                </p14:cNvPr>
                <p14:cNvContentPartPr/>
                <p14:nvPr/>
              </p14:nvContentPartPr>
              <p14:xfrm>
                <a:off x="10386387" y="3293000"/>
                <a:ext cx="288000" cy="2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635DDC4-911B-11F7-5A38-D321DEA8A0D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68747" y="3275000"/>
                  <a:ext cx="323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04CF456-30BB-163E-10A5-8CF73C3F8D32}"/>
                    </a:ext>
                  </a:extLst>
                </p14:cNvPr>
                <p14:cNvContentPartPr/>
                <p14:nvPr/>
              </p14:nvContentPartPr>
              <p14:xfrm>
                <a:off x="10549827" y="3235040"/>
                <a:ext cx="269640" cy="648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04CF456-30BB-163E-10A5-8CF73C3F8D3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31827" y="3217400"/>
                  <a:ext cx="30528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D009FEE-03EB-D8D3-7CD8-9BCBF22C384D}"/>
                    </a:ext>
                  </a:extLst>
                </p14:cNvPr>
                <p14:cNvContentPartPr/>
                <p14:nvPr/>
              </p14:nvContentPartPr>
              <p14:xfrm>
                <a:off x="10854387" y="3226760"/>
                <a:ext cx="327960" cy="285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D009FEE-03EB-D8D3-7CD8-9BCBF22C384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836747" y="3208760"/>
                  <a:ext cx="3636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7F97266-A86C-B684-E5AD-05F4C12AEEDE}"/>
                    </a:ext>
                  </a:extLst>
                </p14:cNvPr>
                <p14:cNvContentPartPr/>
                <p14:nvPr/>
              </p14:nvContentPartPr>
              <p14:xfrm>
                <a:off x="11098827" y="3106880"/>
                <a:ext cx="25920" cy="27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7F97266-A86C-B684-E5AD-05F4C12AEED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080827" y="3088880"/>
                  <a:ext cx="61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43E038-BE14-3FF1-3447-71A960C1C4F6}"/>
                    </a:ext>
                  </a:extLst>
                </p14:cNvPr>
                <p14:cNvContentPartPr/>
                <p14:nvPr/>
              </p14:nvContentPartPr>
              <p14:xfrm>
                <a:off x="11242107" y="3207320"/>
                <a:ext cx="466560" cy="243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43E038-BE14-3FF1-3447-71A960C1C4F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224107" y="3189680"/>
                  <a:ext cx="5022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E3B6D26-502F-F4A7-2E88-B14960BC179B}"/>
                    </a:ext>
                  </a:extLst>
                </p14:cNvPr>
                <p14:cNvContentPartPr/>
                <p14:nvPr/>
              </p14:nvContentPartPr>
              <p14:xfrm>
                <a:off x="8690427" y="3825800"/>
                <a:ext cx="185040" cy="487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E3B6D26-502F-F4A7-2E88-B14960BC179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72787" y="3808160"/>
                  <a:ext cx="22068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1DCD4EC-F3E3-B683-9F0D-85EA477FB52E}"/>
                    </a:ext>
                  </a:extLst>
                </p14:cNvPr>
                <p14:cNvContentPartPr/>
                <p14:nvPr/>
              </p14:nvContentPartPr>
              <p14:xfrm>
                <a:off x="8897787" y="4039280"/>
                <a:ext cx="244080" cy="255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1DCD4EC-F3E3-B683-9F0D-85EA477FB52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880147" y="4021640"/>
                  <a:ext cx="2797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804D3EB-7340-A5F0-73D0-060F1696C621}"/>
                    </a:ext>
                  </a:extLst>
                </p14:cNvPr>
                <p14:cNvContentPartPr/>
                <p14:nvPr/>
              </p14:nvContentPartPr>
              <p14:xfrm>
                <a:off x="9195507" y="4009040"/>
                <a:ext cx="400680" cy="284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804D3EB-7340-A5F0-73D0-060F1696C62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77507" y="3991400"/>
                  <a:ext cx="4363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68B723E-0048-B6B0-9878-EDBBF2B0C58A}"/>
                    </a:ext>
                  </a:extLst>
                </p14:cNvPr>
                <p14:cNvContentPartPr/>
                <p14:nvPr/>
              </p14:nvContentPartPr>
              <p14:xfrm>
                <a:off x="9694107" y="4023080"/>
                <a:ext cx="293760" cy="253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68B723E-0048-B6B0-9878-EDBBF2B0C58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76467" y="4005440"/>
                  <a:ext cx="3294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8DC5DA6-DDD2-23AB-AED1-D27B529714B8}"/>
                    </a:ext>
                  </a:extLst>
                </p14:cNvPr>
                <p14:cNvContentPartPr/>
                <p14:nvPr/>
              </p14:nvContentPartPr>
              <p14:xfrm>
                <a:off x="10078587" y="3983480"/>
                <a:ext cx="464040" cy="318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8DC5DA6-DDD2-23AB-AED1-D27B529714B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60587" y="3965480"/>
                  <a:ext cx="4996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A52F88A-1338-9229-9B4C-C253F91221A9}"/>
                    </a:ext>
                  </a:extLst>
                </p14:cNvPr>
                <p14:cNvContentPartPr/>
                <p14:nvPr/>
              </p14:nvContentPartPr>
              <p14:xfrm>
                <a:off x="9250947" y="4477040"/>
                <a:ext cx="55800" cy="376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A52F88A-1338-9229-9B4C-C253F91221A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232947" y="4459400"/>
                  <a:ext cx="914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9610FBC-F9C6-1D01-861C-A78A3A2E7A93}"/>
                    </a:ext>
                  </a:extLst>
                </p14:cNvPr>
                <p14:cNvContentPartPr/>
                <p14:nvPr/>
              </p14:nvContentPartPr>
              <p14:xfrm>
                <a:off x="9532107" y="4394600"/>
                <a:ext cx="496080" cy="535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9610FBC-F9C6-1D01-861C-A78A3A2E7A9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514107" y="4376960"/>
                  <a:ext cx="531720" cy="57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B806299-95E3-5316-4BF7-A7DDB34C5961}"/>
              </a:ext>
            </a:extLst>
          </p:cNvPr>
          <p:cNvGrpSpPr/>
          <p:nvPr/>
        </p:nvGrpSpPr>
        <p:grpSpPr>
          <a:xfrm>
            <a:off x="7075827" y="3025520"/>
            <a:ext cx="311400" cy="348120"/>
            <a:chOff x="7075827" y="3025520"/>
            <a:chExt cx="31140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7EC3E96-338E-1244-C13D-8A0E0D7F10DE}"/>
                    </a:ext>
                  </a:extLst>
                </p14:cNvPr>
                <p14:cNvContentPartPr/>
                <p14:nvPr/>
              </p14:nvContentPartPr>
              <p14:xfrm>
                <a:off x="7155747" y="3025520"/>
                <a:ext cx="50760" cy="327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7EC3E96-338E-1244-C13D-8A0E0D7F10D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138107" y="3007880"/>
                  <a:ext cx="864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490CDAC-ACAE-E92F-17EE-8D6444F9D639}"/>
                    </a:ext>
                  </a:extLst>
                </p14:cNvPr>
                <p14:cNvContentPartPr/>
                <p14:nvPr/>
              </p14:nvContentPartPr>
              <p14:xfrm>
                <a:off x="7075827" y="3038480"/>
                <a:ext cx="81720" cy="171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490CDAC-ACAE-E92F-17EE-8D6444F9D63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057827" y="3020480"/>
                  <a:ext cx="117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8FA9920-F451-76E3-6F13-145552361F13}"/>
                    </a:ext>
                  </a:extLst>
                </p14:cNvPr>
                <p14:cNvContentPartPr/>
                <p14:nvPr/>
              </p14:nvContentPartPr>
              <p14:xfrm>
                <a:off x="7087347" y="3329360"/>
                <a:ext cx="299880" cy="44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8FA9920-F451-76E3-6F13-145552361F1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069707" y="3311360"/>
                  <a:ext cx="33552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7E96E92-4163-DF84-4264-40AF32AC4393}"/>
                  </a:ext>
                </a:extLst>
              </p14:cNvPr>
              <p14:cNvContentPartPr/>
              <p14:nvPr/>
            </p14:nvContentPartPr>
            <p14:xfrm>
              <a:off x="6246387" y="3087800"/>
              <a:ext cx="244800" cy="1584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7E96E92-4163-DF84-4264-40AF32AC439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228387" y="3070160"/>
                <a:ext cx="28044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6E345BA4-FD26-D0DA-05F8-DF20185A67EB}"/>
                  </a:ext>
                </a:extLst>
              </p14:cNvPr>
              <p14:cNvContentPartPr/>
              <p14:nvPr/>
            </p14:nvContentPartPr>
            <p14:xfrm>
              <a:off x="2904867" y="3732560"/>
              <a:ext cx="41040" cy="18216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6E345BA4-FD26-D0DA-05F8-DF20185A67EB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887227" y="3714560"/>
                <a:ext cx="76680" cy="21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EE3F93F-93C9-9094-1FDA-10F620A68D4A}"/>
              </a:ext>
            </a:extLst>
          </p:cNvPr>
          <p:cNvGrpSpPr/>
          <p:nvPr/>
        </p:nvGrpSpPr>
        <p:grpSpPr>
          <a:xfrm>
            <a:off x="442107" y="4216400"/>
            <a:ext cx="1464480" cy="2209320"/>
            <a:chOff x="442107" y="4216400"/>
            <a:chExt cx="1464480" cy="220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7890D52-6512-C272-945E-2D42E3E66C36}"/>
                    </a:ext>
                  </a:extLst>
                </p14:cNvPr>
                <p14:cNvContentPartPr/>
                <p14:nvPr/>
              </p14:nvContentPartPr>
              <p14:xfrm>
                <a:off x="508347" y="4216400"/>
                <a:ext cx="313920" cy="446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7890D52-6512-C272-945E-2D42E3E66C3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90347" y="4198760"/>
                  <a:ext cx="34956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9D672DA-5581-5522-8CA3-BB344AA14F8D}"/>
                    </a:ext>
                  </a:extLst>
                </p14:cNvPr>
                <p14:cNvContentPartPr/>
                <p14:nvPr/>
              </p14:nvContentPartPr>
              <p14:xfrm>
                <a:off x="894267" y="4409360"/>
                <a:ext cx="214560" cy="223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9D672DA-5581-5522-8CA3-BB344AA14F8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6627" y="4391360"/>
                  <a:ext cx="250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BB2B9AA-6635-8EDB-DC0C-34CAF2F81532}"/>
                    </a:ext>
                  </a:extLst>
                </p14:cNvPr>
                <p14:cNvContentPartPr/>
                <p14:nvPr/>
              </p14:nvContentPartPr>
              <p14:xfrm>
                <a:off x="442107" y="4965560"/>
                <a:ext cx="307440" cy="3283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BB2B9AA-6635-8EDB-DC0C-34CAF2F8153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24107" y="4947560"/>
                  <a:ext cx="3430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010FB1F-C868-D261-4517-87801A5E4FFE}"/>
                    </a:ext>
                  </a:extLst>
                </p14:cNvPr>
                <p14:cNvContentPartPr/>
                <p14:nvPr/>
              </p14:nvContentPartPr>
              <p14:xfrm>
                <a:off x="797067" y="5003720"/>
                <a:ext cx="84960" cy="496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010FB1F-C868-D261-4517-87801A5E4FF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79427" y="4986080"/>
                  <a:ext cx="12060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420ABB4-A787-579A-73DC-B93BC4ECB30D}"/>
                    </a:ext>
                  </a:extLst>
                </p14:cNvPr>
                <p14:cNvContentPartPr/>
                <p14:nvPr/>
              </p14:nvContentPartPr>
              <p14:xfrm>
                <a:off x="780867" y="4921280"/>
                <a:ext cx="203760" cy="245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420ABB4-A787-579A-73DC-B93BC4ECB30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2867" y="4903640"/>
                  <a:ext cx="2394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3F5D2BC-49DD-3BE4-08B3-A536E2C14B20}"/>
                    </a:ext>
                  </a:extLst>
                </p14:cNvPr>
                <p14:cNvContentPartPr/>
                <p14:nvPr/>
              </p14:nvContentPartPr>
              <p14:xfrm>
                <a:off x="1066707" y="4932080"/>
                <a:ext cx="67680" cy="5468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3F5D2BC-49DD-3BE4-08B3-A536E2C14B2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48707" y="4914440"/>
                  <a:ext cx="10332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3DD936D-4446-A996-E203-B78CB40B7CE2}"/>
                    </a:ext>
                  </a:extLst>
                </p14:cNvPr>
                <p14:cNvContentPartPr/>
                <p14:nvPr/>
              </p14:nvContentPartPr>
              <p14:xfrm>
                <a:off x="1047627" y="4896080"/>
                <a:ext cx="183960" cy="2851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3DD936D-4446-A996-E203-B78CB40B7CE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29987" y="4878080"/>
                  <a:ext cx="2196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F683084-5D9C-D9FA-89AE-D10CB84AEA2C}"/>
                    </a:ext>
                  </a:extLst>
                </p14:cNvPr>
                <p14:cNvContentPartPr/>
                <p14:nvPr/>
              </p14:nvContentPartPr>
              <p14:xfrm>
                <a:off x="1315827" y="4812560"/>
                <a:ext cx="590760" cy="378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F683084-5D9C-D9FA-89AE-D10CB84AEA2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297827" y="4794560"/>
                  <a:ext cx="6264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9220CF9-C4B3-3887-6F45-7D32E4406085}"/>
                    </a:ext>
                  </a:extLst>
                </p14:cNvPr>
                <p14:cNvContentPartPr/>
                <p14:nvPr/>
              </p14:nvContentPartPr>
              <p14:xfrm>
                <a:off x="491427" y="5549120"/>
                <a:ext cx="380880" cy="475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9220CF9-C4B3-3887-6F45-7D32E440608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73427" y="5531480"/>
                  <a:ext cx="41652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1095022-4BBC-B52A-079C-5100471CA7C5}"/>
                    </a:ext>
                  </a:extLst>
                </p14:cNvPr>
                <p14:cNvContentPartPr/>
                <p14:nvPr/>
              </p14:nvContentPartPr>
              <p14:xfrm>
                <a:off x="801387" y="5679800"/>
                <a:ext cx="42120" cy="302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1095022-4BBC-B52A-079C-5100471CA7C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83747" y="5661800"/>
                  <a:ext cx="777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920276D-5907-F333-355E-178182398709}"/>
                    </a:ext>
                  </a:extLst>
                </p14:cNvPr>
                <p14:cNvContentPartPr/>
                <p14:nvPr/>
              </p14:nvContentPartPr>
              <p14:xfrm>
                <a:off x="857907" y="5734520"/>
                <a:ext cx="286920" cy="6912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920276D-5907-F333-355E-17818239870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40267" y="5716880"/>
                  <a:ext cx="32256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2F83031-FC66-3F79-7DE9-5109C7D6915F}"/>
                    </a:ext>
                  </a:extLst>
                </p14:cNvPr>
                <p14:cNvContentPartPr/>
                <p14:nvPr/>
              </p14:nvContentPartPr>
              <p14:xfrm>
                <a:off x="1269027" y="5738120"/>
                <a:ext cx="35280" cy="209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2F83031-FC66-3F79-7DE9-5109C7D6915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251387" y="5720120"/>
                  <a:ext cx="70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1A72996-DE99-9171-55F2-89F87525F9D6}"/>
                    </a:ext>
                  </a:extLst>
                </p14:cNvPr>
                <p14:cNvContentPartPr/>
                <p14:nvPr/>
              </p14:nvContentPartPr>
              <p14:xfrm>
                <a:off x="1140507" y="5544800"/>
                <a:ext cx="80640" cy="76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1A72996-DE99-9171-55F2-89F87525F9D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22507" y="5527160"/>
                  <a:ext cx="1162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C9FA0E9-B343-B33D-C343-DAB49C4B709C}"/>
                    </a:ext>
                  </a:extLst>
                </p14:cNvPr>
                <p14:cNvContentPartPr/>
                <p14:nvPr/>
              </p14:nvContentPartPr>
              <p14:xfrm>
                <a:off x="1502307" y="5472800"/>
                <a:ext cx="168840" cy="360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C9FA0E9-B343-B33D-C343-DAB49C4B709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484307" y="5455160"/>
                  <a:ext cx="20448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8A0E57E-7050-51B5-63B0-6A02336A7B08}"/>
                    </a:ext>
                  </a:extLst>
                </p14:cNvPr>
                <p14:cNvContentPartPr/>
                <p14:nvPr/>
              </p14:nvContentPartPr>
              <p14:xfrm>
                <a:off x="1423827" y="5628320"/>
                <a:ext cx="272880" cy="270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8A0E57E-7050-51B5-63B0-6A02336A7B0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406187" y="5610680"/>
                  <a:ext cx="30852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0A025012-4451-95B7-F7A9-214EC7A401C7}"/>
              </a:ext>
            </a:extLst>
          </p:cNvPr>
          <p:cNvGrpSpPr/>
          <p:nvPr/>
        </p:nvGrpSpPr>
        <p:grpSpPr>
          <a:xfrm>
            <a:off x="7861707" y="5539040"/>
            <a:ext cx="1040760" cy="398160"/>
            <a:chOff x="7861707" y="5539040"/>
            <a:chExt cx="104076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2C37CBB-0908-6103-96BE-86C6C6655182}"/>
                    </a:ext>
                  </a:extLst>
                </p14:cNvPr>
                <p14:cNvContentPartPr/>
                <p14:nvPr/>
              </p14:nvContentPartPr>
              <p14:xfrm>
                <a:off x="7861707" y="5557400"/>
                <a:ext cx="273960" cy="379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2C37CBB-0908-6103-96BE-86C6C665518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843707" y="5539400"/>
                  <a:ext cx="3096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B0FB97F-AEA6-0BC2-1B98-8FA65724FA99}"/>
                    </a:ext>
                  </a:extLst>
                </p14:cNvPr>
                <p14:cNvContentPartPr/>
                <p14:nvPr/>
              </p14:nvContentPartPr>
              <p14:xfrm>
                <a:off x="8171667" y="5700320"/>
                <a:ext cx="202320" cy="216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B0FB97F-AEA6-0BC2-1B98-8FA65724FA9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153667" y="5682680"/>
                  <a:ext cx="2379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0EB19C7-6424-CDFD-9EB7-FB5990944248}"/>
                    </a:ext>
                  </a:extLst>
                </p14:cNvPr>
                <p14:cNvContentPartPr/>
                <p14:nvPr/>
              </p14:nvContentPartPr>
              <p14:xfrm>
                <a:off x="8400987" y="5539040"/>
                <a:ext cx="366840" cy="3708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0EB19C7-6424-CDFD-9EB7-FB599094424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383347" y="5521400"/>
                  <a:ext cx="4024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CE519FC-89DB-864F-41FF-A8281AE7CEBF}"/>
                    </a:ext>
                  </a:extLst>
                </p14:cNvPr>
                <p14:cNvContentPartPr/>
                <p14:nvPr/>
              </p14:nvContentPartPr>
              <p14:xfrm>
                <a:off x="8697987" y="5730920"/>
                <a:ext cx="204480" cy="21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CE519FC-89DB-864F-41FF-A8281AE7CEB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679987" y="5713280"/>
                  <a:ext cx="24012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FD4B070-382C-15C9-8323-D4F4AB0FFD9E}"/>
              </a:ext>
            </a:extLst>
          </p:cNvPr>
          <p:cNvGrpSpPr/>
          <p:nvPr/>
        </p:nvGrpSpPr>
        <p:grpSpPr>
          <a:xfrm>
            <a:off x="9226827" y="5512760"/>
            <a:ext cx="1563120" cy="410040"/>
            <a:chOff x="9226827" y="5512760"/>
            <a:chExt cx="156312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5D71AA9-2CCD-447F-44E9-7BB089530D8D}"/>
                    </a:ext>
                  </a:extLst>
                </p14:cNvPr>
                <p14:cNvContentPartPr/>
                <p14:nvPr/>
              </p14:nvContentPartPr>
              <p14:xfrm>
                <a:off x="9226827" y="5535800"/>
                <a:ext cx="221040" cy="3528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5D71AA9-2CCD-447F-44E9-7BB089530D8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209187" y="5518160"/>
                  <a:ext cx="2566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E5F36E6-78BC-B23D-46AD-A8E1584AAD47}"/>
                    </a:ext>
                  </a:extLst>
                </p14:cNvPr>
                <p14:cNvContentPartPr/>
                <p14:nvPr/>
              </p14:nvContentPartPr>
              <p14:xfrm>
                <a:off x="9508707" y="5681960"/>
                <a:ext cx="178920" cy="1980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E5F36E6-78BC-B23D-46AD-A8E1584AAD4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490707" y="5664320"/>
                  <a:ext cx="2145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6AB35B0-B677-BCCF-51D9-4B2DDAC08EF7}"/>
                    </a:ext>
                  </a:extLst>
                </p14:cNvPr>
                <p14:cNvContentPartPr/>
                <p14:nvPr/>
              </p14:nvContentPartPr>
              <p14:xfrm>
                <a:off x="9706347" y="5697080"/>
                <a:ext cx="289080" cy="2055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6AB35B0-B677-BCCF-51D9-4B2DDAC08EF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688707" y="5679080"/>
                  <a:ext cx="324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EDB1AF7-35C4-53E6-7681-C83D1B9F36D1}"/>
                    </a:ext>
                  </a:extLst>
                </p14:cNvPr>
                <p14:cNvContentPartPr/>
                <p14:nvPr/>
              </p14:nvContentPartPr>
              <p14:xfrm>
                <a:off x="10063467" y="5512760"/>
                <a:ext cx="127800" cy="344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EDB1AF7-35C4-53E6-7681-C83D1B9F36D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045827" y="5495120"/>
                  <a:ext cx="1634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3965861-F258-E650-B7ED-D5A9D0D84F86}"/>
                    </a:ext>
                  </a:extLst>
                </p14:cNvPr>
                <p14:cNvContentPartPr/>
                <p14:nvPr/>
              </p14:nvContentPartPr>
              <p14:xfrm>
                <a:off x="10229427" y="5684840"/>
                <a:ext cx="412200" cy="2250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3965861-F258-E650-B7ED-D5A9D0D84F8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211427" y="5667200"/>
                  <a:ext cx="4478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9ADFC33-FC36-0A6A-D4BE-E7A8733EE901}"/>
                    </a:ext>
                  </a:extLst>
                </p14:cNvPr>
                <p14:cNvContentPartPr/>
                <p14:nvPr/>
              </p14:nvContentPartPr>
              <p14:xfrm>
                <a:off x="10736307" y="5648840"/>
                <a:ext cx="47520" cy="356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9ADFC33-FC36-0A6A-D4BE-E7A8733EE90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718307" y="5630840"/>
                  <a:ext cx="83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87E974B-50E9-096C-2007-B5BDC8453C5C}"/>
                    </a:ext>
                  </a:extLst>
                </p14:cNvPr>
                <p14:cNvContentPartPr/>
                <p14:nvPr/>
              </p14:nvContentPartPr>
              <p14:xfrm>
                <a:off x="10751067" y="5833520"/>
                <a:ext cx="38880" cy="892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87E974B-50E9-096C-2007-B5BDC8453C5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733427" y="5815880"/>
                  <a:ext cx="7452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0FEA7D4-EF21-5B72-EE68-22D1AB694A74}"/>
              </a:ext>
            </a:extLst>
          </p:cNvPr>
          <p:cNvGrpSpPr/>
          <p:nvPr/>
        </p:nvGrpSpPr>
        <p:grpSpPr>
          <a:xfrm>
            <a:off x="11076147" y="5582960"/>
            <a:ext cx="851040" cy="401760"/>
            <a:chOff x="11076147" y="5582960"/>
            <a:chExt cx="851040" cy="40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9A46219-BE7F-3978-9741-F5B0AB03BC39}"/>
                    </a:ext>
                  </a:extLst>
                </p14:cNvPr>
                <p14:cNvContentPartPr/>
                <p14:nvPr/>
              </p14:nvContentPartPr>
              <p14:xfrm>
                <a:off x="11625147" y="5616800"/>
                <a:ext cx="302040" cy="3668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9A46219-BE7F-3978-9741-F5B0AB03BC3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607507" y="5598800"/>
                  <a:ext cx="3376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1B34C33-98CB-D591-4E7E-54F6BDF542C3}"/>
                    </a:ext>
                  </a:extLst>
                </p14:cNvPr>
                <p14:cNvContentPartPr/>
                <p14:nvPr/>
              </p14:nvContentPartPr>
              <p14:xfrm>
                <a:off x="11076147" y="5582960"/>
                <a:ext cx="376200" cy="4017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1B34C33-98CB-D591-4E7E-54F6BDF542C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058507" y="5564960"/>
                  <a:ext cx="411840" cy="43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06C7688D-7B43-9B20-7CDF-8C09A83C7C75}"/>
              </a:ext>
            </a:extLst>
          </p:cNvPr>
          <p:cNvGrpSpPr/>
          <p:nvPr/>
        </p:nvGrpSpPr>
        <p:grpSpPr>
          <a:xfrm>
            <a:off x="374427" y="2295440"/>
            <a:ext cx="5442840" cy="1642680"/>
            <a:chOff x="374427" y="2295440"/>
            <a:chExt cx="5442840" cy="164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B683B99-E3AD-E9F6-A986-35D62A3436D1}"/>
                    </a:ext>
                  </a:extLst>
                </p14:cNvPr>
                <p14:cNvContentPartPr/>
                <p14:nvPr/>
              </p14:nvContentPartPr>
              <p14:xfrm>
                <a:off x="5542587" y="3116240"/>
                <a:ext cx="274680" cy="145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B683B99-E3AD-E9F6-A986-35D62A3436D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524587" y="3098240"/>
                  <a:ext cx="3103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4024032-6EB5-F68F-9156-DEA9CA812C05}"/>
                    </a:ext>
                  </a:extLst>
                </p14:cNvPr>
                <p14:cNvContentPartPr/>
                <p14:nvPr/>
              </p14:nvContentPartPr>
              <p14:xfrm>
                <a:off x="4979907" y="3070880"/>
                <a:ext cx="257760" cy="133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4024032-6EB5-F68F-9156-DEA9CA812C0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961907" y="3053240"/>
                  <a:ext cx="2934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878ED04-6824-8424-982C-FF37E53F0FCC}"/>
                    </a:ext>
                  </a:extLst>
                </p14:cNvPr>
                <p14:cNvContentPartPr/>
                <p14:nvPr/>
              </p14:nvContentPartPr>
              <p14:xfrm>
                <a:off x="4598667" y="3090680"/>
                <a:ext cx="199440" cy="129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878ED04-6824-8424-982C-FF37E53F0FC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581027" y="3073040"/>
                  <a:ext cx="2350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811EFE0-63A8-F9F8-F599-76CA1121554D}"/>
                    </a:ext>
                  </a:extLst>
                </p14:cNvPr>
                <p14:cNvContentPartPr/>
                <p14:nvPr/>
              </p14:nvContentPartPr>
              <p14:xfrm>
                <a:off x="4365027" y="3276800"/>
                <a:ext cx="201240" cy="220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811EFE0-63A8-F9F8-F599-76CA1121554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47027" y="3259160"/>
                  <a:ext cx="2368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4E618A9-FA8C-9981-821F-387F42256A23}"/>
                    </a:ext>
                  </a:extLst>
                </p14:cNvPr>
                <p14:cNvContentPartPr/>
                <p14:nvPr/>
              </p14:nvContentPartPr>
              <p14:xfrm>
                <a:off x="4674267" y="3482000"/>
                <a:ext cx="210600" cy="183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4E618A9-FA8C-9981-821F-387F42256A2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656627" y="3464360"/>
                  <a:ext cx="2462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1B13100-2B7E-A83D-D7F6-B205E8F3026D}"/>
                    </a:ext>
                  </a:extLst>
                </p14:cNvPr>
                <p14:cNvContentPartPr/>
                <p14:nvPr/>
              </p14:nvContentPartPr>
              <p14:xfrm>
                <a:off x="5003307" y="3491720"/>
                <a:ext cx="318240" cy="170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1B13100-2B7E-A83D-D7F6-B205E8F3026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985307" y="3474080"/>
                  <a:ext cx="353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EE7B8EC-A51F-F830-734F-31D37B057A61}"/>
                    </a:ext>
                  </a:extLst>
                </p14:cNvPr>
                <p14:cNvContentPartPr/>
                <p14:nvPr/>
              </p14:nvContentPartPr>
              <p14:xfrm>
                <a:off x="374427" y="2429720"/>
                <a:ext cx="264960" cy="435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EE7B8EC-A51F-F830-734F-31D37B057A6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56787" y="2412080"/>
                  <a:ext cx="30060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F6D2D76-069B-3636-9AFF-20B80D4345C3}"/>
                    </a:ext>
                  </a:extLst>
                </p14:cNvPr>
                <p14:cNvContentPartPr/>
                <p14:nvPr/>
              </p14:nvContentPartPr>
              <p14:xfrm>
                <a:off x="416547" y="2695040"/>
                <a:ext cx="215280" cy="38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F6D2D76-069B-3636-9AFF-20B80D4345C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98547" y="2677400"/>
                  <a:ext cx="2509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0BB2566-75DF-3694-9E5B-8E8D786F9E15}"/>
                    </a:ext>
                  </a:extLst>
                </p14:cNvPr>
                <p14:cNvContentPartPr/>
                <p14:nvPr/>
              </p14:nvContentPartPr>
              <p14:xfrm>
                <a:off x="696627" y="2580560"/>
                <a:ext cx="320040" cy="232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0BB2566-75DF-3694-9E5B-8E8D786F9E1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78987" y="2562920"/>
                  <a:ext cx="3556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F517E31-8927-7864-C305-0353D81FBA86}"/>
                    </a:ext>
                  </a:extLst>
                </p14:cNvPr>
                <p14:cNvContentPartPr/>
                <p14:nvPr/>
              </p14:nvContentPartPr>
              <p14:xfrm>
                <a:off x="976707" y="2295440"/>
                <a:ext cx="241200" cy="482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F517E31-8927-7864-C305-0353D81FBA8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58707" y="2277440"/>
                  <a:ext cx="27684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1C3212E-CD20-CB0D-6D08-2EDF788B70C0}"/>
                    </a:ext>
                  </a:extLst>
                </p14:cNvPr>
                <p14:cNvContentPartPr/>
                <p14:nvPr/>
              </p14:nvContentPartPr>
              <p14:xfrm>
                <a:off x="435627" y="3164840"/>
                <a:ext cx="475200" cy="238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1C3212E-CD20-CB0D-6D08-2EDF788B70C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17987" y="3147200"/>
                  <a:ext cx="5108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06C013C-BEA2-80BB-043E-C9595FA97C56}"/>
                    </a:ext>
                  </a:extLst>
                </p14:cNvPr>
                <p14:cNvContentPartPr/>
                <p14:nvPr/>
              </p14:nvContentPartPr>
              <p14:xfrm>
                <a:off x="945747" y="3166280"/>
                <a:ext cx="231480" cy="190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06C013C-BEA2-80BB-043E-C9595FA97C5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27747" y="3148640"/>
                  <a:ext cx="267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DDB8AD5-20C6-F708-04ED-ACE0ABAFF970}"/>
                    </a:ext>
                  </a:extLst>
                </p14:cNvPr>
                <p14:cNvContentPartPr/>
                <p14:nvPr/>
              </p14:nvContentPartPr>
              <p14:xfrm>
                <a:off x="1179027" y="3016880"/>
                <a:ext cx="173520" cy="303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DDB8AD5-20C6-F708-04ED-ACE0ABAFF97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61027" y="2999240"/>
                  <a:ext cx="2091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8D6F7CA-8DC1-8DDF-888E-C1CD1554B26D}"/>
                    </a:ext>
                  </a:extLst>
                </p14:cNvPr>
                <p14:cNvContentPartPr/>
                <p14:nvPr/>
              </p14:nvContentPartPr>
              <p14:xfrm>
                <a:off x="1301427" y="3062960"/>
                <a:ext cx="424080" cy="2563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8D6F7CA-8DC1-8DDF-888E-C1CD1554B26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283787" y="3044960"/>
                  <a:ext cx="4597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DC1A7DE-410C-35D1-B67B-7BADF7EF3D0D}"/>
                    </a:ext>
                  </a:extLst>
                </p14:cNvPr>
                <p14:cNvContentPartPr/>
                <p14:nvPr/>
              </p14:nvContentPartPr>
              <p14:xfrm>
                <a:off x="439947" y="3686480"/>
                <a:ext cx="214200" cy="2214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DC1A7DE-410C-35D1-B67B-7BADF7EF3D0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22307" y="3668840"/>
                  <a:ext cx="249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5F518E0-BB85-356E-7854-A8EC45B00F30}"/>
                    </a:ext>
                  </a:extLst>
                </p14:cNvPr>
                <p14:cNvContentPartPr/>
                <p14:nvPr/>
              </p14:nvContentPartPr>
              <p14:xfrm>
                <a:off x="665667" y="3679280"/>
                <a:ext cx="290160" cy="208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5F518E0-BB85-356E-7854-A8EC45B00F3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48027" y="3661640"/>
                  <a:ext cx="325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8DCDB56-CE75-15E5-1BCA-2E0BAB82C25E}"/>
                    </a:ext>
                  </a:extLst>
                </p14:cNvPr>
                <p14:cNvContentPartPr/>
                <p14:nvPr/>
              </p14:nvContentPartPr>
              <p14:xfrm>
                <a:off x="968787" y="3662360"/>
                <a:ext cx="249120" cy="192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8DCDB56-CE75-15E5-1BCA-2E0BAB82C25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50787" y="3644360"/>
                  <a:ext cx="2847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72E989D-1AA3-E729-14FE-BB335B5F2149}"/>
                    </a:ext>
                  </a:extLst>
                </p14:cNvPr>
                <p14:cNvContentPartPr/>
                <p14:nvPr/>
              </p14:nvContentPartPr>
              <p14:xfrm>
                <a:off x="1224027" y="3518000"/>
                <a:ext cx="133560" cy="353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72E989D-1AA3-E729-14FE-BB335B5F214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206387" y="3500000"/>
                  <a:ext cx="16920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C3E5485-9002-F10B-6C50-4AAF80E8FD7E}"/>
                    </a:ext>
                  </a:extLst>
                </p14:cNvPr>
                <p14:cNvContentPartPr/>
                <p14:nvPr/>
              </p14:nvContentPartPr>
              <p14:xfrm>
                <a:off x="1378827" y="3476240"/>
                <a:ext cx="461160" cy="366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C3E5485-9002-F10B-6C50-4AAF80E8FD7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361187" y="3458600"/>
                  <a:ext cx="4968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1D31D09-C4E4-E471-6B2D-3CD722B50DFB}"/>
                    </a:ext>
                  </a:extLst>
                </p14:cNvPr>
                <p14:cNvContentPartPr/>
                <p14:nvPr/>
              </p14:nvContentPartPr>
              <p14:xfrm>
                <a:off x="1888947" y="3640400"/>
                <a:ext cx="237600" cy="421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1D31D09-C4E4-E471-6B2D-3CD722B50DF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871307" y="3622760"/>
                  <a:ext cx="273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D4789E4-AB7C-7142-B236-357DF936B1C8}"/>
                    </a:ext>
                  </a:extLst>
                </p14:cNvPr>
                <p14:cNvContentPartPr/>
                <p14:nvPr/>
              </p14:nvContentPartPr>
              <p14:xfrm>
                <a:off x="1957347" y="3720680"/>
                <a:ext cx="238680" cy="60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D4789E4-AB7C-7142-B236-357DF936B1C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939707" y="3702680"/>
                  <a:ext cx="2743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41EF347-3AC6-56A7-C4FE-7FB9E82E9BE4}"/>
                    </a:ext>
                  </a:extLst>
                </p14:cNvPr>
                <p14:cNvContentPartPr/>
                <p14:nvPr/>
              </p14:nvContentPartPr>
              <p14:xfrm>
                <a:off x="2193867" y="3402080"/>
                <a:ext cx="223920" cy="379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41EF347-3AC6-56A7-C4FE-7FB9E82E9BE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175867" y="3384080"/>
                  <a:ext cx="2595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BD1F6D6-E1C1-170F-D762-7DFA28642098}"/>
                    </a:ext>
                  </a:extLst>
                </p14:cNvPr>
                <p14:cNvContentPartPr/>
                <p14:nvPr/>
              </p14:nvContentPartPr>
              <p14:xfrm>
                <a:off x="2269827" y="3752720"/>
                <a:ext cx="299880" cy="709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BD1F6D6-E1C1-170F-D762-7DFA2864209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251827" y="3734720"/>
                  <a:ext cx="3355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6DB47ED-CFC9-3519-0C39-1B89FFF2E305}"/>
                    </a:ext>
                  </a:extLst>
                </p14:cNvPr>
                <p14:cNvContentPartPr/>
                <p14:nvPr/>
              </p14:nvContentPartPr>
              <p14:xfrm>
                <a:off x="1894347" y="2854160"/>
                <a:ext cx="2886840" cy="10839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6DB47ED-CFC9-3519-0C39-1B89FFF2E30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876347" y="2836160"/>
                  <a:ext cx="2922480" cy="11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8475DC58-F12C-5B5A-7C72-1F002C7EB5FF}"/>
              </a:ext>
            </a:extLst>
          </p:cNvPr>
          <p:cNvGrpSpPr/>
          <p:nvPr/>
        </p:nvGrpSpPr>
        <p:grpSpPr>
          <a:xfrm>
            <a:off x="2069667" y="5426360"/>
            <a:ext cx="2173680" cy="398160"/>
            <a:chOff x="2069667" y="5426360"/>
            <a:chExt cx="217368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CAEC3D6-E899-EF51-02BC-7684D37F7EC6}"/>
                    </a:ext>
                  </a:extLst>
                </p14:cNvPr>
                <p14:cNvContentPartPr/>
                <p14:nvPr/>
              </p14:nvContentPartPr>
              <p14:xfrm>
                <a:off x="2225907" y="5587640"/>
                <a:ext cx="23760" cy="205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CAEC3D6-E899-EF51-02BC-7684D37F7EC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208267" y="5570000"/>
                  <a:ext cx="59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5B21742-00C9-9BC7-C57C-8B22755C3022}"/>
                    </a:ext>
                  </a:extLst>
                </p14:cNvPr>
                <p14:cNvContentPartPr/>
                <p14:nvPr/>
              </p14:nvContentPartPr>
              <p14:xfrm>
                <a:off x="2069667" y="5472080"/>
                <a:ext cx="126720" cy="763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5B21742-00C9-9BC7-C57C-8B22755C302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051667" y="5454440"/>
                  <a:ext cx="1623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30F951B-2ADD-94FA-D2C1-FADF45849149}"/>
                    </a:ext>
                  </a:extLst>
                </p14:cNvPr>
                <p14:cNvContentPartPr/>
                <p14:nvPr/>
              </p14:nvContentPartPr>
              <p14:xfrm>
                <a:off x="2365947" y="5565320"/>
                <a:ext cx="307440" cy="2098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30F951B-2ADD-94FA-D2C1-FADF4584914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347947" y="5547320"/>
                  <a:ext cx="3430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05134D4-C66C-8271-D1BE-E2080E0C61F3}"/>
                    </a:ext>
                  </a:extLst>
                </p14:cNvPr>
                <p14:cNvContentPartPr/>
                <p14:nvPr/>
              </p14:nvContentPartPr>
              <p14:xfrm>
                <a:off x="2693547" y="5571800"/>
                <a:ext cx="449280" cy="2185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05134D4-C66C-8271-D1BE-E2080E0C61F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675547" y="5553800"/>
                  <a:ext cx="4849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97878C4-8A70-CAB4-C0A0-17D42C4BFB07}"/>
                    </a:ext>
                  </a:extLst>
                </p14:cNvPr>
                <p14:cNvContentPartPr/>
                <p14:nvPr/>
              </p14:nvContentPartPr>
              <p14:xfrm>
                <a:off x="3192507" y="5589080"/>
                <a:ext cx="196200" cy="1958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97878C4-8A70-CAB4-C0A0-17D42C4BFB0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174867" y="5571440"/>
                  <a:ext cx="2318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446DABD-62CD-0685-889E-050913D7AF71}"/>
                    </a:ext>
                  </a:extLst>
                </p14:cNvPr>
                <p14:cNvContentPartPr/>
                <p14:nvPr/>
              </p14:nvContentPartPr>
              <p14:xfrm>
                <a:off x="3438027" y="5557400"/>
                <a:ext cx="564480" cy="2358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446DABD-62CD-0685-889E-050913D7AF7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420027" y="5539760"/>
                  <a:ext cx="6001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BA665AB-D33D-2ABB-A3F2-5016B12333FD}"/>
                    </a:ext>
                  </a:extLst>
                </p14:cNvPr>
                <p14:cNvContentPartPr/>
                <p14:nvPr/>
              </p14:nvContentPartPr>
              <p14:xfrm>
                <a:off x="4001787" y="5426360"/>
                <a:ext cx="241560" cy="3981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BA665AB-D33D-2ABB-A3F2-5016B12333F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983787" y="5408360"/>
                  <a:ext cx="277200" cy="43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978BBFE-F52D-B89A-98CC-0566B89F36EE}"/>
              </a:ext>
            </a:extLst>
          </p:cNvPr>
          <p:cNvGrpSpPr/>
          <p:nvPr/>
        </p:nvGrpSpPr>
        <p:grpSpPr>
          <a:xfrm>
            <a:off x="1930347" y="6030800"/>
            <a:ext cx="498960" cy="749160"/>
            <a:chOff x="1930347" y="6030800"/>
            <a:chExt cx="498960" cy="74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C057D13-5685-2FFD-DF88-EE95FB63CE71}"/>
                    </a:ext>
                  </a:extLst>
                </p14:cNvPr>
                <p14:cNvContentPartPr/>
                <p14:nvPr/>
              </p14:nvContentPartPr>
              <p14:xfrm>
                <a:off x="1930347" y="6030800"/>
                <a:ext cx="196560" cy="395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C057D13-5685-2FFD-DF88-EE95FB63CE7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912347" y="6013160"/>
                  <a:ext cx="2322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9780696-4FE6-1897-32A0-218EBB1438B0}"/>
                    </a:ext>
                  </a:extLst>
                </p14:cNvPr>
                <p14:cNvContentPartPr/>
                <p14:nvPr/>
              </p14:nvContentPartPr>
              <p14:xfrm>
                <a:off x="2140947" y="6176240"/>
                <a:ext cx="288360" cy="6037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9780696-4FE6-1897-32A0-218EBB1438B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122947" y="6158600"/>
                  <a:ext cx="324000" cy="63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9E2C1B4-4D1C-0DD8-8095-2E8DA7968E14}"/>
              </a:ext>
            </a:extLst>
          </p:cNvPr>
          <p:cNvGrpSpPr/>
          <p:nvPr/>
        </p:nvGrpSpPr>
        <p:grpSpPr>
          <a:xfrm>
            <a:off x="2826027" y="6095600"/>
            <a:ext cx="8398440" cy="383400"/>
            <a:chOff x="2826027" y="6095600"/>
            <a:chExt cx="839844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787AA45-0E54-D184-6783-9AA5E21072E6}"/>
                    </a:ext>
                  </a:extLst>
                </p14:cNvPr>
                <p14:cNvContentPartPr/>
                <p14:nvPr/>
              </p14:nvContentPartPr>
              <p14:xfrm>
                <a:off x="2826027" y="6095600"/>
                <a:ext cx="145440" cy="3574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787AA45-0E54-D184-6783-9AA5E21072E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808027" y="6077960"/>
                  <a:ext cx="18108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8E1EF83-D93D-A0CA-03AB-135A5B81C933}"/>
                    </a:ext>
                  </a:extLst>
                </p14:cNvPr>
                <p14:cNvContentPartPr/>
                <p14:nvPr/>
              </p14:nvContentPartPr>
              <p14:xfrm>
                <a:off x="2829987" y="6428240"/>
                <a:ext cx="359640" cy="50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8E1EF83-D93D-A0CA-03AB-135A5B81C93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812347" y="6410600"/>
                  <a:ext cx="395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18CA85B-F7BA-727A-2294-EC421B5A4ED3}"/>
                    </a:ext>
                  </a:extLst>
                </p14:cNvPr>
                <p14:cNvContentPartPr/>
                <p14:nvPr/>
              </p14:nvContentPartPr>
              <p14:xfrm>
                <a:off x="3441987" y="6114680"/>
                <a:ext cx="7782480" cy="3643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18CA85B-F7BA-727A-2294-EC421B5A4ED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423987" y="6097040"/>
                  <a:ext cx="7818120" cy="39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45720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820DB-7FAA-1EC6-D4FF-4AFD85E7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92A245-73F0-8E05-F4F0-0B43CBC35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9A676468-A5FC-7622-C96E-7C7D7AC9664F}"/>
              </a:ext>
            </a:extLst>
          </p:cNvPr>
          <p:cNvGrpSpPr/>
          <p:nvPr/>
        </p:nvGrpSpPr>
        <p:grpSpPr>
          <a:xfrm>
            <a:off x="9009387" y="163880"/>
            <a:ext cx="430200" cy="797040"/>
            <a:chOff x="9009387" y="163880"/>
            <a:chExt cx="430200" cy="79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7D52C0F-D4F4-54E2-417D-7E1E0EEF4DE1}"/>
                    </a:ext>
                  </a:extLst>
                </p14:cNvPr>
                <p14:cNvContentPartPr/>
                <p14:nvPr/>
              </p14:nvContentPartPr>
              <p14:xfrm>
                <a:off x="9009387" y="166760"/>
                <a:ext cx="33840" cy="356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7D52C0F-D4F4-54E2-417D-7E1E0EEF4DE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991387" y="149120"/>
                  <a:ext cx="694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522BEA2-5D99-BEA3-913C-091B4F4F61F4}"/>
                    </a:ext>
                  </a:extLst>
                </p14:cNvPr>
                <p14:cNvContentPartPr/>
                <p14:nvPr/>
              </p14:nvContentPartPr>
              <p14:xfrm>
                <a:off x="9178587" y="163880"/>
                <a:ext cx="261000" cy="335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522BEA2-5D99-BEA3-913C-091B4F4F61F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60587" y="145880"/>
                  <a:ext cx="2966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0CB5F12-B3E0-CD8C-BF45-CE35E25BCFCA}"/>
                    </a:ext>
                  </a:extLst>
                </p14:cNvPr>
                <p14:cNvContentPartPr/>
                <p14:nvPr/>
              </p14:nvContentPartPr>
              <p14:xfrm>
                <a:off x="9083907" y="645200"/>
                <a:ext cx="52920" cy="315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0CB5F12-B3E0-CD8C-BF45-CE35E25BCFC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66267" y="627560"/>
                  <a:ext cx="885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A7DDC0E-127B-95D1-5B37-E9F5C6662D16}"/>
                    </a:ext>
                  </a:extLst>
                </p14:cNvPr>
                <p14:cNvContentPartPr/>
                <p14:nvPr/>
              </p14:nvContentPartPr>
              <p14:xfrm>
                <a:off x="9360027" y="653840"/>
                <a:ext cx="52920" cy="297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A7DDC0E-127B-95D1-5B37-E9F5C6662D1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42027" y="635840"/>
                  <a:ext cx="88560" cy="33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C5DAE1D-08C8-828E-2699-1C0AADBF10A2}"/>
              </a:ext>
            </a:extLst>
          </p:cNvPr>
          <p:cNvGrpSpPr/>
          <p:nvPr/>
        </p:nvGrpSpPr>
        <p:grpSpPr>
          <a:xfrm>
            <a:off x="9080667" y="1127600"/>
            <a:ext cx="699120" cy="875160"/>
            <a:chOff x="9080667" y="1127600"/>
            <a:chExt cx="699120" cy="87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A7D23CF-B780-AAEE-A204-ED34E3E4BF58}"/>
                    </a:ext>
                  </a:extLst>
                </p14:cNvPr>
                <p14:cNvContentPartPr/>
                <p14:nvPr/>
              </p14:nvContentPartPr>
              <p14:xfrm>
                <a:off x="9080667" y="1127600"/>
                <a:ext cx="80640" cy="347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A7D23CF-B780-AAEE-A204-ED34E3E4BF5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63027" y="1109600"/>
                  <a:ext cx="1162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A35037-E7E7-ECA5-9D9C-FF86BE7185DA}"/>
                    </a:ext>
                  </a:extLst>
                </p14:cNvPr>
                <p14:cNvContentPartPr/>
                <p14:nvPr/>
              </p14:nvContentPartPr>
              <p14:xfrm>
                <a:off x="9340227" y="1138040"/>
                <a:ext cx="439560" cy="337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DA35037-E7E7-ECA5-9D9C-FF86BE7185D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22227" y="1120040"/>
                  <a:ext cx="4752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192BC38-5651-D070-8B5E-B031410E465C}"/>
                    </a:ext>
                  </a:extLst>
                </p14:cNvPr>
                <p14:cNvContentPartPr/>
                <p14:nvPr/>
              </p14:nvContentPartPr>
              <p14:xfrm>
                <a:off x="9106587" y="1630160"/>
                <a:ext cx="99720" cy="372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192BC38-5651-D070-8B5E-B031410E465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88587" y="1612160"/>
                  <a:ext cx="1353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773348D-F258-7220-D401-FD9966D74133}"/>
                    </a:ext>
                  </a:extLst>
                </p14:cNvPr>
                <p14:cNvContentPartPr/>
                <p14:nvPr/>
              </p14:nvContentPartPr>
              <p14:xfrm>
                <a:off x="9330867" y="1573280"/>
                <a:ext cx="222840" cy="374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773348D-F258-7220-D401-FD9966D7413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13227" y="1555640"/>
                  <a:ext cx="25848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0FC4E07-DE46-4883-9875-F8DC62068E81}"/>
              </a:ext>
            </a:extLst>
          </p:cNvPr>
          <p:cNvGrpSpPr/>
          <p:nvPr/>
        </p:nvGrpSpPr>
        <p:grpSpPr>
          <a:xfrm>
            <a:off x="8938467" y="2300480"/>
            <a:ext cx="831240" cy="58320"/>
            <a:chOff x="8938467" y="2300480"/>
            <a:chExt cx="831240" cy="5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20AB315-F468-4E3E-F0AE-97EC731C8DEF}"/>
                    </a:ext>
                  </a:extLst>
                </p14:cNvPr>
                <p14:cNvContentPartPr/>
                <p14:nvPr/>
              </p14:nvContentPartPr>
              <p14:xfrm>
                <a:off x="8938467" y="2358440"/>
                <a:ext cx="10620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20AB315-F468-4E3E-F0AE-97EC731C8DE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20827" y="2340440"/>
                  <a:ext cx="141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B938C26-7D38-D42E-9190-3E92C73AA564}"/>
                    </a:ext>
                  </a:extLst>
                </p14:cNvPr>
                <p14:cNvContentPartPr/>
                <p14:nvPr/>
              </p14:nvContentPartPr>
              <p14:xfrm>
                <a:off x="9250947" y="2327120"/>
                <a:ext cx="95400" cy="12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B938C26-7D38-D42E-9190-3E92C73AA56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32947" y="2309480"/>
                  <a:ext cx="131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D2A19EB-7F3C-D937-EB02-E2CFE945E116}"/>
                    </a:ext>
                  </a:extLst>
                </p14:cNvPr>
                <p14:cNvContentPartPr/>
                <p14:nvPr/>
              </p14:nvContentPartPr>
              <p14:xfrm>
                <a:off x="9567387" y="2300480"/>
                <a:ext cx="202320" cy="9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D2A19EB-7F3C-D937-EB02-E2CFE945E11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49387" y="2282840"/>
                  <a:ext cx="2379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CE63BF9-198A-83B0-84A2-B66AA0DB752C}"/>
              </a:ext>
            </a:extLst>
          </p:cNvPr>
          <p:cNvGrpSpPr/>
          <p:nvPr/>
        </p:nvGrpSpPr>
        <p:grpSpPr>
          <a:xfrm>
            <a:off x="8880867" y="2650040"/>
            <a:ext cx="1026720" cy="75240"/>
            <a:chOff x="8880867" y="2650040"/>
            <a:chExt cx="1026720" cy="7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3DD6DF3-4FE4-F4F4-FE5E-33124084D890}"/>
                    </a:ext>
                  </a:extLst>
                </p14:cNvPr>
                <p14:cNvContentPartPr/>
                <p14:nvPr/>
              </p14:nvContentPartPr>
              <p14:xfrm>
                <a:off x="8880867" y="2722760"/>
                <a:ext cx="143640" cy="2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3DD6DF3-4FE4-F4F4-FE5E-33124084D89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862867" y="2705120"/>
                  <a:ext cx="179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AB2EB68-E70C-4D88-8883-98415445DAC0}"/>
                    </a:ext>
                  </a:extLst>
                </p14:cNvPr>
                <p14:cNvContentPartPr/>
                <p14:nvPr/>
              </p14:nvContentPartPr>
              <p14:xfrm>
                <a:off x="9272187" y="2691800"/>
                <a:ext cx="145800" cy="10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AB2EB68-E70C-4D88-8883-98415445DAC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254547" y="2674160"/>
                  <a:ext cx="181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AC62428-BD2B-D2E0-5A86-AB298F1F46FA}"/>
                    </a:ext>
                  </a:extLst>
                </p14:cNvPr>
                <p14:cNvContentPartPr/>
                <p14:nvPr/>
              </p14:nvContentPartPr>
              <p14:xfrm>
                <a:off x="9664587" y="2650040"/>
                <a:ext cx="243000" cy="25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AC62428-BD2B-D2E0-5A86-AB298F1F46F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46947" y="2632400"/>
                  <a:ext cx="2786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525564C-C3E1-4103-3471-29B12CBE1F1D}"/>
              </a:ext>
            </a:extLst>
          </p:cNvPr>
          <p:cNvGrpSpPr/>
          <p:nvPr/>
        </p:nvGrpSpPr>
        <p:grpSpPr>
          <a:xfrm>
            <a:off x="8518347" y="2930480"/>
            <a:ext cx="3190320" cy="1999800"/>
            <a:chOff x="8518347" y="2930480"/>
            <a:chExt cx="3190320" cy="199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33075EF-CE86-5A7B-97E7-4ADD5CB0C57E}"/>
                    </a:ext>
                  </a:extLst>
                </p14:cNvPr>
                <p14:cNvContentPartPr/>
                <p14:nvPr/>
              </p14:nvContentPartPr>
              <p14:xfrm>
                <a:off x="8834787" y="3002120"/>
                <a:ext cx="151200" cy="10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33075EF-CE86-5A7B-97E7-4ADD5CB0C57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17147" y="2984120"/>
                  <a:ext cx="186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6D7D167-865C-04F6-54C9-9C6ED2F62054}"/>
                    </a:ext>
                  </a:extLst>
                </p14:cNvPr>
                <p14:cNvContentPartPr/>
                <p14:nvPr/>
              </p14:nvContentPartPr>
              <p14:xfrm>
                <a:off x="9492507" y="2930480"/>
                <a:ext cx="376920" cy="37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6D7D167-865C-04F6-54C9-9C6ED2F6205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74867" y="2912480"/>
                  <a:ext cx="412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18F467B-8974-75ED-A4E4-5EC743E035E4}"/>
                    </a:ext>
                  </a:extLst>
                </p14:cNvPr>
                <p14:cNvContentPartPr/>
                <p14:nvPr/>
              </p14:nvContentPartPr>
              <p14:xfrm>
                <a:off x="8518347" y="3298400"/>
                <a:ext cx="428040" cy="353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18F467B-8974-75ED-A4E4-5EC743E035E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00347" y="3280400"/>
                  <a:ext cx="4636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59C378F-B996-4AE0-6427-36A0FE0B2599}"/>
                    </a:ext>
                  </a:extLst>
                </p14:cNvPr>
                <p14:cNvContentPartPr/>
                <p14:nvPr/>
              </p14:nvContentPartPr>
              <p14:xfrm>
                <a:off x="9030627" y="3231800"/>
                <a:ext cx="207720" cy="423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59C378F-B996-4AE0-6427-36A0FE0B259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12627" y="3214160"/>
                  <a:ext cx="24336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4575520-ACE7-F4A6-BC7F-D6787A414A47}"/>
                    </a:ext>
                  </a:extLst>
                </p14:cNvPr>
                <p14:cNvContentPartPr/>
                <p14:nvPr/>
              </p14:nvContentPartPr>
              <p14:xfrm>
                <a:off x="9306027" y="3376880"/>
                <a:ext cx="216720" cy="238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4575520-ACE7-F4A6-BC7F-D6787A414A4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88387" y="3358880"/>
                  <a:ext cx="2523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44D9C2-81F9-FD21-9611-9F4FA60BBB68}"/>
                    </a:ext>
                  </a:extLst>
                </p14:cNvPr>
                <p14:cNvContentPartPr/>
                <p14:nvPr/>
              </p14:nvContentPartPr>
              <p14:xfrm>
                <a:off x="9569547" y="3302360"/>
                <a:ext cx="354240" cy="290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44D9C2-81F9-FD21-9611-9F4FA60BBB6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51547" y="3284360"/>
                  <a:ext cx="3898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221552A-FF29-F87A-CFC7-0669F5D59F37}"/>
                    </a:ext>
                  </a:extLst>
                </p14:cNvPr>
                <p14:cNvContentPartPr/>
                <p14:nvPr/>
              </p14:nvContentPartPr>
              <p14:xfrm>
                <a:off x="10270827" y="3100400"/>
                <a:ext cx="325440" cy="437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221552A-FF29-F87A-CFC7-0669F5D59F3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53187" y="3082760"/>
                  <a:ext cx="36108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A30BFF3-EC25-4793-0ADA-A6A26E6132D9}"/>
                    </a:ext>
                  </a:extLst>
                </p14:cNvPr>
                <p14:cNvContentPartPr/>
                <p14:nvPr/>
              </p14:nvContentPartPr>
              <p14:xfrm>
                <a:off x="10386387" y="3293000"/>
                <a:ext cx="288000" cy="2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A30BFF3-EC25-4793-0ADA-A6A26E6132D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68747" y="3275000"/>
                  <a:ext cx="323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01F1F67-CEE5-F4BD-5FFA-570B86534BBC}"/>
                    </a:ext>
                  </a:extLst>
                </p14:cNvPr>
                <p14:cNvContentPartPr/>
                <p14:nvPr/>
              </p14:nvContentPartPr>
              <p14:xfrm>
                <a:off x="10549827" y="3235040"/>
                <a:ext cx="269640" cy="648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01F1F67-CEE5-F4BD-5FFA-570B86534BB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31827" y="3217400"/>
                  <a:ext cx="30528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0F38DA9-4FDA-3E3D-E842-FF6703C6CF46}"/>
                    </a:ext>
                  </a:extLst>
                </p14:cNvPr>
                <p14:cNvContentPartPr/>
                <p14:nvPr/>
              </p14:nvContentPartPr>
              <p14:xfrm>
                <a:off x="10854387" y="3226760"/>
                <a:ext cx="327960" cy="285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0F38DA9-4FDA-3E3D-E842-FF6703C6CF4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836747" y="3208760"/>
                  <a:ext cx="3636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9CF9A75-16DA-6581-188C-F085AFE70591}"/>
                    </a:ext>
                  </a:extLst>
                </p14:cNvPr>
                <p14:cNvContentPartPr/>
                <p14:nvPr/>
              </p14:nvContentPartPr>
              <p14:xfrm>
                <a:off x="11098827" y="3106880"/>
                <a:ext cx="25920" cy="27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9CF9A75-16DA-6581-188C-F085AFE7059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080827" y="3088880"/>
                  <a:ext cx="61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57B8959-AF6C-B3D1-44BA-3BF27F046726}"/>
                    </a:ext>
                  </a:extLst>
                </p14:cNvPr>
                <p14:cNvContentPartPr/>
                <p14:nvPr/>
              </p14:nvContentPartPr>
              <p14:xfrm>
                <a:off x="11242107" y="3207320"/>
                <a:ext cx="466560" cy="243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57B8959-AF6C-B3D1-44BA-3BF27F04672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224107" y="3189680"/>
                  <a:ext cx="5022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0E73EA7-C0FF-7818-6F46-842863817362}"/>
                    </a:ext>
                  </a:extLst>
                </p14:cNvPr>
                <p14:cNvContentPartPr/>
                <p14:nvPr/>
              </p14:nvContentPartPr>
              <p14:xfrm>
                <a:off x="8690427" y="3825800"/>
                <a:ext cx="185040" cy="487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0E73EA7-C0FF-7818-6F46-84286381736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72787" y="3808160"/>
                  <a:ext cx="22068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8024DAA-3D01-4A56-AB89-1DE01146A6CC}"/>
                    </a:ext>
                  </a:extLst>
                </p14:cNvPr>
                <p14:cNvContentPartPr/>
                <p14:nvPr/>
              </p14:nvContentPartPr>
              <p14:xfrm>
                <a:off x="8897787" y="4039280"/>
                <a:ext cx="244080" cy="255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8024DAA-3D01-4A56-AB89-1DE01146A6C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880147" y="4021640"/>
                  <a:ext cx="2797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63C702D-B075-874E-75B0-99DF76D255A4}"/>
                    </a:ext>
                  </a:extLst>
                </p14:cNvPr>
                <p14:cNvContentPartPr/>
                <p14:nvPr/>
              </p14:nvContentPartPr>
              <p14:xfrm>
                <a:off x="9195507" y="4009040"/>
                <a:ext cx="400680" cy="284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63C702D-B075-874E-75B0-99DF76D255A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77507" y="3991400"/>
                  <a:ext cx="4363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BDE417F-5887-4CE7-34BB-D6D64FB7A9A5}"/>
                    </a:ext>
                  </a:extLst>
                </p14:cNvPr>
                <p14:cNvContentPartPr/>
                <p14:nvPr/>
              </p14:nvContentPartPr>
              <p14:xfrm>
                <a:off x="9694107" y="4023080"/>
                <a:ext cx="293760" cy="253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BDE417F-5887-4CE7-34BB-D6D64FB7A9A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76467" y="4005440"/>
                  <a:ext cx="3294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9A8A268-B993-E36C-7ADB-801B33FAB0DC}"/>
                    </a:ext>
                  </a:extLst>
                </p14:cNvPr>
                <p14:cNvContentPartPr/>
                <p14:nvPr/>
              </p14:nvContentPartPr>
              <p14:xfrm>
                <a:off x="10078587" y="3983480"/>
                <a:ext cx="464040" cy="318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9A8A268-B993-E36C-7ADB-801B33FAB0D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60587" y="3965480"/>
                  <a:ext cx="4996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72D27F7-294F-EC5E-E81E-9CA027A1E74C}"/>
                    </a:ext>
                  </a:extLst>
                </p14:cNvPr>
                <p14:cNvContentPartPr/>
                <p14:nvPr/>
              </p14:nvContentPartPr>
              <p14:xfrm>
                <a:off x="9250947" y="4477040"/>
                <a:ext cx="55800" cy="376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72D27F7-294F-EC5E-E81E-9CA027A1E74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232947" y="4459400"/>
                  <a:ext cx="914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9CA1D7F-8A69-7A58-2282-C4730C598BB0}"/>
                    </a:ext>
                  </a:extLst>
                </p14:cNvPr>
                <p14:cNvContentPartPr/>
                <p14:nvPr/>
              </p14:nvContentPartPr>
              <p14:xfrm>
                <a:off x="9532107" y="4394600"/>
                <a:ext cx="496080" cy="535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9CA1D7F-8A69-7A58-2282-C4730C598BB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514107" y="4376960"/>
                  <a:ext cx="531720" cy="57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C8F1EBC-69FB-BBF2-67A4-233C84C1F3A7}"/>
              </a:ext>
            </a:extLst>
          </p:cNvPr>
          <p:cNvGrpSpPr/>
          <p:nvPr/>
        </p:nvGrpSpPr>
        <p:grpSpPr>
          <a:xfrm>
            <a:off x="7861707" y="5539040"/>
            <a:ext cx="1040760" cy="398160"/>
            <a:chOff x="7861707" y="5539040"/>
            <a:chExt cx="104076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41C8DF0-F50F-AA41-F427-6822E48422A3}"/>
                    </a:ext>
                  </a:extLst>
                </p14:cNvPr>
                <p14:cNvContentPartPr/>
                <p14:nvPr/>
              </p14:nvContentPartPr>
              <p14:xfrm>
                <a:off x="7861707" y="5557400"/>
                <a:ext cx="273960" cy="379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41C8DF0-F50F-AA41-F427-6822E48422A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843707" y="5539400"/>
                  <a:ext cx="3096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4BFD87D-9D04-DC41-D460-B748357442D0}"/>
                    </a:ext>
                  </a:extLst>
                </p14:cNvPr>
                <p14:cNvContentPartPr/>
                <p14:nvPr/>
              </p14:nvContentPartPr>
              <p14:xfrm>
                <a:off x="8171667" y="5700320"/>
                <a:ext cx="202320" cy="216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4BFD87D-9D04-DC41-D460-B748357442D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153667" y="5682680"/>
                  <a:ext cx="2379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C9F54F0-F198-8121-5081-796E6C04E10C}"/>
                    </a:ext>
                  </a:extLst>
                </p14:cNvPr>
                <p14:cNvContentPartPr/>
                <p14:nvPr/>
              </p14:nvContentPartPr>
              <p14:xfrm>
                <a:off x="8400987" y="5539040"/>
                <a:ext cx="366840" cy="3708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C9F54F0-F198-8121-5081-796E6C04E10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383347" y="5521400"/>
                  <a:ext cx="4024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9C1B25E-BDDB-541B-1D8E-A4DC990B9C62}"/>
                    </a:ext>
                  </a:extLst>
                </p14:cNvPr>
                <p14:cNvContentPartPr/>
                <p14:nvPr/>
              </p14:nvContentPartPr>
              <p14:xfrm>
                <a:off x="8697987" y="5730920"/>
                <a:ext cx="204480" cy="21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9C1B25E-BDDB-541B-1D8E-A4DC990B9C6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679987" y="5713280"/>
                  <a:ext cx="24012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65735AD-E4C8-A53F-A199-125F8E285A68}"/>
              </a:ext>
            </a:extLst>
          </p:cNvPr>
          <p:cNvGrpSpPr/>
          <p:nvPr/>
        </p:nvGrpSpPr>
        <p:grpSpPr>
          <a:xfrm>
            <a:off x="9226827" y="5512760"/>
            <a:ext cx="1563120" cy="410040"/>
            <a:chOff x="9226827" y="5512760"/>
            <a:chExt cx="156312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A4C8D84-A6B5-EC2D-24F3-D93D72E8D4D7}"/>
                    </a:ext>
                  </a:extLst>
                </p14:cNvPr>
                <p14:cNvContentPartPr/>
                <p14:nvPr/>
              </p14:nvContentPartPr>
              <p14:xfrm>
                <a:off x="9226827" y="5535800"/>
                <a:ext cx="221040" cy="3528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A4C8D84-A6B5-EC2D-24F3-D93D72E8D4D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209187" y="5518160"/>
                  <a:ext cx="2566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74B696B-B70B-AAE7-1DC1-4484BE41D123}"/>
                    </a:ext>
                  </a:extLst>
                </p14:cNvPr>
                <p14:cNvContentPartPr/>
                <p14:nvPr/>
              </p14:nvContentPartPr>
              <p14:xfrm>
                <a:off x="9508707" y="5681960"/>
                <a:ext cx="178920" cy="1980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74B696B-B70B-AAE7-1DC1-4484BE41D12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490707" y="5664320"/>
                  <a:ext cx="2145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639BBB1-3F5E-7A95-6B8B-575A527F8A1D}"/>
                    </a:ext>
                  </a:extLst>
                </p14:cNvPr>
                <p14:cNvContentPartPr/>
                <p14:nvPr/>
              </p14:nvContentPartPr>
              <p14:xfrm>
                <a:off x="9706347" y="5697080"/>
                <a:ext cx="289080" cy="2055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639BBB1-3F5E-7A95-6B8B-575A527F8A1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688707" y="5679080"/>
                  <a:ext cx="324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92E72FC-F5BA-2AFA-E6AF-0401B72B308E}"/>
                    </a:ext>
                  </a:extLst>
                </p14:cNvPr>
                <p14:cNvContentPartPr/>
                <p14:nvPr/>
              </p14:nvContentPartPr>
              <p14:xfrm>
                <a:off x="10063467" y="5512760"/>
                <a:ext cx="127800" cy="344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92E72FC-F5BA-2AFA-E6AF-0401B72B308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045827" y="5495120"/>
                  <a:ext cx="1634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FDD06B8-C88E-65F8-7098-2EF19C770E57}"/>
                    </a:ext>
                  </a:extLst>
                </p14:cNvPr>
                <p14:cNvContentPartPr/>
                <p14:nvPr/>
              </p14:nvContentPartPr>
              <p14:xfrm>
                <a:off x="10229427" y="5684840"/>
                <a:ext cx="412200" cy="2250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FDD06B8-C88E-65F8-7098-2EF19C770E5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211427" y="5667200"/>
                  <a:ext cx="4478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36B25FD-81D7-6AB7-A0A6-8441598C0D19}"/>
                    </a:ext>
                  </a:extLst>
                </p14:cNvPr>
                <p14:cNvContentPartPr/>
                <p14:nvPr/>
              </p14:nvContentPartPr>
              <p14:xfrm>
                <a:off x="10736307" y="5648840"/>
                <a:ext cx="47520" cy="356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36B25FD-81D7-6AB7-A0A6-8441598C0D1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718307" y="5630840"/>
                  <a:ext cx="83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D22F0F1-3489-A205-72DA-DE5CB926C359}"/>
                    </a:ext>
                  </a:extLst>
                </p14:cNvPr>
                <p14:cNvContentPartPr/>
                <p14:nvPr/>
              </p14:nvContentPartPr>
              <p14:xfrm>
                <a:off x="10751067" y="5833520"/>
                <a:ext cx="38880" cy="892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D22F0F1-3489-A205-72DA-DE5CB926C35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733427" y="5815880"/>
                  <a:ext cx="7452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B91C331-C5BF-F539-284A-1A11AD81D666}"/>
              </a:ext>
            </a:extLst>
          </p:cNvPr>
          <p:cNvGrpSpPr/>
          <p:nvPr/>
        </p:nvGrpSpPr>
        <p:grpSpPr>
          <a:xfrm>
            <a:off x="11076147" y="5582960"/>
            <a:ext cx="851040" cy="401760"/>
            <a:chOff x="11076147" y="5582960"/>
            <a:chExt cx="851040" cy="40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3D3639F-C380-C9C3-ACA9-0E4553AACEB4}"/>
                    </a:ext>
                  </a:extLst>
                </p14:cNvPr>
                <p14:cNvContentPartPr/>
                <p14:nvPr/>
              </p14:nvContentPartPr>
              <p14:xfrm>
                <a:off x="11625147" y="5616800"/>
                <a:ext cx="302040" cy="3668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3D3639F-C380-C9C3-ACA9-0E4553AACEB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607507" y="5598800"/>
                  <a:ext cx="3376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6453DAD-5493-9196-588C-9D9BF71EEBC0}"/>
                    </a:ext>
                  </a:extLst>
                </p14:cNvPr>
                <p14:cNvContentPartPr/>
                <p14:nvPr/>
              </p14:nvContentPartPr>
              <p14:xfrm>
                <a:off x="11076147" y="5582960"/>
                <a:ext cx="376200" cy="4017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6453DAD-5493-9196-588C-9D9BF71EEBC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058507" y="5564960"/>
                  <a:ext cx="411840" cy="43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36522AE-553C-C439-2D33-0B8883AE197E}"/>
              </a:ext>
            </a:extLst>
          </p:cNvPr>
          <p:cNvGrpSpPr/>
          <p:nvPr/>
        </p:nvGrpSpPr>
        <p:grpSpPr>
          <a:xfrm>
            <a:off x="582147" y="669320"/>
            <a:ext cx="1283760" cy="424080"/>
            <a:chOff x="582147" y="669320"/>
            <a:chExt cx="1283760" cy="42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4241A48-3197-7FF7-CACE-DDF8B5DCD977}"/>
                    </a:ext>
                  </a:extLst>
                </p14:cNvPr>
                <p14:cNvContentPartPr/>
                <p14:nvPr/>
              </p14:nvContentPartPr>
              <p14:xfrm>
                <a:off x="582147" y="669320"/>
                <a:ext cx="268920" cy="424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4241A48-3197-7FF7-CACE-DDF8B5DCD97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64507" y="651680"/>
                  <a:ext cx="30456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9E3A754-70C7-433A-BABD-C551ECA0485D}"/>
                    </a:ext>
                  </a:extLst>
                </p14:cNvPr>
                <p14:cNvContentPartPr/>
                <p14:nvPr/>
              </p14:nvContentPartPr>
              <p14:xfrm>
                <a:off x="819747" y="851480"/>
                <a:ext cx="162720" cy="214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9E3A754-70C7-433A-BABD-C551ECA0485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02107" y="833840"/>
                  <a:ext cx="1983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46C75C-15F8-9FE3-5EAC-EC70346D0BDE}"/>
                    </a:ext>
                  </a:extLst>
                </p14:cNvPr>
                <p14:cNvContentPartPr/>
                <p14:nvPr/>
              </p14:nvContentPartPr>
              <p14:xfrm>
                <a:off x="1013067" y="804320"/>
                <a:ext cx="295920" cy="235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46C75C-15F8-9FE3-5EAC-EC70346D0BD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95427" y="786680"/>
                  <a:ext cx="3315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AC0F80D-6D30-6D16-BA98-5652E64EA0F8}"/>
                    </a:ext>
                  </a:extLst>
                </p14:cNvPr>
                <p14:cNvContentPartPr/>
                <p14:nvPr/>
              </p14:nvContentPartPr>
              <p14:xfrm>
                <a:off x="1336347" y="736280"/>
                <a:ext cx="529560" cy="275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AC0F80D-6D30-6D16-BA98-5652E64EA0F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318347" y="718280"/>
                  <a:ext cx="56520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F32FEE2-76B3-A8A7-B556-8ABDA51AA958}"/>
              </a:ext>
            </a:extLst>
          </p:cNvPr>
          <p:cNvGrpSpPr/>
          <p:nvPr/>
        </p:nvGrpSpPr>
        <p:grpSpPr>
          <a:xfrm>
            <a:off x="2169027" y="439640"/>
            <a:ext cx="1935720" cy="934560"/>
            <a:chOff x="2169027" y="439640"/>
            <a:chExt cx="1935720" cy="93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66CC99F-3A72-DD0A-E413-90F8B58AB6C3}"/>
                    </a:ext>
                  </a:extLst>
                </p14:cNvPr>
                <p14:cNvContentPartPr/>
                <p14:nvPr/>
              </p14:nvContentPartPr>
              <p14:xfrm>
                <a:off x="2169027" y="439640"/>
                <a:ext cx="376560" cy="453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66CC99F-3A72-DD0A-E413-90F8B58AB6C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151387" y="421640"/>
                  <a:ext cx="41220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E5A5955-5B3F-0C0E-DC7D-9B029552289D}"/>
                    </a:ext>
                  </a:extLst>
                </p14:cNvPr>
                <p14:cNvContentPartPr/>
                <p14:nvPr/>
              </p14:nvContentPartPr>
              <p14:xfrm>
                <a:off x="2459187" y="555200"/>
                <a:ext cx="360" cy="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E5A5955-5B3F-0C0E-DC7D-9B029552289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441187" y="53756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9F6F67F-8026-ED8A-2C43-7CE219E034D2}"/>
                    </a:ext>
                  </a:extLst>
                </p14:cNvPr>
                <p14:cNvContentPartPr/>
                <p14:nvPr/>
              </p14:nvContentPartPr>
              <p14:xfrm>
                <a:off x="2441187" y="643760"/>
                <a:ext cx="358560" cy="730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9F6F67F-8026-ED8A-2C43-7CE219E034D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423187" y="626120"/>
                  <a:ext cx="394200" cy="76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C8250E1-402C-79F4-6FD5-D5960F03E735}"/>
                    </a:ext>
                  </a:extLst>
                </p14:cNvPr>
                <p14:cNvContentPartPr/>
                <p14:nvPr/>
              </p14:nvContentPartPr>
              <p14:xfrm>
                <a:off x="2850507" y="664640"/>
                <a:ext cx="35640" cy="200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C8250E1-402C-79F4-6FD5-D5960F03E73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832507" y="646640"/>
                  <a:ext cx="712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99352E0-3C8B-824E-5DC9-00BD2AF9BC7C}"/>
                    </a:ext>
                  </a:extLst>
                </p14:cNvPr>
                <p14:cNvContentPartPr/>
                <p14:nvPr/>
              </p14:nvContentPartPr>
              <p14:xfrm>
                <a:off x="2742507" y="496520"/>
                <a:ext cx="38880" cy="76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99352E0-3C8B-824E-5DC9-00BD2AF9BC7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724507" y="478520"/>
                  <a:ext cx="745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C83EB80-CDFC-56DD-9A70-D1FA79834F81}"/>
                    </a:ext>
                  </a:extLst>
                </p14:cNvPr>
                <p14:cNvContentPartPr/>
                <p14:nvPr/>
              </p14:nvContentPartPr>
              <p14:xfrm>
                <a:off x="3012867" y="452240"/>
                <a:ext cx="151200" cy="459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C83EB80-CDFC-56DD-9A70-D1FA79834F8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995227" y="434240"/>
                  <a:ext cx="18684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B9A3D64-5990-89C7-2B0C-6D2CD3AC879E}"/>
                    </a:ext>
                  </a:extLst>
                </p14:cNvPr>
                <p14:cNvContentPartPr/>
                <p14:nvPr/>
              </p14:nvContentPartPr>
              <p14:xfrm>
                <a:off x="2936907" y="677240"/>
                <a:ext cx="273960" cy="19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B9A3D64-5990-89C7-2B0C-6D2CD3AC879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919267" y="659240"/>
                  <a:ext cx="3096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A9535DF-FF92-91CD-9675-AFBC09967981}"/>
                    </a:ext>
                  </a:extLst>
                </p14:cNvPr>
                <p14:cNvContentPartPr/>
                <p14:nvPr/>
              </p14:nvContentPartPr>
              <p14:xfrm>
                <a:off x="3408867" y="611000"/>
                <a:ext cx="253800" cy="43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A9535DF-FF92-91CD-9675-AFBC0996798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390867" y="593000"/>
                  <a:ext cx="2894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0DFF38F-CAD3-099C-651E-10AA90C6547B}"/>
                    </a:ext>
                  </a:extLst>
                </p14:cNvPr>
                <p14:cNvContentPartPr/>
                <p14:nvPr/>
              </p14:nvContentPartPr>
              <p14:xfrm>
                <a:off x="3461067" y="731600"/>
                <a:ext cx="227160" cy="41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0DFF38F-CAD3-099C-651E-10AA90C6547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443427" y="713960"/>
                  <a:ext cx="2628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32681B5-7C67-DB31-EF34-E703F1B395AB}"/>
                    </a:ext>
                  </a:extLst>
                </p14:cNvPr>
                <p14:cNvContentPartPr/>
                <p14:nvPr/>
              </p14:nvContentPartPr>
              <p14:xfrm>
                <a:off x="3799107" y="475280"/>
                <a:ext cx="305640" cy="346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32681B5-7C67-DB31-EF34-E703F1B395A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781467" y="457280"/>
                  <a:ext cx="341280" cy="38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60AFC0A-1A79-67A2-AAB5-37DBD4544019}"/>
                  </a:ext>
                </a:extLst>
              </p14:cNvPr>
              <p14:cNvContentPartPr/>
              <p14:nvPr/>
            </p14:nvContentPartPr>
            <p14:xfrm>
              <a:off x="7009587" y="3084920"/>
              <a:ext cx="203760" cy="2682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60AFC0A-1A79-67A2-AAB5-37DBD4544019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6991947" y="3066920"/>
                <a:ext cx="239400" cy="30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6579DA30-1974-D3CA-5C09-23B6BD2340FB}"/>
              </a:ext>
            </a:extLst>
          </p:cNvPr>
          <p:cNvGrpSpPr/>
          <p:nvPr/>
        </p:nvGrpSpPr>
        <p:grpSpPr>
          <a:xfrm>
            <a:off x="5740587" y="3050000"/>
            <a:ext cx="815760" cy="162000"/>
            <a:chOff x="5740587" y="3050000"/>
            <a:chExt cx="815760" cy="16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B5B9B62-E478-A8EA-AD41-660A8F1BE561}"/>
                    </a:ext>
                  </a:extLst>
                </p14:cNvPr>
                <p14:cNvContentPartPr/>
                <p14:nvPr/>
              </p14:nvContentPartPr>
              <p14:xfrm>
                <a:off x="6296427" y="3077000"/>
                <a:ext cx="259920" cy="135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B5B9B62-E478-A8EA-AD41-660A8F1BE56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278427" y="3059000"/>
                  <a:ext cx="2955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EAF661-4C8B-7FC3-314C-D61B25586A0E}"/>
                    </a:ext>
                  </a:extLst>
                </p14:cNvPr>
                <p14:cNvContentPartPr/>
                <p14:nvPr/>
              </p14:nvContentPartPr>
              <p14:xfrm>
                <a:off x="5740587" y="3050000"/>
                <a:ext cx="330120" cy="135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EAF661-4C8B-7FC3-314C-D61B25586A0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722947" y="3032360"/>
                  <a:ext cx="3657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0C4652A-CA44-1755-4367-44A680978320}"/>
              </a:ext>
            </a:extLst>
          </p:cNvPr>
          <p:cNvGrpSpPr/>
          <p:nvPr/>
        </p:nvGrpSpPr>
        <p:grpSpPr>
          <a:xfrm>
            <a:off x="4374747" y="2473640"/>
            <a:ext cx="983880" cy="785520"/>
            <a:chOff x="4374747" y="2473640"/>
            <a:chExt cx="983880" cy="78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8FAD5DD-996E-07AC-A74D-D190A705E0E5}"/>
                    </a:ext>
                  </a:extLst>
                </p14:cNvPr>
                <p14:cNvContentPartPr/>
                <p14:nvPr/>
              </p14:nvContentPartPr>
              <p14:xfrm>
                <a:off x="5099427" y="3104360"/>
                <a:ext cx="259200" cy="135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8FAD5DD-996E-07AC-A74D-D190A705E0E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081427" y="3086720"/>
                  <a:ext cx="2948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A43E3B4-2808-CB33-C9E0-BACBB3CFB059}"/>
                    </a:ext>
                  </a:extLst>
                </p14:cNvPr>
                <p14:cNvContentPartPr/>
                <p14:nvPr/>
              </p14:nvContentPartPr>
              <p14:xfrm>
                <a:off x="4747707" y="3100760"/>
                <a:ext cx="290160" cy="158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A43E3B4-2808-CB33-C9E0-BACBB3CFB05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729707" y="3082760"/>
                  <a:ext cx="3258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D9C516F-3C93-58AF-0FD6-6EB86B8C2ADB}"/>
                    </a:ext>
                  </a:extLst>
                </p14:cNvPr>
                <p14:cNvContentPartPr/>
                <p14:nvPr/>
              </p14:nvContentPartPr>
              <p14:xfrm>
                <a:off x="4374747" y="3014360"/>
                <a:ext cx="264960" cy="153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9C516F-3C93-58AF-0FD6-6EB86B8C2AD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357107" y="2996360"/>
                  <a:ext cx="3006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70C3EDE-9863-2CD2-19DA-861FD8C04FF6}"/>
                    </a:ext>
                  </a:extLst>
                </p14:cNvPr>
                <p14:cNvContentPartPr/>
                <p14:nvPr/>
              </p14:nvContentPartPr>
              <p14:xfrm>
                <a:off x="4388787" y="2782880"/>
                <a:ext cx="210600" cy="146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70C3EDE-9863-2CD2-19DA-861FD8C04FF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370787" y="2764880"/>
                  <a:ext cx="2462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0BD1B64-C771-2D38-B2FE-3C4231BA7F9D}"/>
                    </a:ext>
                  </a:extLst>
                </p14:cNvPr>
                <p14:cNvContentPartPr/>
                <p14:nvPr/>
              </p14:nvContentPartPr>
              <p14:xfrm>
                <a:off x="4483467" y="2589920"/>
                <a:ext cx="226800" cy="184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0BD1B64-C771-2D38-B2FE-3C4231BA7F9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465467" y="2572280"/>
                  <a:ext cx="2624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B075EE6-CA57-BD46-9CCC-147840CBDBF2}"/>
                    </a:ext>
                  </a:extLst>
                </p14:cNvPr>
                <p14:cNvContentPartPr/>
                <p14:nvPr/>
              </p14:nvContentPartPr>
              <p14:xfrm>
                <a:off x="5120667" y="2473640"/>
                <a:ext cx="212040" cy="175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B075EE6-CA57-BD46-9CCC-147840CBDBF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103027" y="2456000"/>
                  <a:ext cx="247680" cy="21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4427DE4-F8BC-D9BD-FEA3-79CF90CE1F2C}"/>
                  </a:ext>
                </a:extLst>
              </p14:cNvPr>
              <p14:cNvContentPartPr/>
              <p14:nvPr/>
            </p14:nvContentPartPr>
            <p14:xfrm>
              <a:off x="5442867" y="2307680"/>
              <a:ext cx="142560" cy="1375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4427DE4-F8BC-D9BD-FEA3-79CF90CE1F2C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5425227" y="2290040"/>
                <a:ext cx="178200" cy="17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EEAB2542-EB97-D683-12AE-3F3BB9DED5DF}"/>
              </a:ext>
            </a:extLst>
          </p:cNvPr>
          <p:cNvGrpSpPr/>
          <p:nvPr/>
        </p:nvGrpSpPr>
        <p:grpSpPr>
          <a:xfrm>
            <a:off x="772227" y="1299680"/>
            <a:ext cx="4047480" cy="990720"/>
            <a:chOff x="772227" y="1299680"/>
            <a:chExt cx="4047480" cy="99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241DE7A-824E-DB62-AFBF-DD20EB603A2D}"/>
                    </a:ext>
                  </a:extLst>
                </p14:cNvPr>
                <p14:cNvContentPartPr/>
                <p14:nvPr/>
              </p14:nvContentPartPr>
              <p14:xfrm>
                <a:off x="772227" y="1363760"/>
                <a:ext cx="71640" cy="517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241DE7A-824E-DB62-AFBF-DD20EB603A2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54227" y="1346120"/>
                  <a:ext cx="10728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92B5AF5-DA53-7D12-84F6-C9CB8E5EC9D0}"/>
                    </a:ext>
                  </a:extLst>
                </p14:cNvPr>
                <p14:cNvContentPartPr/>
                <p14:nvPr/>
              </p14:nvContentPartPr>
              <p14:xfrm>
                <a:off x="934227" y="1570400"/>
                <a:ext cx="200880" cy="253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92B5AF5-DA53-7D12-84F6-C9CB8E5EC9D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16227" y="1552400"/>
                  <a:ext cx="2365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6432E1F-96E2-7097-DB9C-CE4187341EDB}"/>
                    </a:ext>
                  </a:extLst>
                </p14:cNvPr>
                <p14:cNvContentPartPr/>
                <p14:nvPr/>
              </p14:nvContentPartPr>
              <p14:xfrm>
                <a:off x="1234467" y="1544840"/>
                <a:ext cx="264600" cy="268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6432E1F-96E2-7097-DB9C-CE4187341ED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16827" y="1527200"/>
                  <a:ext cx="3002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A14DB80-B5BC-7099-B386-31C7583F199E}"/>
                    </a:ext>
                  </a:extLst>
                </p14:cNvPr>
                <p14:cNvContentPartPr/>
                <p14:nvPr/>
              </p14:nvContentPartPr>
              <p14:xfrm>
                <a:off x="1520667" y="1299680"/>
                <a:ext cx="269280" cy="519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A14DB80-B5BC-7099-B386-31C7583F199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503027" y="1281680"/>
                  <a:ext cx="30492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FA21400-795B-00AC-4B67-913356D99C0A}"/>
                    </a:ext>
                  </a:extLst>
                </p14:cNvPr>
                <p14:cNvContentPartPr/>
                <p14:nvPr/>
              </p14:nvContentPartPr>
              <p14:xfrm>
                <a:off x="1969227" y="1562480"/>
                <a:ext cx="305280" cy="39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FA21400-795B-00AC-4B67-913356D99C0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951587" y="1544840"/>
                  <a:ext cx="3409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F63284C-1116-0FC5-6A64-72823EA3C394}"/>
                    </a:ext>
                  </a:extLst>
                </p14:cNvPr>
                <p14:cNvContentPartPr/>
                <p14:nvPr/>
              </p14:nvContentPartPr>
              <p14:xfrm>
                <a:off x="2028987" y="1711160"/>
                <a:ext cx="300960" cy="774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F63284C-1116-0FC5-6A64-72823EA3C39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011347" y="1693520"/>
                  <a:ext cx="336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FA96E0C-627F-DEA8-570D-FBCB1A825FD3}"/>
                    </a:ext>
                  </a:extLst>
                </p14:cNvPr>
                <p14:cNvContentPartPr/>
                <p14:nvPr/>
              </p14:nvContentPartPr>
              <p14:xfrm>
                <a:off x="2472147" y="1444040"/>
                <a:ext cx="308520" cy="344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FA96E0C-627F-DEA8-570D-FBCB1A825FD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454147" y="1426040"/>
                  <a:ext cx="3441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03F2E13-EE4A-96D0-3C15-5B6996B5F24F}"/>
                    </a:ext>
                  </a:extLst>
                </p14:cNvPr>
                <p14:cNvContentPartPr/>
                <p14:nvPr/>
              </p14:nvContentPartPr>
              <p14:xfrm>
                <a:off x="2915307" y="1613600"/>
                <a:ext cx="1904400" cy="676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03F2E13-EE4A-96D0-3C15-5B6996B5F24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897307" y="1595960"/>
                  <a:ext cx="1940040" cy="71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B045AA13-1651-EE29-E5CC-30C5E554CB42}"/>
              </a:ext>
            </a:extLst>
          </p:cNvPr>
          <p:cNvGrpSpPr/>
          <p:nvPr/>
        </p:nvGrpSpPr>
        <p:grpSpPr>
          <a:xfrm>
            <a:off x="294507" y="2357360"/>
            <a:ext cx="2363760" cy="2082960"/>
            <a:chOff x="294507" y="2357360"/>
            <a:chExt cx="2363760" cy="20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7D795E6-F683-7041-7D85-B5724E21FA1D}"/>
                    </a:ext>
                  </a:extLst>
                </p14:cNvPr>
                <p14:cNvContentPartPr/>
                <p14:nvPr/>
              </p14:nvContentPartPr>
              <p14:xfrm>
                <a:off x="294507" y="2535200"/>
                <a:ext cx="257040" cy="371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7D795E6-F683-7041-7D85-B5724E21FA1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76507" y="2517200"/>
                  <a:ext cx="2926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DF6E0D7-6D78-C767-2C3E-AE56858D604D}"/>
                    </a:ext>
                  </a:extLst>
                </p14:cNvPr>
                <p14:cNvContentPartPr/>
                <p14:nvPr/>
              </p14:nvContentPartPr>
              <p14:xfrm>
                <a:off x="613467" y="2668400"/>
                <a:ext cx="169920" cy="235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DF6E0D7-6D78-C767-2C3E-AE56858D604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95467" y="2650400"/>
                  <a:ext cx="2055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3F5A02C-EE86-7E6C-A49A-C21B95152F7D}"/>
                    </a:ext>
                  </a:extLst>
                </p14:cNvPr>
                <p14:cNvContentPartPr/>
                <p14:nvPr/>
              </p14:nvContentPartPr>
              <p14:xfrm>
                <a:off x="815787" y="2684240"/>
                <a:ext cx="196920" cy="205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3F5A02C-EE86-7E6C-A49A-C21B95152F7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97787" y="2666600"/>
                  <a:ext cx="232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0576B8D-04F8-CBF1-0A8C-91604B4241BD}"/>
                    </a:ext>
                  </a:extLst>
                </p14:cNvPr>
                <p14:cNvContentPartPr/>
                <p14:nvPr/>
              </p14:nvContentPartPr>
              <p14:xfrm>
                <a:off x="1001187" y="2611160"/>
                <a:ext cx="301320" cy="214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0576B8D-04F8-CBF1-0A8C-91604B4241B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83187" y="2593160"/>
                  <a:ext cx="3369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999E3C8-0686-634A-6BCD-AC35ECB81044}"/>
                    </a:ext>
                  </a:extLst>
                </p14:cNvPr>
                <p14:cNvContentPartPr/>
                <p14:nvPr/>
              </p14:nvContentPartPr>
              <p14:xfrm>
                <a:off x="1430307" y="2357360"/>
                <a:ext cx="159840" cy="4222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999E3C8-0686-634A-6BCD-AC35ECB8104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412307" y="2339360"/>
                  <a:ext cx="19548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9D7A6E3-C20A-4DFE-8D34-D0BE65D485EE}"/>
                    </a:ext>
                  </a:extLst>
                </p14:cNvPr>
                <p14:cNvContentPartPr/>
                <p14:nvPr/>
              </p14:nvContentPartPr>
              <p14:xfrm>
                <a:off x="1265427" y="2542040"/>
                <a:ext cx="426960" cy="81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9D7A6E3-C20A-4DFE-8D34-D0BE65D485E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247787" y="2524400"/>
                  <a:ext cx="4626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8B39337-4652-D199-98E5-EF81F8EA8BD0}"/>
                    </a:ext>
                  </a:extLst>
                </p14:cNvPr>
                <p14:cNvContentPartPr/>
                <p14:nvPr/>
              </p14:nvContentPartPr>
              <p14:xfrm>
                <a:off x="1665387" y="2540960"/>
                <a:ext cx="48600" cy="181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8B39337-4652-D199-98E5-EF81F8EA8BD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647747" y="2523320"/>
                  <a:ext cx="842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4E2D314-F240-1CAC-4828-656E5EA547E6}"/>
                    </a:ext>
                  </a:extLst>
                </p14:cNvPr>
                <p14:cNvContentPartPr/>
                <p14:nvPr/>
              </p14:nvContentPartPr>
              <p14:xfrm>
                <a:off x="1648467" y="2397680"/>
                <a:ext cx="360" cy="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4E2D314-F240-1CAC-4828-656E5EA547E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630467" y="23800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F9055A5-8EC8-ABD9-28BC-510936902B1C}"/>
                    </a:ext>
                  </a:extLst>
                </p14:cNvPr>
                <p14:cNvContentPartPr/>
                <p14:nvPr/>
              </p14:nvContentPartPr>
              <p14:xfrm>
                <a:off x="1792827" y="2375720"/>
                <a:ext cx="475200" cy="825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F9055A5-8EC8-ABD9-28BC-510936902B1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774827" y="2357720"/>
                  <a:ext cx="510840" cy="86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15238FE-7EF4-2D1E-1B9F-CAE3C3C804E2}"/>
                    </a:ext>
                  </a:extLst>
                </p14:cNvPr>
                <p14:cNvContentPartPr/>
                <p14:nvPr/>
              </p14:nvContentPartPr>
              <p14:xfrm>
                <a:off x="370467" y="3280040"/>
                <a:ext cx="260280" cy="468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15238FE-7EF4-2D1E-1B9F-CAE3C3C804E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52467" y="3262400"/>
                  <a:ext cx="29592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B5B5B12-EBCC-6EB4-18BD-5D0D9734342D}"/>
                    </a:ext>
                  </a:extLst>
                </p14:cNvPr>
                <p14:cNvContentPartPr/>
                <p14:nvPr/>
              </p14:nvContentPartPr>
              <p14:xfrm>
                <a:off x="780867" y="3269240"/>
                <a:ext cx="187560" cy="331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B5B5B12-EBCC-6EB4-18BD-5D0D9734342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3227" y="3251600"/>
                  <a:ext cx="2232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A23DB1C-61AB-4FCF-5B40-A1C3F2899152}"/>
                    </a:ext>
                  </a:extLst>
                </p14:cNvPr>
                <p14:cNvContentPartPr/>
                <p14:nvPr/>
              </p14:nvContentPartPr>
              <p14:xfrm>
                <a:off x="681867" y="3359240"/>
                <a:ext cx="356400" cy="73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A23DB1C-61AB-4FCF-5B40-A1C3F289915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63867" y="3341240"/>
                  <a:ext cx="392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32C42F8-69FF-3DB3-A8AE-DDF325F97591}"/>
                    </a:ext>
                  </a:extLst>
                </p14:cNvPr>
                <p14:cNvContentPartPr/>
                <p14:nvPr/>
              </p14:nvContentPartPr>
              <p14:xfrm>
                <a:off x="956547" y="3083840"/>
                <a:ext cx="718920" cy="488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32C42F8-69FF-3DB3-A8AE-DDF325F9759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8907" y="3066200"/>
                  <a:ext cx="75456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FCE79B1-B88F-9295-8930-14FFF52093CF}"/>
                    </a:ext>
                  </a:extLst>
                </p14:cNvPr>
                <p14:cNvContentPartPr/>
                <p14:nvPr/>
              </p14:nvContentPartPr>
              <p14:xfrm>
                <a:off x="1538307" y="3270320"/>
                <a:ext cx="237600" cy="36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FCE79B1-B88F-9295-8930-14FFF52093C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20307" y="3252680"/>
                  <a:ext cx="273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B32A201-58A5-AF96-68A3-5FECC9E15A05}"/>
                    </a:ext>
                  </a:extLst>
                </p14:cNvPr>
                <p14:cNvContentPartPr/>
                <p14:nvPr/>
              </p14:nvContentPartPr>
              <p14:xfrm>
                <a:off x="1776627" y="3226400"/>
                <a:ext cx="215280" cy="240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B32A201-58A5-AF96-68A3-5FECC9E15A0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758987" y="3208760"/>
                  <a:ext cx="2509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B8B9B45-6807-8F03-A4B3-EC66D76F423C}"/>
                    </a:ext>
                  </a:extLst>
                </p14:cNvPr>
                <p14:cNvContentPartPr/>
                <p14:nvPr/>
              </p14:nvContentPartPr>
              <p14:xfrm>
                <a:off x="738027" y="3928400"/>
                <a:ext cx="328320" cy="511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B8B9B45-6807-8F03-A4B3-EC66D76F423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20027" y="3910760"/>
                  <a:ext cx="36396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63B981F-0C5F-B9BB-F7A8-3E55685E07C3}"/>
                    </a:ext>
                  </a:extLst>
                </p14:cNvPr>
                <p14:cNvContentPartPr/>
                <p14:nvPr/>
              </p14:nvContentPartPr>
              <p14:xfrm>
                <a:off x="777987" y="4187960"/>
                <a:ext cx="283680" cy="730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63B981F-0C5F-B9BB-F7A8-3E55685E07C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9987" y="4169960"/>
                  <a:ext cx="3193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31B76C6-01B8-1EC7-2167-34690F38F4B4}"/>
                    </a:ext>
                  </a:extLst>
                </p14:cNvPr>
                <p14:cNvContentPartPr/>
                <p14:nvPr/>
              </p14:nvContentPartPr>
              <p14:xfrm>
                <a:off x="1073187" y="4098680"/>
                <a:ext cx="327600" cy="2329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31B76C6-01B8-1EC7-2167-34690F38F4B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55547" y="4080680"/>
                  <a:ext cx="3632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19DD635-1F37-F31C-9312-E57CD7C569E5}"/>
                    </a:ext>
                  </a:extLst>
                </p14:cNvPr>
                <p14:cNvContentPartPr/>
                <p14:nvPr/>
              </p14:nvContentPartPr>
              <p14:xfrm>
                <a:off x="1409427" y="3869360"/>
                <a:ext cx="239400" cy="4352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19DD635-1F37-F31C-9312-E57CD7C569E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391787" y="3851360"/>
                  <a:ext cx="27504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BF277E6-8E00-7340-3C31-DE11B151CE05}"/>
                    </a:ext>
                  </a:extLst>
                </p14:cNvPr>
                <p14:cNvContentPartPr/>
                <p14:nvPr/>
              </p14:nvContentPartPr>
              <p14:xfrm>
                <a:off x="1872027" y="4138640"/>
                <a:ext cx="100800" cy="399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BF277E6-8E00-7340-3C31-DE11B151CE0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854027" y="4121000"/>
                  <a:ext cx="1364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458EF94-1ED4-9EBE-4DDD-0572D06DD60B}"/>
                    </a:ext>
                  </a:extLst>
                </p14:cNvPr>
                <p14:cNvContentPartPr/>
                <p14:nvPr/>
              </p14:nvContentPartPr>
              <p14:xfrm>
                <a:off x="2161827" y="4077800"/>
                <a:ext cx="145800" cy="248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458EF94-1ED4-9EBE-4DDD-0572D06DD60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43827" y="4059800"/>
                  <a:ext cx="1814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4EDAF8A-5BBE-BFE3-3F00-DDA90D3BB919}"/>
                    </a:ext>
                  </a:extLst>
                </p14:cNvPr>
                <p14:cNvContentPartPr/>
                <p14:nvPr/>
              </p14:nvContentPartPr>
              <p14:xfrm>
                <a:off x="2447307" y="3981680"/>
                <a:ext cx="210960" cy="774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4EDAF8A-5BBE-BFE3-3F00-DDA90D3BB91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29307" y="3963680"/>
                  <a:ext cx="246600" cy="11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40691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A774E-4465-7B6C-4723-11D8E0C97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746175-1BC3-7877-F959-EC86F253B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5DFB2F92-404A-DA7A-ADE2-ED2C1D977A96}"/>
              </a:ext>
            </a:extLst>
          </p:cNvPr>
          <p:cNvGrpSpPr/>
          <p:nvPr/>
        </p:nvGrpSpPr>
        <p:grpSpPr>
          <a:xfrm>
            <a:off x="9009387" y="163880"/>
            <a:ext cx="430200" cy="797040"/>
            <a:chOff x="9009387" y="163880"/>
            <a:chExt cx="430200" cy="79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636C8B5-3026-88A0-9F6F-EE17C227A55A}"/>
                    </a:ext>
                  </a:extLst>
                </p14:cNvPr>
                <p14:cNvContentPartPr/>
                <p14:nvPr/>
              </p14:nvContentPartPr>
              <p14:xfrm>
                <a:off x="9009387" y="166760"/>
                <a:ext cx="33840" cy="356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636C8B5-3026-88A0-9F6F-EE17C227A55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991387" y="149120"/>
                  <a:ext cx="694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B308DE4-4912-FE3E-150D-9BE1ACEDBD3C}"/>
                    </a:ext>
                  </a:extLst>
                </p14:cNvPr>
                <p14:cNvContentPartPr/>
                <p14:nvPr/>
              </p14:nvContentPartPr>
              <p14:xfrm>
                <a:off x="9178587" y="163880"/>
                <a:ext cx="261000" cy="335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B308DE4-4912-FE3E-150D-9BE1ACEDBD3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60587" y="145880"/>
                  <a:ext cx="2966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56CF4F0-DF81-EA54-1CEF-7C6842A80F0E}"/>
                    </a:ext>
                  </a:extLst>
                </p14:cNvPr>
                <p14:cNvContentPartPr/>
                <p14:nvPr/>
              </p14:nvContentPartPr>
              <p14:xfrm>
                <a:off x="9083907" y="645200"/>
                <a:ext cx="52920" cy="315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56CF4F0-DF81-EA54-1CEF-7C6842A80F0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66267" y="627560"/>
                  <a:ext cx="885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71CEB88-6898-5DB2-A2B1-50F2DC66FAA4}"/>
                    </a:ext>
                  </a:extLst>
                </p14:cNvPr>
                <p14:cNvContentPartPr/>
                <p14:nvPr/>
              </p14:nvContentPartPr>
              <p14:xfrm>
                <a:off x="9360027" y="653840"/>
                <a:ext cx="52920" cy="297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71CEB88-6898-5DB2-A2B1-50F2DC66FAA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42027" y="635840"/>
                  <a:ext cx="88560" cy="33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92E90ED-C631-2F0A-E33A-8DDB8D748003}"/>
              </a:ext>
            </a:extLst>
          </p:cNvPr>
          <p:cNvGrpSpPr/>
          <p:nvPr/>
        </p:nvGrpSpPr>
        <p:grpSpPr>
          <a:xfrm>
            <a:off x="9080667" y="1127600"/>
            <a:ext cx="699120" cy="875160"/>
            <a:chOff x="9080667" y="1127600"/>
            <a:chExt cx="699120" cy="87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D9BA96C-3630-546F-F96B-809CC49DE739}"/>
                    </a:ext>
                  </a:extLst>
                </p14:cNvPr>
                <p14:cNvContentPartPr/>
                <p14:nvPr/>
              </p14:nvContentPartPr>
              <p14:xfrm>
                <a:off x="9080667" y="1127600"/>
                <a:ext cx="80640" cy="347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D9BA96C-3630-546F-F96B-809CC49DE73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63027" y="1109600"/>
                  <a:ext cx="1162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15F5174-E9D9-E361-F764-9262374848D7}"/>
                    </a:ext>
                  </a:extLst>
                </p14:cNvPr>
                <p14:cNvContentPartPr/>
                <p14:nvPr/>
              </p14:nvContentPartPr>
              <p14:xfrm>
                <a:off x="9340227" y="1138040"/>
                <a:ext cx="439560" cy="337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15F5174-E9D9-E361-F764-9262374848D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22227" y="1120040"/>
                  <a:ext cx="4752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AFC9450-A096-BEBE-4386-2C6B009CC282}"/>
                    </a:ext>
                  </a:extLst>
                </p14:cNvPr>
                <p14:cNvContentPartPr/>
                <p14:nvPr/>
              </p14:nvContentPartPr>
              <p14:xfrm>
                <a:off x="9106587" y="1630160"/>
                <a:ext cx="99720" cy="372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AFC9450-A096-BEBE-4386-2C6B009CC28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88587" y="1612160"/>
                  <a:ext cx="13536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768EF48-D18B-0B67-9A68-9B331A12FB1E}"/>
                    </a:ext>
                  </a:extLst>
                </p14:cNvPr>
                <p14:cNvContentPartPr/>
                <p14:nvPr/>
              </p14:nvContentPartPr>
              <p14:xfrm>
                <a:off x="9330867" y="1573280"/>
                <a:ext cx="222840" cy="374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768EF48-D18B-0B67-9A68-9B331A12FB1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13227" y="1555640"/>
                  <a:ext cx="25848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5AE4643-4DBF-4754-EC30-0128826D206E}"/>
              </a:ext>
            </a:extLst>
          </p:cNvPr>
          <p:cNvGrpSpPr/>
          <p:nvPr/>
        </p:nvGrpSpPr>
        <p:grpSpPr>
          <a:xfrm>
            <a:off x="8938467" y="2300480"/>
            <a:ext cx="831240" cy="58320"/>
            <a:chOff x="8938467" y="2300480"/>
            <a:chExt cx="831240" cy="5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A447767-638B-6231-8C2D-D2AF128F964E}"/>
                    </a:ext>
                  </a:extLst>
                </p14:cNvPr>
                <p14:cNvContentPartPr/>
                <p14:nvPr/>
              </p14:nvContentPartPr>
              <p14:xfrm>
                <a:off x="8938467" y="2358440"/>
                <a:ext cx="10620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A447767-638B-6231-8C2D-D2AF128F964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20827" y="2340440"/>
                  <a:ext cx="141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9979033-9F3F-55C1-73BB-8B12F0DA56D9}"/>
                    </a:ext>
                  </a:extLst>
                </p14:cNvPr>
                <p14:cNvContentPartPr/>
                <p14:nvPr/>
              </p14:nvContentPartPr>
              <p14:xfrm>
                <a:off x="9250947" y="2327120"/>
                <a:ext cx="95400" cy="12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9979033-9F3F-55C1-73BB-8B12F0DA56D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32947" y="2309480"/>
                  <a:ext cx="131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0B70FBD-E944-33F1-4ED8-0419D17EE9B7}"/>
                    </a:ext>
                  </a:extLst>
                </p14:cNvPr>
                <p14:cNvContentPartPr/>
                <p14:nvPr/>
              </p14:nvContentPartPr>
              <p14:xfrm>
                <a:off x="9567387" y="2300480"/>
                <a:ext cx="202320" cy="9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0B70FBD-E944-33F1-4ED8-0419D17EE9B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49387" y="2282840"/>
                  <a:ext cx="2379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8B6DBEC-050F-6BC6-077B-B43AC2328CA6}"/>
              </a:ext>
            </a:extLst>
          </p:cNvPr>
          <p:cNvGrpSpPr/>
          <p:nvPr/>
        </p:nvGrpSpPr>
        <p:grpSpPr>
          <a:xfrm>
            <a:off x="8880867" y="2650040"/>
            <a:ext cx="1026720" cy="75240"/>
            <a:chOff x="8880867" y="2650040"/>
            <a:chExt cx="1026720" cy="7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2BCED9A-7634-77E1-5911-6D23885CA7CD}"/>
                    </a:ext>
                  </a:extLst>
                </p14:cNvPr>
                <p14:cNvContentPartPr/>
                <p14:nvPr/>
              </p14:nvContentPartPr>
              <p14:xfrm>
                <a:off x="8880867" y="2722760"/>
                <a:ext cx="143640" cy="2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2BCED9A-7634-77E1-5911-6D23885CA7C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862867" y="2705120"/>
                  <a:ext cx="179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9ADC164-7684-3417-9D58-63477848FD9B}"/>
                    </a:ext>
                  </a:extLst>
                </p14:cNvPr>
                <p14:cNvContentPartPr/>
                <p14:nvPr/>
              </p14:nvContentPartPr>
              <p14:xfrm>
                <a:off x="9272187" y="2691800"/>
                <a:ext cx="145800" cy="10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9ADC164-7684-3417-9D58-63477848FD9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254547" y="2674160"/>
                  <a:ext cx="181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687B6D-24AB-BE13-364A-A646F89CC368}"/>
                    </a:ext>
                  </a:extLst>
                </p14:cNvPr>
                <p14:cNvContentPartPr/>
                <p14:nvPr/>
              </p14:nvContentPartPr>
              <p14:xfrm>
                <a:off x="9664587" y="2650040"/>
                <a:ext cx="243000" cy="25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C687B6D-24AB-BE13-364A-A646F89CC36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46947" y="2632400"/>
                  <a:ext cx="2786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08D8628-5F9F-40A3-F3ED-1604E168B095}"/>
              </a:ext>
            </a:extLst>
          </p:cNvPr>
          <p:cNvGrpSpPr/>
          <p:nvPr/>
        </p:nvGrpSpPr>
        <p:grpSpPr>
          <a:xfrm>
            <a:off x="8518347" y="2930480"/>
            <a:ext cx="3190320" cy="1999800"/>
            <a:chOff x="8518347" y="2930480"/>
            <a:chExt cx="3190320" cy="199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38DC3C7-C367-A3D0-69EA-9FA757D16DFB}"/>
                    </a:ext>
                  </a:extLst>
                </p14:cNvPr>
                <p14:cNvContentPartPr/>
                <p14:nvPr/>
              </p14:nvContentPartPr>
              <p14:xfrm>
                <a:off x="8834787" y="3002120"/>
                <a:ext cx="151200" cy="10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38DC3C7-C367-A3D0-69EA-9FA757D16DF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17147" y="2984120"/>
                  <a:ext cx="186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996984A-7573-352D-5098-A4A1A9D0CE4C}"/>
                    </a:ext>
                  </a:extLst>
                </p14:cNvPr>
                <p14:cNvContentPartPr/>
                <p14:nvPr/>
              </p14:nvContentPartPr>
              <p14:xfrm>
                <a:off x="9492507" y="2930480"/>
                <a:ext cx="376920" cy="37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996984A-7573-352D-5098-A4A1A9D0CE4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74867" y="2912480"/>
                  <a:ext cx="412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0FEF3D3-F21A-AE2A-1F04-8AC9F1D29BA6}"/>
                    </a:ext>
                  </a:extLst>
                </p14:cNvPr>
                <p14:cNvContentPartPr/>
                <p14:nvPr/>
              </p14:nvContentPartPr>
              <p14:xfrm>
                <a:off x="8518347" y="3298400"/>
                <a:ext cx="428040" cy="353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FEF3D3-F21A-AE2A-1F04-8AC9F1D29BA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00347" y="3280400"/>
                  <a:ext cx="4636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BDB1527-7AE3-7458-88F2-C65B92471A56}"/>
                    </a:ext>
                  </a:extLst>
                </p14:cNvPr>
                <p14:cNvContentPartPr/>
                <p14:nvPr/>
              </p14:nvContentPartPr>
              <p14:xfrm>
                <a:off x="9030627" y="3231800"/>
                <a:ext cx="207720" cy="423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BDB1527-7AE3-7458-88F2-C65B92471A5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12627" y="3214160"/>
                  <a:ext cx="24336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064DBEF-A927-AA3B-808F-91F521DFEBBB}"/>
                    </a:ext>
                  </a:extLst>
                </p14:cNvPr>
                <p14:cNvContentPartPr/>
                <p14:nvPr/>
              </p14:nvContentPartPr>
              <p14:xfrm>
                <a:off x="9306027" y="3376880"/>
                <a:ext cx="216720" cy="238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064DBEF-A927-AA3B-808F-91F521DFEBB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88387" y="3358880"/>
                  <a:ext cx="2523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DE578A3-D964-90D5-902E-A77FF80CA8C7}"/>
                    </a:ext>
                  </a:extLst>
                </p14:cNvPr>
                <p14:cNvContentPartPr/>
                <p14:nvPr/>
              </p14:nvContentPartPr>
              <p14:xfrm>
                <a:off x="9569547" y="3302360"/>
                <a:ext cx="354240" cy="290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DE578A3-D964-90D5-902E-A77FF80CA8C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51547" y="3284360"/>
                  <a:ext cx="3898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6332C4C-F8EF-2A29-D0AD-B9E2E4E8275C}"/>
                    </a:ext>
                  </a:extLst>
                </p14:cNvPr>
                <p14:cNvContentPartPr/>
                <p14:nvPr/>
              </p14:nvContentPartPr>
              <p14:xfrm>
                <a:off x="10270827" y="3100400"/>
                <a:ext cx="325440" cy="437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6332C4C-F8EF-2A29-D0AD-B9E2E4E8275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53187" y="3082760"/>
                  <a:ext cx="36108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9499BBA-67A1-D0FF-F80E-1C12615C8AD1}"/>
                    </a:ext>
                  </a:extLst>
                </p14:cNvPr>
                <p14:cNvContentPartPr/>
                <p14:nvPr/>
              </p14:nvContentPartPr>
              <p14:xfrm>
                <a:off x="10386387" y="3293000"/>
                <a:ext cx="288000" cy="2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9499BBA-67A1-D0FF-F80E-1C12615C8AD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68747" y="3275000"/>
                  <a:ext cx="323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0D1E1BC-7A67-DC88-0EAA-F3B91AF8062D}"/>
                    </a:ext>
                  </a:extLst>
                </p14:cNvPr>
                <p14:cNvContentPartPr/>
                <p14:nvPr/>
              </p14:nvContentPartPr>
              <p14:xfrm>
                <a:off x="10549827" y="3235040"/>
                <a:ext cx="269640" cy="648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0D1E1BC-7A67-DC88-0EAA-F3B91AF8062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31827" y="3217400"/>
                  <a:ext cx="30528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0EA480A-1712-2769-AF33-F13019C890D6}"/>
                    </a:ext>
                  </a:extLst>
                </p14:cNvPr>
                <p14:cNvContentPartPr/>
                <p14:nvPr/>
              </p14:nvContentPartPr>
              <p14:xfrm>
                <a:off x="10854387" y="3226760"/>
                <a:ext cx="327960" cy="285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0EA480A-1712-2769-AF33-F13019C890D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836747" y="3208760"/>
                  <a:ext cx="3636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9ABA3EA-1EF9-4466-724D-EC835645FD21}"/>
                    </a:ext>
                  </a:extLst>
                </p14:cNvPr>
                <p14:cNvContentPartPr/>
                <p14:nvPr/>
              </p14:nvContentPartPr>
              <p14:xfrm>
                <a:off x="11098827" y="3106880"/>
                <a:ext cx="25920" cy="27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9ABA3EA-1EF9-4466-724D-EC835645FD2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080827" y="3088880"/>
                  <a:ext cx="61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3168662-B971-B8E9-8AA8-77DE06F08BEE}"/>
                    </a:ext>
                  </a:extLst>
                </p14:cNvPr>
                <p14:cNvContentPartPr/>
                <p14:nvPr/>
              </p14:nvContentPartPr>
              <p14:xfrm>
                <a:off x="11242107" y="3207320"/>
                <a:ext cx="466560" cy="243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3168662-B971-B8E9-8AA8-77DE06F08BE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224107" y="3189680"/>
                  <a:ext cx="5022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2D76F0E-385E-4E12-8A49-2C772BDE314A}"/>
                    </a:ext>
                  </a:extLst>
                </p14:cNvPr>
                <p14:cNvContentPartPr/>
                <p14:nvPr/>
              </p14:nvContentPartPr>
              <p14:xfrm>
                <a:off x="8690427" y="3825800"/>
                <a:ext cx="185040" cy="487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2D76F0E-385E-4E12-8A49-2C772BDE314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72787" y="3808160"/>
                  <a:ext cx="22068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9526AFC-F88A-0416-A649-A52186C8DD44}"/>
                    </a:ext>
                  </a:extLst>
                </p14:cNvPr>
                <p14:cNvContentPartPr/>
                <p14:nvPr/>
              </p14:nvContentPartPr>
              <p14:xfrm>
                <a:off x="8897787" y="4039280"/>
                <a:ext cx="244080" cy="255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9526AFC-F88A-0416-A649-A52186C8DD4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880147" y="4021640"/>
                  <a:ext cx="2797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A9E5E51-1476-4301-1AA7-774BCE5DAD43}"/>
                    </a:ext>
                  </a:extLst>
                </p14:cNvPr>
                <p14:cNvContentPartPr/>
                <p14:nvPr/>
              </p14:nvContentPartPr>
              <p14:xfrm>
                <a:off x="9195507" y="4009040"/>
                <a:ext cx="400680" cy="284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A9E5E51-1476-4301-1AA7-774BCE5DAD4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77507" y="3991400"/>
                  <a:ext cx="4363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75997E3-3B09-57BA-5EAA-47A723F58DA1}"/>
                    </a:ext>
                  </a:extLst>
                </p14:cNvPr>
                <p14:cNvContentPartPr/>
                <p14:nvPr/>
              </p14:nvContentPartPr>
              <p14:xfrm>
                <a:off x="9694107" y="4023080"/>
                <a:ext cx="293760" cy="253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75997E3-3B09-57BA-5EAA-47A723F58DA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76467" y="4005440"/>
                  <a:ext cx="3294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82BB2F5-AAB8-9E1D-0981-2BC53E07538A}"/>
                    </a:ext>
                  </a:extLst>
                </p14:cNvPr>
                <p14:cNvContentPartPr/>
                <p14:nvPr/>
              </p14:nvContentPartPr>
              <p14:xfrm>
                <a:off x="10078587" y="3983480"/>
                <a:ext cx="464040" cy="318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82BB2F5-AAB8-9E1D-0981-2BC53E07538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60587" y="3965480"/>
                  <a:ext cx="4996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4201999-9233-A720-A847-D7D29138B6E9}"/>
                    </a:ext>
                  </a:extLst>
                </p14:cNvPr>
                <p14:cNvContentPartPr/>
                <p14:nvPr/>
              </p14:nvContentPartPr>
              <p14:xfrm>
                <a:off x="9250947" y="4477040"/>
                <a:ext cx="55800" cy="376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4201999-9233-A720-A847-D7D29138B6E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232947" y="4459400"/>
                  <a:ext cx="914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92E30DA-E441-B4EB-F2F3-F176993B0F50}"/>
                    </a:ext>
                  </a:extLst>
                </p14:cNvPr>
                <p14:cNvContentPartPr/>
                <p14:nvPr/>
              </p14:nvContentPartPr>
              <p14:xfrm>
                <a:off x="9532107" y="4394600"/>
                <a:ext cx="496080" cy="535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92E30DA-E441-B4EB-F2F3-F176993B0F5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514107" y="4376960"/>
                  <a:ext cx="531720" cy="57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710FAF3F-1855-3B89-D790-4E0DB9F5DB93}"/>
              </a:ext>
            </a:extLst>
          </p:cNvPr>
          <p:cNvGrpSpPr/>
          <p:nvPr/>
        </p:nvGrpSpPr>
        <p:grpSpPr>
          <a:xfrm>
            <a:off x="7861707" y="5539040"/>
            <a:ext cx="1040760" cy="398160"/>
            <a:chOff x="7861707" y="5539040"/>
            <a:chExt cx="104076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82514F0-7960-B7E6-62F9-84A9EF6E655B}"/>
                    </a:ext>
                  </a:extLst>
                </p14:cNvPr>
                <p14:cNvContentPartPr/>
                <p14:nvPr/>
              </p14:nvContentPartPr>
              <p14:xfrm>
                <a:off x="7861707" y="5557400"/>
                <a:ext cx="273960" cy="379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82514F0-7960-B7E6-62F9-84A9EF6E655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843707" y="5539400"/>
                  <a:ext cx="3096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CC0B324-863C-4C0B-5281-29B22BF5A38A}"/>
                    </a:ext>
                  </a:extLst>
                </p14:cNvPr>
                <p14:cNvContentPartPr/>
                <p14:nvPr/>
              </p14:nvContentPartPr>
              <p14:xfrm>
                <a:off x="8171667" y="5700320"/>
                <a:ext cx="202320" cy="216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CC0B324-863C-4C0B-5281-29B22BF5A38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153667" y="5682680"/>
                  <a:ext cx="2379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55D7413-4600-BDBA-C54F-6FC8C40A37FC}"/>
                    </a:ext>
                  </a:extLst>
                </p14:cNvPr>
                <p14:cNvContentPartPr/>
                <p14:nvPr/>
              </p14:nvContentPartPr>
              <p14:xfrm>
                <a:off x="8400987" y="5539040"/>
                <a:ext cx="366840" cy="3708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55D7413-4600-BDBA-C54F-6FC8C40A37F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383347" y="5521400"/>
                  <a:ext cx="4024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F262E37-48D3-497F-B65A-EFE0B08B0FDE}"/>
                    </a:ext>
                  </a:extLst>
                </p14:cNvPr>
                <p14:cNvContentPartPr/>
                <p14:nvPr/>
              </p14:nvContentPartPr>
              <p14:xfrm>
                <a:off x="8697987" y="5730920"/>
                <a:ext cx="204480" cy="21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F262E37-48D3-497F-B65A-EFE0B08B0FD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679987" y="5713280"/>
                  <a:ext cx="24012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A3C04990-B86E-1A77-DBA7-B1548AF8475F}"/>
              </a:ext>
            </a:extLst>
          </p:cNvPr>
          <p:cNvGrpSpPr/>
          <p:nvPr/>
        </p:nvGrpSpPr>
        <p:grpSpPr>
          <a:xfrm>
            <a:off x="9226827" y="5512760"/>
            <a:ext cx="1563120" cy="410040"/>
            <a:chOff x="9226827" y="5512760"/>
            <a:chExt cx="156312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3EF1966-6345-479B-FF00-1729B83D6426}"/>
                    </a:ext>
                  </a:extLst>
                </p14:cNvPr>
                <p14:cNvContentPartPr/>
                <p14:nvPr/>
              </p14:nvContentPartPr>
              <p14:xfrm>
                <a:off x="9226827" y="5535800"/>
                <a:ext cx="221040" cy="3528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3EF1966-6345-479B-FF00-1729B83D642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209187" y="5518160"/>
                  <a:ext cx="2566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6FE028E-D9DB-44C6-8D03-CCE2A2004CD6}"/>
                    </a:ext>
                  </a:extLst>
                </p14:cNvPr>
                <p14:cNvContentPartPr/>
                <p14:nvPr/>
              </p14:nvContentPartPr>
              <p14:xfrm>
                <a:off x="9508707" y="5681960"/>
                <a:ext cx="178920" cy="1980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6FE028E-D9DB-44C6-8D03-CCE2A2004CD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490707" y="5664320"/>
                  <a:ext cx="2145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1E3B70B-D47D-B572-2F14-132AA8C4E473}"/>
                    </a:ext>
                  </a:extLst>
                </p14:cNvPr>
                <p14:cNvContentPartPr/>
                <p14:nvPr/>
              </p14:nvContentPartPr>
              <p14:xfrm>
                <a:off x="9706347" y="5697080"/>
                <a:ext cx="289080" cy="2055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1E3B70B-D47D-B572-2F14-132AA8C4E47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688707" y="5679080"/>
                  <a:ext cx="324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9D8829B-CD29-ED5C-FEC8-FD6D66437DBC}"/>
                    </a:ext>
                  </a:extLst>
                </p14:cNvPr>
                <p14:cNvContentPartPr/>
                <p14:nvPr/>
              </p14:nvContentPartPr>
              <p14:xfrm>
                <a:off x="10063467" y="5512760"/>
                <a:ext cx="127800" cy="344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9D8829B-CD29-ED5C-FEC8-FD6D66437DB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045827" y="5495120"/>
                  <a:ext cx="1634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722EA1D-662B-A83A-35B5-BED26C84CA9B}"/>
                    </a:ext>
                  </a:extLst>
                </p14:cNvPr>
                <p14:cNvContentPartPr/>
                <p14:nvPr/>
              </p14:nvContentPartPr>
              <p14:xfrm>
                <a:off x="10229427" y="5684840"/>
                <a:ext cx="412200" cy="2250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722EA1D-662B-A83A-35B5-BED26C84CA9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211427" y="5667200"/>
                  <a:ext cx="4478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8AC3A0B-AF4C-9DCA-9AA3-8F23F2825D72}"/>
                    </a:ext>
                  </a:extLst>
                </p14:cNvPr>
                <p14:cNvContentPartPr/>
                <p14:nvPr/>
              </p14:nvContentPartPr>
              <p14:xfrm>
                <a:off x="10736307" y="5648840"/>
                <a:ext cx="47520" cy="356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8AC3A0B-AF4C-9DCA-9AA3-8F23F2825D7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718307" y="5630840"/>
                  <a:ext cx="83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F746C64-BCAF-5A01-7C7B-F6AA3689A184}"/>
                    </a:ext>
                  </a:extLst>
                </p14:cNvPr>
                <p14:cNvContentPartPr/>
                <p14:nvPr/>
              </p14:nvContentPartPr>
              <p14:xfrm>
                <a:off x="10751067" y="5833520"/>
                <a:ext cx="38880" cy="892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F746C64-BCAF-5A01-7C7B-F6AA3689A18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733427" y="5815880"/>
                  <a:ext cx="7452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C288FEDB-D8C8-4710-DFA4-023B22F13A8D}"/>
              </a:ext>
            </a:extLst>
          </p:cNvPr>
          <p:cNvGrpSpPr/>
          <p:nvPr/>
        </p:nvGrpSpPr>
        <p:grpSpPr>
          <a:xfrm>
            <a:off x="11076147" y="5582960"/>
            <a:ext cx="851040" cy="401760"/>
            <a:chOff x="11076147" y="5582960"/>
            <a:chExt cx="851040" cy="40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CE37CAC-011E-7D93-FCB6-54800528EDD2}"/>
                    </a:ext>
                  </a:extLst>
                </p14:cNvPr>
                <p14:cNvContentPartPr/>
                <p14:nvPr/>
              </p14:nvContentPartPr>
              <p14:xfrm>
                <a:off x="11625147" y="5616800"/>
                <a:ext cx="302040" cy="3668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CE37CAC-011E-7D93-FCB6-54800528EDD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607507" y="5598800"/>
                  <a:ext cx="3376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378535F-17F5-4C35-4BA9-738D3DADDD5A}"/>
                    </a:ext>
                  </a:extLst>
                </p14:cNvPr>
                <p14:cNvContentPartPr/>
                <p14:nvPr/>
              </p14:nvContentPartPr>
              <p14:xfrm>
                <a:off x="11076147" y="5582960"/>
                <a:ext cx="376200" cy="4017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378535F-17F5-4C35-4BA9-738D3DADDD5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058507" y="5564960"/>
                  <a:ext cx="411840" cy="43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C6A9C8E-7F1D-B0F7-988C-19BA46E4A7A7}"/>
                  </a:ext>
                </a:extLst>
              </p14:cNvPr>
              <p14:cNvContentPartPr/>
              <p14:nvPr/>
            </p14:nvContentPartPr>
            <p14:xfrm>
              <a:off x="7009587" y="3084920"/>
              <a:ext cx="203760" cy="2682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C6A9C8E-7F1D-B0F7-988C-19BA46E4A7A7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991947" y="3066920"/>
                <a:ext cx="239400" cy="30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1CB4DC48-86C0-B45A-BE02-5DC544730278}"/>
              </a:ext>
            </a:extLst>
          </p:cNvPr>
          <p:cNvGrpSpPr/>
          <p:nvPr/>
        </p:nvGrpSpPr>
        <p:grpSpPr>
          <a:xfrm>
            <a:off x="5740587" y="3050000"/>
            <a:ext cx="815760" cy="162000"/>
            <a:chOff x="5740587" y="3050000"/>
            <a:chExt cx="815760" cy="16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D9BC004-7F3B-4DC0-3607-EBE48D8988EB}"/>
                    </a:ext>
                  </a:extLst>
                </p14:cNvPr>
                <p14:cNvContentPartPr/>
                <p14:nvPr/>
              </p14:nvContentPartPr>
              <p14:xfrm>
                <a:off x="6296427" y="3077000"/>
                <a:ext cx="259920" cy="135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D9BC004-7F3B-4DC0-3607-EBE48D8988E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278427" y="3059000"/>
                  <a:ext cx="2955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7F3657B-E0B3-9370-862A-94FF7A75E4E4}"/>
                    </a:ext>
                  </a:extLst>
                </p14:cNvPr>
                <p14:cNvContentPartPr/>
                <p14:nvPr/>
              </p14:nvContentPartPr>
              <p14:xfrm>
                <a:off x="5740587" y="3050000"/>
                <a:ext cx="330120" cy="135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7F3657B-E0B3-9370-862A-94FF7A75E4E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722947" y="3032360"/>
                  <a:ext cx="3657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FE525EC-8EE6-16A4-EBE3-2FD0B7962950}"/>
              </a:ext>
            </a:extLst>
          </p:cNvPr>
          <p:cNvGrpSpPr/>
          <p:nvPr/>
        </p:nvGrpSpPr>
        <p:grpSpPr>
          <a:xfrm>
            <a:off x="4747707" y="3100760"/>
            <a:ext cx="610920" cy="158400"/>
            <a:chOff x="4747707" y="3100760"/>
            <a:chExt cx="610920" cy="15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56905AC-3628-6E3B-43F7-77C609137F82}"/>
                    </a:ext>
                  </a:extLst>
                </p14:cNvPr>
                <p14:cNvContentPartPr/>
                <p14:nvPr/>
              </p14:nvContentPartPr>
              <p14:xfrm>
                <a:off x="5099427" y="3104360"/>
                <a:ext cx="259200" cy="135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56905AC-3628-6E3B-43F7-77C609137F8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081427" y="3086720"/>
                  <a:ext cx="2948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DAA4A78-ED0C-F0D5-2123-0CC9209CD625}"/>
                    </a:ext>
                  </a:extLst>
                </p14:cNvPr>
                <p14:cNvContentPartPr/>
                <p14:nvPr/>
              </p14:nvContentPartPr>
              <p14:xfrm>
                <a:off x="4747707" y="3100760"/>
                <a:ext cx="290160" cy="158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DAA4A78-ED0C-F0D5-2123-0CC9209CD62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729707" y="3082760"/>
                  <a:ext cx="32580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EA06BCE-FBA1-5671-2807-50E83560426F}"/>
                  </a:ext>
                </a:extLst>
              </p14:cNvPr>
              <p14:cNvContentPartPr/>
              <p14:nvPr/>
            </p14:nvContentPartPr>
            <p14:xfrm>
              <a:off x="5442867" y="2307680"/>
              <a:ext cx="142560" cy="1375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EA06BCE-FBA1-5671-2807-50E83560426F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5425227" y="2290040"/>
                <a:ext cx="178200" cy="17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22A6447-2561-90AA-5703-83E4A652EFDF}"/>
              </a:ext>
            </a:extLst>
          </p:cNvPr>
          <p:cNvGrpSpPr/>
          <p:nvPr/>
        </p:nvGrpSpPr>
        <p:grpSpPr>
          <a:xfrm>
            <a:off x="367947" y="1208600"/>
            <a:ext cx="4818600" cy="4016520"/>
            <a:chOff x="367947" y="1208600"/>
            <a:chExt cx="4818600" cy="401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931EE70-D06D-83F0-D563-C27A3011EDF8}"/>
                    </a:ext>
                  </a:extLst>
                </p14:cNvPr>
                <p14:cNvContentPartPr/>
                <p14:nvPr/>
              </p14:nvContentPartPr>
              <p14:xfrm>
                <a:off x="4319667" y="3294080"/>
                <a:ext cx="192960" cy="270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931EE70-D06D-83F0-D563-C27A3011EDF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302027" y="3276080"/>
                  <a:ext cx="2286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1EFAA35-02A6-38C7-45E9-247F997DA4F4}"/>
                    </a:ext>
                  </a:extLst>
                </p14:cNvPr>
                <p14:cNvContentPartPr/>
                <p14:nvPr/>
              </p14:nvContentPartPr>
              <p14:xfrm>
                <a:off x="4572027" y="3501440"/>
                <a:ext cx="214560" cy="168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1EFAA35-02A6-38C7-45E9-247F997DA4F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554387" y="3483440"/>
                  <a:ext cx="250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98C65DE-D5FB-9362-8CA6-4426A7EFB937}"/>
                    </a:ext>
                  </a:extLst>
                </p14:cNvPr>
                <p14:cNvContentPartPr/>
                <p14:nvPr/>
              </p14:nvContentPartPr>
              <p14:xfrm>
                <a:off x="4960467" y="3497120"/>
                <a:ext cx="226080" cy="146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98C65DE-D5FB-9362-8CA6-4426A7EFB93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942467" y="3479480"/>
                  <a:ext cx="261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E4C1202-00AB-72DF-2B52-FAABFD4FAA1D}"/>
                    </a:ext>
                  </a:extLst>
                </p14:cNvPr>
                <p14:cNvContentPartPr/>
                <p14:nvPr/>
              </p14:nvContentPartPr>
              <p14:xfrm>
                <a:off x="382347" y="1538360"/>
                <a:ext cx="305280" cy="282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E4C1202-00AB-72DF-2B52-FAABFD4FAA1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64707" y="1520360"/>
                  <a:ext cx="3409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9D0C951-7223-0C13-B3C1-5A9A6DD51401}"/>
                    </a:ext>
                  </a:extLst>
                </p14:cNvPr>
                <p14:cNvContentPartPr/>
                <p14:nvPr/>
              </p14:nvContentPartPr>
              <p14:xfrm>
                <a:off x="723267" y="1524680"/>
                <a:ext cx="371520" cy="270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9D0C951-7223-0C13-B3C1-5A9A6DD5140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5627" y="1506680"/>
                  <a:ext cx="4071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3058F11-D9D5-7D3B-4976-D027E84A0E2F}"/>
                    </a:ext>
                  </a:extLst>
                </p14:cNvPr>
                <p14:cNvContentPartPr/>
                <p14:nvPr/>
              </p14:nvContentPartPr>
              <p14:xfrm>
                <a:off x="1099107" y="1485440"/>
                <a:ext cx="283680" cy="271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3058F11-D9D5-7D3B-4976-D027E84A0E2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81107" y="1467440"/>
                  <a:ext cx="3193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762B1D9-3290-FBE4-7B4F-1BD6FCB31E47}"/>
                    </a:ext>
                  </a:extLst>
                </p14:cNvPr>
                <p14:cNvContentPartPr/>
                <p14:nvPr/>
              </p14:nvContentPartPr>
              <p14:xfrm>
                <a:off x="1388547" y="1283840"/>
                <a:ext cx="227160" cy="414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762B1D9-3290-FBE4-7B4F-1BD6FCB31E4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370907" y="1266200"/>
                  <a:ext cx="26280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94C7436-264B-A06E-CFE1-4F109F8C1FF6}"/>
                    </a:ext>
                  </a:extLst>
                </p14:cNvPr>
                <p14:cNvContentPartPr/>
                <p14:nvPr/>
              </p14:nvContentPartPr>
              <p14:xfrm>
                <a:off x="1618587" y="1239560"/>
                <a:ext cx="560880" cy="418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94C7436-264B-A06E-CFE1-4F109F8C1FF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600587" y="1221560"/>
                  <a:ext cx="5965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3DF4974-77F6-493F-7ADE-353403B09167}"/>
                    </a:ext>
                  </a:extLst>
                </p14:cNvPr>
                <p14:cNvContentPartPr/>
                <p14:nvPr/>
              </p14:nvContentPartPr>
              <p14:xfrm>
                <a:off x="2276307" y="1340360"/>
                <a:ext cx="284760" cy="66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3DF4974-77F6-493F-7ADE-353403B0916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258307" y="1322360"/>
                  <a:ext cx="320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63896EB-E8CF-8853-CE07-3A5CBD8DC71E}"/>
                    </a:ext>
                  </a:extLst>
                </p14:cNvPr>
                <p14:cNvContentPartPr/>
                <p14:nvPr/>
              </p14:nvContentPartPr>
              <p14:xfrm>
                <a:off x="2332827" y="1453760"/>
                <a:ext cx="282600" cy="66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63896EB-E8CF-8853-CE07-3A5CBD8DC71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315187" y="1435760"/>
                  <a:ext cx="3182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4DE4985-01B9-2027-B578-ABEAEB531BEE}"/>
                    </a:ext>
                  </a:extLst>
                </p14:cNvPr>
                <p14:cNvContentPartPr/>
                <p14:nvPr/>
              </p14:nvContentPartPr>
              <p14:xfrm>
                <a:off x="2756547" y="1208600"/>
                <a:ext cx="275040" cy="326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4DE4985-01B9-2027-B578-ABEAEB531BE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738907" y="1190960"/>
                  <a:ext cx="3106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8C50801-B6B3-5F4F-A26A-9780BA277810}"/>
                    </a:ext>
                  </a:extLst>
                </p14:cNvPr>
                <p14:cNvContentPartPr/>
                <p14:nvPr/>
              </p14:nvContentPartPr>
              <p14:xfrm>
                <a:off x="3103947" y="1835360"/>
                <a:ext cx="25920" cy="22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8C50801-B6B3-5F4F-A26A-9780BA27781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085947" y="1817360"/>
                  <a:ext cx="61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D6DD9BA-2A86-988A-AB22-99D4A4A7E63B}"/>
                    </a:ext>
                  </a:extLst>
                </p14:cNvPr>
                <p14:cNvContentPartPr/>
                <p14:nvPr/>
              </p14:nvContentPartPr>
              <p14:xfrm>
                <a:off x="3072987" y="1664720"/>
                <a:ext cx="2076120" cy="1819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D6DD9BA-2A86-988A-AB22-99D4A4A7E63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055347" y="1647080"/>
                  <a:ext cx="2111760" cy="18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A99B450-87E4-713F-52F1-1EBB3E7400C0}"/>
                    </a:ext>
                  </a:extLst>
                </p14:cNvPr>
                <p14:cNvContentPartPr/>
                <p14:nvPr/>
              </p14:nvContentPartPr>
              <p14:xfrm>
                <a:off x="367947" y="2205080"/>
                <a:ext cx="305640" cy="529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A99B450-87E4-713F-52F1-1EBB3E7400C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49947" y="2187080"/>
                  <a:ext cx="34128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EDE38C9-C0BF-5F89-E3AF-1691EF86BD00}"/>
                    </a:ext>
                  </a:extLst>
                </p14:cNvPr>
                <p14:cNvContentPartPr/>
                <p14:nvPr/>
              </p14:nvContentPartPr>
              <p14:xfrm>
                <a:off x="772947" y="2429000"/>
                <a:ext cx="246960" cy="285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EDE38C9-C0BF-5F89-E3AF-1691EF86BD0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54947" y="2411000"/>
                  <a:ext cx="2826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0DA1C65-CE58-70D5-B00D-5FD7AA945DAC}"/>
                    </a:ext>
                  </a:extLst>
                </p14:cNvPr>
                <p14:cNvContentPartPr/>
                <p14:nvPr/>
              </p14:nvContentPartPr>
              <p14:xfrm>
                <a:off x="456147" y="3000680"/>
                <a:ext cx="304200" cy="276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0DA1C65-CE58-70D5-B00D-5FD7AA945DA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38147" y="2982680"/>
                  <a:ext cx="3398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FB2E7FE-1700-08ED-C017-F87F86C5AA80}"/>
                    </a:ext>
                  </a:extLst>
                </p14:cNvPr>
                <p14:cNvContentPartPr/>
                <p14:nvPr/>
              </p14:nvContentPartPr>
              <p14:xfrm>
                <a:off x="821907" y="3017960"/>
                <a:ext cx="96480" cy="4654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FB2E7FE-1700-08ED-C017-F87F86C5AA8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03907" y="3000320"/>
                  <a:ext cx="13212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0188C95-A3E4-D582-11D0-A1F543CC2B83}"/>
                    </a:ext>
                  </a:extLst>
                </p14:cNvPr>
                <p14:cNvContentPartPr/>
                <p14:nvPr/>
              </p14:nvContentPartPr>
              <p14:xfrm>
                <a:off x="806787" y="2983040"/>
                <a:ext cx="190440" cy="228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0188C95-A3E4-D582-11D0-A1F543CC2B8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89147" y="2965040"/>
                  <a:ext cx="2260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FE460E8-33EB-7823-5270-B737C85E2B7B}"/>
                    </a:ext>
                  </a:extLst>
                </p14:cNvPr>
                <p14:cNvContentPartPr/>
                <p14:nvPr/>
              </p14:nvContentPartPr>
              <p14:xfrm>
                <a:off x="1114947" y="2984840"/>
                <a:ext cx="77400" cy="513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FE460E8-33EB-7823-5270-B737C85E2B7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96947" y="2967200"/>
                  <a:ext cx="11304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E645B22-89BA-6C21-305B-27C77547CD6D}"/>
                    </a:ext>
                  </a:extLst>
                </p14:cNvPr>
                <p14:cNvContentPartPr/>
                <p14:nvPr/>
              </p14:nvContentPartPr>
              <p14:xfrm>
                <a:off x="1047267" y="2962520"/>
                <a:ext cx="212760" cy="244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E645B22-89BA-6C21-305B-27C77547CD6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29627" y="2944520"/>
                  <a:ext cx="2484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258A326-AF9E-5346-8798-A47F98D4C986}"/>
                    </a:ext>
                  </a:extLst>
                </p14:cNvPr>
                <p14:cNvContentPartPr/>
                <p14:nvPr/>
              </p14:nvContentPartPr>
              <p14:xfrm>
                <a:off x="1316907" y="2844800"/>
                <a:ext cx="682560" cy="306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258A326-AF9E-5346-8798-A47F98D4C98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99267" y="2827160"/>
                  <a:ext cx="7182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84546B3-8298-B7A9-9525-1F80E963350B}"/>
                    </a:ext>
                  </a:extLst>
                </p14:cNvPr>
                <p14:cNvContentPartPr/>
                <p14:nvPr/>
              </p14:nvContentPartPr>
              <p14:xfrm>
                <a:off x="444627" y="3521240"/>
                <a:ext cx="437400" cy="536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84546B3-8298-B7A9-9525-1F80E963350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26627" y="3503600"/>
                  <a:ext cx="47304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A34923E-F351-7C4B-0BC3-C2D65FBE9051}"/>
                    </a:ext>
                  </a:extLst>
                </p14:cNvPr>
                <p14:cNvContentPartPr/>
                <p14:nvPr/>
              </p14:nvContentPartPr>
              <p14:xfrm>
                <a:off x="806787" y="3671360"/>
                <a:ext cx="67680" cy="24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A34923E-F351-7C4B-0BC3-C2D65FBE905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89147" y="3653720"/>
                  <a:ext cx="1033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C5B9A1B-650C-3D97-3F5B-0C91C15FC389}"/>
                    </a:ext>
                  </a:extLst>
                </p14:cNvPr>
                <p14:cNvContentPartPr/>
                <p14:nvPr/>
              </p14:nvContentPartPr>
              <p14:xfrm>
                <a:off x="791307" y="3723920"/>
                <a:ext cx="452880" cy="8658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C5B9A1B-650C-3D97-3F5B-0C91C15FC38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73667" y="3705920"/>
                  <a:ext cx="488520" cy="90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8262443-8889-1194-957B-939438F8FB76}"/>
                    </a:ext>
                  </a:extLst>
                </p14:cNvPr>
                <p14:cNvContentPartPr/>
                <p14:nvPr/>
              </p14:nvContentPartPr>
              <p14:xfrm>
                <a:off x="1292427" y="3723920"/>
                <a:ext cx="33480" cy="2070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8262443-8889-1194-957B-939438F8FB7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274427" y="3706280"/>
                  <a:ext cx="69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D751F5C-D22C-01E3-2200-A2BD341AEF28}"/>
                    </a:ext>
                  </a:extLst>
                </p14:cNvPr>
                <p14:cNvContentPartPr/>
                <p14:nvPr/>
              </p14:nvContentPartPr>
              <p14:xfrm>
                <a:off x="1152387" y="3500360"/>
                <a:ext cx="104040" cy="115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D751F5C-D22C-01E3-2200-A2BD341AEF2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34387" y="3482360"/>
                  <a:ext cx="1396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34E7B23-43F2-C64D-E9E8-CC96384C1AEA}"/>
                    </a:ext>
                  </a:extLst>
                </p14:cNvPr>
                <p14:cNvContentPartPr/>
                <p14:nvPr/>
              </p14:nvContentPartPr>
              <p14:xfrm>
                <a:off x="1546587" y="3480200"/>
                <a:ext cx="166680" cy="426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34E7B23-43F2-C64D-E9E8-CC96384C1AE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528587" y="3462200"/>
                  <a:ext cx="20232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15A0B07-AE0E-0C25-C637-6083C2114D16}"/>
                    </a:ext>
                  </a:extLst>
                </p14:cNvPr>
                <p14:cNvContentPartPr/>
                <p14:nvPr/>
              </p14:nvContentPartPr>
              <p14:xfrm>
                <a:off x="1433547" y="3646880"/>
                <a:ext cx="431280" cy="75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15A0B07-AE0E-0C25-C637-6083C2114D1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415547" y="3628880"/>
                  <a:ext cx="466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2BD6E85-F0E2-B40D-5529-7BB04E7493D8}"/>
                    </a:ext>
                  </a:extLst>
                </p14:cNvPr>
                <p14:cNvContentPartPr/>
                <p14:nvPr/>
              </p14:nvContentPartPr>
              <p14:xfrm>
                <a:off x="423027" y="4731200"/>
                <a:ext cx="48600" cy="189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2BD6E85-F0E2-B40D-5529-7BB04E7493D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05027" y="4713200"/>
                  <a:ext cx="84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D229246-AE87-3472-3FEF-03B0DA759BCC}"/>
                    </a:ext>
                  </a:extLst>
                </p14:cNvPr>
                <p14:cNvContentPartPr/>
                <p14:nvPr/>
              </p14:nvContentPartPr>
              <p14:xfrm>
                <a:off x="553347" y="4750280"/>
                <a:ext cx="89280" cy="1962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D229246-AE87-3472-3FEF-03B0DA759BC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35707" y="4732640"/>
                  <a:ext cx="1249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5DA5E6A-3024-B60F-5AFB-FA898F3F2758}"/>
                    </a:ext>
                  </a:extLst>
                </p14:cNvPr>
                <p14:cNvContentPartPr/>
                <p14:nvPr/>
              </p14:nvContentPartPr>
              <p14:xfrm>
                <a:off x="1145907" y="4546160"/>
                <a:ext cx="212040" cy="678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5DA5E6A-3024-B60F-5AFB-FA898F3F275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27907" y="4528160"/>
                  <a:ext cx="24768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1DEB367-D50E-C40A-CF79-04AC093356CC}"/>
                    </a:ext>
                  </a:extLst>
                </p14:cNvPr>
                <p14:cNvContentPartPr/>
                <p14:nvPr/>
              </p14:nvContentPartPr>
              <p14:xfrm>
                <a:off x="944667" y="4935320"/>
                <a:ext cx="444240" cy="88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1DEB367-D50E-C40A-CF79-04AC093356C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27027" y="4917680"/>
                  <a:ext cx="479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BD3382E-9AB5-6AA6-EE47-A989B25C9DBD}"/>
                    </a:ext>
                  </a:extLst>
                </p14:cNvPr>
                <p14:cNvContentPartPr/>
                <p14:nvPr/>
              </p14:nvContentPartPr>
              <p14:xfrm>
                <a:off x="1357587" y="4879880"/>
                <a:ext cx="272880" cy="296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BD3382E-9AB5-6AA6-EE47-A989B25C9DB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339587" y="4861880"/>
                  <a:ext cx="3085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5A763D7-3511-438F-4ACF-0F66774495DB}"/>
                    </a:ext>
                  </a:extLst>
                </p14:cNvPr>
                <p14:cNvContentPartPr/>
                <p14:nvPr/>
              </p14:nvContentPartPr>
              <p14:xfrm>
                <a:off x="1641627" y="4884920"/>
                <a:ext cx="261360" cy="2829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5A763D7-3511-438F-4ACF-0F66774495D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623987" y="4867280"/>
                  <a:ext cx="2970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8F54C28-88DD-9C63-8E29-A095831B9A43}"/>
                    </a:ext>
                  </a:extLst>
                </p14:cNvPr>
                <p14:cNvContentPartPr/>
                <p14:nvPr/>
              </p14:nvContentPartPr>
              <p14:xfrm>
                <a:off x="1922067" y="4850000"/>
                <a:ext cx="239040" cy="304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8F54C28-88DD-9C63-8E29-A095831B9A4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904427" y="4832000"/>
                  <a:ext cx="2746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5607298-1853-2AB0-F2B7-91535DFCF87F}"/>
                    </a:ext>
                  </a:extLst>
                </p14:cNvPr>
                <p14:cNvContentPartPr/>
                <p14:nvPr/>
              </p14:nvContentPartPr>
              <p14:xfrm>
                <a:off x="2207907" y="4806800"/>
                <a:ext cx="263520" cy="2570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5607298-1853-2AB0-F2B7-91535DFCF87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189907" y="4789160"/>
                  <a:ext cx="2991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D0234D3-07AA-E552-0A37-ED3AE5E330D8}"/>
                    </a:ext>
                  </a:extLst>
                </p14:cNvPr>
                <p14:cNvContentPartPr/>
                <p14:nvPr/>
              </p14:nvContentPartPr>
              <p14:xfrm>
                <a:off x="2465307" y="4745960"/>
                <a:ext cx="435600" cy="337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D0234D3-07AA-E552-0A37-ED3AE5E330D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447307" y="4728320"/>
                  <a:ext cx="4712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1AD1BE9-CC8F-0E1B-1231-E1D169032330}"/>
                    </a:ext>
                  </a:extLst>
                </p14:cNvPr>
                <p14:cNvContentPartPr/>
                <p14:nvPr/>
              </p14:nvContentPartPr>
              <p14:xfrm>
                <a:off x="3002427" y="4549400"/>
                <a:ext cx="16560" cy="162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1AD1BE9-CC8F-0E1B-1231-E1D16903233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984427" y="4531400"/>
                  <a:ext cx="522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4ECF8F8-C707-F787-79CB-11939C40A721}"/>
                    </a:ext>
                  </a:extLst>
                </p14:cNvPr>
                <p14:cNvContentPartPr/>
                <p14:nvPr/>
              </p14:nvContentPartPr>
              <p14:xfrm>
                <a:off x="3092067" y="4570640"/>
                <a:ext cx="18360" cy="149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4ECF8F8-C707-F787-79CB-11939C40A72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074427" y="4553000"/>
                  <a:ext cx="54000" cy="184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3509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FE83-D6E7-91FC-C87B-B9870D28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25A2FB-94C4-DA36-384D-6046421E1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20FC505-A81E-3586-7D8B-8F7DBCE32B3D}"/>
                  </a:ext>
                </a:extLst>
              </p14:cNvPr>
              <p14:cNvContentPartPr/>
              <p14:nvPr/>
            </p14:nvContentPartPr>
            <p14:xfrm>
              <a:off x="7009587" y="3084920"/>
              <a:ext cx="203760" cy="2682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20FC505-A81E-3586-7D8B-8F7DBCE32B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91947" y="3066920"/>
                <a:ext cx="239400" cy="30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83CC6257-C936-5D78-428E-26354050493D}"/>
              </a:ext>
            </a:extLst>
          </p:cNvPr>
          <p:cNvGrpSpPr/>
          <p:nvPr/>
        </p:nvGrpSpPr>
        <p:grpSpPr>
          <a:xfrm>
            <a:off x="5740587" y="3050000"/>
            <a:ext cx="815760" cy="162000"/>
            <a:chOff x="5740587" y="3050000"/>
            <a:chExt cx="815760" cy="16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B1BBBBA-49E4-EA16-BDC9-41222115F9B3}"/>
                    </a:ext>
                  </a:extLst>
                </p14:cNvPr>
                <p14:cNvContentPartPr/>
                <p14:nvPr/>
              </p14:nvContentPartPr>
              <p14:xfrm>
                <a:off x="6296427" y="3077000"/>
                <a:ext cx="259920" cy="135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B1BBBBA-49E4-EA16-BDC9-41222115F9B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78427" y="3059000"/>
                  <a:ext cx="2955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7E458C8-9227-1F0B-58F4-D33904354A7F}"/>
                    </a:ext>
                  </a:extLst>
                </p14:cNvPr>
                <p14:cNvContentPartPr/>
                <p14:nvPr/>
              </p14:nvContentPartPr>
              <p14:xfrm>
                <a:off x="5740587" y="3050000"/>
                <a:ext cx="330120" cy="135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7E458C8-9227-1F0B-58F4-D33904354A7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22947" y="3032360"/>
                  <a:ext cx="3657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008AD52-7039-9AFE-B28F-699A32D38626}"/>
              </a:ext>
            </a:extLst>
          </p:cNvPr>
          <p:cNvGrpSpPr/>
          <p:nvPr/>
        </p:nvGrpSpPr>
        <p:grpSpPr>
          <a:xfrm>
            <a:off x="4747707" y="3100760"/>
            <a:ext cx="610920" cy="158400"/>
            <a:chOff x="4747707" y="3100760"/>
            <a:chExt cx="610920" cy="15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7B687A3-D0E2-AD0F-C4EA-21E49CBC2EB2}"/>
                    </a:ext>
                  </a:extLst>
                </p14:cNvPr>
                <p14:cNvContentPartPr/>
                <p14:nvPr/>
              </p14:nvContentPartPr>
              <p14:xfrm>
                <a:off x="5099427" y="3104360"/>
                <a:ext cx="259200" cy="135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7B687A3-D0E2-AD0F-C4EA-21E49CBC2EB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81427" y="3086720"/>
                  <a:ext cx="2948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46F9AE3-EC20-77D0-6845-1A2BBBCA2152}"/>
                    </a:ext>
                  </a:extLst>
                </p14:cNvPr>
                <p14:cNvContentPartPr/>
                <p14:nvPr/>
              </p14:nvContentPartPr>
              <p14:xfrm>
                <a:off x="4747707" y="3100760"/>
                <a:ext cx="290160" cy="158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46F9AE3-EC20-77D0-6845-1A2BBBCA215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729707" y="3082760"/>
                  <a:ext cx="32580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AD8D6A5-8940-E111-3FD5-15FB39574DF7}"/>
                  </a:ext>
                </a:extLst>
              </p14:cNvPr>
              <p14:cNvContentPartPr/>
              <p14:nvPr/>
            </p14:nvContentPartPr>
            <p14:xfrm>
              <a:off x="5442867" y="2307680"/>
              <a:ext cx="142560" cy="1375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AD8D6A5-8940-E111-3FD5-15FB39574DF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25227" y="2290040"/>
                <a:ext cx="178200" cy="17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58D5856-6AC0-B79A-921B-7CCA97D21536}"/>
              </a:ext>
            </a:extLst>
          </p:cNvPr>
          <p:cNvGrpSpPr/>
          <p:nvPr/>
        </p:nvGrpSpPr>
        <p:grpSpPr>
          <a:xfrm>
            <a:off x="367947" y="1208600"/>
            <a:ext cx="4818600" cy="4016520"/>
            <a:chOff x="367947" y="1208600"/>
            <a:chExt cx="4818600" cy="401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749FB2F-B90B-D57A-F0DA-986ED56E3C77}"/>
                    </a:ext>
                  </a:extLst>
                </p14:cNvPr>
                <p14:cNvContentPartPr/>
                <p14:nvPr/>
              </p14:nvContentPartPr>
              <p14:xfrm>
                <a:off x="4319667" y="3294080"/>
                <a:ext cx="192960" cy="270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749FB2F-B90B-D57A-F0DA-986ED56E3C7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02027" y="3276080"/>
                  <a:ext cx="2286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F95BA21-1318-9E84-E262-29E048CE036B}"/>
                    </a:ext>
                  </a:extLst>
                </p14:cNvPr>
                <p14:cNvContentPartPr/>
                <p14:nvPr/>
              </p14:nvContentPartPr>
              <p14:xfrm>
                <a:off x="4572027" y="3501440"/>
                <a:ext cx="214560" cy="168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F95BA21-1318-9E84-E262-29E048CE036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554387" y="3483440"/>
                  <a:ext cx="250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9B86657-77C6-0520-8D8D-7E99548F3F3E}"/>
                    </a:ext>
                  </a:extLst>
                </p14:cNvPr>
                <p14:cNvContentPartPr/>
                <p14:nvPr/>
              </p14:nvContentPartPr>
              <p14:xfrm>
                <a:off x="4960467" y="3497120"/>
                <a:ext cx="226080" cy="146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9B86657-77C6-0520-8D8D-7E99548F3F3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942467" y="3479480"/>
                  <a:ext cx="261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D7537B0-46F5-E10E-CC91-CBB3FBAC5355}"/>
                    </a:ext>
                  </a:extLst>
                </p14:cNvPr>
                <p14:cNvContentPartPr/>
                <p14:nvPr/>
              </p14:nvContentPartPr>
              <p14:xfrm>
                <a:off x="382347" y="1538360"/>
                <a:ext cx="305280" cy="282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D7537B0-46F5-E10E-CC91-CBB3FBAC535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4707" y="1520360"/>
                  <a:ext cx="3409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53A5CAC-B24C-993B-AF89-A1447CFB6261}"/>
                    </a:ext>
                  </a:extLst>
                </p14:cNvPr>
                <p14:cNvContentPartPr/>
                <p14:nvPr/>
              </p14:nvContentPartPr>
              <p14:xfrm>
                <a:off x="723267" y="1524680"/>
                <a:ext cx="371520" cy="270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53A5CAC-B24C-993B-AF89-A1447CFB626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5627" y="1506680"/>
                  <a:ext cx="4071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3F41562-17B9-ACA0-CED4-EDFF4237F0A3}"/>
                    </a:ext>
                  </a:extLst>
                </p14:cNvPr>
                <p14:cNvContentPartPr/>
                <p14:nvPr/>
              </p14:nvContentPartPr>
              <p14:xfrm>
                <a:off x="1099107" y="1485440"/>
                <a:ext cx="283680" cy="271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3F41562-17B9-ACA0-CED4-EDFF4237F0A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81107" y="1467440"/>
                  <a:ext cx="3193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48B1395-AFFF-99E6-FF88-4954D6886DDA}"/>
                    </a:ext>
                  </a:extLst>
                </p14:cNvPr>
                <p14:cNvContentPartPr/>
                <p14:nvPr/>
              </p14:nvContentPartPr>
              <p14:xfrm>
                <a:off x="1388547" y="1283840"/>
                <a:ext cx="227160" cy="414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48B1395-AFFF-99E6-FF88-4954D6886DD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70907" y="1266200"/>
                  <a:ext cx="26280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10D3DD8-7232-9283-3802-2E6F2B204F58}"/>
                    </a:ext>
                  </a:extLst>
                </p14:cNvPr>
                <p14:cNvContentPartPr/>
                <p14:nvPr/>
              </p14:nvContentPartPr>
              <p14:xfrm>
                <a:off x="1618587" y="1239560"/>
                <a:ext cx="560880" cy="418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10D3DD8-7232-9283-3802-2E6F2B204F5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00587" y="1221560"/>
                  <a:ext cx="5965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AA4FD95-EA4A-6250-6A87-638B382E2F3D}"/>
                    </a:ext>
                  </a:extLst>
                </p14:cNvPr>
                <p14:cNvContentPartPr/>
                <p14:nvPr/>
              </p14:nvContentPartPr>
              <p14:xfrm>
                <a:off x="2276307" y="1340360"/>
                <a:ext cx="284760" cy="66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AA4FD95-EA4A-6250-6A87-638B382E2F3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258307" y="1322360"/>
                  <a:ext cx="320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BEF525B-1B82-3703-0538-21D9FADC0B2B}"/>
                    </a:ext>
                  </a:extLst>
                </p14:cNvPr>
                <p14:cNvContentPartPr/>
                <p14:nvPr/>
              </p14:nvContentPartPr>
              <p14:xfrm>
                <a:off x="2332827" y="1453760"/>
                <a:ext cx="282600" cy="66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BEF525B-1B82-3703-0538-21D9FADC0B2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315187" y="1435760"/>
                  <a:ext cx="3182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2CD684B-DC13-5222-DC56-CE45ECDD115C}"/>
                    </a:ext>
                  </a:extLst>
                </p14:cNvPr>
                <p14:cNvContentPartPr/>
                <p14:nvPr/>
              </p14:nvContentPartPr>
              <p14:xfrm>
                <a:off x="2756547" y="1208600"/>
                <a:ext cx="275040" cy="326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2CD684B-DC13-5222-DC56-CE45ECDD115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38907" y="1190960"/>
                  <a:ext cx="3106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9CB138A-E2E4-971D-04B0-CEC7C64B9A56}"/>
                    </a:ext>
                  </a:extLst>
                </p14:cNvPr>
                <p14:cNvContentPartPr/>
                <p14:nvPr/>
              </p14:nvContentPartPr>
              <p14:xfrm>
                <a:off x="3103947" y="1835360"/>
                <a:ext cx="25920" cy="22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9CB138A-E2E4-971D-04B0-CEC7C64B9A5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085947" y="1817360"/>
                  <a:ext cx="61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291038A-F2E5-1081-2EA5-921BAF00858E}"/>
                    </a:ext>
                  </a:extLst>
                </p14:cNvPr>
                <p14:cNvContentPartPr/>
                <p14:nvPr/>
              </p14:nvContentPartPr>
              <p14:xfrm>
                <a:off x="3072987" y="1664720"/>
                <a:ext cx="2076120" cy="1819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291038A-F2E5-1081-2EA5-921BAF00858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55347" y="1647080"/>
                  <a:ext cx="2111760" cy="18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8FB0841-36B2-DCFF-808B-A629D9A5FA1A}"/>
                    </a:ext>
                  </a:extLst>
                </p14:cNvPr>
                <p14:cNvContentPartPr/>
                <p14:nvPr/>
              </p14:nvContentPartPr>
              <p14:xfrm>
                <a:off x="367947" y="2205080"/>
                <a:ext cx="305640" cy="529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8FB0841-36B2-DCFF-808B-A629D9A5FA1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9947" y="2187080"/>
                  <a:ext cx="34128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C289F93-8696-F08C-2385-DD4FFB7EB4A0}"/>
                    </a:ext>
                  </a:extLst>
                </p14:cNvPr>
                <p14:cNvContentPartPr/>
                <p14:nvPr/>
              </p14:nvContentPartPr>
              <p14:xfrm>
                <a:off x="772947" y="2429000"/>
                <a:ext cx="246960" cy="285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C289F93-8696-F08C-2385-DD4FFB7EB4A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54947" y="2411000"/>
                  <a:ext cx="2826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5FE0F81-6496-5C86-C77D-7E5C9B9F5CD0}"/>
                    </a:ext>
                  </a:extLst>
                </p14:cNvPr>
                <p14:cNvContentPartPr/>
                <p14:nvPr/>
              </p14:nvContentPartPr>
              <p14:xfrm>
                <a:off x="456147" y="3000680"/>
                <a:ext cx="304200" cy="276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5FE0F81-6496-5C86-C77D-7E5C9B9F5CD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38147" y="2982680"/>
                  <a:ext cx="3398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DB94F35-1A67-9DDD-FFAF-4024758DA483}"/>
                    </a:ext>
                  </a:extLst>
                </p14:cNvPr>
                <p14:cNvContentPartPr/>
                <p14:nvPr/>
              </p14:nvContentPartPr>
              <p14:xfrm>
                <a:off x="821907" y="3017960"/>
                <a:ext cx="96480" cy="4654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DB94F35-1A67-9DDD-FFAF-4024758DA48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03907" y="3000320"/>
                  <a:ext cx="13212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0C82871-CB6C-A0A4-53ED-3D487F6B3CE4}"/>
                    </a:ext>
                  </a:extLst>
                </p14:cNvPr>
                <p14:cNvContentPartPr/>
                <p14:nvPr/>
              </p14:nvContentPartPr>
              <p14:xfrm>
                <a:off x="806787" y="2983040"/>
                <a:ext cx="190440" cy="228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0C82871-CB6C-A0A4-53ED-3D487F6B3CE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89147" y="2965040"/>
                  <a:ext cx="2260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6806AA3-9207-6FDD-66D0-AF1E19ADAB48}"/>
                    </a:ext>
                  </a:extLst>
                </p14:cNvPr>
                <p14:cNvContentPartPr/>
                <p14:nvPr/>
              </p14:nvContentPartPr>
              <p14:xfrm>
                <a:off x="1114947" y="2984840"/>
                <a:ext cx="77400" cy="513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6806AA3-9207-6FDD-66D0-AF1E19ADAB4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96947" y="2967200"/>
                  <a:ext cx="11304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350675B-8D97-98D2-0D6E-788F19DE417F}"/>
                    </a:ext>
                  </a:extLst>
                </p14:cNvPr>
                <p14:cNvContentPartPr/>
                <p14:nvPr/>
              </p14:nvContentPartPr>
              <p14:xfrm>
                <a:off x="1047267" y="2962520"/>
                <a:ext cx="212760" cy="244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350675B-8D97-98D2-0D6E-788F19DE417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9627" y="2944520"/>
                  <a:ext cx="2484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60B5754-C328-8CD5-1720-DDFDB428FF76}"/>
                    </a:ext>
                  </a:extLst>
                </p14:cNvPr>
                <p14:cNvContentPartPr/>
                <p14:nvPr/>
              </p14:nvContentPartPr>
              <p14:xfrm>
                <a:off x="1316907" y="2844800"/>
                <a:ext cx="682560" cy="306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60B5754-C328-8CD5-1720-DDFDB428FF7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99267" y="2827160"/>
                  <a:ext cx="7182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60699B6-2917-992C-F965-12842B251E2D}"/>
                    </a:ext>
                  </a:extLst>
                </p14:cNvPr>
                <p14:cNvContentPartPr/>
                <p14:nvPr/>
              </p14:nvContentPartPr>
              <p14:xfrm>
                <a:off x="444627" y="3521240"/>
                <a:ext cx="437400" cy="536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60699B6-2917-992C-F965-12842B251E2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6627" y="3503600"/>
                  <a:ext cx="47304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FF7095F-DCDB-3E7E-9E36-8B251E4B5072}"/>
                    </a:ext>
                  </a:extLst>
                </p14:cNvPr>
                <p14:cNvContentPartPr/>
                <p14:nvPr/>
              </p14:nvContentPartPr>
              <p14:xfrm>
                <a:off x="806787" y="3671360"/>
                <a:ext cx="67680" cy="24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FF7095F-DCDB-3E7E-9E36-8B251E4B507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89147" y="3653720"/>
                  <a:ext cx="1033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1FF0BA2-AFA6-A42C-8E7C-E5F0356E26DC}"/>
                    </a:ext>
                  </a:extLst>
                </p14:cNvPr>
                <p14:cNvContentPartPr/>
                <p14:nvPr/>
              </p14:nvContentPartPr>
              <p14:xfrm>
                <a:off x="791307" y="3723920"/>
                <a:ext cx="452880" cy="8658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1FF0BA2-AFA6-A42C-8E7C-E5F0356E26D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3667" y="3705920"/>
                  <a:ext cx="488520" cy="90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018DDA4-E588-AA51-9DA2-8A38DEBD807F}"/>
                    </a:ext>
                  </a:extLst>
                </p14:cNvPr>
                <p14:cNvContentPartPr/>
                <p14:nvPr/>
              </p14:nvContentPartPr>
              <p14:xfrm>
                <a:off x="1292427" y="3723920"/>
                <a:ext cx="33480" cy="2070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018DDA4-E588-AA51-9DA2-8A38DEBD807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274427" y="3706280"/>
                  <a:ext cx="69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4DA15B8-8C43-BC6E-FA5E-73C5ACE179D2}"/>
                    </a:ext>
                  </a:extLst>
                </p14:cNvPr>
                <p14:cNvContentPartPr/>
                <p14:nvPr/>
              </p14:nvContentPartPr>
              <p14:xfrm>
                <a:off x="1152387" y="3500360"/>
                <a:ext cx="104040" cy="115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4DA15B8-8C43-BC6E-FA5E-73C5ACE179D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34387" y="3482360"/>
                  <a:ext cx="1396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0773C7A-B0EE-26FB-5CB3-1BB4BE61E301}"/>
                    </a:ext>
                  </a:extLst>
                </p14:cNvPr>
                <p14:cNvContentPartPr/>
                <p14:nvPr/>
              </p14:nvContentPartPr>
              <p14:xfrm>
                <a:off x="1546587" y="3480200"/>
                <a:ext cx="166680" cy="426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0773C7A-B0EE-26FB-5CB3-1BB4BE61E30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528587" y="3462200"/>
                  <a:ext cx="20232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67952EF-D309-3714-B8DB-A698070212F3}"/>
                    </a:ext>
                  </a:extLst>
                </p14:cNvPr>
                <p14:cNvContentPartPr/>
                <p14:nvPr/>
              </p14:nvContentPartPr>
              <p14:xfrm>
                <a:off x="1433547" y="3646880"/>
                <a:ext cx="431280" cy="75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67952EF-D309-3714-B8DB-A698070212F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415547" y="3628880"/>
                  <a:ext cx="466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83BE798-4CCE-7274-9DCF-113C1DA29898}"/>
                    </a:ext>
                  </a:extLst>
                </p14:cNvPr>
                <p14:cNvContentPartPr/>
                <p14:nvPr/>
              </p14:nvContentPartPr>
              <p14:xfrm>
                <a:off x="423027" y="4731200"/>
                <a:ext cx="48600" cy="189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83BE798-4CCE-7274-9DCF-113C1DA2989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05027" y="4713200"/>
                  <a:ext cx="84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DF75776-3FFA-B2F4-4715-74542739C89D}"/>
                    </a:ext>
                  </a:extLst>
                </p14:cNvPr>
                <p14:cNvContentPartPr/>
                <p14:nvPr/>
              </p14:nvContentPartPr>
              <p14:xfrm>
                <a:off x="553347" y="4750280"/>
                <a:ext cx="89280" cy="1962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DF75776-3FFA-B2F4-4715-74542739C89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35707" y="4732640"/>
                  <a:ext cx="1249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3451ADF-A4E3-9F39-1A51-B0D145B8E078}"/>
                    </a:ext>
                  </a:extLst>
                </p14:cNvPr>
                <p14:cNvContentPartPr/>
                <p14:nvPr/>
              </p14:nvContentPartPr>
              <p14:xfrm>
                <a:off x="1145907" y="4546160"/>
                <a:ext cx="212040" cy="678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3451ADF-A4E3-9F39-1A51-B0D145B8E07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27907" y="4528160"/>
                  <a:ext cx="24768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E786E64-CE77-BB76-9199-CC1DD0948D1C}"/>
                    </a:ext>
                  </a:extLst>
                </p14:cNvPr>
                <p14:cNvContentPartPr/>
                <p14:nvPr/>
              </p14:nvContentPartPr>
              <p14:xfrm>
                <a:off x="944667" y="4935320"/>
                <a:ext cx="444240" cy="88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E786E64-CE77-BB76-9199-CC1DD0948D1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27027" y="4917680"/>
                  <a:ext cx="479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9309BF2-2420-62B6-455B-1ADB9DF9407F}"/>
                    </a:ext>
                  </a:extLst>
                </p14:cNvPr>
                <p14:cNvContentPartPr/>
                <p14:nvPr/>
              </p14:nvContentPartPr>
              <p14:xfrm>
                <a:off x="1357587" y="4879880"/>
                <a:ext cx="272880" cy="296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9309BF2-2420-62B6-455B-1ADB9DF9407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339587" y="4861880"/>
                  <a:ext cx="3085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18FB082-3BDC-C39F-71D6-B987A51BE58C}"/>
                    </a:ext>
                  </a:extLst>
                </p14:cNvPr>
                <p14:cNvContentPartPr/>
                <p14:nvPr/>
              </p14:nvContentPartPr>
              <p14:xfrm>
                <a:off x="1641627" y="4884920"/>
                <a:ext cx="261360" cy="2829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18FB082-3BDC-C39F-71D6-B987A51BE58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623987" y="4867280"/>
                  <a:ext cx="2970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206BCA9-17C5-1EF4-69CE-19771B52849D}"/>
                    </a:ext>
                  </a:extLst>
                </p14:cNvPr>
                <p14:cNvContentPartPr/>
                <p14:nvPr/>
              </p14:nvContentPartPr>
              <p14:xfrm>
                <a:off x="1922067" y="4850000"/>
                <a:ext cx="239040" cy="304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206BCA9-17C5-1EF4-69CE-19771B52849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904427" y="4832000"/>
                  <a:ext cx="2746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E6D0089-E77D-5665-9AD8-FF2D171B524B}"/>
                    </a:ext>
                  </a:extLst>
                </p14:cNvPr>
                <p14:cNvContentPartPr/>
                <p14:nvPr/>
              </p14:nvContentPartPr>
              <p14:xfrm>
                <a:off x="2207907" y="4806800"/>
                <a:ext cx="263520" cy="2570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E6D0089-E77D-5665-9AD8-FF2D171B524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189907" y="4789160"/>
                  <a:ext cx="2991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F93829C-BC31-0139-B33E-E3C1C1819359}"/>
                    </a:ext>
                  </a:extLst>
                </p14:cNvPr>
                <p14:cNvContentPartPr/>
                <p14:nvPr/>
              </p14:nvContentPartPr>
              <p14:xfrm>
                <a:off x="2465307" y="4745960"/>
                <a:ext cx="435600" cy="337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F93829C-BC31-0139-B33E-E3C1C181935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447307" y="4728320"/>
                  <a:ext cx="4712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398180F-CB5D-7883-A372-C4950529D177}"/>
                    </a:ext>
                  </a:extLst>
                </p14:cNvPr>
                <p14:cNvContentPartPr/>
                <p14:nvPr/>
              </p14:nvContentPartPr>
              <p14:xfrm>
                <a:off x="3002427" y="4549400"/>
                <a:ext cx="16560" cy="162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398180F-CB5D-7883-A372-C4950529D17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984427" y="4531400"/>
                  <a:ext cx="522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D687B96-F47F-642D-190F-88E4DEE454A1}"/>
                    </a:ext>
                  </a:extLst>
                </p14:cNvPr>
                <p14:cNvContentPartPr/>
                <p14:nvPr/>
              </p14:nvContentPartPr>
              <p14:xfrm>
                <a:off x="3092067" y="4570640"/>
                <a:ext cx="18360" cy="149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D687B96-F47F-642D-190F-88E4DEE454A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074427" y="4553000"/>
                  <a:ext cx="5400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D824180-EEB8-4E62-8EFB-9EAF0ADA6462}"/>
              </a:ext>
            </a:extLst>
          </p:cNvPr>
          <p:cNvGrpSpPr/>
          <p:nvPr/>
        </p:nvGrpSpPr>
        <p:grpSpPr>
          <a:xfrm>
            <a:off x="8842347" y="436400"/>
            <a:ext cx="1193760" cy="734040"/>
            <a:chOff x="8842347" y="436400"/>
            <a:chExt cx="1193760" cy="73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7FE109B-36FD-63B5-52C6-6DCA36030ACA}"/>
                    </a:ext>
                  </a:extLst>
                </p14:cNvPr>
                <p14:cNvContentPartPr/>
                <p14:nvPr/>
              </p14:nvContentPartPr>
              <p14:xfrm>
                <a:off x="8842347" y="436400"/>
                <a:ext cx="492120" cy="701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7FE109B-36FD-63B5-52C6-6DCA36030AC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824707" y="418760"/>
                  <a:ext cx="52776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B0666E3-AB46-B3E2-1DB6-E35298F57130}"/>
                    </a:ext>
                  </a:extLst>
                </p14:cNvPr>
                <p14:cNvContentPartPr/>
                <p14:nvPr/>
              </p14:nvContentPartPr>
              <p14:xfrm>
                <a:off x="9462987" y="722240"/>
                <a:ext cx="309240" cy="335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B0666E3-AB46-B3E2-1DB6-E35298F5713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45347" y="704240"/>
                  <a:ext cx="34488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78FDABE-9E5D-6D4D-C466-6328C5D3EF7F}"/>
                    </a:ext>
                  </a:extLst>
                </p14:cNvPr>
                <p14:cNvContentPartPr/>
                <p14:nvPr/>
              </p14:nvContentPartPr>
              <p14:xfrm>
                <a:off x="9922347" y="954080"/>
                <a:ext cx="113760" cy="216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78FDABE-9E5D-6D4D-C466-6328C5D3EF7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904707" y="936440"/>
                  <a:ext cx="149400" cy="25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825730D-D3FF-B8AA-6281-76E004ED914B}"/>
                  </a:ext>
                </a:extLst>
              </p14:cNvPr>
              <p14:cNvContentPartPr/>
              <p14:nvPr/>
            </p14:nvContentPartPr>
            <p14:xfrm>
              <a:off x="9883827" y="1512440"/>
              <a:ext cx="3600" cy="100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825730D-D3FF-B8AA-6281-76E004ED914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866187" y="1494440"/>
                <a:ext cx="3924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AE76A6FA-9D60-B20B-C5A3-7846A0978B5E}"/>
              </a:ext>
            </a:extLst>
          </p:cNvPr>
          <p:cNvGrpSpPr/>
          <p:nvPr/>
        </p:nvGrpSpPr>
        <p:grpSpPr>
          <a:xfrm>
            <a:off x="8596467" y="1378160"/>
            <a:ext cx="2254320" cy="2877120"/>
            <a:chOff x="8596467" y="1378160"/>
            <a:chExt cx="2254320" cy="287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E707FFA-6881-B9F2-25DC-58505417B08F}"/>
                    </a:ext>
                  </a:extLst>
                </p14:cNvPr>
                <p14:cNvContentPartPr/>
                <p14:nvPr/>
              </p14:nvContentPartPr>
              <p14:xfrm>
                <a:off x="8667747" y="1416320"/>
                <a:ext cx="350280" cy="522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E707FFA-6881-B9F2-25DC-58505417B08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649747" y="1398680"/>
                  <a:ext cx="38592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7DB6D9F-E3E5-BFA6-6977-CEF5860FFF32}"/>
                    </a:ext>
                  </a:extLst>
                </p14:cNvPr>
                <p14:cNvContentPartPr/>
                <p14:nvPr/>
              </p14:nvContentPartPr>
              <p14:xfrm>
                <a:off x="9030627" y="1660400"/>
                <a:ext cx="172080" cy="216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7DB6D9F-E3E5-BFA6-6977-CEF5860FFF3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012627" y="1642400"/>
                  <a:ext cx="2077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B9FE3D-48D0-A0F2-ECE4-06B46C45EB0F}"/>
                    </a:ext>
                  </a:extLst>
                </p14:cNvPr>
                <p14:cNvContentPartPr/>
                <p14:nvPr/>
              </p14:nvContentPartPr>
              <p14:xfrm>
                <a:off x="9285507" y="1678040"/>
                <a:ext cx="198720" cy="217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B9FE3D-48D0-A0F2-ECE4-06B46C45EB0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267867" y="1660400"/>
                  <a:ext cx="234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FD54110-2507-DA54-7D8C-DC94D919E71A}"/>
                    </a:ext>
                  </a:extLst>
                </p14:cNvPr>
                <p14:cNvContentPartPr/>
                <p14:nvPr/>
              </p14:nvContentPartPr>
              <p14:xfrm>
                <a:off x="9519147" y="1378160"/>
                <a:ext cx="595080" cy="484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FD54110-2507-DA54-7D8C-DC94D919E71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501507" y="1360160"/>
                  <a:ext cx="63072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D3E0A66-F4EA-163D-9879-FC5075DA7D8D}"/>
                    </a:ext>
                  </a:extLst>
                </p14:cNvPr>
                <p14:cNvContentPartPr/>
                <p14:nvPr/>
              </p14:nvContentPartPr>
              <p14:xfrm>
                <a:off x="9834867" y="1586240"/>
                <a:ext cx="391680" cy="161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D3E0A66-F4EA-163D-9879-FC5075DA7D8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816867" y="1568240"/>
                  <a:ext cx="4273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DCBE1B0-15A4-6B0E-3274-215C574518DA}"/>
                    </a:ext>
                  </a:extLst>
                </p14:cNvPr>
                <p14:cNvContentPartPr/>
                <p14:nvPr/>
              </p14:nvContentPartPr>
              <p14:xfrm>
                <a:off x="10161027" y="1442960"/>
                <a:ext cx="51840" cy="35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DCBE1B0-15A4-6B0E-3274-215C574518D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143027" y="1424960"/>
                  <a:ext cx="874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97B182D-F259-CC0B-184F-F8A022984CFE}"/>
                    </a:ext>
                  </a:extLst>
                </p14:cNvPr>
                <p14:cNvContentPartPr/>
                <p14:nvPr/>
              </p14:nvContentPartPr>
              <p14:xfrm>
                <a:off x="10280547" y="1457360"/>
                <a:ext cx="570240" cy="906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97B182D-F259-CC0B-184F-F8A022984CF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262907" y="1439360"/>
                  <a:ext cx="605880" cy="9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2F111A8-C775-29E4-23DD-ABFA560CD9FC}"/>
                    </a:ext>
                  </a:extLst>
                </p14:cNvPr>
                <p14:cNvContentPartPr/>
                <p14:nvPr/>
              </p14:nvContentPartPr>
              <p14:xfrm>
                <a:off x="8596467" y="2439440"/>
                <a:ext cx="202680" cy="505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2F111A8-C775-29E4-23DD-ABFA560CD9F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578467" y="2421800"/>
                  <a:ext cx="23832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F2783F3-011E-57DF-A9EC-E7872CE05E29}"/>
                    </a:ext>
                  </a:extLst>
                </p14:cNvPr>
                <p14:cNvContentPartPr/>
                <p14:nvPr/>
              </p14:nvContentPartPr>
              <p14:xfrm>
                <a:off x="8804907" y="2659400"/>
                <a:ext cx="338400" cy="254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F2783F3-011E-57DF-A9EC-E7872CE05E2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786907" y="2641760"/>
                  <a:ext cx="3740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2001921-79D4-65CD-D996-3A4466060232}"/>
                    </a:ext>
                  </a:extLst>
                </p14:cNvPr>
                <p14:cNvContentPartPr/>
                <p14:nvPr/>
              </p14:nvContentPartPr>
              <p14:xfrm>
                <a:off x="9754587" y="2292200"/>
                <a:ext cx="39600" cy="609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2001921-79D4-65CD-D996-3A446606023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736947" y="2274560"/>
                  <a:ext cx="7524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2D2D567-E859-4FBE-C2F3-CA9A4934DEDA}"/>
                    </a:ext>
                  </a:extLst>
                </p14:cNvPr>
                <p14:cNvContentPartPr/>
                <p14:nvPr/>
              </p14:nvContentPartPr>
              <p14:xfrm>
                <a:off x="9912627" y="2679200"/>
                <a:ext cx="43200" cy="244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2D2D567-E859-4FBE-C2F3-CA9A4934DED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894627" y="2661200"/>
                  <a:ext cx="788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635016F-C01D-5394-7C5B-2DD5D16E3540}"/>
                    </a:ext>
                  </a:extLst>
                </p14:cNvPr>
                <p14:cNvContentPartPr/>
                <p14:nvPr/>
              </p14:nvContentPartPr>
              <p14:xfrm>
                <a:off x="9812187" y="2447000"/>
                <a:ext cx="120240" cy="124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635016F-C01D-5394-7C5B-2DD5D16E354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794547" y="2429360"/>
                  <a:ext cx="1558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300A56B-CF6B-4891-5632-496E8ADE373C}"/>
                    </a:ext>
                  </a:extLst>
                </p14:cNvPr>
                <p14:cNvContentPartPr/>
                <p14:nvPr/>
              </p14:nvContentPartPr>
              <p14:xfrm>
                <a:off x="10075347" y="2362400"/>
                <a:ext cx="241920" cy="476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300A56B-CF6B-4891-5632-496E8ADE373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057707" y="2344760"/>
                  <a:ext cx="27756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D548C68-D588-A3DC-B74F-B5AC616BA1EA}"/>
                    </a:ext>
                  </a:extLst>
                </p14:cNvPr>
                <p14:cNvContentPartPr/>
                <p14:nvPr/>
              </p14:nvContentPartPr>
              <p14:xfrm>
                <a:off x="10207827" y="2656520"/>
                <a:ext cx="192960" cy="271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D548C68-D588-A3DC-B74F-B5AC616BA1E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190187" y="2638880"/>
                  <a:ext cx="2286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DF65998-D1CB-BD6D-3038-6CF4B1717640}"/>
                    </a:ext>
                  </a:extLst>
                </p14:cNvPr>
                <p14:cNvContentPartPr/>
                <p14:nvPr/>
              </p14:nvContentPartPr>
              <p14:xfrm>
                <a:off x="9167787" y="3235400"/>
                <a:ext cx="484200" cy="412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DF65998-D1CB-BD6D-3038-6CF4B171764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149787" y="3217400"/>
                  <a:ext cx="5198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43DACAA-DB13-458A-A9C4-3023DF98AD8D}"/>
                    </a:ext>
                  </a:extLst>
                </p14:cNvPr>
                <p14:cNvContentPartPr/>
                <p14:nvPr/>
              </p14:nvContentPartPr>
              <p14:xfrm>
                <a:off x="9783747" y="3128120"/>
                <a:ext cx="339120" cy="416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43DACAA-DB13-458A-A9C4-3023DF98AD8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766107" y="3110480"/>
                  <a:ext cx="37476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BEA8D61-4357-589D-F58D-8EB4C99C047D}"/>
                    </a:ext>
                  </a:extLst>
                </p14:cNvPr>
                <p14:cNvContentPartPr/>
                <p14:nvPr/>
              </p14:nvContentPartPr>
              <p14:xfrm>
                <a:off x="9326907" y="3803840"/>
                <a:ext cx="514080" cy="451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BEA8D61-4357-589D-F58D-8EB4C99C047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309267" y="3786200"/>
                  <a:ext cx="54972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1BE9EF4-41E8-69E0-F3DA-0A9D55628286}"/>
                    </a:ext>
                  </a:extLst>
                </p14:cNvPr>
                <p14:cNvContentPartPr/>
                <p14:nvPr/>
              </p14:nvContentPartPr>
              <p14:xfrm>
                <a:off x="9981387" y="3829760"/>
                <a:ext cx="76320" cy="351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1BE9EF4-41E8-69E0-F3DA-0A9D5562828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963387" y="3811760"/>
                  <a:ext cx="111960" cy="38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1B8EEC6-012E-AEDE-62DE-92527C8B1D09}"/>
              </a:ext>
            </a:extLst>
          </p:cNvPr>
          <p:cNvGrpSpPr/>
          <p:nvPr/>
        </p:nvGrpSpPr>
        <p:grpSpPr>
          <a:xfrm>
            <a:off x="9333027" y="4554800"/>
            <a:ext cx="1197360" cy="389160"/>
            <a:chOff x="9333027" y="4554800"/>
            <a:chExt cx="1197360" cy="38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D9BF6B-B2DA-6833-1897-850C24803AAE}"/>
                    </a:ext>
                  </a:extLst>
                </p14:cNvPr>
                <p14:cNvContentPartPr/>
                <p14:nvPr/>
              </p14:nvContentPartPr>
              <p14:xfrm>
                <a:off x="9333027" y="4578200"/>
                <a:ext cx="426960" cy="365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D9BF6B-B2DA-6833-1897-850C24803AA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315387" y="4560560"/>
                  <a:ext cx="46260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2F89D7A-E14C-1665-CE20-3A231D0653ED}"/>
                    </a:ext>
                  </a:extLst>
                </p14:cNvPr>
                <p14:cNvContentPartPr/>
                <p14:nvPr/>
              </p14:nvContentPartPr>
              <p14:xfrm>
                <a:off x="9886347" y="4554800"/>
                <a:ext cx="644040" cy="362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2F89D7A-E14C-1665-CE20-3A231D0653E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868347" y="4537160"/>
                  <a:ext cx="679680" cy="39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9108927-384C-9EC5-3F14-DB5BB7D96FE9}"/>
              </a:ext>
            </a:extLst>
          </p:cNvPr>
          <p:cNvGrpSpPr/>
          <p:nvPr/>
        </p:nvGrpSpPr>
        <p:grpSpPr>
          <a:xfrm>
            <a:off x="9413307" y="5168600"/>
            <a:ext cx="891360" cy="480240"/>
            <a:chOff x="9413307" y="5168600"/>
            <a:chExt cx="891360" cy="48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B5E1FF0-182B-787F-4714-3B9A17E6BF56}"/>
                    </a:ext>
                  </a:extLst>
                </p14:cNvPr>
                <p14:cNvContentPartPr/>
                <p14:nvPr/>
              </p14:nvContentPartPr>
              <p14:xfrm>
                <a:off x="9413307" y="5193080"/>
                <a:ext cx="488160" cy="455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B5E1FF0-182B-787F-4714-3B9A17E6BF5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395667" y="5175440"/>
                  <a:ext cx="52380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21A529A-93A3-BA0A-7F25-F811397097F7}"/>
                    </a:ext>
                  </a:extLst>
                </p14:cNvPr>
                <p14:cNvContentPartPr/>
                <p14:nvPr/>
              </p14:nvContentPartPr>
              <p14:xfrm>
                <a:off x="9978867" y="5168600"/>
                <a:ext cx="325800" cy="413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21A529A-93A3-BA0A-7F25-F811397097F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960867" y="5150960"/>
                  <a:ext cx="361440" cy="44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BB6F354-5357-79C9-5827-3C21F1584A17}"/>
                  </a:ext>
                </a:extLst>
              </p14:cNvPr>
              <p14:cNvContentPartPr/>
              <p14:nvPr/>
            </p14:nvContentPartPr>
            <p14:xfrm>
              <a:off x="9427347" y="5934320"/>
              <a:ext cx="131760" cy="792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BB6F354-5357-79C9-5827-3C21F1584A17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409347" y="5916320"/>
                <a:ext cx="16740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1DAC62B-21B0-E5DB-B078-A12642E561E2}"/>
              </a:ext>
            </a:extLst>
          </p:cNvPr>
          <p:cNvGrpSpPr/>
          <p:nvPr/>
        </p:nvGrpSpPr>
        <p:grpSpPr>
          <a:xfrm>
            <a:off x="9950067" y="5838920"/>
            <a:ext cx="569520" cy="37800"/>
            <a:chOff x="9950067" y="5838920"/>
            <a:chExt cx="569520" cy="3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F75F86B-9E03-3A3B-929C-A11E8F261CCA}"/>
                    </a:ext>
                  </a:extLst>
                </p14:cNvPr>
                <p14:cNvContentPartPr/>
                <p14:nvPr/>
              </p14:nvContentPartPr>
              <p14:xfrm>
                <a:off x="9950067" y="5874200"/>
                <a:ext cx="125640" cy="25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F75F86B-9E03-3A3B-929C-A11E8F261CC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932427" y="5856560"/>
                  <a:ext cx="161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C6A806A-0C12-B6BF-B9F8-88F868A45D09}"/>
                    </a:ext>
                  </a:extLst>
                </p14:cNvPr>
                <p14:cNvContentPartPr/>
                <p14:nvPr/>
              </p14:nvContentPartPr>
              <p14:xfrm>
                <a:off x="10362987" y="5838920"/>
                <a:ext cx="156600" cy="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C6A806A-0C12-B6BF-B9F8-88F868A45D0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345347" y="5821280"/>
                  <a:ext cx="1922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CC2FC59-9832-4D85-6F8A-1123780EE52C}"/>
              </a:ext>
            </a:extLst>
          </p:cNvPr>
          <p:cNvGrpSpPr/>
          <p:nvPr/>
        </p:nvGrpSpPr>
        <p:grpSpPr>
          <a:xfrm>
            <a:off x="9439947" y="6105320"/>
            <a:ext cx="1028160" cy="78120"/>
            <a:chOff x="9439947" y="6105320"/>
            <a:chExt cx="1028160" cy="7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2B7EEB3-4A3F-5DA0-82CA-6DBD77F5F432}"/>
                    </a:ext>
                  </a:extLst>
                </p14:cNvPr>
                <p14:cNvContentPartPr/>
                <p14:nvPr/>
              </p14:nvContentPartPr>
              <p14:xfrm>
                <a:off x="9439947" y="6164000"/>
                <a:ext cx="131760" cy="194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2B7EEB3-4A3F-5DA0-82CA-6DBD77F5F43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422307" y="6146360"/>
                  <a:ext cx="1674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9492913-9031-DA88-86A2-CB35DB69396A}"/>
                    </a:ext>
                  </a:extLst>
                </p14:cNvPr>
                <p14:cNvContentPartPr/>
                <p14:nvPr/>
              </p14:nvContentPartPr>
              <p14:xfrm>
                <a:off x="9805707" y="6135200"/>
                <a:ext cx="123480" cy="10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9492913-9031-DA88-86A2-CB35DB69396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788067" y="6117560"/>
                  <a:ext cx="159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E1A751F-AF51-B59E-3E38-73124B212182}"/>
                    </a:ext>
                  </a:extLst>
                </p14:cNvPr>
                <p14:cNvContentPartPr/>
                <p14:nvPr/>
              </p14:nvContentPartPr>
              <p14:xfrm>
                <a:off x="10185507" y="6105320"/>
                <a:ext cx="282600" cy="21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E1A751F-AF51-B59E-3E38-73124B21218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167507" y="6087320"/>
                  <a:ext cx="31824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22C80B3-5A6D-DFEC-9EF4-CA74E8A89F78}"/>
              </a:ext>
            </a:extLst>
          </p:cNvPr>
          <p:cNvGrpSpPr/>
          <p:nvPr/>
        </p:nvGrpSpPr>
        <p:grpSpPr>
          <a:xfrm>
            <a:off x="9609147" y="6337880"/>
            <a:ext cx="785160" cy="415800"/>
            <a:chOff x="9609147" y="6337880"/>
            <a:chExt cx="785160" cy="4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9109801-AEAB-7803-7A17-CB65259AD09B}"/>
                    </a:ext>
                  </a:extLst>
                </p14:cNvPr>
                <p14:cNvContentPartPr/>
                <p14:nvPr/>
              </p14:nvContentPartPr>
              <p14:xfrm>
                <a:off x="9609147" y="6337880"/>
                <a:ext cx="414360" cy="3506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9109801-AEAB-7803-7A17-CB65259AD09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591147" y="6320240"/>
                  <a:ext cx="4500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82B5413-1E2C-6DD8-C437-E77E37419083}"/>
                    </a:ext>
                  </a:extLst>
                </p14:cNvPr>
                <p14:cNvContentPartPr/>
                <p14:nvPr/>
              </p14:nvContentPartPr>
              <p14:xfrm>
                <a:off x="10051587" y="6359120"/>
                <a:ext cx="342720" cy="3945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82B5413-1E2C-6DD8-C437-E77E3741908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033947" y="6341120"/>
                  <a:ext cx="378360" cy="430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7398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6433B-B0B1-0827-6098-BC8D2B69F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9DD482-684A-BCB7-93A4-7D13157B3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C6DFEB45-694D-5532-3618-F34AB471D85E}"/>
              </a:ext>
            </a:extLst>
          </p:cNvPr>
          <p:cNvGrpSpPr/>
          <p:nvPr/>
        </p:nvGrpSpPr>
        <p:grpSpPr>
          <a:xfrm>
            <a:off x="9357147" y="479960"/>
            <a:ext cx="884520" cy="515160"/>
            <a:chOff x="9357147" y="479960"/>
            <a:chExt cx="884520" cy="51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3216115-BB63-16BB-5F19-F4DFB8AB1B75}"/>
                    </a:ext>
                  </a:extLst>
                </p14:cNvPr>
                <p14:cNvContentPartPr/>
                <p14:nvPr/>
              </p14:nvContentPartPr>
              <p14:xfrm>
                <a:off x="9357147" y="490400"/>
                <a:ext cx="322200" cy="504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3216115-BB63-16BB-5F19-F4DFB8AB1B7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339147" y="472400"/>
                  <a:ext cx="35784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3A68348-75ED-DC50-A405-62E86937645C}"/>
                    </a:ext>
                  </a:extLst>
                </p14:cNvPr>
                <p14:cNvContentPartPr/>
                <p14:nvPr/>
              </p14:nvContentPartPr>
              <p14:xfrm>
                <a:off x="9874467" y="479960"/>
                <a:ext cx="367200" cy="414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3A68348-75ED-DC50-A405-62E86937645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56467" y="462320"/>
                  <a:ext cx="402840" cy="45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A3C1CD9-DC5F-912A-2332-8D543C303AE1}"/>
              </a:ext>
            </a:extLst>
          </p:cNvPr>
          <p:cNvGrpSpPr/>
          <p:nvPr/>
        </p:nvGrpSpPr>
        <p:grpSpPr>
          <a:xfrm>
            <a:off x="9470907" y="1244600"/>
            <a:ext cx="636840" cy="547920"/>
            <a:chOff x="9470907" y="1244600"/>
            <a:chExt cx="636840" cy="54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04378B9-D895-E9AE-347C-368D4A7C8D6A}"/>
                    </a:ext>
                  </a:extLst>
                </p14:cNvPr>
                <p14:cNvContentPartPr/>
                <p14:nvPr/>
              </p14:nvContentPartPr>
              <p14:xfrm>
                <a:off x="9470907" y="1244600"/>
                <a:ext cx="337680" cy="547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04378B9-D895-E9AE-347C-368D4A7C8D6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53267" y="1226600"/>
                  <a:ext cx="37332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D11A54B-9899-6298-7857-2B55B1CEF28D}"/>
                    </a:ext>
                  </a:extLst>
                </p14:cNvPr>
                <p14:cNvContentPartPr/>
                <p14:nvPr/>
              </p14:nvContentPartPr>
              <p14:xfrm>
                <a:off x="10068867" y="1339280"/>
                <a:ext cx="38880" cy="420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D11A54B-9899-6298-7857-2B55B1CEF28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051227" y="1321280"/>
                  <a:ext cx="74520" cy="45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A98CEE-FF42-CEE0-02A1-A9D3FA9A496D}"/>
              </a:ext>
            </a:extLst>
          </p:cNvPr>
          <p:cNvGrpSpPr/>
          <p:nvPr/>
        </p:nvGrpSpPr>
        <p:grpSpPr>
          <a:xfrm>
            <a:off x="9483867" y="2170160"/>
            <a:ext cx="883800" cy="1082160"/>
            <a:chOff x="9483867" y="2170160"/>
            <a:chExt cx="883800" cy="10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D7D20A9-0DF1-BC4C-96E9-7DFEB5E641D2}"/>
                    </a:ext>
                  </a:extLst>
                </p14:cNvPr>
                <p14:cNvContentPartPr/>
                <p14:nvPr/>
              </p14:nvContentPartPr>
              <p14:xfrm>
                <a:off x="9483867" y="2206520"/>
                <a:ext cx="299520" cy="519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D7D20A9-0DF1-BC4C-96E9-7DFEB5E641D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466227" y="2188880"/>
                  <a:ext cx="33516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8A7F3CC-DD53-8110-641F-1CDE74EF0CA1}"/>
                    </a:ext>
                  </a:extLst>
                </p14:cNvPr>
                <p14:cNvContentPartPr/>
                <p14:nvPr/>
              </p14:nvContentPartPr>
              <p14:xfrm>
                <a:off x="9930987" y="2170160"/>
                <a:ext cx="436680" cy="339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8A7F3CC-DD53-8110-641F-1CDE74EF0CA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12987" y="2152520"/>
                  <a:ext cx="4723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937BAE0-6E72-BD9C-429B-E64F1CC37C65}"/>
                    </a:ext>
                  </a:extLst>
                </p14:cNvPr>
                <p14:cNvContentPartPr/>
                <p14:nvPr/>
              </p14:nvContentPartPr>
              <p14:xfrm>
                <a:off x="9529587" y="2861720"/>
                <a:ext cx="315360" cy="390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937BAE0-6E72-BD9C-429B-E64F1CC37C6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511587" y="2844080"/>
                  <a:ext cx="3510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8748612-2AF8-FF2C-1222-91EA881A1095}"/>
                    </a:ext>
                  </a:extLst>
                </p14:cNvPr>
                <p14:cNvContentPartPr/>
                <p14:nvPr/>
              </p14:nvContentPartPr>
              <p14:xfrm>
                <a:off x="9926667" y="2825000"/>
                <a:ext cx="308520" cy="372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8748612-2AF8-FF2C-1222-91EA881A109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908667" y="2807000"/>
                  <a:ext cx="344160" cy="40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D4DCF8D-9AA8-39B4-AF37-85F4A1F5DEB2}"/>
              </a:ext>
            </a:extLst>
          </p:cNvPr>
          <p:cNvGrpSpPr/>
          <p:nvPr/>
        </p:nvGrpSpPr>
        <p:grpSpPr>
          <a:xfrm>
            <a:off x="9474507" y="3509000"/>
            <a:ext cx="716760" cy="90000"/>
            <a:chOff x="9474507" y="3509000"/>
            <a:chExt cx="716760" cy="9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DA470B9-FE12-A19C-DAD3-7A6B726D5E30}"/>
                    </a:ext>
                  </a:extLst>
                </p14:cNvPr>
                <p14:cNvContentPartPr/>
                <p14:nvPr/>
              </p14:nvContentPartPr>
              <p14:xfrm>
                <a:off x="9474507" y="3561200"/>
                <a:ext cx="180000" cy="37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DA470B9-FE12-A19C-DAD3-7A6B726D5E3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456507" y="3543560"/>
                  <a:ext cx="2156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3AAB2BE-1FB1-6165-DCBB-CA2810A6040A}"/>
                    </a:ext>
                  </a:extLst>
                </p14:cNvPr>
                <p14:cNvContentPartPr/>
                <p14:nvPr/>
              </p14:nvContentPartPr>
              <p14:xfrm>
                <a:off x="9861507" y="3509000"/>
                <a:ext cx="329760" cy="37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3AAB2BE-1FB1-6165-DCBB-CA2810A6040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43507" y="3491000"/>
                  <a:ext cx="3654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76E1D01-06F1-6AE5-D71E-861838974FDA}"/>
              </a:ext>
            </a:extLst>
          </p:cNvPr>
          <p:cNvGrpSpPr/>
          <p:nvPr/>
        </p:nvGrpSpPr>
        <p:grpSpPr>
          <a:xfrm>
            <a:off x="9522387" y="3825440"/>
            <a:ext cx="717120" cy="59040"/>
            <a:chOff x="9522387" y="3825440"/>
            <a:chExt cx="717120" cy="5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5D19C74-BD58-AD98-108F-E827C04812C5}"/>
                    </a:ext>
                  </a:extLst>
                </p14:cNvPr>
                <p14:cNvContentPartPr/>
                <p14:nvPr/>
              </p14:nvContentPartPr>
              <p14:xfrm>
                <a:off x="9522387" y="3859640"/>
                <a:ext cx="152280" cy="24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5D19C74-BD58-AD98-108F-E827C04812C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04747" y="3842000"/>
                  <a:ext cx="1879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9660680-7EF3-26C8-48AD-883979A4A422}"/>
                    </a:ext>
                  </a:extLst>
                </p14:cNvPr>
                <p14:cNvContentPartPr/>
                <p14:nvPr/>
              </p14:nvContentPartPr>
              <p14:xfrm>
                <a:off x="9968427" y="3825440"/>
                <a:ext cx="271080" cy="18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9660680-7EF3-26C8-48AD-883979A4A42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950427" y="3807440"/>
                  <a:ext cx="3067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DAF4F5C-7785-01E1-A3E0-0A6E8FF8D763}"/>
              </a:ext>
            </a:extLst>
          </p:cNvPr>
          <p:cNvGrpSpPr/>
          <p:nvPr/>
        </p:nvGrpSpPr>
        <p:grpSpPr>
          <a:xfrm>
            <a:off x="9560907" y="4076720"/>
            <a:ext cx="739440" cy="76320"/>
            <a:chOff x="9560907" y="4076720"/>
            <a:chExt cx="739440" cy="7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C1447E0-3ACE-AB00-8662-2B158450FCA3}"/>
                    </a:ext>
                  </a:extLst>
                </p14:cNvPr>
                <p14:cNvContentPartPr/>
                <p14:nvPr/>
              </p14:nvContentPartPr>
              <p14:xfrm>
                <a:off x="9560907" y="4124960"/>
                <a:ext cx="156600" cy="28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C1447E0-3ACE-AB00-8662-2B158450FCA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543267" y="4106960"/>
                  <a:ext cx="192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FBEE8F8-2A4D-E487-E7A1-BBFCB2D31B62}"/>
                    </a:ext>
                  </a:extLst>
                </p14:cNvPr>
                <p14:cNvContentPartPr/>
                <p14:nvPr/>
              </p14:nvContentPartPr>
              <p14:xfrm>
                <a:off x="10016667" y="4076720"/>
                <a:ext cx="283680" cy="28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FBEE8F8-2A4D-E487-E7A1-BBFCB2D31B6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998667" y="4059080"/>
                  <a:ext cx="31932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C7CF447-DE4C-D453-4CF4-BB8C284398D6}"/>
              </a:ext>
            </a:extLst>
          </p:cNvPr>
          <p:cNvGrpSpPr/>
          <p:nvPr/>
        </p:nvGrpSpPr>
        <p:grpSpPr>
          <a:xfrm>
            <a:off x="9571347" y="4686200"/>
            <a:ext cx="806040" cy="611280"/>
            <a:chOff x="9571347" y="4686200"/>
            <a:chExt cx="806040" cy="61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97E983-891A-1530-140C-C47A28387732}"/>
                    </a:ext>
                  </a:extLst>
                </p14:cNvPr>
                <p14:cNvContentPartPr/>
                <p14:nvPr/>
              </p14:nvContentPartPr>
              <p14:xfrm>
                <a:off x="9571347" y="4686200"/>
                <a:ext cx="298440" cy="532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97E983-891A-1530-140C-C47A2838773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53347" y="4668560"/>
                  <a:ext cx="33408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43B9E4-E74E-5926-29B2-F88BADAF8C53}"/>
                    </a:ext>
                  </a:extLst>
                </p14:cNvPr>
                <p14:cNvContentPartPr/>
                <p14:nvPr/>
              </p14:nvContentPartPr>
              <p14:xfrm>
                <a:off x="9954387" y="4687280"/>
                <a:ext cx="423000" cy="610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43B9E4-E74E-5926-29B2-F88BADAF8C5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936747" y="4669280"/>
                  <a:ext cx="458640" cy="645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78671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DD2CA-E1E8-1C28-96F7-A0B7BB67C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DFF293-95E5-4AA3-AE77-C0621DBCC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B50EEBC-C383-8915-FD58-DA1E298C9E54}"/>
              </a:ext>
            </a:extLst>
          </p:cNvPr>
          <p:cNvGrpSpPr/>
          <p:nvPr/>
        </p:nvGrpSpPr>
        <p:grpSpPr>
          <a:xfrm>
            <a:off x="9372627" y="1840040"/>
            <a:ext cx="859320" cy="397800"/>
            <a:chOff x="9372627" y="1840040"/>
            <a:chExt cx="859320" cy="3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238F009-E428-341B-35C2-37F8FABBBDC0}"/>
                    </a:ext>
                  </a:extLst>
                </p14:cNvPr>
                <p14:cNvContentPartPr/>
                <p14:nvPr/>
              </p14:nvContentPartPr>
              <p14:xfrm>
                <a:off x="9372627" y="1847960"/>
                <a:ext cx="391680" cy="389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238F009-E428-341B-35C2-37F8FABBBDC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354987" y="1830320"/>
                  <a:ext cx="42732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CF7948A-04DB-A7D6-E056-B15B36BF55DF}"/>
                    </a:ext>
                  </a:extLst>
                </p14:cNvPr>
                <p14:cNvContentPartPr/>
                <p14:nvPr/>
              </p14:nvContentPartPr>
              <p14:xfrm>
                <a:off x="9879507" y="1840040"/>
                <a:ext cx="352440" cy="375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CF7948A-04DB-A7D6-E056-B15B36BF55D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61867" y="1822040"/>
                  <a:ext cx="388080" cy="41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4020B3E-D6AB-87F4-E090-AA019FB2EF46}"/>
              </a:ext>
            </a:extLst>
          </p:cNvPr>
          <p:cNvGrpSpPr/>
          <p:nvPr/>
        </p:nvGrpSpPr>
        <p:grpSpPr>
          <a:xfrm>
            <a:off x="9501147" y="2438720"/>
            <a:ext cx="709200" cy="518040"/>
            <a:chOff x="9501147" y="2438720"/>
            <a:chExt cx="709200" cy="51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0681CC4-917B-C405-5CB3-F591E230F1CB}"/>
                    </a:ext>
                  </a:extLst>
                </p14:cNvPr>
                <p14:cNvContentPartPr/>
                <p14:nvPr/>
              </p14:nvContentPartPr>
              <p14:xfrm>
                <a:off x="9501147" y="2513240"/>
                <a:ext cx="361800" cy="41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0681CC4-917B-C405-5CB3-F591E230F1C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83147" y="2495600"/>
                  <a:ext cx="3974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030CF19-0325-930A-825C-3ECBA0D19AE5}"/>
                    </a:ext>
                  </a:extLst>
                </p14:cNvPr>
                <p14:cNvContentPartPr/>
                <p14:nvPr/>
              </p14:nvContentPartPr>
              <p14:xfrm>
                <a:off x="9556947" y="2544200"/>
                <a:ext cx="187560" cy="412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030CF19-0325-930A-825C-3ECBA0D19AE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38947" y="2526560"/>
                  <a:ext cx="22320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99BDC85-F493-081D-448B-C87F4E3C237D}"/>
                    </a:ext>
                  </a:extLst>
                </p14:cNvPr>
                <p14:cNvContentPartPr/>
                <p14:nvPr/>
              </p14:nvContentPartPr>
              <p14:xfrm>
                <a:off x="9919827" y="2438720"/>
                <a:ext cx="290520" cy="421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99BDC85-F493-081D-448B-C87F4E3C237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01827" y="2421080"/>
                  <a:ext cx="326160" cy="45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82BDD77-FA3C-20CA-482B-DD36CF9261CE}"/>
              </a:ext>
            </a:extLst>
          </p:cNvPr>
          <p:cNvGrpSpPr/>
          <p:nvPr/>
        </p:nvGrpSpPr>
        <p:grpSpPr>
          <a:xfrm>
            <a:off x="9198387" y="281600"/>
            <a:ext cx="929520" cy="863280"/>
            <a:chOff x="9198387" y="281600"/>
            <a:chExt cx="929520" cy="86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64246D6-D9D1-834F-AD0C-85386BEFCDAB}"/>
                    </a:ext>
                  </a:extLst>
                </p14:cNvPr>
                <p14:cNvContentPartPr/>
                <p14:nvPr/>
              </p14:nvContentPartPr>
              <p14:xfrm>
                <a:off x="9315027" y="316160"/>
                <a:ext cx="320040" cy="325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64246D6-D9D1-834F-AD0C-85386BEFCDA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297027" y="298160"/>
                  <a:ext cx="35568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73D4F2F-192B-A997-D612-096464A31901}"/>
                    </a:ext>
                  </a:extLst>
                </p14:cNvPr>
                <p14:cNvContentPartPr/>
                <p14:nvPr/>
              </p14:nvContentPartPr>
              <p14:xfrm>
                <a:off x="9759627" y="281600"/>
                <a:ext cx="253800" cy="329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73D4F2F-192B-A997-D612-096464A3190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41627" y="263600"/>
                  <a:ext cx="2894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164377F-8820-E1C6-D1C9-B0A5C55B7B3B}"/>
                    </a:ext>
                  </a:extLst>
                </p14:cNvPr>
                <p14:cNvContentPartPr/>
                <p14:nvPr/>
              </p14:nvContentPartPr>
              <p14:xfrm>
                <a:off x="9198387" y="1055960"/>
                <a:ext cx="114840" cy="9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164377F-8820-E1C6-D1C9-B0A5C55B7B3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80747" y="1037960"/>
                  <a:ext cx="150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FB39916-B56E-EFC0-E798-B96E3232C78C}"/>
                    </a:ext>
                  </a:extLst>
                </p14:cNvPr>
                <p14:cNvContentPartPr/>
                <p14:nvPr/>
              </p14:nvContentPartPr>
              <p14:xfrm>
                <a:off x="9588627" y="1024640"/>
                <a:ext cx="539280" cy="6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FB39916-B56E-EFC0-E798-B96E3232C78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70987" y="1007000"/>
                  <a:ext cx="574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4D2ED2A-9235-23FC-46AB-5DE6FF29BCB8}"/>
                    </a:ext>
                  </a:extLst>
                </p14:cNvPr>
                <p14:cNvContentPartPr/>
                <p14:nvPr/>
              </p14:nvContentPartPr>
              <p14:xfrm>
                <a:off x="9361827" y="771200"/>
                <a:ext cx="293400" cy="373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4D2ED2A-9235-23FC-46AB-5DE6FF29BCB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344187" y="753200"/>
                  <a:ext cx="32904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1CABA3C-ABAA-B114-0EA9-BC70CED6A83F}"/>
                    </a:ext>
                  </a:extLst>
                </p14:cNvPr>
                <p14:cNvContentPartPr/>
                <p14:nvPr/>
              </p14:nvContentPartPr>
              <p14:xfrm>
                <a:off x="9922347" y="741680"/>
                <a:ext cx="25560" cy="337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1CABA3C-ABAA-B114-0EA9-BC70CED6A83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904707" y="724040"/>
                  <a:ext cx="61200" cy="37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A88B7B7-82DE-6ED2-8DFB-46D9D56BD5C6}"/>
              </a:ext>
            </a:extLst>
          </p:cNvPr>
          <p:cNvGrpSpPr/>
          <p:nvPr/>
        </p:nvGrpSpPr>
        <p:grpSpPr>
          <a:xfrm>
            <a:off x="9433827" y="1309400"/>
            <a:ext cx="545760" cy="3240"/>
            <a:chOff x="9433827" y="1309400"/>
            <a:chExt cx="545760" cy="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EC977D4-4CF4-1669-A0C6-24F10C035D23}"/>
                    </a:ext>
                  </a:extLst>
                </p14:cNvPr>
                <p14:cNvContentPartPr/>
                <p14:nvPr/>
              </p14:nvContentPartPr>
              <p14:xfrm>
                <a:off x="9433827" y="1311200"/>
                <a:ext cx="98640" cy="1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EC977D4-4CF4-1669-A0C6-24F10C035D2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415827" y="1293560"/>
                  <a:ext cx="1342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7CAF10B-D6AF-E898-F52F-2901AA9A67A5}"/>
                    </a:ext>
                  </a:extLst>
                </p14:cNvPr>
                <p14:cNvContentPartPr/>
                <p14:nvPr/>
              </p14:nvContentPartPr>
              <p14:xfrm>
                <a:off x="9765387" y="1309400"/>
                <a:ext cx="214200" cy="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7CAF10B-D6AF-E898-F52F-2901AA9A67A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747387" y="1291400"/>
                  <a:ext cx="2498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0A1A13B-3D8D-D5C7-3E43-AA1067F0C312}"/>
              </a:ext>
            </a:extLst>
          </p:cNvPr>
          <p:cNvGrpSpPr/>
          <p:nvPr/>
        </p:nvGrpSpPr>
        <p:grpSpPr>
          <a:xfrm>
            <a:off x="9455067" y="1490840"/>
            <a:ext cx="524520" cy="28080"/>
            <a:chOff x="9455067" y="1490840"/>
            <a:chExt cx="524520" cy="2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C4A9BF0-5748-BFFA-119E-6DC0868685A1}"/>
                    </a:ext>
                  </a:extLst>
                </p14:cNvPr>
                <p14:cNvContentPartPr/>
                <p14:nvPr/>
              </p14:nvContentPartPr>
              <p14:xfrm>
                <a:off x="9455067" y="1490840"/>
                <a:ext cx="115920" cy="11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C4A9BF0-5748-BFFA-119E-6DC0868685A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437427" y="1473200"/>
                  <a:ext cx="151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C3441BF-1B34-8146-12DC-9A6F2E3B45FC}"/>
                    </a:ext>
                  </a:extLst>
                </p14:cNvPr>
                <p14:cNvContentPartPr/>
                <p14:nvPr/>
              </p14:nvContentPartPr>
              <p14:xfrm>
                <a:off x="9824067" y="1497320"/>
                <a:ext cx="155520" cy="21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C3441BF-1B34-8146-12DC-9A6F2E3B45F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806067" y="1479680"/>
                  <a:ext cx="19116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F8AD9DE-F909-9532-4ABC-7673C8788AA6}"/>
              </a:ext>
            </a:extLst>
          </p:cNvPr>
          <p:cNvGrpSpPr/>
          <p:nvPr/>
        </p:nvGrpSpPr>
        <p:grpSpPr>
          <a:xfrm>
            <a:off x="9584667" y="3102560"/>
            <a:ext cx="575280" cy="465480"/>
            <a:chOff x="9584667" y="3102560"/>
            <a:chExt cx="575280" cy="46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A334E3C-E9BA-B3C7-60B9-E26A7D7EF450}"/>
                    </a:ext>
                  </a:extLst>
                </p14:cNvPr>
                <p14:cNvContentPartPr/>
                <p14:nvPr/>
              </p14:nvContentPartPr>
              <p14:xfrm>
                <a:off x="9584667" y="3113360"/>
                <a:ext cx="321120" cy="30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A334E3C-E9BA-B3C7-60B9-E26A7D7EF45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566667" y="3095360"/>
                  <a:ext cx="3567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0F26732-BF4E-FF26-7AB0-73A6E9A7B66F}"/>
                    </a:ext>
                  </a:extLst>
                </p14:cNvPr>
                <p14:cNvContentPartPr/>
                <p14:nvPr/>
              </p14:nvContentPartPr>
              <p14:xfrm>
                <a:off x="9617067" y="3132440"/>
                <a:ext cx="263880" cy="435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0F26732-BF4E-FF26-7AB0-73A6E9A7B66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599067" y="3114800"/>
                  <a:ext cx="29952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880B1D7-56C7-3BEB-9B57-CE160BCEBB6B}"/>
                    </a:ext>
                  </a:extLst>
                </p14:cNvPr>
                <p14:cNvContentPartPr/>
                <p14:nvPr/>
              </p14:nvContentPartPr>
              <p14:xfrm>
                <a:off x="10094427" y="3102560"/>
                <a:ext cx="65520" cy="368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880B1D7-56C7-3BEB-9B57-CE160BCEBB6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076787" y="3084560"/>
                  <a:ext cx="101160" cy="40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1F7644C-4B94-1A07-8C7E-46622AFA0EF8}"/>
              </a:ext>
            </a:extLst>
          </p:cNvPr>
          <p:cNvGrpSpPr/>
          <p:nvPr/>
        </p:nvGrpSpPr>
        <p:grpSpPr>
          <a:xfrm>
            <a:off x="9532107" y="3745160"/>
            <a:ext cx="831240" cy="57240"/>
            <a:chOff x="9532107" y="3745160"/>
            <a:chExt cx="831240" cy="5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7429E49-70CA-FAB0-5170-4845AB351200}"/>
                    </a:ext>
                  </a:extLst>
                </p14:cNvPr>
                <p14:cNvContentPartPr/>
                <p14:nvPr/>
              </p14:nvContentPartPr>
              <p14:xfrm>
                <a:off x="9532107" y="3797720"/>
                <a:ext cx="124560" cy="4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7429E49-70CA-FAB0-5170-4845AB35120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514107" y="3779720"/>
                  <a:ext cx="1602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6DE3512-71FF-34C1-1274-09EA6BF02E46}"/>
                    </a:ext>
                  </a:extLst>
                </p14:cNvPr>
                <p14:cNvContentPartPr/>
                <p14:nvPr/>
              </p14:nvContentPartPr>
              <p14:xfrm>
                <a:off x="9909747" y="3767840"/>
                <a:ext cx="110520" cy="10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6DE3512-71FF-34C1-1274-09EA6BF02E4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891747" y="3749840"/>
                  <a:ext cx="1461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19CE54F-85AE-F0C4-7376-7D9962B06568}"/>
                    </a:ext>
                  </a:extLst>
                </p14:cNvPr>
                <p14:cNvContentPartPr/>
                <p14:nvPr/>
              </p14:nvContentPartPr>
              <p14:xfrm>
                <a:off x="10215387" y="3745160"/>
                <a:ext cx="147960" cy="5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19CE54F-85AE-F0C4-7376-7D9962B0656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197747" y="3727520"/>
                  <a:ext cx="1836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98062AD-D313-67CC-ED90-E587D635A9A6}"/>
              </a:ext>
            </a:extLst>
          </p:cNvPr>
          <p:cNvGrpSpPr/>
          <p:nvPr/>
        </p:nvGrpSpPr>
        <p:grpSpPr>
          <a:xfrm>
            <a:off x="9512667" y="4018040"/>
            <a:ext cx="725400" cy="871920"/>
            <a:chOff x="9512667" y="4018040"/>
            <a:chExt cx="725400" cy="87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A451DD9-682C-971D-6E5C-803BC30B9328}"/>
                    </a:ext>
                  </a:extLst>
                </p14:cNvPr>
                <p14:cNvContentPartPr/>
                <p14:nvPr/>
              </p14:nvContentPartPr>
              <p14:xfrm>
                <a:off x="9512667" y="4041440"/>
                <a:ext cx="105120" cy="4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A451DD9-682C-971D-6E5C-803BC30B932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495027" y="4023440"/>
                  <a:ext cx="140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EBF970E-F463-7793-9692-FECE6DB9449F}"/>
                    </a:ext>
                  </a:extLst>
                </p14:cNvPr>
                <p14:cNvContentPartPr/>
                <p14:nvPr/>
              </p14:nvContentPartPr>
              <p14:xfrm>
                <a:off x="9831627" y="4022360"/>
                <a:ext cx="79560" cy="3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EBF970E-F463-7793-9692-FECE6DB9449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813627" y="4004360"/>
                  <a:ext cx="115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1354D5F-0C32-620B-7F3A-E6D5B8901F45}"/>
                    </a:ext>
                  </a:extLst>
                </p14:cNvPr>
                <p14:cNvContentPartPr/>
                <p14:nvPr/>
              </p14:nvContentPartPr>
              <p14:xfrm>
                <a:off x="10103067" y="4018040"/>
                <a:ext cx="135000" cy="1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1354D5F-0C32-620B-7F3A-E6D5B8901F4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085427" y="4000040"/>
                  <a:ext cx="170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66C4563-1844-7409-3CA4-91109D22ED35}"/>
                    </a:ext>
                  </a:extLst>
                </p14:cNvPr>
                <p14:cNvContentPartPr/>
                <p14:nvPr/>
              </p14:nvContentPartPr>
              <p14:xfrm>
                <a:off x="9563787" y="4144040"/>
                <a:ext cx="291960" cy="346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66C4563-1844-7409-3CA4-91109D22ED3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546147" y="4126400"/>
                  <a:ext cx="3276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365158A-5CDF-CCB1-9043-F56F68F16292}"/>
                    </a:ext>
                  </a:extLst>
                </p14:cNvPr>
                <p14:cNvContentPartPr/>
                <p14:nvPr/>
              </p14:nvContentPartPr>
              <p14:xfrm>
                <a:off x="9977067" y="4115600"/>
                <a:ext cx="226440" cy="291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365158A-5CDF-CCB1-9043-F56F68F1629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959067" y="4097600"/>
                  <a:ext cx="2620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B3E237F-4B13-88B2-F8B4-6C85C1DC860C}"/>
                    </a:ext>
                  </a:extLst>
                </p14:cNvPr>
                <p14:cNvContentPartPr/>
                <p14:nvPr/>
              </p14:nvContentPartPr>
              <p14:xfrm>
                <a:off x="9678627" y="4599440"/>
                <a:ext cx="273240" cy="290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B3E237F-4B13-88B2-F8B4-6C85C1DC860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660987" y="4581440"/>
                  <a:ext cx="3088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C0326B3-19AB-14DB-1D0F-E27A470EB869}"/>
                    </a:ext>
                  </a:extLst>
                </p14:cNvPr>
                <p14:cNvContentPartPr/>
                <p14:nvPr/>
              </p14:nvContentPartPr>
              <p14:xfrm>
                <a:off x="10147707" y="4539680"/>
                <a:ext cx="27360" cy="272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C0326B3-19AB-14DB-1D0F-E27A470EB86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130067" y="4521680"/>
                  <a:ext cx="6300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722F6FF-720A-8C44-EE84-EC38E2D0E6B1}"/>
              </a:ext>
            </a:extLst>
          </p:cNvPr>
          <p:cNvGrpSpPr/>
          <p:nvPr/>
        </p:nvGrpSpPr>
        <p:grpSpPr>
          <a:xfrm>
            <a:off x="9582507" y="5074280"/>
            <a:ext cx="628920" cy="42480"/>
            <a:chOff x="9582507" y="5074280"/>
            <a:chExt cx="628920" cy="4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9AD388F-3655-34F3-F2CA-30771F62D1B1}"/>
                    </a:ext>
                  </a:extLst>
                </p14:cNvPr>
                <p14:cNvContentPartPr/>
                <p14:nvPr/>
              </p14:nvContentPartPr>
              <p14:xfrm>
                <a:off x="9582507" y="5105600"/>
                <a:ext cx="67680" cy="11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9AD388F-3655-34F3-F2CA-30771F62D1B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64507" y="5087600"/>
                  <a:ext cx="1033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EEB8494-7EA8-A4EB-68BD-ED11C6846C6E}"/>
                    </a:ext>
                  </a:extLst>
                </p14:cNvPr>
                <p14:cNvContentPartPr/>
                <p14:nvPr/>
              </p14:nvContentPartPr>
              <p14:xfrm>
                <a:off x="9827307" y="5086160"/>
                <a:ext cx="89280" cy="3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EEB8494-7EA8-A4EB-68BD-ED11C6846C6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09307" y="5068520"/>
                  <a:ext cx="124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34E245E-9970-4B5E-B2A9-193326073EBA}"/>
                    </a:ext>
                  </a:extLst>
                </p14:cNvPr>
                <p14:cNvContentPartPr/>
                <p14:nvPr/>
              </p14:nvContentPartPr>
              <p14:xfrm>
                <a:off x="10072107" y="5074280"/>
                <a:ext cx="13932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34E245E-9970-4B5E-B2A9-193326073EB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54467" y="5056640"/>
                  <a:ext cx="17496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AFBEE64-C1A4-AA59-0495-6238808E2F3E}"/>
              </a:ext>
            </a:extLst>
          </p:cNvPr>
          <p:cNvGrpSpPr/>
          <p:nvPr/>
        </p:nvGrpSpPr>
        <p:grpSpPr>
          <a:xfrm>
            <a:off x="9552267" y="5242400"/>
            <a:ext cx="638640" cy="321120"/>
            <a:chOff x="9552267" y="5242400"/>
            <a:chExt cx="638640" cy="3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32FCA0A-9E8A-82BD-FBA0-5EE2E0455A8B}"/>
                    </a:ext>
                  </a:extLst>
                </p14:cNvPr>
                <p14:cNvContentPartPr/>
                <p14:nvPr/>
              </p14:nvContentPartPr>
              <p14:xfrm>
                <a:off x="9552267" y="5270120"/>
                <a:ext cx="278280" cy="293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32FCA0A-9E8A-82BD-FBA0-5EE2E0455A8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534627" y="5252480"/>
                  <a:ext cx="3139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9AD63F4-D0C8-7EE6-EA2D-805BDC1F21CB}"/>
                    </a:ext>
                  </a:extLst>
                </p14:cNvPr>
                <p14:cNvContentPartPr/>
                <p14:nvPr/>
              </p14:nvContentPartPr>
              <p14:xfrm>
                <a:off x="9603747" y="5440040"/>
                <a:ext cx="305280" cy="23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9AD63F4-D0C8-7EE6-EA2D-805BDC1F21C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585747" y="5422400"/>
                  <a:ext cx="340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D3822F4-7221-2CF4-3E7F-804A0E8D354B}"/>
                    </a:ext>
                  </a:extLst>
                </p14:cNvPr>
                <p14:cNvContentPartPr/>
                <p14:nvPr/>
              </p14:nvContentPartPr>
              <p14:xfrm>
                <a:off x="9924507" y="5242400"/>
                <a:ext cx="266400" cy="264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D3822F4-7221-2CF4-3E7F-804A0E8D354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906867" y="5224760"/>
                  <a:ext cx="302040" cy="29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1B83980-0B8C-1389-2742-5FAC63ECB051}"/>
                  </a:ext>
                </a:extLst>
              </p14:cNvPr>
              <p14:cNvContentPartPr/>
              <p14:nvPr/>
            </p14:nvContentPartPr>
            <p14:xfrm>
              <a:off x="9605907" y="5689160"/>
              <a:ext cx="246960" cy="2847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1B83980-0B8C-1389-2742-5FAC63ECB051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587907" y="5671520"/>
                <a:ext cx="28260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D7F46F2-0E9E-178A-2BE1-103EFF4B7153}"/>
                  </a:ext>
                </a:extLst>
              </p14:cNvPr>
              <p14:cNvContentPartPr/>
              <p14:nvPr/>
            </p14:nvContentPartPr>
            <p14:xfrm>
              <a:off x="9669987" y="5861600"/>
              <a:ext cx="238680" cy="46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D7F46F2-0E9E-178A-2BE1-103EFF4B7153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652347" y="5843600"/>
                <a:ext cx="27432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FBF1937-C3B0-BF1C-2A3B-4242F109CE2C}"/>
                  </a:ext>
                </a:extLst>
              </p14:cNvPr>
              <p14:cNvContentPartPr/>
              <p14:nvPr/>
            </p14:nvContentPartPr>
            <p14:xfrm>
              <a:off x="10051947" y="5697800"/>
              <a:ext cx="13320" cy="247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FBF1937-C3B0-BF1C-2A3B-4242F109CE2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033947" y="5680160"/>
                <a:ext cx="4896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0D57663-E7A8-F3DF-4FD8-0D1451F4813B}"/>
                  </a:ext>
                </a:extLst>
              </p14:cNvPr>
              <p14:cNvContentPartPr/>
              <p14:nvPr/>
            </p14:nvContentPartPr>
            <p14:xfrm>
              <a:off x="9573867" y="6249680"/>
              <a:ext cx="144720" cy="154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0D57663-E7A8-F3DF-4FD8-0D1451F4813B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555867" y="6231680"/>
                <a:ext cx="1803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667267F-F905-0269-CAD7-21BA32A51306}"/>
                  </a:ext>
                </a:extLst>
              </p14:cNvPr>
              <p14:cNvContentPartPr/>
              <p14:nvPr/>
            </p14:nvContentPartPr>
            <p14:xfrm>
              <a:off x="9835947" y="6235640"/>
              <a:ext cx="97560" cy="3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667267F-F905-0269-CAD7-21BA32A5130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817947" y="6218000"/>
                <a:ext cx="133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C70FC37-6BD5-CD65-85D4-ADC0F2AE6A86}"/>
                  </a:ext>
                </a:extLst>
              </p14:cNvPr>
              <p14:cNvContentPartPr/>
              <p14:nvPr/>
            </p14:nvContentPartPr>
            <p14:xfrm>
              <a:off x="10055187" y="6229520"/>
              <a:ext cx="131760" cy="68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C70FC37-6BD5-CD65-85D4-ADC0F2AE6A8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037187" y="6211520"/>
                <a:ext cx="167400" cy="4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3355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74EC1-8A26-9D2C-80BA-D9028F9BA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68B0B5-16D5-2795-C03B-759584BCE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F44406D-4209-FCD4-8650-AF8A95559E0C}"/>
              </a:ext>
            </a:extLst>
          </p:cNvPr>
          <p:cNvGrpSpPr/>
          <p:nvPr/>
        </p:nvGrpSpPr>
        <p:grpSpPr>
          <a:xfrm>
            <a:off x="9748827" y="305360"/>
            <a:ext cx="721800" cy="921960"/>
            <a:chOff x="9748827" y="305360"/>
            <a:chExt cx="721800" cy="92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6D16AD3-8EB3-8831-4E87-5661DC3CD90A}"/>
                    </a:ext>
                  </a:extLst>
                </p14:cNvPr>
                <p14:cNvContentPartPr/>
                <p14:nvPr/>
              </p14:nvContentPartPr>
              <p14:xfrm>
                <a:off x="9748827" y="305360"/>
                <a:ext cx="282600" cy="396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6D16AD3-8EB3-8831-4E87-5661DC3CD90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731187" y="287720"/>
                  <a:ext cx="3182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9C9F135-F3C9-C7BB-D374-BA42E16FC06F}"/>
                    </a:ext>
                  </a:extLst>
                </p14:cNvPr>
                <p14:cNvContentPartPr/>
                <p14:nvPr/>
              </p14:nvContentPartPr>
              <p14:xfrm>
                <a:off x="10167867" y="343520"/>
                <a:ext cx="302760" cy="280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9C9F135-F3C9-C7BB-D374-BA42E16FC06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50227" y="325880"/>
                  <a:ext cx="3384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31EB4AB-7F12-5224-04EE-A621605C52CA}"/>
                    </a:ext>
                  </a:extLst>
                </p14:cNvPr>
                <p14:cNvContentPartPr/>
                <p14:nvPr/>
              </p14:nvContentPartPr>
              <p14:xfrm>
                <a:off x="9832707" y="807560"/>
                <a:ext cx="259200" cy="419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31EB4AB-7F12-5224-04EE-A621605C52C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14707" y="789920"/>
                  <a:ext cx="29484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502C4F1-9460-9150-EF9C-5B925F8316B9}"/>
                    </a:ext>
                  </a:extLst>
                </p14:cNvPr>
                <p14:cNvContentPartPr/>
                <p14:nvPr/>
              </p14:nvContentPartPr>
              <p14:xfrm>
                <a:off x="10324467" y="865520"/>
                <a:ext cx="28080" cy="302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502C4F1-9460-9150-EF9C-5B925F8316B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306827" y="847520"/>
                  <a:ext cx="6372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55DFA4-CCC1-68CA-85E0-74F17BD5E64C}"/>
              </a:ext>
            </a:extLst>
          </p:cNvPr>
          <p:cNvGrpSpPr/>
          <p:nvPr/>
        </p:nvGrpSpPr>
        <p:grpSpPr>
          <a:xfrm>
            <a:off x="9688347" y="1563560"/>
            <a:ext cx="717840" cy="25200"/>
            <a:chOff x="9688347" y="1563560"/>
            <a:chExt cx="717840" cy="2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89211F3-04E9-DE16-DFF4-AE7442945A50}"/>
                    </a:ext>
                  </a:extLst>
                </p14:cNvPr>
                <p14:cNvContentPartPr/>
                <p14:nvPr/>
              </p14:nvContentPartPr>
              <p14:xfrm>
                <a:off x="9688347" y="1588400"/>
                <a:ext cx="3348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89211F3-04E9-DE16-DFF4-AE7442945A5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70347" y="1570400"/>
                  <a:ext cx="69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5FABFA4-7DC0-842C-4579-D38CC2F5339C}"/>
                    </a:ext>
                  </a:extLst>
                </p14:cNvPr>
                <p14:cNvContentPartPr/>
                <p14:nvPr/>
              </p14:nvContentPartPr>
              <p14:xfrm>
                <a:off x="9926667" y="1563560"/>
                <a:ext cx="90360" cy="6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5FABFA4-7DC0-842C-4579-D38CC2F5339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09027" y="1545920"/>
                  <a:ext cx="126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B32F976-7B6D-3B7F-069B-97BEE6A6483E}"/>
                    </a:ext>
                  </a:extLst>
                </p14:cNvPr>
                <p14:cNvContentPartPr/>
                <p14:nvPr/>
              </p14:nvContentPartPr>
              <p14:xfrm>
                <a:off x="10209987" y="1573280"/>
                <a:ext cx="19620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B32F976-7B6D-3B7F-069B-97BEE6A6483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192347" y="1555640"/>
                  <a:ext cx="2318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5CAD850-A6F0-7CC2-08F1-573E96C73185}"/>
              </a:ext>
            </a:extLst>
          </p:cNvPr>
          <p:cNvGrpSpPr/>
          <p:nvPr/>
        </p:nvGrpSpPr>
        <p:grpSpPr>
          <a:xfrm>
            <a:off x="9833067" y="1860920"/>
            <a:ext cx="684360" cy="869760"/>
            <a:chOff x="9833067" y="1860920"/>
            <a:chExt cx="684360" cy="86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26E679E-D6D1-46B9-0D96-7D4B9ACD794E}"/>
                    </a:ext>
                  </a:extLst>
                </p14:cNvPr>
                <p14:cNvContentPartPr/>
                <p14:nvPr/>
              </p14:nvContentPartPr>
              <p14:xfrm>
                <a:off x="9833067" y="1860920"/>
                <a:ext cx="333720" cy="348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26E679E-D6D1-46B9-0D96-7D4B9ACD794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15067" y="1842920"/>
                  <a:ext cx="3693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3C8071E-990B-29C8-E13B-0152C9B6D9B1}"/>
                    </a:ext>
                  </a:extLst>
                </p14:cNvPr>
                <p14:cNvContentPartPr/>
                <p14:nvPr/>
              </p14:nvContentPartPr>
              <p14:xfrm>
                <a:off x="10264707" y="1881800"/>
                <a:ext cx="252720" cy="259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3C8071E-990B-29C8-E13B-0152C9B6D9B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47067" y="1864160"/>
                  <a:ext cx="2883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CC88941-5AE9-487A-84EF-5CEF880711ED}"/>
                    </a:ext>
                  </a:extLst>
                </p14:cNvPr>
                <p14:cNvContentPartPr/>
                <p14:nvPr/>
              </p14:nvContentPartPr>
              <p14:xfrm>
                <a:off x="9859707" y="2326400"/>
                <a:ext cx="346680" cy="404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CC88941-5AE9-487A-84EF-5CEF880711E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41707" y="2308760"/>
                  <a:ext cx="3823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9E03550-0CE3-4A1B-D222-B80A3F6690DE}"/>
                    </a:ext>
                  </a:extLst>
                </p14:cNvPr>
                <p14:cNvContentPartPr/>
                <p14:nvPr/>
              </p14:nvContentPartPr>
              <p14:xfrm>
                <a:off x="10395027" y="2344400"/>
                <a:ext cx="22680" cy="327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9E03550-0CE3-4A1B-D222-B80A3F6690D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377387" y="2326400"/>
                  <a:ext cx="58320" cy="36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A39BEBC-A5CA-B998-5DF2-17672188F494}"/>
                  </a:ext>
                </a:extLst>
              </p14:cNvPr>
              <p14:cNvContentPartPr/>
              <p14:nvPr/>
            </p14:nvContentPartPr>
            <p14:xfrm>
              <a:off x="9663507" y="3125960"/>
              <a:ext cx="142560" cy="10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A39BEBC-A5CA-B998-5DF2-17672188F49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645867" y="3108320"/>
                <a:ext cx="1782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B566EF9-FAE4-2AA8-B692-089C1DB25162}"/>
                  </a:ext>
                </a:extLst>
              </p14:cNvPr>
              <p14:cNvContentPartPr/>
              <p14:nvPr/>
            </p14:nvContentPartPr>
            <p14:xfrm>
              <a:off x="10107387" y="3107960"/>
              <a:ext cx="418320" cy="5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B566EF9-FAE4-2AA8-B692-089C1DB2516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089747" y="3089960"/>
                <a:ext cx="45396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94C027E3-E52C-E596-3955-B1860D024A1D}"/>
              </a:ext>
            </a:extLst>
          </p:cNvPr>
          <p:cNvGrpSpPr/>
          <p:nvPr/>
        </p:nvGrpSpPr>
        <p:grpSpPr>
          <a:xfrm>
            <a:off x="9658107" y="3444560"/>
            <a:ext cx="812160" cy="47520"/>
            <a:chOff x="9658107" y="3444560"/>
            <a:chExt cx="812160" cy="4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738C496-33B6-83B6-38FC-47BFFDE13FD3}"/>
                    </a:ext>
                  </a:extLst>
                </p14:cNvPr>
                <p14:cNvContentPartPr/>
                <p14:nvPr/>
              </p14:nvContentPartPr>
              <p14:xfrm>
                <a:off x="9658107" y="3480920"/>
                <a:ext cx="162000" cy="1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738C496-33B6-83B6-38FC-47BFFDE13FD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40467" y="3463280"/>
                  <a:ext cx="197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C0D833A-BD22-C63D-E164-4087F7296876}"/>
                    </a:ext>
                  </a:extLst>
                </p14:cNvPr>
                <p14:cNvContentPartPr/>
                <p14:nvPr/>
              </p14:nvContentPartPr>
              <p14:xfrm>
                <a:off x="10009107" y="3457520"/>
                <a:ext cx="95400" cy="6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C0D833A-BD22-C63D-E164-4087F729687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91107" y="3439880"/>
                  <a:ext cx="131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899E4F3-3BC5-CBDB-02AA-328FB04C7A78}"/>
                    </a:ext>
                  </a:extLst>
                </p14:cNvPr>
                <p14:cNvContentPartPr/>
                <p14:nvPr/>
              </p14:nvContentPartPr>
              <p14:xfrm>
                <a:off x="10316907" y="3444560"/>
                <a:ext cx="153360" cy="10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899E4F3-3BC5-CBDB-02AA-328FB04C7A7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99267" y="3426920"/>
                  <a:ext cx="1890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464866-BD49-3B9A-1016-56CB0F348B99}"/>
              </a:ext>
            </a:extLst>
          </p:cNvPr>
          <p:cNvGrpSpPr/>
          <p:nvPr/>
        </p:nvGrpSpPr>
        <p:grpSpPr>
          <a:xfrm>
            <a:off x="9710667" y="3695120"/>
            <a:ext cx="686160" cy="52560"/>
            <a:chOff x="9710667" y="3695120"/>
            <a:chExt cx="686160" cy="5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3524E4F-8969-E0F6-2B57-472FE2042627}"/>
                    </a:ext>
                  </a:extLst>
                </p14:cNvPr>
                <p14:cNvContentPartPr/>
                <p14:nvPr/>
              </p14:nvContentPartPr>
              <p14:xfrm>
                <a:off x="9710667" y="3728240"/>
                <a:ext cx="186480" cy="19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3524E4F-8969-E0F6-2B57-472FE204262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93027" y="3710240"/>
                  <a:ext cx="222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2B790AF-4C9B-C6F7-6A44-18309D3E168E}"/>
                    </a:ext>
                  </a:extLst>
                </p14:cNvPr>
                <p14:cNvContentPartPr/>
                <p14:nvPr/>
              </p14:nvContentPartPr>
              <p14:xfrm>
                <a:off x="10164267" y="3695120"/>
                <a:ext cx="232560" cy="15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2B790AF-4C9B-C6F7-6A44-18309D3E168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46267" y="3677120"/>
                  <a:ext cx="2682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43176FF-4830-EED1-88AF-00D1AF5DD4C2}"/>
              </a:ext>
            </a:extLst>
          </p:cNvPr>
          <p:cNvGrpSpPr/>
          <p:nvPr/>
        </p:nvGrpSpPr>
        <p:grpSpPr>
          <a:xfrm>
            <a:off x="9411147" y="3976280"/>
            <a:ext cx="1380600" cy="1166040"/>
            <a:chOff x="9411147" y="3976280"/>
            <a:chExt cx="1380600" cy="11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3D7A50B-1F3F-F7FF-F6F3-BA1841AC0F2C}"/>
                    </a:ext>
                  </a:extLst>
                </p14:cNvPr>
                <p14:cNvContentPartPr/>
                <p14:nvPr/>
              </p14:nvContentPartPr>
              <p14:xfrm>
                <a:off x="9411147" y="3976280"/>
                <a:ext cx="660240" cy="990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3D7A50B-1F3F-F7FF-F6F3-BA1841AC0F2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93507" y="3958280"/>
                  <a:ext cx="695880" cy="10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5516CCB-C983-52D8-6A24-52B70A6627E9}"/>
                    </a:ext>
                  </a:extLst>
                </p14:cNvPr>
                <p14:cNvContentPartPr/>
                <p14:nvPr/>
              </p14:nvContentPartPr>
              <p14:xfrm>
                <a:off x="9961947" y="4061240"/>
                <a:ext cx="829800" cy="1081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5516CCB-C983-52D8-6A24-52B70A6627E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44307" y="4043240"/>
                  <a:ext cx="865440" cy="1116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2604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8BDC9-A8E5-3EF3-10CE-73AE57A58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E65E7B-72E6-3D8E-8B57-A249E6DFB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54D13BC-AF8A-DF84-3AAC-44ED609DAD68}"/>
              </a:ext>
            </a:extLst>
          </p:cNvPr>
          <p:cNvGrpSpPr/>
          <p:nvPr/>
        </p:nvGrpSpPr>
        <p:grpSpPr>
          <a:xfrm>
            <a:off x="9748827" y="305360"/>
            <a:ext cx="721800" cy="921960"/>
            <a:chOff x="9748827" y="305360"/>
            <a:chExt cx="721800" cy="92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C09F107-0A75-86E5-485C-B1103F765EE9}"/>
                    </a:ext>
                  </a:extLst>
                </p14:cNvPr>
                <p14:cNvContentPartPr/>
                <p14:nvPr/>
              </p14:nvContentPartPr>
              <p14:xfrm>
                <a:off x="9748827" y="305360"/>
                <a:ext cx="282600" cy="396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C09F107-0A75-86E5-485C-B1103F765EE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731187" y="287720"/>
                  <a:ext cx="3182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82ECEBB-25EF-AAF4-74F6-3BAF0B8C688D}"/>
                    </a:ext>
                  </a:extLst>
                </p14:cNvPr>
                <p14:cNvContentPartPr/>
                <p14:nvPr/>
              </p14:nvContentPartPr>
              <p14:xfrm>
                <a:off x="10167867" y="343520"/>
                <a:ext cx="302760" cy="280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82ECEBB-25EF-AAF4-74F6-3BAF0B8C688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50227" y="325880"/>
                  <a:ext cx="3384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2A25116-1B66-72F3-882D-7D5B2184F055}"/>
                    </a:ext>
                  </a:extLst>
                </p14:cNvPr>
                <p14:cNvContentPartPr/>
                <p14:nvPr/>
              </p14:nvContentPartPr>
              <p14:xfrm>
                <a:off x="9832707" y="807560"/>
                <a:ext cx="259200" cy="419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2A25116-1B66-72F3-882D-7D5B2184F05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14707" y="789920"/>
                  <a:ext cx="29484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3776F1B-274C-3D3A-92E8-6E8D16393B09}"/>
                    </a:ext>
                  </a:extLst>
                </p14:cNvPr>
                <p14:cNvContentPartPr/>
                <p14:nvPr/>
              </p14:nvContentPartPr>
              <p14:xfrm>
                <a:off x="10324467" y="865520"/>
                <a:ext cx="28080" cy="302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3776F1B-274C-3D3A-92E8-6E8D16393B0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306827" y="847520"/>
                  <a:ext cx="6372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01A271E-C724-0969-6684-32916ACDF4B0}"/>
              </a:ext>
            </a:extLst>
          </p:cNvPr>
          <p:cNvGrpSpPr/>
          <p:nvPr/>
        </p:nvGrpSpPr>
        <p:grpSpPr>
          <a:xfrm>
            <a:off x="9688347" y="1563560"/>
            <a:ext cx="717840" cy="25200"/>
            <a:chOff x="9688347" y="1563560"/>
            <a:chExt cx="717840" cy="2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BB3D273-C63C-5971-BBD0-1A2761E1067C}"/>
                    </a:ext>
                  </a:extLst>
                </p14:cNvPr>
                <p14:cNvContentPartPr/>
                <p14:nvPr/>
              </p14:nvContentPartPr>
              <p14:xfrm>
                <a:off x="9688347" y="1588400"/>
                <a:ext cx="3348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BB3D273-C63C-5971-BBD0-1A2761E1067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70347" y="1570400"/>
                  <a:ext cx="69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802899F-33A4-0530-297A-BD2E1BB52C4B}"/>
                    </a:ext>
                  </a:extLst>
                </p14:cNvPr>
                <p14:cNvContentPartPr/>
                <p14:nvPr/>
              </p14:nvContentPartPr>
              <p14:xfrm>
                <a:off x="9926667" y="1563560"/>
                <a:ext cx="90360" cy="6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802899F-33A4-0530-297A-BD2E1BB52C4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09027" y="1545920"/>
                  <a:ext cx="126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DA2117E-59AB-A83B-C940-F69F3D0806A9}"/>
                    </a:ext>
                  </a:extLst>
                </p14:cNvPr>
                <p14:cNvContentPartPr/>
                <p14:nvPr/>
              </p14:nvContentPartPr>
              <p14:xfrm>
                <a:off x="10209987" y="1573280"/>
                <a:ext cx="19620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DA2117E-59AB-A83B-C940-F69F3D0806A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192347" y="1555640"/>
                  <a:ext cx="2318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62D6C85-4AA6-3A4C-24D5-148AD912D801}"/>
              </a:ext>
            </a:extLst>
          </p:cNvPr>
          <p:cNvGrpSpPr/>
          <p:nvPr/>
        </p:nvGrpSpPr>
        <p:grpSpPr>
          <a:xfrm>
            <a:off x="9833067" y="1860920"/>
            <a:ext cx="684360" cy="869760"/>
            <a:chOff x="9833067" y="1860920"/>
            <a:chExt cx="684360" cy="86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79579CF-E111-0F71-A48E-155BCC7E9DDC}"/>
                    </a:ext>
                  </a:extLst>
                </p14:cNvPr>
                <p14:cNvContentPartPr/>
                <p14:nvPr/>
              </p14:nvContentPartPr>
              <p14:xfrm>
                <a:off x="9833067" y="1860920"/>
                <a:ext cx="333720" cy="348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79579CF-E111-0F71-A48E-155BCC7E9DD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15067" y="1842920"/>
                  <a:ext cx="3693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D52ADBC-CC38-2E27-2F4B-13ADB39D71F7}"/>
                    </a:ext>
                  </a:extLst>
                </p14:cNvPr>
                <p14:cNvContentPartPr/>
                <p14:nvPr/>
              </p14:nvContentPartPr>
              <p14:xfrm>
                <a:off x="10264707" y="1881800"/>
                <a:ext cx="252720" cy="259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D52ADBC-CC38-2E27-2F4B-13ADB39D71F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47067" y="1864160"/>
                  <a:ext cx="2883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8B5F67C-3B58-214B-9FF5-A9AF61997E3A}"/>
                    </a:ext>
                  </a:extLst>
                </p14:cNvPr>
                <p14:cNvContentPartPr/>
                <p14:nvPr/>
              </p14:nvContentPartPr>
              <p14:xfrm>
                <a:off x="9859707" y="2326400"/>
                <a:ext cx="346680" cy="404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8B5F67C-3B58-214B-9FF5-A9AF61997E3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41707" y="2308760"/>
                  <a:ext cx="3823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087CA9C-6E9B-4967-4690-83CB43BA13B6}"/>
                    </a:ext>
                  </a:extLst>
                </p14:cNvPr>
                <p14:cNvContentPartPr/>
                <p14:nvPr/>
              </p14:nvContentPartPr>
              <p14:xfrm>
                <a:off x="10395027" y="2344400"/>
                <a:ext cx="22680" cy="327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087CA9C-6E9B-4967-4690-83CB43BA13B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377387" y="2326400"/>
                  <a:ext cx="58320" cy="36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7AEBDAD-B474-82C3-5C38-F0C3E527FD79}"/>
                  </a:ext>
                </a:extLst>
              </p14:cNvPr>
              <p14:cNvContentPartPr/>
              <p14:nvPr/>
            </p14:nvContentPartPr>
            <p14:xfrm>
              <a:off x="9663507" y="3125960"/>
              <a:ext cx="142560" cy="10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7AEBDAD-B474-82C3-5C38-F0C3E527FD7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645867" y="3108320"/>
                <a:ext cx="1782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9B53D89-D4CD-EFA5-E75F-79E73138AFF1}"/>
                  </a:ext>
                </a:extLst>
              </p14:cNvPr>
              <p14:cNvContentPartPr/>
              <p14:nvPr/>
            </p14:nvContentPartPr>
            <p14:xfrm>
              <a:off x="10107387" y="3107960"/>
              <a:ext cx="418320" cy="5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9B53D89-D4CD-EFA5-E75F-79E73138AFF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089747" y="3089960"/>
                <a:ext cx="45396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387276AE-0FB8-EEC4-F9EB-7EB4A00E862F}"/>
              </a:ext>
            </a:extLst>
          </p:cNvPr>
          <p:cNvGrpSpPr/>
          <p:nvPr/>
        </p:nvGrpSpPr>
        <p:grpSpPr>
          <a:xfrm>
            <a:off x="9658107" y="3444560"/>
            <a:ext cx="812160" cy="47520"/>
            <a:chOff x="9658107" y="3444560"/>
            <a:chExt cx="812160" cy="4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645998D-077B-F9D5-E39C-C9BB578FAF87}"/>
                    </a:ext>
                  </a:extLst>
                </p14:cNvPr>
                <p14:cNvContentPartPr/>
                <p14:nvPr/>
              </p14:nvContentPartPr>
              <p14:xfrm>
                <a:off x="9658107" y="3480920"/>
                <a:ext cx="162000" cy="1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645998D-077B-F9D5-E39C-C9BB578FAF8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40467" y="3463280"/>
                  <a:ext cx="197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8E92C96-B51B-A025-988A-51122B084FFB}"/>
                    </a:ext>
                  </a:extLst>
                </p14:cNvPr>
                <p14:cNvContentPartPr/>
                <p14:nvPr/>
              </p14:nvContentPartPr>
              <p14:xfrm>
                <a:off x="10009107" y="3457520"/>
                <a:ext cx="95400" cy="6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8E92C96-B51B-A025-988A-51122B084FF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91107" y="3439880"/>
                  <a:ext cx="131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06EFED8-A824-982A-3570-1470120CAC5E}"/>
                    </a:ext>
                  </a:extLst>
                </p14:cNvPr>
                <p14:cNvContentPartPr/>
                <p14:nvPr/>
              </p14:nvContentPartPr>
              <p14:xfrm>
                <a:off x="10316907" y="3444560"/>
                <a:ext cx="153360" cy="10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06EFED8-A824-982A-3570-1470120CAC5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99267" y="3426920"/>
                  <a:ext cx="1890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7D6466A-D812-675F-2DA5-9A9A33C9D00A}"/>
              </a:ext>
            </a:extLst>
          </p:cNvPr>
          <p:cNvGrpSpPr/>
          <p:nvPr/>
        </p:nvGrpSpPr>
        <p:grpSpPr>
          <a:xfrm>
            <a:off x="9710667" y="3695120"/>
            <a:ext cx="686160" cy="52560"/>
            <a:chOff x="9710667" y="3695120"/>
            <a:chExt cx="686160" cy="5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132F4F5-83CD-E6C4-70F9-E555C23F8709}"/>
                    </a:ext>
                  </a:extLst>
                </p14:cNvPr>
                <p14:cNvContentPartPr/>
                <p14:nvPr/>
              </p14:nvContentPartPr>
              <p14:xfrm>
                <a:off x="9710667" y="3728240"/>
                <a:ext cx="186480" cy="19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132F4F5-83CD-E6C4-70F9-E555C23F870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93027" y="3710240"/>
                  <a:ext cx="222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58A47AA-FBEE-C804-3651-FE44FB67F106}"/>
                    </a:ext>
                  </a:extLst>
                </p14:cNvPr>
                <p14:cNvContentPartPr/>
                <p14:nvPr/>
              </p14:nvContentPartPr>
              <p14:xfrm>
                <a:off x="10164267" y="3695120"/>
                <a:ext cx="232560" cy="15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58A47AA-FBEE-C804-3651-FE44FB67F10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46267" y="3677120"/>
                  <a:ext cx="2682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DFCA5D7-5E0D-CABF-5318-D5F43D7C70B6}"/>
              </a:ext>
            </a:extLst>
          </p:cNvPr>
          <p:cNvGrpSpPr/>
          <p:nvPr/>
        </p:nvGrpSpPr>
        <p:grpSpPr>
          <a:xfrm>
            <a:off x="9411147" y="3976280"/>
            <a:ext cx="1380600" cy="1166040"/>
            <a:chOff x="9411147" y="3976280"/>
            <a:chExt cx="1380600" cy="11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9091B22-42C8-0BF7-3969-A6E201BB26D8}"/>
                    </a:ext>
                  </a:extLst>
                </p14:cNvPr>
                <p14:cNvContentPartPr/>
                <p14:nvPr/>
              </p14:nvContentPartPr>
              <p14:xfrm>
                <a:off x="9411147" y="3976280"/>
                <a:ext cx="660240" cy="990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9091B22-42C8-0BF7-3969-A6E201BB26D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93507" y="3958280"/>
                  <a:ext cx="695880" cy="10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CFE061C-1845-BBEC-9E48-E9BFF8F83C00}"/>
                    </a:ext>
                  </a:extLst>
                </p14:cNvPr>
                <p14:cNvContentPartPr/>
                <p14:nvPr/>
              </p14:nvContentPartPr>
              <p14:xfrm>
                <a:off x="9961947" y="4061240"/>
                <a:ext cx="829800" cy="1081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CFE061C-1845-BBEC-9E48-E9BFF8F83C0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44307" y="4043240"/>
                  <a:ext cx="865440" cy="11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3E5BE48-9809-F686-C3F6-E4760D8C049C}"/>
              </a:ext>
            </a:extLst>
          </p:cNvPr>
          <p:cNvGrpSpPr/>
          <p:nvPr/>
        </p:nvGrpSpPr>
        <p:grpSpPr>
          <a:xfrm>
            <a:off x="440307" y="729080"/>
            <a:ext cx="3543120" cy="3215520"/>
            <a:chOff x="440307" y="729080"/>
            <a:chExt cx="3543120" cy="321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C5A5195-6CA9-6C31-78F6-F1221AB3F877}"/>
                    </a:ext>
                  </a:extLst>
                </p14:cNvPr>
                <p14:cNvContentPartPr/>
                <p14:nvPr/>
              </p14:nvContentPartPr>
              <p14:xfrm>
                <a:off x="584307" y="729080"/>
                <a:ext cx="307440" cy="407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C5A5195-6CA9-6C31-78F6-F1221AB3F87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6307" y="711080"/>
                  <a:ext cx="3430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CCD4B61-BE6D-14EE-7D57-5375812D5C9B}"/>
                    </a:ext>
                  </a:extLst>
                </p14:cNvPr>
                <p14:cNvContentPartPr/>
                <p14:nvPr/>
              </p14:nvContentPartPr>
              <p14:xfrm>
                <a:off x="940707" y="917720"/>
                <a:ext cx="96120" cy="217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CCD4B61-BE6D-14EE-7D57-5375812D5C9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22707" y="900080"/>
                  <a:ext cx="1317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CC18FC7-6775-9477-E181-8FD0E4F3CC35}"/>
                    </a:ext>
                  </a:extLst>
                </p14:cNvPr>
                <p14:cNvContentPartPr/>
                <p14:nvPr/>
              </p14:nvContentPartPr>
              <p14:xfrm>
                <a:off x="1141587" y="847160"/>
                <a:ext cx="289800" cy="273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CC18FC7-6775-9477-E181-8FD0E4F3CC3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23947" y="829520"/>
                  <a:ext cx="3254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31121E6-E3FA-2F95-749D-60AAF42CBE1C}"/>
                    </a:ext>
                  </a:extLst>
                </p14:cNvPr>
                <p14:cNvContentPartPr/>
                <p14:nvPr/>
              </p14:nvContentPartPr>
              <p14:xfrm>
                <a:off x="554067" y="1300400"/>
                <a:ext cx="73440" cy="407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31121E6-E3FA-2F95-749D-60AAF42CBE1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36427" y="1282400"/>
                  <a:ext cx="10908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E17114A-1F07-E909-88D1-616879C3ACFC}"/>
                    </a:ext>
                  </a:extLst>
                </p14:cNvPr>
                <p14:cNvContentPartPr/>
                <p14:nvPr/>
              </p14:nvContentPartPr>
              <p14:xfrm>
                <a:off x="720027" y="1430000"/>
                <a:ext cx="135000" cy="219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E17114A-1F07-E909-88D1-616879C3ACF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2387" y="1412360"/>
                  <a:ext cx="1706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1591EB3-7B8D-7C0F-9489-B883A9654BF6}"/>
                    </a:ext>
                  </a:extLst>
                </p14:cNvPr>
                <p14:cNvContentPartPr/>
                <p14:nvPr/>
              </p14:nvContentPartPr>
              <p14:xfrm>
                <a:off x="954027" y="1379960"/>
                <a:ext cx="263160" cy="299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1591EB3-7B8D-7C0F-9489-B883A9654BF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6027" y="1361960"/>
                  <a:ext cx="2988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F60E37E-7A6B-605C-A0FB-8F1F8F6C4B9C}"/>
                    </a:ext>
                  </a:extLst>
                </p14:cNvPr>
                <p14:cNvContentPartPr/>
                <p14:nvPr/>
              </p14:nvContentPartPr>
              <p14:xfrm>
                <a:off x="1267587" y="1339640"/>
                <a:ext cx="585360" cy="264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F60E37E-7A6B-605C-A0FB-8F1F8F6C4B9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49947" y="1322000"/>
                  <a:ext cx="6210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3BDA4F2-5DC2-C938-5F10-68303D0067FE}"/>
                    </a:ext>
                  </a:extLst>
                </p14:cNvPr>
                <p14:cNvContentPartPr/>
                <p14:nvPr/>
              </p14:nvContentPartPr>
              <p14:xfrm>
                <a:off x="2143467" y="999440"/>
                <a:ext cx="353160" cy="470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3BDA4F2-5DC2-C938-5F10-68303D0067F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125467" y="981440"/>
                  <a:ext cx="38880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E738DD3-E826-E3C1-709B-9D3DD6A5918A}"/>
                    </a:ext>
                  </a:extLst>
                </p14:cNvPr>
                <p14:cNvContentPartPr/>
                <p14:nvPr/>
              </p14:nvContentPartPr>
              <p14:xfrm>
                <a:off x="2451627" y="1181960"/>
                <a:ext cx="360" cy="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E738DD3-E826-E3C1-709B-9D3DD6A5918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433627" y="116432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3A18ABC-5825-DBFC-2355-A431BEC0E962}"/>
                    </a:ext>
                  </a:extLst>
                </p14:cNvPr>
                <p14:cNvContentPartPr/>
                <p14:nvPr/>
              </p14:nvContentPartPr>
              <p14:xfrm>
                <a:off x="2378187" y="1185200"/>
                <a:ext cx="355680" cy="738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3A18ABC-5825-DBFC-2355-A431BEC0E96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360187" y="1167200"/>
                  <a:ext cx="391320" cy="77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61BEE37-31FF-99C4-DAEB-26C04796B288}"/>
                    </a:ext>
                  </a:extLst>
                </p14:cNvPr>
                <p14:cNvContentPartPr/>
                <p14:nvPr/>
              </p14:nvContentPartPr>
              <p14:xfrm>
                <a:off x="2817387" y="1190240"/>
                <a:ext cx="17640" cy="195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61BEE37-31FF-99C4-DAEB-26C04796B28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799387" y="1172600"/>
                  <a:ext cx="53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AD4D327-C66E-AC20-4AB5-A0F8BFE32E1D}"/>
                    </a:ext>
                  </a:extLst>
                </p14:cNvPr>
                <p14:cNvContentPartPr/>
                <p14:nvPr/>
              </p14:nvContentPartPr>
              <p14:xfrm>
                <a:off x="2660067" y="983960"/>
                <a:ext cx="98640" cy="98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AD4D327-C66E-AC20-4AB5-A0F8BFE32E1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642427" y="966320"/>
                  <a:ext cx="134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CECEF60-2F04-5284-6588-0B86653D2632}"/>
                    </a:ext>
                  </a:extLst>
                </p14:cNvPr>
                <p14:cNvContentPartPr/>
                <p14:nvPr/>
              </p14:nvContentPartPr>
              <p14:xfrm>
                <a:off x="2928627" y="938240"/>
                <a:ext cx="178920" cy="474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CECEF60-2F04-5284-6588-0B86653D263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910627" y="920240"/>
                  <a:ext cx="21456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28C3C09-74BA-A611-5CB4-CB38B6DB6D3C}"/>
                    </a:ext>
                  </a:extLst>
                </p14:cNvPr>
                <p14:cNvContentPartPr/>
                <p14:nvPr/>
              </p14:nvContentPartPr>
              <p14:xfrm>
                <a:off x="2960667" y="1134800"/>
                <a:ext cx="279360" cy="51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28C3C09-74BA-A611-5CB4-CB38B6DB6D3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942667" y="1117160"/>
                  <a:ext cx="315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4978EE8-49CA-EDE2-FF3A-C9D7AAF29C26}"/>
                    </a:ext>
                  </a:extLst>
                </p14:cNvPr>
                <p14:cNvContentPartPr/>
                <p14:nvPr/>
              </p14:nvContentPartPr>
              <p14:xfrm>
                <a:off x="3378627" y="1063160"/>
                <a:ext cx="236520" cy="38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4978EE8-49CA-EDE2-FF3A-C9D7AAF29C2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360987" y="1045520"/>
                  <a:ext cx="272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CBB7E0-D84E-D79B-58C4-CBD9DBD41B7C}"/>
                    </a:ext>
                  </a:extLst>
                </p14:cNvPr>
                <p14:cNvContentPartPr/>
                <p14:nvPr/>
              </p14:nvContentPartPr>
              <p14:xfrm>
                <a:off x="3400227" y="1160720"/>
                <a:ext cx="254880" cy="52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CBB7E0-D84E-D79B-58C4-CBD9DBD41B7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382227" y="1142720"/>
                  <a:ext cx="2905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38D0B30-600E-0E01-AA68-DEC5B4F0368B}"/>
                    </a:ext>
                  </a:extLst>
                </p14:cNvPr>
                <p14:cNvContentPartPr/>
                <p14:nvPr/>
              </p14:nvContentPartPr>
              <p14:xfrm>
                <a:off x="3592467" y="864080"/>
                <a:ext cx="390960" cy="608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38D0B30-600E-0E01-AA68-DEC5B4F0368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74827" y="846440"/>
                  <a:ext cx="426600" cy="6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AB60B40-9003-D664-1BBE-010C27E80E98}"/>
                    </a:ext>
                  </a:extLst>
                </p14:cNvPr>
                <p14:cNvContentPartPr/>
                <p14:nvPr/>
              </p14:nvContentPartPr>
              <p14:xfrm>
                <a:off x="468387" y="2041280"/>
                <a:ext cx="338760" cy="566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AB60B40-9003-D664-1BBE-010C27E80E9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50747" y="2023640"/>
                  <a:ext cx="37440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C152D40-7A1F-F8E3-6432-798F4A03757F}"/>
                    </a:ext>
                  </a:extLst>
                </p14:cNvPr>
                <p14:cNvContentPartPr/>
                <p14:nvPr/>
              </p14:nvContentPartPr>
              <p14:xfrm>
                <a:off x="922347" y="2274920"/>
                <a:ext cx="61200" cy="567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C152D40-7A1F-F8E3-6432-798F4A03757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04347" y="2256920"/>
                  <a:ext cx="96840" cy="6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51C060C-906A-F303-AD7D-C4E9068E9536}"/>
                    </a:ext>
                  </a:extLst>
                </p14:cNvPr>
                <p14:cNvContentPartPr/>
                <p14:nvPr/>
              </p14:nvContentPartPr>
              <p14:xfrm>
                <a:off x="906147" y="2237480"/>
                <a:ext cx="184680" cy="272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51C060C-906A-F303-AD7D-C4E9068E953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88507" y="2219840"/>
                  <a:ext cx="2203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398799C-7495-8CD8-45C0-D80FF7D22C41}"/>
                    </a:ext>
                  </a:extLst>
                </p14:cNvPr>
                <p14:cNvContentPartPr/>
                <p14:nvPr/>
              </p14:nvContentPartPr>
              <p14:xfrm>
                <a:off x="1195587" y="2247200"/>
                <a:ext cx="52200" cy="572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398799C-7495-8CD8-45C0-D80FF7D22C4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77587" y="2229200"/>
                  <a:ext cx="8784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91B63F3-C97A-3440-BFD1-F40DB319F203}"/>
                    </a:ext>
                  </a:extLst>
                </p14:cNvPr>
                <p14:cNvContentPartPr/>
                <p14:nvPr/>
              </p14:nvContentPartPr>
              <p14:xfrm>
                <a:off x="1184427" y="2211920"/>
                <a:ext cx="165240" cy="254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91B63F3-C97A-3440-BFD1-F40DB319F20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66427" y="2193920"/>
                  <a:ext cx="2008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A52BC36-C6BA-F2F2-42F7-8F5851A71E55}"/>
                    </a:ext>
                  </a:extLst>
                </p14:cNvPr>
                <p14:cNvContentPartPr/>
                <p14:nvPr/>
              </p14:nvContentPartPr>
              <p14:xfrm>
                <a:off x="1414107" y="2141360"/>
                <a:ext cx="687960" cy="297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A52BC36-C6BA-F2F2-42F7-8F5851A71E5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396467" y="2123360"/>
                  <a:ext cx="7236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BB4FF1E-FE36-6187-6CA4-E9D2302FD2B2}"/>
                    </a:ext>
                  </a:extLst>
                </p14:cNvPr>
                <p14:cNvContentPartPr/>
                <p14:nvPr/>
              </p14:nvContentPartPr>
              <p14:xfrm>
                <a:off x="440307" y="2814560"/>
                <a:ext cx="417240" cy="609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BB4FF1E-FE36-6187-6CA4-E9D2302FD2B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22307" y="2796920"/>
                  <a:ext cx="452880" cy="6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9B75C1D-FF6A-0DB9-9CAF-80BC33191BD5}"/>
                    </a:ext>
                  </a:extLst>
                </p14:cNvPr>
                <p14:cNvContentPartPr/>
                <p14:nvPr/>
              </p14:nvContentPartPr>
              <p14:xfrm>
                <a:off x="792747" y="2994560"/>
                <a:ext cx="18360" cy="1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9B75C1D-FF6A-0DB9-9CAF-80BC33191BD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75107" y="2976560"/>
                  <a:ext cx="54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DA902B5-CB57-4393-57E9-E98AE4E5EFC5}"/>
                    </a:ext>
                  </a:extLst>
                </p14:cNvPr>
                <p14:cNvContentPartPr/>
                <p14:nvPr/>
              </p14:nvContentPartPr>
              <p14:xfrm>
                <a:off x="847107" y="3088160"/>
                <a:ext cx="317520" cy="823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DA902B5-CB57-4393-57E9-E98AE4E5EFC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29467" y="3070520"/>
                  <a:ext cx="353160" cy="85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DC58E73-1831-6570-0191-6B3E15D40893}"/>
                    </a:ext>
                  </a:extLst>
                </p14:cNvPr>
                <p14:cNvContentPartPr/>
                <p14:nvPr/>
              </p14:nvContentPartPr>
              <p14:xfrm>
                <a:off x="1205307" y="3072320"/>
                <a:ext cx="321480" cy="872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DC58E73-1831-6570-0191-6B3E15D4089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87667" y="3054320"/>
                  <a:ext cx="357120" cy="90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3883B4D-06D0-24ED-C3E2-31B0EA80D681}"/>
                    </a:ext>
                  </a:extLst>
                </p14:cNvPr>
                <p14:cNvContentPartPr/>
                <p14:nvPr/>
              </p14:nvContentPartPr>
              <p14:xfrm>
                <a:off x="1620747" y="3055760"/>
                <a:ext cx="48600" cy="188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3883B4D-06D0-24ED-C3E2-31B0EA80D68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602747" y="3037760"/>
                  <a:ext cx="84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275C1ED-5B7B-D367-095E-7837EB2793B5}"/>
                    </a:ext>
                  </a:extLst>
                </p14:cNvPr>
                <p14:cNvContentPartPr/>
                <p14:nvPr/>
              </p14:nvContentPartPr>
              <p14:xfrm>
                <a:off x="1491147" y="2845880"/>
                <a:ext cx="120240" cy="107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275C1ED-5B7B-D367-095E-7837EB2793B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473507" y="2828240"/>
                  <a:ext cx="1558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3167FF3-CE6E-2746-B4A9-D7AEE38987C8}"/>
                    </a:ext>
                  </a:extLst>
                </p14:cNvPr>
                <p14:cNvContentPartPr/>
                <p14:nvPr/>
              </p14:nvContentPartPr>
              <p14:xfrm>
                <a:off x="1766187" y="2707280"/>
                <a:ext cx="279360" cy="527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3167FF3-CE6E-2746-B4A9-D7AEE38987C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748187" y="2689640"/>
                  <a:ext cx="31500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DEC908C-DD80-8CCC-61D9-D2A577407092}"/>
                    </a:ext>
                  </a:extLst>
                </p14:cNvPr>
                <p14:cNvContentPartPr/>
                <p14:nvPr/>
              </p14:nvContentPartPr>
              <p14:xfrm>
                <a:off x="1815147" y="2950640"/>
                <a:ext cx="303120" cy="35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DEC908C-DD80-8CCC-61D9-D2A57740709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797507" y="2933000"/>
                  <a:ext cx="338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8F75875-BD10-6B3C-2524-9F7C17E4F55C}"/>
                    </a:ext>
                  </a:extLst>
                </p14:cNvPr>
                <p14:cNvContentPartPr/>
                <p14:nvPr/>
              </p14:nvContentPartPr>
              <p14:xfrm>
                <a:off x="2226987" y="2861000"/>
                <a:ext cx="252720" cy="50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8F75875-BD10-6B3C-2524-9F7C17E4F55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209347" y="2843000"/>
                  <a:ext cx="288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E5059D0-47F6-AB2C-377F-28EAF0F98E42}"/>
                    </a:ext>
                  </a:extLst>
                </p14:cNvPr>
                <p14:cNvContentPartPr/>
                <p14:nvPr/>
              </p14:nvContentPartPr>
              <p14:xfrm>
                <a:off x="2282427" y="2990240"/>
                <a:ext cx="290160" cy="56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E5059D0-47F6-AB2C-377F-28EAF0F98E4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264787" y="2972600"/>
                  <a:ext cx="3258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BD9457A-7C44-5CF4-2CD0-491DF768E982}"/>
                    </a:ext>
                  </a:extLst>
                </p14:cNvPr>
                <p14:cNvContentPartPr/>
                <p14:nvPr/>
              </p14:nvContentPartPr>
              <p14:xfrm>
                <a:off x="2554227" y="2642840"/>
                <a:ext cx="430920" cy="575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BD9457A-7C44-5CF4-2CD0-491DF768E98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536587" y="2625200"/>
                  <a:ext cx="466560" cy="611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81116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96BF1-7816-8C02-1D0F-A602A0562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4CB384-9D3A-1B4E-E973-F4AC16346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81AFC70-0AF6-C952-08DF-A75C78F119B3}"/>
              </a:ext>
            </a:extLst>
          </p:cNvPr>
          <p:cNvGrpSpPr/>
          <p:nvPr/>
        </p:nvGrpSpPr>
        <p:grpSpPr>
          <a:xfrm>
            <a:off x="9748827" y="305360"/>
            <a:ext cx="721800" cy="921960"/>
            <a:chOff x="9748827" y="305360"/>
            <a:chExt cx="721800" cy="92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E55B312-CA59-396F-0412-5D3E258EABFF}"/>
                    </a:ext>
                  </a:extLst>
                </p14:cNvPr>
                <p14:cNvContentPartPr/>
                <p14:nvPr/>
              </p14:nvContentPartPr>
              <p14:xfrm>
                <a:off x="9748827" y="305360"/>
                <a:ext cx="282600" cy="396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E55B312-CA59-396F-0412-5D3E258EABF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731187" y="287720"/>
                  <a:ext cx="3182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A02752E-169A-AF49-5422-9FBDB4D83199}"/>
                    </a:ext>
                  </a:extLst>
                </p14:cNvPr>
                <p14:cNvContentPartPr/>
                <p14:nvPr/>
              </p14:nvContentPartPr>
              <p14:xfrm>
                <a:off x="10167867" y="343520"/>
                <a:ext cx="302760" cy="280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A02752E-169A-AF49-5422-9FBDB4D8319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50227" y="325880"/>
                  <a:ext cx="3384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2654BB0-9F31-7BFB-BAC3-79A0AABEB3E2}"/>
                    </a:ext>
                  </a:extLst>
                </p14:cNvPr>
                <p14:cNvContentPartPr/>
                <p14:nvPr/>
              </p14:nvContentPartPr>
              <p14:xfrm>
                <a:off x="9832707" y="807560"/>
                <a:ext cx="259200" cy="419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2654BB0-9F31-7BFB-BAC3-79A0AABEB3E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14707" y="789920"/>
                  <a:ext cx="29484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23DF302-D2DA-5FE5-C3DA-6221CFDEE6E4}"/>
                    </a:ext>
                  </a:extLst>
                </p14:cNvPr>
                <p14:cNvContentPartPr/>
                <p14:nvPr/>
              </p14:nvContentPartPr>
              <p14:xfrm>
                <a:off x="10324467" y="865520"/>
                <a:ext cx="28080" cy="302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23DF302-D2DA-5FE5-C3DA-6221CFDEE6E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306827" y="847520"/>
                  <a:ext cx="6372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664CC1-F0B7-AC42-5799-C10E30C2F9B3}"/>
              </a:ext>
            </a:extLst>
          </p:cNvPr>
          <p:cNvGrpSpPr/>
          <p:nvPr/>
        </p:nvGrpSpPr>
        <p:grpSpPr>
          <a:xfrm>
            <a:off x="9688347" y="1563560"/>
            <a:ext cx="717840" cy="25200"/>
            <a:chOff x="9688347" y="1563560"/>
            <a:chExt cx="717840" cy="2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58D7FDD-253C-B116-0F3F-97A4C9549A67}"/>
                    </a:ext>
                  </a:extLst>
                </p14:cNvPr>
                <p14:cNvContentPartPr/>
                <p14:nvPr/>
              </p14:nvContentPartPr>
              <p14:xfrm>
                <a:off x="9688347" y="1588400"/>
                <a:ext cx="3348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58D7FDD-253C-B116-0F3F-97A4C9549A6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70347" y="1570400"/>
                  <a:ext cx="69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BEFDC0F-5DDF-E849-2F6E-3A4CE37FA588}"/>
                    </a:ext>
                  </a:extLst>
                </p14:cNvPr>
                <p14:cNvContentPartPr/>
                <p14:nvPr/>
              </p14:nvContentPartPr>
              <p14:xfrm>
                <a:off x="9926667" y="1563560"/>
                <a:ext cx="90360" cy="6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BEFDC0F-5DDF-E849-2F6E-3A4CE37FA58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09027" y="1545920"/>
                  <a:ext cx="126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4AB644D-790F-09FD-2CA6-2A80AC3BA912}"/>
                    </a:ext>
                  </a:extLst>
                </p14:cNvPr>
                <p14:cNvContentPartPr/>
                <p14:nvPr/>
              </p14:nvContentPartPr>
              <p14:xfrm>
                <a:off x="10209987" y="1573280"/>
                <a:ext cx="19620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4AB644D-790F-09FD-2CA6-2A80AC3BA91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192347" y="1555640"/>
                  <a:ext cx="2318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411BC86-C54D-1270-3F5B-AD471C94716E}"/>
              </a:ext>
            </a:extLst>
          </p:cNvPr>
          <p:cNvGrpSpPr/>
          <p:nvPr/>
        </p:nvGrpSpPr>
        <p:grpSpPr>
          <a:xfrm>
            <a:off x="9833067" y="1860920"/>
            <a:ext cx="684360" cy="869760"/>
            <a:chOff x="9833067" y="1860920"/>
            <a:chExt cx="684360" cy="86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72F9491-9BA0-290F-7F5C-2A38BE3FD5DF}"/>
                    </a:ext>
                  </a:extLst>
                </p14:cNvPr>
                <p14:cNvContentPartPr/>
                <p14:nvPr/>
              </p14:nvContentPartPr>
              <p14:xfrm>
                <a:off x="9833067" y="1860920"/>
                <a:ext cx="333720" cy="348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72F9491-9BA0-290F-7F5C-2A38BE3FD5D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15067" y="1842920"/>
                  <a:ext cx="3693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A7FD032-9545-E2AF-2AB3-5FF763815028}"/>
                    </a:ext>
                  </a:extLst>
                </p14:cNvPr>
                <p14:cNvContentPartPr/>
                <p14:nvPr/>
              </p14:nvContentPartPr>
              <p14:xfrm>
                <a:off x="10264707" y="1881800"/>
                <a:ext cx="252720" cy="259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A7FD032-9545-E2AF-2AB3-5FF76381502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47067" y="1864160"/>
                  <a:ext cx="2883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CEB2AE6-377A-81E2-275E-C4815ED37C51}"/>
                    </a:ext>
                  </a:extLst>
                </p14:cNvPr>
                <p14:cNvContentPartPr/>
                <p14:nvPr/>
              </p14:nvContentPartPr>
              <p14:xfrm>
                <a:off x="9859707" y="2326400"/>
                <a:ext cx="346680" cy="404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CEB2AE6-377A-81E2-275E-C4815ED37C5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41707" y="2308760"/>
                  <a:ext cx="3823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F02E44E-2880-3826-4F3B-5A43E5CB6210}"/>
                    </a:ext>
                  </a:extLst>
                </p14:cNvPr>
                <p14:cNvContentPartPr/>
                <p14:nvPr/>
              </p14:nvContentPartPr>
              <p14:xfrm>
                <a:off x="10395027" y="2344400"/>
                <a:ext cx="22680" cy="327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F02E44E-2880-3826-4F3B-5A43E5CB621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377387" y="2326400"/>
                  <a:ext cx="58320" cy="36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0B924CF-CAF7-63D0-D75E-0989DAA470DA}"/>
                  </a:ext>
                </a:extLst>
              </p14:cNvPr>
              <p14:cNvContentPartPr/>
              <p14:nvPr/>
            </p14:nvContentPartPr>
            <p14:xfrm>
              <a:off x="9663507" y="3125960"/>
              <a:ext cx="142560" cy="10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0B924CF-CAF7-63D0-D75E-0989DAA470D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645867" y="3108320"/>
                <a:ext cx="1782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86969D4-19CE-4A1C-25B8-2B8525979232}"/>
                  </a:ext>
                </a:extLst>
              </p14:cNvPr>
              <p14:cNvContentPartPr/>
              <p14:nvPr/>
            </p14:nvContentPartPr>
            <p14:xfrm>
              <a:off x="10107387" y="3107960"/>
              <a:ext cx="418320" cy="5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86969D4-19CE-4A1C-25B8-2B852597923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089747" y="3089960"/>
                <a:ext cx="45396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B4C3103-06E1-642A-E6D5-10DE389B8636}"/>
              </a:ext>
            </a:extLst>
          </p:cNvPr>
          <p:cNvGrpSpPr/>
          <p:nvPr/>
        </p:nvGrpSpPr>
        <p:grpSpPr>
          <a:xfrm>
            <a:off x="9658107" y="3444560"/>
            <a:ext cx="812160" cy="47520"/>
            <a:chOff x="9658107" y="3444560"/>
            <a:chExt cx="812160" cy="4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BB0C4A9-6DF8-4678-D3E1-7FAF5114718F}"/>
                    </a:ext>
                  </a:extLst>
                </p14:cNvPr>
                <p14:cNvContentPartPr/>
                <p14:nvPr/>
              </p14:nvContentPartPr>
              <p14:xfrm>
                <a:off x="9658107" y="3480920"/>
                <a:ext cx="162000" cy="1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BB0C4A9-6DF8-4678-D3E1-7FAF5114718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40467" y="3463280"/>
                  <a:ext cx="197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EF3497D-2C88-4797-A55A-D4A3BAEBCEFE}"/>
                    </a:ext>
                  </a:extLst>
                </p14:cNvPr>
                <p14:cNvContentPartPr/>
                <p14:nvPr/>
              </p14:nvContentPartPr>
              <p14:xfrm>
                <a:off x="10009107" y="3457520"/>
                <a:ext cx="95400" cy="6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EF3497D-2C88-4797-A55A-D4A3BAEBCEF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91107" y="3439880"/>
                  <a:ext cx="131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24ECBBC-C9F0-D9A2-CF74-E601D6CD5F82}"/>
                    </a:ext>
                  </a:extLst>
                </p14:cNvPr>
                <p14:cNvContentPartPr/>
                <p14:nvPr/>
              </p14:nvContentPartPr>
              <p14:xfrm>
                <a:off x="10316907" y="3444560"/>
                <a:ext cx="153360" cy="10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24ECBBC-C9F0-D9A2-CF74-E601D6CD5F8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99267" y="3426920"/>
                  <a:ext cx="1890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A6EF29-AF98-CEFD-B701-17FC1CB0EC7B}"/>
              </a:ext>
            </a:extLst>
          </p:cNvPr>
          <p:cNvGrpSpPr/>
          <p:nvPr/>
        </p:nvGrpSpPr>
        <p:grpSpPr>
          <a:xfrm>
            <a:off x="9710667" y="3695120"/>
            <a:ext cx="686160" cy="52560"/>
            <a:chOff x="9710667" y="3695120"/>
            <a:chExt cx="686160" cy="5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06356DC-B19A-C7E4-B6F5-8DA512872368}"/>
                    </a:ext>
                  </a:extLst>
                </p14:cNvPr>
                <p14:cNvContentPartPr/>
                <p14:nvPr/>
              </p14:nvContentPartPr>
              <p14:xfrm>
                <a:off x="9710667" y="3728240"/>
                <a:ext cx="186480" cy="19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06356DC-B19A-C7E4-B6F5-8DA51287236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93027" y="3710240"/>
                  <a:ext cx="222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BFD580-EEC9-A8FE-E367-1190F3EAE23D}"/>
                    </a:ext>
                  </a:extLst>
                </p14:cNvPr>
                <p14:cNvContentPartPr/>
                <p14:nvPr/>
              </p14:nvContentPartPr>
              <p14:xfrm>
                <a:off x="10164267" y="3695120"/>
                <a:ext cx="232560" cy="15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BFD580-EEC9-A8FE-E367-1190F3EAE23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46267" y="3677120"/>
                  <a:ext cx="2682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D86ECE6-9DEA-EA4E-785D-617F39854B77}"/>
              </a:ext>
            </a:extLst>
          </p:cNvPr>
          <p:cNvGrpSpPr/>
          <p:nvPr/>
        </p:nvGrpSpPr>
        <p:grpSpPr>
          <a:xfrm>
            <a:off x="9411147" y="3976280"/>
            <a:ext cx="1380600" cy="1166040"/>
            <a:chOff x="9411147" y="3976280"/>
            <a:chExt cx="1380600" cy="11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09A7A79-0523-B03E-52BD-764D542AD33D}"/>
                    </a:ext>
                  </a:extLst>
                </p14:cNvPr>
                <p14:cNvContentPartPr/>
                <p14:nvPr/>
              </p14:nvContentPartPr>
              <p14:xfrm>
                <a:off x="9411147" y="3976280"/>
                <a:ext cx="660240" cy="990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09A7A79-0523-B03E-52BD-764D542AD33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93507" y="3958280"/>
                  <a:ext cx="695880" cy="10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878FBB4-3948-2B84-97E5-ACD18520A177}"/>
                    </a:ext>
                  </a:extLst>
                </p14:cNvPr>
                <p14:cNvContentPartPr/>
                <p14:nvPr/>
              </p14:nvContentPartPr>
              <p14:xfrm>
                <a:off x="9961947" y="4061240"/>
                <a:ext cx="829800" cy="1081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878FBB4-3948-2B84-97E5-ACD18520A17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44307" y="4043240"/>
                  <a:ext cx="865440" cy="11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00F5DC7-5867-E53F-F36C-429B65692441}"/>
              </a:ext>
            </a:extLst>
          </p:cNvPr>
          <p:cNvGrpSpPr/>
          <p:nvPr/>
        </p:nvGrpSpPr>
        <p:grpSpPr>
          <a:xfrm>
            <a:off x="440307" y="729080"/>
            <a:ext cx="3543120" cy="3215520"/>
            <a:chOff x="440307" y="729080"/>
            <a:chExt cx="3543120" cy="321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3E76483-4FD2-51A7-DBCB-9E66DF58EDDC}"/>
                    </a:ext>
                  </a:extLst>
                </p14:cNvPr>
                <p14:cNvContentPartPr/>
                <p14:nvPr/>
              </p14:nvContentPartPr>
              <p14:xfrm>
                <a:off x="584307" y="729080"/>
                <a:ext cx="307440" cy="407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3E76483-4FD2-51A7-DBCB-9E66DF58EDD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6307" y="711080"/>
                  <a:ext cx="3430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D233842-3158-61F0-38DF-DC8BDF22D145}"/>
                    </a:ext>
                  </a:extLst>
                </p14:cNvPr>
                <p14:cNvContentPartPr/>
                <p14:nvPr/>
              </p14:nvContentPartPr>
              <p14:xfrm>
                <a:off x="940707" y="917720"/>
                <a:ext cx="96120" cy="217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D233842-3158-61F0-38DF-DC8BDF22D14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22707" y="900080"/>
                  <a:ext cx="1317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0FD4F7-08C8-13CB-9D8F-0BB04FC882C2}"/>
                    </a:ext>
                  </a:extLst>
                </p14:cNvPr>
                <p14:cNvContentPartPr/>
                <p14:nvPr/>
              </p14:nvContentPartPr>
              <p14:xfrm>
                <a:off x="1141587" y="847160"/>
                <a:ext cx="289800" cy="273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0FD4F7-08C8-13CB-9D8F-0BB04FC882C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23947" y="829520"/>
                  <a:ext cx="3254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E5B13A-FBBA-708B-422A-03E0AD529CE3}"/>
                    </a:ext>
                  </a:extLst>
                </p14:cNvPr>
                <p14:cNvContentPartPr/>
                <p14:nvPr/>
              </p14:nvContentPartPr>
              <p14:xfrm>
                <a:off x="554067" y="1300400"/>
                <a:ext cx="73440" cy="407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E5B13A-FBBA-708B-422A-03E0AD529CE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36427" y="1282400"/>
                  <a:ext cx="10908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2534E34-2D31-7B7B-5388-98C82DFE441D}"/>
                    </a:ext>
                  </a:extLst>
                </p14:cNvPr>
                <p14:cNvContentPartPr/>
                <p14:nvPr/>
              </p14:nvContentPartPr>
              <p14:xfrm>
                <a:off x="720027" y="1430000"/>
                <a:ext cx="135000" cy="219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2534E34-2D31-7B7B-5388-98C82DFE441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2387" y="1412360"/>
                  <a:ext cx="1706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87B4F7D-2D1E-F1E9-7CB4-41C03F8F507F}"/>
                    </a:ext>
                  </a:extLst>
                </p14:cNvPr>
                <p14:cNvContentPartPr/>
                <p14:nvPr/>
              </p14:nvContentPartPr>
              <p14:xfrm>
                <a:off x="954027" y="1379960"/>
                <a:ext cx="263160" cy="299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87B4F7D-2D1E-F1E9-7CB4-41C03F8F507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6027" y="1361960"/>
                  <a:ext cx="2988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53E6D16-1844-3DEC-F8FB-1D75030949F1}"/>
                    </a:ext>
                  </a:extLst>
                </p14:cNvPr>
                <p14:cNvContentPartPr/>
                <p14:nvPr/>
              </p14:nvContentPartPr>
              <p14:xfrm>
                <a:off x="1267587" y="1339640"/>
                <a:ext cx="585360" cy="264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53E6D16-1844-3DEC-F8FB-1D75030949F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49947" y="1322000"/>
                  <a:ext cx="6210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B89C22A-E0BE-F160-5A10-A4800B6DC0B9}"/>
                    </a:ext>
                  </a:extLst>
                </p14:cNvPr>
                <p14:cNvContentPartPr/>
                <p14:nvPr/>
              </p14:nvContentPartPr>
              <p14:xfrm>
                <a:off x="2143467" y="999440"/>
                <a:ext cx="353160" cy="470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B89C22A-E0BE-F160-5A10-A4800B6DC0B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125467" y="981440"/>
                  <a:ext cx="38880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58F8405-8B23-90E1-EEC3-4CD80311F615}"/>
                    </a:ext>
                  </a:extLst>
                </p14:cNvPr>
                <p14:cNvContentPartPr/>
                <p14:nvPr/>
              </p14:nvContentPartPr>
              <p14:xfrm>
                <a:off x="2451627" y="1181960"/>
                <a:ext cx="360" cy="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58F8405-8B23-90E1-EEC3-4CD80311F61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433627" y="116432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ABE7883-5705-799B-8095-075C6DD172DA}"/>
                    </a:ext>
                  </a:extLst>
                </p14:cNvPr>
                <p14:cNvContentPartPr/>
                <p14:nvPr/>
              </p14:nvContentPartPr>
              <p14:xfrm>
                <a:off x="2378187" y="1185200"/>
                <a:ext cx="355680" cy="738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ABE7883-5705-799B-8095-075C6DD172D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360187" y="1167200"/>
                  <a:ext cx="391320" cy="77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24068CE-3A74-9E62-30D9-419A76E4BFA7}"/>
                    </a:ext>
                  </a:extLst>
                </p14:cNvPr>
                <p14:cNvContentPartPr/>
                <p14:nvPr/>
              </p14:nvContentPartPr>
              <p14:xfrm>
                <a:off x="2817387" y="1190240"/>
                <a:ext cx="17640" cy="195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24068CE-3A74-9E62-30D9-419A76E4BFA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799387" y="1172600"/>
                  <a:ext cx="53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4AA1AD4-33B4-2D91-EACA-231365B22EEE}"/>
                    </a:ext>
                  </a:extLst>
                </p14:cNvPr>
                <p14:cNvContentPartPr/>
                <p14:nvPr/>
              </p14:nvContentPartPr>
              <p14:xfrm>
                <a:off x="2660067" y="983960"/>
                <a:ext cx="98640" cy="98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4AA1AD4-33B4-2D91-EACA-231365B22EE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642427" y="966320"/>
                  <a:ext cx="134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F1FCEA1-9B59-8A0C-D555-3312E045BF4A}"/>
                    </a:ext>
                  </a:extLst>
                </p14:cNvPr>
                <p14:cNvContentPartPr/>
                <p14:nvPr/>
              </p14:nvContentPartPr>
              <p14:xfrm>
                <a:off x="2928627" y="938240"/>
                <a:ext cx="178920" cy="474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F1FCEA1-9B59-8A0C-D555-3312E045BF4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910627" y="920240"/>
                  <a:ext cx="21456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BE3C8AA-0FAA-2929-F6DB-BB0BC889ED64}"/>
                    </a:ext>
                  </a:extLst>
                </p14:cNvPr>
                <p14:cNvContentPartPr/>
                <p14:nvPr/>
              </p14:nvContentPartPr>
              <p14:xfrm>
                <a:off x="2960667" y="1134800"/>
                <a:ext cx="279360" cy="51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BE3C8AA-0FAA-2929-F6DB-BB0BC889ED6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942667" y="1117160"/>
                  <a:ext cx="315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6B6D91F-9CA3-9217-ED95-137CFD9BCEA3}"/>
                    </a:ext>
                  </a:extLst>
                </p14:cNvPr>
                <p14:cNvContentPartPr/>
                <p14:nvPr/>
              </p14:nvContentPartPr>
              <p14:xfrm>
                <a:off x="3378627" y="1063160"/>
                <a:ext cx="236520" cy="38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6B6D91F-9CA3-9217-ED95-137CFD9BCEA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360987" y="1045520"/>
                  <a:ext cx="272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C3FAA53-810F-500E-3839-2623CD69FF9B}"/>
                    </a:ext>
                  </a:extLst>
                </p14:cNvPr>
                <p14:cNvContentPartPr/>
                <p14:nvPr/>
              </p14:nvContentPartPr>
              <p14:xfrm>
                <a:off x="3400227" y="1160720"/>
                <a:ext cx="254880" cy="52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C3FAA53-810F-500E-3839-2623CD69FF9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382227" y="1142720"/>
                  <a:ext cx="2905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3254209-947D-43F3-72ED-1F12E5E8954F}"/>
                    </a:ext>
                  </a:extLst>
                </p14:cNvPr>
                <p14:cNvContentPartPr/>
                <p14:nvPr/>
              </p14:nvContentPartPr>
              <p14:xfrm>
                <a:off x="3592467" y="864080"/>
                <a:ext cx="390960" cy="608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3254209-947D-43F3-72ED-1F12E5E8954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74827" y="846440"/>
                  <a:ext cx="426600" cy="6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ACC8700-BCA4-893A-15DB-276724374BFF}"/>
                    </a:ext>
                  </a:extLst>
                </p14:cNvPr>
                <p14:cNvContentPartPr/>
                <p14:nvPr/>
              </p14:nvContentPartPr>
              <p14:xfrm>
                <a:off x="468387" y="2041280"/>
                <a:ext cx="338760" cy="566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ACC8700-BCA4-893A-15DB-276724374BF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50747" y="2023640"/>
                  <a:ext cx="37440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DB832F6-0AEF-2216-8FB9-D546B9E6C0F2}"/>
                    </a:ext>
                  </a:extLst>
                </p14:cNvPr>
                <p14:cNvContentPartPr/>
                <p14:nvPr/>
              </p14:nvContentPartPr>
              <p14:xfrm>
                <a:off x="922347" y="2274920"/>
                <a:ext cx="61200" cy="567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DB832F6-0AEF-2216-8FB9-D546B9E6C0F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04347" y="2256920"/>
                  <a:ext cx="96840" cy="6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E9FC0D7-CDCC-BFF0-9EA4-2BCE6EC4B926}"/>
                    </a:ext>
                  </a:extLst>
                </p14:cNvPr>
                <p14:cNvContentPartPr/>
                <p14:nvPr/>
              </p14:nvContentPartPr>
              <p14:xfrm>
                <a:off x="906147" y="2237480"/>
                <a:ext cx="184680" cy="272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E9FC0D7-CDCC-BFF0-9EA4-2BCE6EC4B92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88507" y="2219840"/>
                  <a:ext cx="2203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E69471B-F0C3-6A8E-E84E-76C643DBE0A1}"/>
                    </a:ext>
                  </a:extLst>
                </p14:cNvPr>
                <p14:cNvContentPartPr/>
                <p14:nvPr/>
              </p14:nvContentPartPr>
              <p14:xfrm>
                <a:off x="1195587" y="2247200"/>
                <a:ext cx="52200" cy="572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E69471B-F0C3-6A8E-E84E-76C643DBE0A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77587" y="2229200"/>
                  <a:ext cx="8784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3A6625E-0DF1-8493-2580-FEEDAA97D62F}"/>
                    </a:ext>
                  </a:extLst>
                </p14:cNvPr>
                <p14:cNvContentPartPr/>
                <p14:nvPr/>
              </p14:nvContentPartPr>
              <p14:xfrm>
                <a:off x="1184427" y="2211920"/>
                <a:ext cx="165240" cy="254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3A6625E-0DF1-8493-2580-FEEDAA97D62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66427" y="2193920"/>
                  <a:ext cx="2008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A2A7D8B-951A-B97C-44F2-3805175C42A5}"/>
                    </a:ext>
                  </a:extLst>
                </p14:cNvPr>
                <p14:cNvContentPartPr/>
                <p14:nvPr/>
              </p14:nvContentPartPr>
              <p14:xfrm>
                <a:off x="1414107" y="2141360"/>
                <a:ext cx="687960" cy="297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A2A7D8B-951A-B97C-44F2-3805175C42A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396467" y="2123360"/>
                  <a:ext cx="7236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6660B54-6C77-19C5-30C8-BB0494BB6494}"/>
                    </a:ext>
                  </a:extLst>
                </p14:cNvPr>
                <p14:cNvContentPartPr/>
                <p14:nvPr/>
              </p14:nvContentPartPr>
              <p14:xfrm>
                <a:off x="440307" y="2814560"/>
                <a:ext cx="417240" cy="609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6660B54-6C77-19C5-30C8-BB0494BB649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22307" y="2796920"/>
                  <a:ext cx="452880" cy="6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A43907A-AB1B-7BFF-48F1-9E9A4770C4DD}"/>
                    </a:ext>
                  </a:extLst>
                </p14:cNvPr>
                <p14:cNvContentPartPr/>
                <p14:nvPr/>
              </p14:nvContentPartPr>
              <p14:xfrm>
                <a:off x="792747" y="2994560"/>
                <a:ext cx="18360" cy="1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A43907A-AB1B-7BFF-48F1-9E9A4770C4D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75107" y="2976560"/>
                  <a:ext cx="54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555FF31-4C5C-1B67-6850-6BA90B77BC4C}"/>
                    </a:ext>
                  </a:extLst>
                </p14:cNvPr>
                <p14:cNvContentPartPr/>
                <p14:nvPr/>
              </p14:nvContentPartPr>
              <p14:xfrm>
                <a:off x="847107" y="3088160"/>
                <a:ext cx="317520" cy="823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555FF31-4C5C-1B67-6850-6BA90B77BC4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29467" y="3070520"/>
                  <a:ext cx="353160" cy="85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4CA0870-3969-28E1-D10F-0C2C1C99A548}"/>
                    </a:ext>
                  </a:extLst>
                </p14:cNvPr>
                <p14:cNvContentPartPr/>
                <p14:nvPr/>
              </p14:nvContentPartPr>
              <p14:xfrm>
                <a:off x="1205307" y="3072320"/>
                <a:ext cx="321480" cy="872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4CA0870-3969-28E1-D10F-0C2C1C99A54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87667" y="3054320"/>
                  <a:ext cx="357120" cy="90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B58F7A4-67F9-3C5C-EBEE-523BAEF22E6C}"/>
                    </a:ext>
                  </a:extLst>
                </p14:cNvPr>
                <p14:cNvContentPartPr/>
                <p14:nvPr/>
              </p14:nvContentPartPr>
              <p14:xfrm>
                <a:off x="1620747" y="3055760"/>
                <a:ext cx="48600" cy="188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B58F7A4-67F9-3C5C-EBEE-523BAEF22E6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602747" y="3037760"/>
                  <a:ext cx="84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DE5BA22-2344-1B1C-D678-0D8723342CAF}"/>
                    </a:ext>
                  </a:extLst>
                </p14:cNvPr>
                <p14:cNvContentPartPr/>
                <p14:nvPr/>
              </p14:nvContentPartPr>
              <p14:xfrm>
                <a:off x="1491147" y="2845880"/>
                <a:ext cx="120240" cy="107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DE5BA22-2344-1B1C-D678-0D8723342CA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473507" y="2828240"/>
                  <a:ext cx="1558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6993969-9F54-A738-4B3A-8E375E945AD1}"/>
                    </a:ext>
                  </a:extLst>
                </p14:cNvPr>
                <p14:cNvContentPartPr/>
                <p14:nvPr/>
              </p14:nvContentPartPr>
              <p14:xfrm>
                <a:off x="1766187" y="2707280"/>
                <a:ext cx="279360" cy="527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6993969-9F54-A738-4B3A-8E375E945AD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748187" y="2689640"/>
                  <a:ext cx="31500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AC76DF4-43E7-CC55-1DDA-5EE76BF27B1F}"/>
                    </a:ext>
                  </a:extLst>
                </p14:cNvPr>
                <p14:cNvContentPartPr/>
                <p14:nvPr/>
              </p14:nvContentPartPr>
              <p14:xfrm>
                <a:off x="1815147" y="2950640"/>
                <a:ext cx="303120" cy="35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AC76DF4-43E7-CC55-1DDA-5EE76BF27B1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797507" y="2933000"/>
                  <a:ext cx="338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5784483-4974-6A1D-094F-340183C5EA86}"/>
                    </a:ext>
                  </a:extLst>
                </p14:cNvPr>
                <p14:cNvContentPartPr/>
                <p14:nvPr/>
              </p14:nvContentPartPr>
              <p14:xfrm>
                <a:off x="2226987" y="2861000"/>
                <a:ext cx="252720" cy="50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5784483-4974-6A1D-094F-340183C5EA8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209347" y="2843000"/>
                  <a:ext cx="288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C443666-A3A9-A255-EEFE-5D3137561E66}"/>
                    </a:ext>
                  </a:extLst>
                </p14:cNvPr>
                <p14:cNvContentPartPr/>
                <p14:nvPr/>
              </p14:nvContentPartPr>
              <p14:xfrm>
                <a:off x="2282427" y="2990240"/>
                <a:ext cx="290160" cy="56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C443666-A3A9-A255-EEFE-5D3137561E6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264787" y="2972600"/>
                  <a:ext cx="3258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873F510-EC73-8C76-A52E-D7804F83BDEC}"/>
                    </a:ext>
                  </a:extLst>
                </p14:cNvPr>
                <p14:cNvContentPartPr/>
                <p14:nvPr/>
              </p14:nvContentPartPr>
              <p14:xfrm>
                <a:off x="2554227" y="2642840"/>
                <a:ext cx="430920" cy="575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873F510-EC73-8C76-A52E-D7804F83BDE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536587" y="2625200"/>
                  <a:ext cx="466560" cy="61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9349B21-CC6A-E2F3-5A85-4E3204B1E73B}"/>
              </a:ext>
            </a:extLst>
          </p:cNvPr>
          <p:cNvGrpSpPr/>
          <p:nvPr/>
        </p:nvGrpSpPr>
        <p:grpSpPr>
          <a:xfrm>
            <a:off x="286227" y="2989160"/>
            <a:ext cx="6679800" cy="3411360"/>
            <a:chOff x="286227" y="2989160"/>
            <a:chExt cx="6679800" cy="341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4425E0-E2CA-24DF-07E3-586F4D4CD9E3}"/>
                    </a:ext>
                  </a:extLst>
                </p14:cNvPr>
                <p14:cNvContentPartPr/>
                <p14:nvPr/>
              </p14:nvContentPartPr>
              <p14:xfrm>
                <a:off x="286227" y="4529240"/>
                <a:ext cx="454680" cy="664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4425E0-E2CA-24DF-07E3-586F4D4CD9E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68587" y="4511240"/>
                  <a:ext cx="490320" cy="70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68A1920-F959-EAC9-9423-87CFD29248BD}"/>
                    </a:ext>
                  </a:extLst>
                </p14:cNvPr>
                <p14:cNvContentPartPr/>
                <p14:nvPr/>
              </p14:nvContentPartPr>
              <p14:xfrm>
                <a:off x="793467" y="4711760"/>
                <a:ext cx="396720" cy="363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68A1920-F959-EAC9-9423-87CFD29248B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75827" y="4693760"/>
                  <a:ext cx="43236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7E66F86-3421-9FC9-1FE7-1A2AF3B917DF}"/>
                    </a:ext>
                  </a:extLst>
                </p14:cNvPr>
                <p14:cNvContentPartPr/>
                <p14:nvPr/>
              </p14:nvContentPartPr>
              <p14:xfrm>
                <a:off x="595107" y="5343920"/>
                <a:ext cx="249480" cy="366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7E66F86-3421-9FC9-1FE7-1A2AF3B917D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77107" y="5326280"/>
                  <a:ext cx="28512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52AB6FB-546A-D103-1E09-00FBE80AA5E9}"/>
                    </a:ext>
                  </a:extLst>
                </p14:cNvPr>
                <p14:cNvContentPartPr/>
                <p14:nvPr/>
              </p14:nvContentPartPr>
              <p14:xfrm>
                <a:off x="509427" y="5488280"/>
                <a:ext cx="299880" cy="61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52AB6FB-546A-D103-1E09-00FBE80AA5E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91787" y="5470640"/>
                  <a:ext cx="335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528841D-40AC-93E9-5EFA-76F380C15EBC}"/>
                    </a:ext>
                  </a:extLst>
                </p14:cNvPr>
                <p14:cNvContentPartPr/>
                <p14:nvPr/>
              </p14:nvContentPartPr>
              <p14:xfrm>
                <a:off x="831267" y="5278760"/>
                <a:ext cx="690120" cy="693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528841D-40AC-93E9-5EFA-76F380C15EB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13627" y="5261120"/>
                  <a:ext cx="72576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B4A0967-588A-3228-98AD-3F7DF0D90072}"/>
                    </a:ext>
                  </a:extLst>
                </p14:cNvPr>
                <p14:cNvContentPartPr/>
                <p14:nvPr/>
              </p14:nvContentPartPr>
              <p14:xfrm>
                <a:off x="810027" y="5932160"/>
                <a:ext cx="280440" cy="468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B4A0967-588A-3228-98AD-3F7DF0D9007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92387" y="5914160"/>
                  <a:ext cx="31608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AEBDA91-AB18-E0CB-4FEB-31797E247E88}"/>
                    </a:ext>
                  </a:extLst>
                </p14:cNvPr>
                <p14:cNvContentPartPr/>
                <p14:nvPr/>
              </p14:nvContentPartPr>
              <p14:xfrm>
                <a:off x="1110627" y="6093080"/>
                <a:ext cx="266760" cy="245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AEBDA91-AB18-E0CB-4FEB-31797E247E8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92627" y="6075080"/>
                  <a:ext cx="3024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2DD6B68-3302-0FD0-2E79-0B6FD2E42B69}"/>
                    </a:ext>
                  </a:extLst>
                </p14:cNvPr>
                <p14:cNvContentPartPr/>
                <p14:nvPr/>
              </p14:nvContentPartPr>
              <p14:xfrm>
                <a:off x="1392147" y="5977160"/>
                <a:ext cx="475200" cy="324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2DD6B68-3302-0FD0-2E79-0B6FD2E42B6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374507" y="5959160"/>
                  <a:ext cx="5108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4BC4DC4-BE0B-3707-76E4-4FF5D518CF78}"/>
                    </a:ext>
                  </a:extLst>
                </p14:cNvPr>
                <p14:cNvContentPartPr/>
                <p14:nvPr/>
              </p14:nvContentPartPr>
              <p14:xfrm>
                <a:off x="1899747" y="5745680"/>
                <a:ext cx="764280" cy="460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4BC4DC4-BE0B-3707-76E4-4FF5D518CF7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882107" y="5727680"/>
                  <a:ext cx="79992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46EC387-950E-B171-3E6C-A7D169EF3BFB}"/>
                    </a:ext>
                  </a:extLst>
                </p14:cNvPr>
                <p14:cNvContentPartPr/>
                <p14:nvPr/>
              </p14:nvContentPartPr>
              <p14:xfrm>
                <a:off x="3150027" y="5434640"/>
                <a:ext cx="125640" cy="483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46EC387-950E-B171-3E6C-A7D169EF3BF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132027" y="5416640"/>
                  <a:ext cx="16128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4B6FDFD-1FE6-B652-2737-45D23A342298}"/>
                    </a:ext>
                  </a:extLst>
                </p14:cNvPr>
                <p14:cNvContentPartPr/>
                <p14:nvPr/>
              </p14:nvContentPartPr>
              <p14:xfrm>
                <a:off x="3026907" y="5450840"/>
                <a:ext cx="95400" cy="220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4B6FDFD-1FE6-B652-2737-45D23A34229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009267" y="5433200"/>
                  <a:ext cx="1310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5653B65-8A04-8CEE-7629-B0C3B59126ED}"/>
                    </a:ext>
                  </a:extLst>
                </p14:cNvPr>
                <p14:cNvContentPartPr/>
                <p14:nvPr/>
              </p14:nvContentPartPr>
              <p14:xfrm>
                <a:off x="3079467" y="5901200"/>
                <a:ext cx="312480" cy="82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5653B65-8A04-8CEE-7629-B0C3B59126E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061467" y="5883200"/>
                  <a:ext cx="348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DC83CC9-6CD6-412C-054C-7D2F4EC990E5}"/>
                    </a:ext>
                  </a:extLst>
                </p14:cNvPr>
                <p14:cNvContentPartPr/>
                <p14:nvPr/>
              </p14:nvContentPartPr>
              <p14:xfrm>
                <a:off x="3536307" y="2989160"/>
                <a:ext cx="3429720" cy="2625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DC83CC9-6CD6-412C-054C-7D2F4EC990E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518307" y="2971520"/>
                  <a:ext cx="3465360" cy="266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5EF8983-538D-E9B2-F9C3-8DB14B163656}"/>
                  </a:ext>
                </a:extLst>
              </p14:cNvPr>
              <p14:cNvContentPartPr/>
              <p14:nvPr/>
            </p14:nvContentPartPr>
            <p14:xfrm>
              <a:off x="4757427" y="4508360"/>
              <a:ext cx="1946520" cy="8517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5EF8983-538D-E9B2-F9C3-8DB14B163656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739787" y="4490720"/>
                <a:ext cx="1982160" cy="88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8B610FC4-AAD5-9597-958F-256098590C15}"/>
              </a:ext>
            </a:extLst>
          </p:cNvPr>
          <p:cNvGrpSpPr/>
          <p:nvPr/>
        </p:nvGrpSpPr>
        <p:grpSpPr>
          <a:xfrm>
            <a:off x="7045587" y="2991320"/>
            <a:ext cx="251640" cy="386640"/>
            <a:chOff x="7045587" y="2991320"/>
            <a:chExt cx="25164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A09C0D7-D7BE-1E76-EF78-CB506FC8117C}"/>
                    </a:ext>
                  </a:extLst>
                </p14:cNvPr>
                <p14:cNvContentPartPr/>
                <p14:nvPr/>
              </p14:nvContentPartPr>
              <p14:xfrm>
                <a:off x="7147107" y="3011480"/>
                <a:ext cx="15120" cy="324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A09C0D7-D7BE-1E76-EF78-CB506FC8117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129467" y="2993480"/>
                  <a:ext cx="507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81B63D6-7F7C-BAED-B4CA-0D3848ED1719}"/>
                    </a:ext>
                  </a:extLst>
                </p14:cNvPr>
                <p14:cNvContentPartPr/>
                <p14:nvPr/>
              </p14:nvContentPartPr>
              <p14:xfrm>
                <a:off x="7055307" y="2991320"/>
                <a:ext cx="88200" cy="164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81B63D6-7F7C-BAED-B4CA-0D3848ED171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037667" y="2973680"/>
                  <a:ext cx="1238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780B1DD-534D-E266-3E2E-DAE8C14E64F1}"/>
                    </a:ext>
                  </a:extLst>
                </p14:cNvPr>
                <p14:cNvContentPartPr/>
                <p14:nvPr/>
              </p14:nvContentPartPr>
              <p14:xfrm>
                <a:off x="7045587" y="3296240"/>
                <a:ext cx="251640" cy="81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780B1DD-534D-E266-3E2E-DAE8C14E64F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027947" y="3278240"/>
                  <a:ext cx="28728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2A0C7E7-4DDE-CC18-1A87-9FE7241301BD}"/>
                  </a:ext>
                </a:extLst>
              </p14:cNvPr>
              <p14:cNvContentPartPr/>
              <p14:nvPr/>
            </p14:nvContentPartPr>
            <p14:xfrm>
              <a:off x="7151427" y="5250680"/>
              <a:ext cx="24120" cy="3376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2A0C7E7-4DDE-CC18-1A87-9FE7241301BD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7133427" y="5233040"/>
                <a:ext cx="5976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0BD01D1-4933-3226-19A5-1217EC3C8188}"/>
                  </a:ext>
                </a:extLst>
              </p14:cNvPr>
              <p14:cNvContentPartPr/>
              <p14:nvPr/>
            </p14:nvContentPartPr>
            <p14:xfrm>
              <a:off x="7038387" y="5297840"/>
              <a:ext cx="101880" cy="1245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0BD01D1-4933-3226-19A5-1217EC3C8188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020387" y="5280200"/>
                <a:ext cx="13752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E8085FF-C872-6A75-7438-89DD2D96610D}"/>
                  </a:ext>
                </a:extLst>
              </p14:cNvPr>
              <p14:cNvContentPartPr/>
              <p14:nvPr/>
            </p14:nvContentPartPr>
            <p14:xfrm>
              <a:off x="7037307" y="5521400"/>
              <a:ext cx="293400" cy="529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E8085FF-C872-6A75-7438-89DD2D96610D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019307" y="5503760"/>
                <a:ext cx="329040" cy="8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3036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02F9C-400D-1D4C-B1FA-FB77A8A9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A712E4-FED4-3ACC-6BEE-E546EE5E2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D10CE07-0EE0-1A42-7B48-3A84C6EA0128}"/>
              </a:ext>
            </a:extLst>
          </p:cNvPr>
          <p:cNvGrpSpPr/>
          <p:nvPr/>
        </p:nvGrpSpPr>
        <p:grpSpPr>
          <a:xfrm>
            <a:off x="9748827" y="305360"/>
            <a:ext cx="721800" cy="921960"/>
            <a:chOff x="9748827" y="305360"/>
            <a:chExt cx="721800" cy="92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A29B029-9B39-59C9-0751-E9CA641B2D20}"/>
                    </a:ext>
                  </a:extLst>
                </p14:cNvPr>
                <p14:cNvContentPartPr/>
                <p14:nvPr/>
              </p14:nvContentPartPr>
              <p14:xfrm>
                <a:off x="9748827" y="305360"/>
                <a:ext cx="282600" cy="396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A29B029-9B39-59C9-0751-E9CA641B2D2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731187" y="287720"/>
                  <a:ext cx="3182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68BB95A-3FD2-9E48-A68D-E61965A5FDE3}"/>
                    </a:ext>
                  </a:extLst>
                </p14:cNvPr>
                <p14:cNvContentPartPr/>
                <p14:nvPr/>
              </p14:nvContentPartPr>
              <p14:xfrm>
                <a:off x="10167867" y="343520"/>
                <a:ext cx="302760" cy="280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68BB95A-3FD2-9E48-A68D-E61965A5FD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50227" y="325880"/>
                  <a:ext cx="3384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8F1C7B-75C8-6B13-6CA4-929BE828CE99}"/>
                    </a:ext>
                  </a:extLst>
                </p14:cNvPr>
                <p14:cNvContentPartPr/>
                <p14:nvPr/>
              </p14:nvContentPartPr>
              <p14:xfrm>
                <a:off x="9832707" y="807560"/>
                <a:ext cx="259200" cy="419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8F1C7B-75C8-6B13-6CA4-929BE828CE9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14707" y="789920"/>
                  <a:ext cx="29484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D3E535B-18B7-49EA-B570-95A19FEA5DFE}"/>
                    </a:ext>
                  </a:extLst>
                </p14:cNvPr>
                <p14:cNvContentPartPr/>
                <p14:nvPr/>
              </p14:nvContentPartPr>
              <p14:xfrm>
                <a:off x="10324467" y="865520"/>
                <a:ext cx="28080" cy="302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D3E535B-18B7-49EA-B570-95A19FEA5DF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306827" y="847520"/>
                  <a:ext cx="6372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A93E1F-97EF-77FB-BB39-1CB8BD627F7E}"/>
              </a:ext>
            </a:extLst>
          </p:cNvPr>
          <p:cNvGrpSpPr/>
          <p:nvPr/>
        </p:nvGrpSpPr>
        <p:grpSpPr>
          <a:xfrm>
            <a:off x="9688347" y="1563560"/>
            <a:ext cx="717840" cy="25200"/>
            <a:chOff x="9688347" y="1563560"/>
            <a:chExt cx="717840" cy="2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297FD1D-B0A8-D5E2-381B-61AB9EDAD699}"/>
                    </a:ext>
                  </a:extLst>
                </p14:cNvPr>
                <p14:cNvContentPartPr/>
                <p14:nvPr/>
              </p14:nvContentPartPr>
              <p14:xfrm>
                <a:off x="9688347" y="1588400"/>
                <a:ext cx="3348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297FD1D-B0A8-D5E2-381B-61AB9EDAD69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70347" y="1570400"/>
                  <a:ext cx="69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25029C2-8367-4E6E-BBB7-CAD0CA4F4621}"/>
                    </a:ext>
                  </a:extLst>
                </p14:cNvPr>
                <p14:cNvContentPartPr/>
                <p14:nvPr/>
              </p14:nvContentPartPr>
              <p14:xfrm>
                <a:off x="9926667" y="1563560"/>
                <a:ext cx="90360" cy="6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25029C2-8367-4E6E-BBB7-CAD0CA4F462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09027" y="1545920"/>
                  <a:ext cx="126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22E1564-DD2E-2CBF-B20A-3E4875F882B2}"/>
                    </a:ext>
                  </a:extLst>
                </p14:cNvPr>
                <p14:cNvContentPartPr/>
                <p14:nvPr/>
              </p14:nvContentPartPr>
              <p14:xfrm>
                <a:off x="10209987" y="1573280"/>
                <a:ext cx="19620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22E1564-DD2E-2CBF-B20A-3E4875F882B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192347" y="1555640"/>
                  <a:ext cx="2318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1B04156-DF5C-F52A-1026-B76FE1B06E43}"/>
              </a:ext>
            </a:extLst>
          </p:cNvPr>
          <p:cNvGrpSpPr/>
          <p:nvPr/>
        </p:nvGrpSpPr>
        <p:grpSpPr>
          <a:xfrm>
            <a:off x="9833067" y="1860920"/>
            <a:ext cx="684360" cy="869760"/>
            <a:chOff x="9833067" y="1860920"/>
            <a:chExt cx="684360" cy="86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BAA9ACF-FD5D-FD17-F68C-C0A0FE21D89B}"/>
                    </a:ext>
                  </a:extLst>
                </p14:cNvPr>
                <p14:cNvContentPartPr/>
                <p14:nvPr/>
              </p14:nvContentPartPr>
              <p14:xfrm>
                <a:off x="9833067" y="1860920"/>
                <a:ext cx="333720" cy="348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BAA9ACF-FD5D-FD17-F68C-C0A0FE21D89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15067" y="1842920"/>
                  <a:ext cx="3693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9CECDBF-FEB5-B117-26BC-9C0836DA1623}"/>
                    </a:ext>
                  </a:extLst>
                </p14:cNvPr>
                <p14:cNvContentPartPr/>
                <p14:nvPr/>
              </p14:nvContentPartPr>
              <p14:xfrm>
                <a:off x="10264707" y="1881800"/>
                <a:ext cx="252720" cy="259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9CECDBF-FEB5-B117-26BC-9C0836DA162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47067" y="1864160"/>
                  <a:ext cx="2883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6292A7A-7D62-4743-0C92-D64399AC2A37}"/>
                    </a:ext>
                  </a:extLst>
                </p14:cNvPr>
                <p14:cNvContentPartPr/>
                <p14:nvPr/>
              </p14:nvContentPartPr>
              <p14:xfrm>
                <a:off x="9859707" y="2326400"/>
                <a:ext cx="346680" cy="404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6292A7A-7D62-4743-0C92-D64399AC2A3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41707" y="2308760"/>
                  <a:ext cx="3823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6BAD927-4BEB-F572-86C7-79A35F8CF2D0}"/>
                    </a:ext>
                  </a:extLst>
                </p14:cNvPr>
                <p14:cNvContentPartPr/>
                <p14:nvPr/>
              </p14:nvContentPartPr>
              <p14:xfrm>
                <a:off x="10395027" y="2344400"/>
                <a:ext cx="22680" cy="327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6BAD927-4BEB-F572-86C7-79A35F8CF2D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377387" y="2326400"/>
                  <a:ext cx="58320" cy="36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DC9C48C-EFE6-782D-A62A-F199F7920B68}"/>
                  </a:ext>
                </a:extLst>
              </p14:cNvPr>
              <p14:cNvContentPartPr/>
              <p14:nvPr/>
            </p14:nvContentPartPr>
            <p14:xfrm>
              <a:off x="9663507" y="3125960"/>
              <a:ext cx="142560" cy="10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DC9C48C-EFE6-782D-A62A-F199F7920B6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645867" y="3108320"/>
                <a:ext cx="1782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EE7CFB5-F8BE-1277-9B01-DAEDFFCFC116}"/>
                  </a:ext>
                </a:extLst>
              </p14:cNvPr>
              <p14:cNvContentPartPr/>
              <p14:nvPr/>
            </p14:nvContentPartPr>
            <p14:xfrm>
              <a:off x="10107387" y="3107960"/>
              <a:ext cx="418320" cy="5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EE7CFB5-F8BE-1277-9B01-DAEDFFCFC11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089747" y="3089960"/>
                <a:ext cx="45396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D2FC822E-A8D8-9652-33DE-AC0D4030D1C7}"/>
              </a:ext>
            </a:extLst>
          </p:cNvPr>
          <p:cNvGrpSpPr/>
          <p:nvPr/>
        </p:nvGrpSpPr>
        <p:grpSpPr>
          <a:xfrm>
            <a:off x="9658107" y="3444560"/>
            <a:ext cx="812160" cy="47520"/>
            <a:chOff x="9658107" y="3444560"/>
            <a:chExt cx="812160" cy="4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3FDBCEE-BAC0-BA4D-6D97-CA48DFB629C0}"/>
                    </a:ext>
                  </a:extLst>
                </p14:cNvPr>
                <p14:cNvContentPartPr/>
                <p14:nvPr/>
              </p14:nvContentPartPr>
              <p14:xfrm>
                <a:off x="9658107" y="3480920"/>
                <a:ext cx="162000" cy="1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3FDBCEE-BAC0-BA4D-6D97-CA48DFB629C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40467" y="3463280"/>
                  <a:ext cx="197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9DC636D-6E1A-50B2-2275-71236901A960}"/>
                    </a:ext>
                  </a:extLst>
                </p14:cNvPr>
                <p14:cNvContentPartPr/>
                <p14:nvPr/>
              </p14:nvContentPartPr>
              <p14:xfrm>
                <a:off x="10009107" y="3457520"/>
                <a:ext cx="95400" cy="6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9DC636D-6E1A-50B2-2275-71236901A96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91107" y="3439880"/>
                  <a:ext cx="131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7E05359-CD3D-FB99-4217-085706F684D3}"/>
                    </a:ext>
                  </a:extLst>
                </p14:cNvPr>
                <p14:cNvContentPartPr/>
                <p14:nvPr/>
              </p14:nvContentPartPr>
              <p14:xfrm>
                <a:off x="10316907" y="3444560"/>
                <a:ext cx="153360" cy="10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7E05359-CD3D-FB99-4217-085706F684D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99267" y="3426920"/>
                  <a:ext cx="1890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386296-9836-F551-2DAE-7C4AF637D64A}"/>
              </a:ext>
            </a:extLst>
          </p:cNvPr>
          <p:cNvGrpSpPr/>
          <p:nvPr/>
        </p:nvGrpSpPr>
        <p:grpSpPr>
          <a:xfrm>
            <a:off x="9710667" y="3695120"/>
            <a:ext cx="686160" cy="52560"/>
            <a:chOff x="9710667" y="3695120"/>
            <a:chExt cx="686160" cy="5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664657F-0CCF-5E37-B6BC-4654D1C38E99}"/>
                    </a:ext>
                  </a:extLst>
                </p14:cNvPr>
                <p14:cNvContentPartPr/>
                <p14:nvPr/>
              </p14:nvContentPartPr>
              <p14:xfrm>
                <a:off x="9710667" y="3728240"/>
                <a:ext cx="186480" cy="19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664657F-0CCF-5E37-B6BC-4654D1C38E9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93027" y="3710240"/>
                  <a:ext cx="222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10556DE-9D12-9D41-9F0B-BDF983D4CA02}"/>
                    </a:ext>
                  </a:extLst>
                </p14:cNvPr>
                <p14:cNvContentPartPr/>
                <p14:nvPr/>
              </p14:nvContentPartPr>
              <p14:xfrm>
                <a:off x="10164267" y="3695120"/>
                <a:ext cx="232560" cy="15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10556DE-9D12-9D41-9F0B-BDF983D4CA0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46267" y="3677120"/>
                  <a:ext cx="2682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EFA614B-8C77-1663-66EC-7A730C9AD400}"/>
              </a:ext>
            </a:extLst>
          </p:cNvPr>
          <p:cNvGrpSpPr/>
          <p:nvPr/>
        </p:nvGrpSpPr>
        <p:grpSpPr>
          <a:xfrm>
            <a:off x="9411147" y="3976280"/>
            <a:ext cx="1380600" cy="1166040"/>
            <a:chOff x="9411147" y="3976280"/>
            <a:chExt cx="1380600" cy="11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F75AF84-985F-0658-AF59-B916BF646764}"/>
                    </a:ext>
                  </a:extLst>
                </p14:cNvPr>
                <p14:cNvContentPartPr/>
                <p14:nvPr/>
              </p14:nvContentPartPr>
              <p14:xfrm>
                <a:off x="9411147" y="3976280"/>
                <a:ext cx="660240" cy="990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F75AF84-985F-0658-AF59-B916BF64676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93507" y="3958280"/>
                  <a:ext cx="695880" cy="10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E9A6AF0-60B8-E07C-FE72-009F8700DB35}"/>
                    </a:ext>
                  </a:extLst>
                </p14:cNvPr>
                <p14:cNvContentPartPr/>
                <p14:nvPr/>
              </p14:nvContentPartPr>
              <p14:xfrm>
                <a:off x="9961947" y="4061240"/>
                <a:ext cx="829800" cy="1081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E9A6AF0-60B8-E07C-FE72-009F8700DB3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44307" y="4043240"/>
                  <a:ext cx="865440" cy="11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7842AEF-C43D-E88D-8484-B5519C0199DF}"/>
              </a:ext>
            </a:extLst>
          </p:cNvPr>
          <p:cNvGrpSpPr/>
          <p:nvPr/>
        </p:nvGrpSpPr>
        <p:grpSpPr>
          <a:xfrm>
            <a:off x="6957027" y="5297840"/>
            <a:ext cx="310320" cy="353160"/>
            <a:chOff x="6957027" y="5297840"/>
            <a:chExt cx="31032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56EF32D-6ECE-2498-0A06-6752F5803A5B}"/>
                    </a:ext>
                  </a:extLst>
                </p14:cNvPr>
                <p14:cNvContentPartPr/>
                <p14:nvPr/>
              </p14:nvContentPartPr>
              <p14:xfrm>
                <a:off x="7074747" y="5297840"/>
                <a:ext cx="23760" cy="298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56EF32D-6ECE-2498-0A06-6752F5803A5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56747" y="5280200"/>
                  <a:ext cx="594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9EF5C08-A59F-F065-5EAF-FCEDDA57B67F}"/>
                    </a:ext>
                  </a:extLst>
                </p14:cNvPr>
                <p14:cNvContentPartPr/>
                <p14:nvPr/>
              </p14:nvContentPartPr>
              <p14:xfrm>
                <a:off x="6957027" y="5309720"/>
                <a:ext cx="111600" cy="16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9EF5C08-A59F-F065-5EAF-FCEDDA57B67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939027" y="5291720"/>
                  <a:ext cx="147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EC16870-A9C5-47EA-CE24-B0CFDE0C8DFC}"/>
                    </a:ext>
                  </a:extLst>
                </p14:cNvPr>
                <p14:cNvContentPartPr/>
                <p14:nvPr/>
              </p14:nvContentPartPr>
              <p14:xfrm>
                <a:off x="6958107" y="5581160"/>
                <a:ext cx="309240" cy="69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EC16870-A9C5-47EA-CE24-B0CFDE0C8DF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940107" y="5563520"/>
                  <a:ext cx="34488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130CCA2-95F4-FD0B-A24B-EBD214FA231C}"/>
              </a:ext>
            </a:extLst>
          </p:cNvPr>
          <p:cNvGrpSpPr/>
          <p:nvPr/>
        </p:nvGrpSpPr>
        <p:grpSpPr>
          <a:xfrm>
            <a:off x="7091667" y="2945240"/>
            <a:ext cx="290160" cy="349200"/>
            <a:chOff x="7091667" y="2945240"/>
            <a:chExt cx="29016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5CD7D34-33BB-6174-DF5B-AC61C96F9374}"/>
                    </a:ext>
                  </a:extLst>
                </p14:cNvPr>
                <p14:cNvContentPartPr/>
                <p14:nvPr/>
              </p14:nvContentPartPr>
              <p14:xfrm>
                <a:off x="7187067" y="2953880"/>
                <a:ext cx="47160" cy="300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5CD7D34-33BB-6174-DF5B-AC61C96F937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169067" y="2936240"/>
                  <a:ext cx="828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669A0A2-7DBB-E5EF-2963-C821ADECD42F}"/>
                    </a:ext>
                  </a:extLst>
                </p14:cNvPr>
                <p14:cNvContentPartPr/>
                <p14:nvPr/>
              </p14:nvContentPartPr>
              <p14:xfrm>
                <a:off x="7091667" y="2945240"/>
                <a:ext cx="90360" cy="174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669A0A2-7DBB-E5EF-2963-C821ADECD42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74027" y="2927600"/>
                  <a:ext cx="126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1C23022-50DC-8267-0A4C-BFFF74B8A6B7}"/>
                    </a:ext>
                  </a:extLst>
                </p14:cNvPr>
                <p14:cNvContentPartPr/>
                <p14:nvPr/>
              </p14:nvContentPartPr>
              <p14:xfrm>
                <a:off x="7119387" y="3251240"/>
                <a:ext cx="262440" cy="43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1C23022-50DC-8267-0A4C-BFFF74B8A6B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01747" y="3233240"/>
                  <a:ext cx="29808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090F74A-66AD-4CCE-3770-65B649E2C659}"/>
              </a:ext>
            </a:extLst>
          </p:cNvPr>
          <p:cNvGrpSpPr/>
          <p:nvPr/>
        </p:nvGrpSpPr>
        <p:grpSpPr>
          <a:xfrm>
            <a:off x="5915187" y="3066200"/>
            <a:ext cx="598320" cy="212040"/>
            <a:chOff x="5915187" y="3066200"/>
            <a:chExt cx="59832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2E828E1-1FF4-A472-5D75-F8E9CFE30338}"/>
                    </a:ext>
                  </a:extLst>
                </p14:cNvPr>
                <p14:cNvContentPartPr/>
                <p14:nvPr/>
              </p14:nvContentPartPr>
              <p14:xfrm>
                <a:off x="6267267" y="3084920"/>
                <a:ext cx="246240" cy="193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2E828E1-1FF4-A472-5D75-F8E9CFE3033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249267" y="3067280"/>
                  <a:ext cx="2818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1BF0E4B-C52D-2BE7-22F9-B897F16DB337}"/>
                    </a:ext>
                  </a:extLst>
                </p14:cNvPr>
                <p14:cNvContentPartPr/>
                <p14:nvPr/>
              </p14:nvContentPartPr>
              <p14:xfrm>
                <a:off x="5915187" y="3066200"/>
                <a:ext cx="254880" cy="145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1BF0E4B-C52D-2BE7-22F9-B897F16DB33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97547" y="3048200"/>
                  <a:ext cx="29052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67E26A3-259B-EB80-965D-C3206B40D60F}"/>
              </a:ext>
            </a:extLst>
          </p:cNvPr>
          <p:cNvGrpSpPr/>
          <p:nvPr/>
        </p:nvGrpSpPr>
        <p:grpSpPr>
          <a:xfrm>
            <a:off x="5214627" y="3060440"/>
            <a:ext cx="489600" cy="168480"/>
            <a:chOff x="5214627" y="3060440"/>
            <a:chExt cx="489600" cy="16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D7EC4F4-3912-232D-5D19-B0416F6EB8A1}"/>
                    </a:ext>
                  </a:extLst>
                </p14:cNvPr>
                <p14:cNvContentPartPr/>
                <p14:nvPr/>
              </p14:nvContentPartPr>
              <p14:xfrm>
                <a:off x="5518467" y="3077720"/>
                <a:ext cx="185760" cy="151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D7EC4F4-3912-232D-5D19-B0416F6EB8A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500467" y="3060080"/>
                  <a:ext cx="221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FFAB03A-EFF3-FB79-7ED1-BE397A9E7A10}"/>
                    </a:ext>
                  </a:extLst>
                </p14:cNvPr>
                <p14:cNvContentPartPr/>
                <p14:nvPr/>
              </p14:nvContentPartPr>
              <p14:xfrm>
                <a:off x="5214627" y="3060440"/>
                <a:ext cx="168840" cy="155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FFAB03A-EFF3-FB79-7ED1-BE397A9E7A1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196627" y="3042800"/>
                  <a:ext cx="20448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C58343D-EA1A-74FB-DB6A-5A15618C3EC8}"/>
              </a:ext>
            </a:extLst>
          </p:cNvPr>
          <p:cNvGrpSpPr/>
          <p:nvPr/>
        </p:nvGrpSpPr>
        <p:grpSpPr>
          <a:xfrm>
            <a:off x="4388787" y="2968280"/>
            <a:ext cx="527040" cy="261000"/>
            <a:chOff x="4388787" y="2968280"/>
            <a:chExt cx="52704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07C03A5-7C45-9A62-A1D8-7E955C8CCACB}"/>
                    </a:ext>
                  </a:extLst>
                </p14:cNvPr>
                <p14:cNvContentPartPr/>
                <p14:nvPr/>
              </p14:nvContentPartPr>
              <p14:xfrm>
                <a:off x="4689027" y="3088880"/>
                <a:ext cx="226800" cy="140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07C03A5-7C45-9A62-A1D8-7E955C8CCAC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671027" y="3070880"/>
                  <a:ext cx="2624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E785ED0-DF99-F006-FD0C-492863470E17}"/>
                    </a:ext>
                  </a:extLst>
                </p14:cNvPr>
                <p14:cNvContentPartPr/>
                <p14:nvPr/>
              </p14:nvContentPartPr>
              <p14:xfrm>
                <a:off x="4388787" y="2968280"/>
                <a:ext cx="189360" cy="162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E785ED0-DF99-F006-FD0C-492863470E1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370787" y="2950280"/>
                  <a:ext cx="22500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D1060A6-7152-5215-F00E-FAC1BBDCF5AD}"/>
              </a:ext>
            </a:extLst>
          </p:cNvPr>
          <p:cNvGrpSpPr/>
          <p:nvPr/>
        </p:nvGrpSpPr>
        <p:grpSpPr>
          <a:xfrm>
            <a:off x="4465107" y="2593880"/>
            <a:ext cx="166680" cy="178560"/>
            <a:chOff x="4465107" y="2593880"/>
            <a:chExt cx="16668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83FC2B9-77BB-345E-AF3A-CA120D5DE8A2}"/>
                    </a:ext>
                  </a:extLst>
                </p14:cNvPr>
                <p14:cNvContentPartPr/>
                <p14:nvPr/>
              </p14:nvContentPartPr>
              <p14:xfrm>
                <a:off x="4494267" y="2651120"/>
                <a:ext cx="360" cy="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83FC2B9-77BB-345E-AF3A-CA120D5DE8A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476267" y="26334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DF24D26-7981-3DDC-D8E7-BB89454B2FDF}"/>
                    </a:ext>
                  </a:extLst>
                </p14:cNvPr>
                <p14:cNvContentPartPr/>
                <p14:nvPr/>
              </p14:nvContentPartPr>
              <p14:xfrm>
                <a:off x="4465107" y="2593880"/>
                <a:ext cx="166680" cy="178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DF24D26-7981-3DDC-D8E7-BB89454B2FD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447467" y="2575880"/>
                  <a:ext cx="202320" cy="21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6EE1C1BA-A802-A06D-EC0F-BDCEF6D8958B}"/>
                  </a:ext>
                </a:extLst>
              </p14:cNvPr>
              <p14:cNvContentPartPr/>
              <p14:nvPr/>
            </p14:nvContentPartPr>
            <p14:xfrm>
              <a:off x="5209587" y="2445920"/>
              <a:ext cx="237600" cy="2055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6EE1C1BA-A802-A06D-EC0F-BDCEF6D8958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191587" y="2428280"/>
                <a:ext cx="273240" cy="24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DEAB663-4324-1BD6-AE5C-9CA9FF2C8250}"/>
              </a:ext>
            </a:extLst>
          </p:cNvPr>
          <p:cNvGrpSpPr/>
          <p:nvPr/>
        </p:nvGrpSpPr>
        <p:grpSpPr>
          <a:xfrm>
            <a:off x="5939667" y="5368400"/>
            <a:ext cx="642240" cy="127440"/>
            <a:chOff x="5939667" y="5368400"/>
            <a:chExt cx="64224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E370689-389A-A093-0A7E-8195726DA49A}"/>
                    </a:ext>
                  </a:extLst>
                </p14:cNvPr>
                <p14:cNvContentPartPr/>
                <p14:nvPr/>
              </p14:nvContentPartPr>
              <p14:xfrm>
                <a:off x="6365187" y="5377040"/>
                <a:ext cx="216720" cy="110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E370689-389A-A093-0A7E-8195726DA49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347547" y="5359400"/>
                  <a:ext cx="252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279BFA1-C323-FD53-4DBC-8B4B76568CDD}"/>
                    </a:ext>
                  </a:extLst>
                </p14:cNvPr>
                <p14:cNvContentPartPr/>
                <p14:nvPr/>
              </p14:nvContentPartPr>
              <p14:xfrm>
                <a:off x="5939667" y="5368400"/>
                <a:ext cx="271080" cy="127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279BFA1-C323-FD53-4DBC-8B4B76568CD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922027" y="5350760"/>
                  <a:ext cx="30672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6C9FB8C-550D-3818-51CB-2B70D92D3C49}"/>
              </a:ext>
            </a:extLst>
          </p:cNvPr>
          <p:cNvGrpSpPr/>
          <p:nvPr/>
        </p:nvGrpSpPr>
        <p:grpSpPr>
          <a:xfrm>
            <a:off x="4948227" y="5400440"/>
            <a:ext cx="653040" cy="126720"/>
            <a:chOff x="4948227" y="5400440"/>
            <a:chExt cx="653040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63C81C3-ACF0-D606-CF95-5E1C3B78E058}"/>
                    </a:ext>
                  </a:extLst>
                </p14:cNvPr>
                <p14:cNvContentPartPr/>
                <p14:nvPr/>
              </p14:nvContentPartPr>
              <p14:xfrm>
                <a:off x="5358267" y="5404760"/>
                <a:ext cx="243000" cy="89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63C81C3-ACF0-D606-CF95-5E1C3B78E05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340267" y="5387120"/>
                  <a:ext cx="278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87C70B6-0500-FC1C-8E77-B6F4FE469771}"/>
                    </a:ext>
                  </a:extLst>
                </p14:cNvPr>
                <p14:cNvContentPartPr/>
                <p14:nvPr/>
              </p14:nvContentPartPr>
              <p14:xfrm>
                <a:off x="4948227" y="5400440"/>
                <a:ext cx="281160" cy="126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87C70B6-0500-FC1C-8E77-B6F4FE46977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930227" y="5382440"/>
                  <a:ext cx="316800" cy="16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6895FD6-5F12-BAD4-2FE2-BCA2BC340618}"/>
                  </a:ext>
                </a:extLst>
              </p14:cNvPr>
              <p14:cNvContentPartPr/>
              <p14:nvPr/>
            </p14:nvContentPartPr>
            <p14:xfrm>
              <a:off x="4488507" y="5371640"/>
              <a:ext cx="207000" cy="1522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6895FD6-5F12-BAD4-2FE2-BCA2BC34061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470867" y="5353640"/>
                <a:ext cx="242640" cy="18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387A137-680F-B3A5-70B6-87E2E88E76AF}"/>
              </a:ext>
            </a:extLst>
          </p:cNvPr>
          <p:cNvGrpSpPr/>
          <p:nvPr/>
        </p:nvGrpSpPr>
        <p:grpSpPr>
          <a:xfrm>
            <a:off x="4366107" y="4908680"/>
            <a:ext cx="328680" cy="338040"/>
            <a:chOff x="4366107" y="4908680"/>
            <a:chExt cx="32868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E458CC4-865D-1DD4-0BB7-A6E3168E129D}"/>
                    </a:ext>
                  </a:extLst>
                </p14:cNvPr>
                <p14:cNvContentPartPr/>
                <p14:nvPr/>
              </p14:nvContentPartPr>
              <p14:xfrm>
                <a:off x="4366107" y="5102720"/>
                <a:ext cx="208440" cy="144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E458CC4-865D-1DD4-0BB7-A6E3168E129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348467" y="5084720"/>
                  <a:ext cx="244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3DC22BB-C6A7-A65A-507D-4B77318AB5E0}"/>
                    </a:ext>
                  </a:extLst>
                </p14:cNvPr>
                <p14:cNvContentPartPr/>
                <p14:nvPr/>
              </p14:nvContentPartPr>
              <p14:xfrm>
                <a:off x="4483467" y="4908680"/>
                <a:ext cx="211320" cy="181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3DC22BB-C6A7-A65A-507D-4B77318AB5E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465467" y="4891040"/>
                  <a:ext cx="24696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E85F5758-17CF-2D4C-E835-4AB1ED0776C2}"/>
                  </a:ext>
                </a:extLst>
              </p14:cNvPr>
              <p14:cNvContentPartPr/>
              <p14:nvPr/>
            </p14:nvContentPartPr>
            <p14:xfrm>
              <a:off x="5157027" y="4788800"/>
              <a:ext cx="179280" cy="1267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E85F5758-17CF-2D4C-E835-4AB1ED0776C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139387" y="4770800"/>
                <a:ext cx="21492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5661A3F-C679-8C8B-11D0-5FDEFE4A78ED}"/>
              </a:ext>
            </a:extLst>
          </p:cNvPr>
          <p:cNvGrpSpPr/>
          <p:nvPr/>
        </p:nvGrpSpPr>
        <p:grpSpPr>
          <a:xfrm>
            <a:off x="542547" y="1212920"/>
            <a:ext cx="1365840" cy="349920"/>
            <a:chOff x="542547" y="1212920"/>
            <a:chExt cx="1365840" cy="34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AC8F97E-D345-FEEA-51E6-041A836DF46B}"/>
                    </a:ext>
                  </a:extLst>
                </p14:cNvPr>
                <p14:cNvContentPartPr/>
                <p14:nvPr/>
              </p14:nvContentPartPr>
              <p14:xfrm>
                <a:off x="542547" y="1212920"/>
                <a:ext cx="498600" cy="93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AC8F97E-D345-FEEA-51E6-041A836DF46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24907" y="1195280"/>
                  <a:ext cx="534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83D818D-AA6A-214A-DF76-898D65BA3184}"/>
                    </a:ext>
                  </a:extLst>
                </p14:cNvPr>
                <p14:cNvContentPartPr/>
                <p14:nvPr/>
              </p14:nvContentPartPr>
              <p14:xfrm>
                <a:off x="794547" y="1243520"/>
                <a:ext cx="56520" cy="319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83D818D-AA6A-214A-DF76-898D65BA318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76547" y="1225880"/>
                  <a:ext cx="921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960CFDD-1978-A581-5DE8-44DA4A349E08}"/>
                    </a:ext>
                  </a:extLst>
                </p14:cNvPr>
                <p14:cNvContentPartPr/>
                <p14:nvPr/>
              </p14:nvContentPartPr>
              <p14:xfrm>
                <a:off x="941427" y="1243880"/>
                <a:ext cx="349920" cy="266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960CFDD-1978-A581-5DE8-44DA4A349E0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23787" y="1226240"/>
                  <a:ext cx="3855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34DD568-2F6B-BDA6-FE83-98687AB160F7}"/>
                    </a:ext>
                  </a:extLst>
                </p14:cNvPr>
                <p14:cNvContentPartPr/>
                <p14:nvPr/>
              </p14:nvContentPartPr>
              <p14:xfrm>
                <a:off x="1366947" y="1235600"/>
                <a:ext cx="541440" cy="254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34DD568-2F6B-BDA6-FE83-98687AB160F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349307" y="1217600"/>
                  <a:ext cx="577080" cy="29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05DE70AF-487C-183E-28E7-46FFD1B53141}"/>
              </a:ext>
            </a:extLst>
          </p:cNvPr>
          <p:cNvGrpSpPr/>
          <p:nvPr/>
        </p:nvGrpSpPr>
        <p:grpSpPr>
          <a:xfrm>
            <a:off x="2217267" y="956240"/>
            <a:ext cx="645120" cy="443160"/>
            <a:chOff x="2217267" y="956240"/>
            <a:chExt cx="64512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8EE40C6-D1A4-0DC1-C40C-6CFD3B97502C}"/>
                    </a:ext>
                  </a:extLst>
                </p14:cNvPr>
                <p14:cNvContentPartPr/>
                <p14:nvPr/>
              </p14:nvContentPartPr>
              <p14:xfrm>
                <a:off x="2351187" y="1041920"/>
                <a:ext cx="47520" cy="310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8EE40C6-D1A4-0DC1-C40C-6CFD3B97502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333187" y="1023920"/>
                  <a:ext cx="831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E7C1130-116D-0635-637F-F48ABDA6469D}"/>
                    </a:ext>
                  </a:extLst>
                </p14:cNvPr>
                <p14:cNvContentPartPr/>
                <p14:nvPr/>
              </p14:nvContentPartPr>
              <p14:xfrm>
                <a:off x="2229147" y="991520"/>
                <a:ext cx="125640" cy="187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E7C1130-116D-0635-637F-F48ABDA6469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211147" y="973880"/>
                  <a:ext cx="161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0806321-48CF-6A11-21A9-0A177704E242}"/>
                    </a:ext>
                  </a:extLst>
                </p14:cNvPr>
                <p14:cNvContentPartPr/>
                <p14:nvPr/>
              </p14:nvContentPartPr>
              <p14:xfrm>
                <a:off x="2217267" y="1328480"/>
                <a:ext cx="232560" cy="70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0806321-48CF-6A11-21A9-0A177704E24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199627" y="1310480"/>
                  <a:ext cx="2682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2047369-8D8C-FEC9-4586-ACAB91DB5380}"/>
                    </a:ext>
                  </a:extLst>
                </p14:cNvPr>
                <p14:cNvContentPartPr/>
                <p14:nvPr/>
              </p14:nvContentPartPr>
              <p14:xfrm>
                <a:off x="2548827" y="956240"/>
                <a:ext cx="1440" cy="1789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2047369-8D8C-FEC9-4586-ACAB91DB538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531187" y="938600"/>
                  <a:ext cx="37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914FC48-78AE-DEA6-AF46-9570061C3744}"/>
                    </a:ext>
                  </a:extLst>
                </p14:cNvPr>
                <p14:cNvContentPartPr/>
                <p14:nvPr/>
              </p14:nvContentPartPr>
              <p14:xfrm>
                <a:off x="2676267" y="1076120"/>
                <a:ext cx="186120" cy="300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914FC48-78AE-DEA6-AF46-9570061C374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658267" y="1058120"/>
                  <a:ext cx="221760" cy="33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291EA84-176D-E70A-6A2A-26FA0060045E}"/>
              </a:ext>
            </a:extLst>
          </p:cNvPr>
          <p:cNvGrpSpPr/>
          <p:nvPr/>
        </p:nvGrpSpPr>
        <p:grpSpPr>
          <a:xfrm>
            <a:off x="660267" y="1927160"/>
            <a:ext cx="1406880" cy="443160"/>
            <a:chOff x="660267" y="1927160"/>
            <a:chExt cx="140688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12C4E52-9B7D-086D-6C89-4DD2A3C76FB1}"/>
                    </a:ext>
                  </a:extLst>
                </p14:cNvPr>
                <p14:cNvContentPartPr/>
                <p14:nvPr/>
              </p14:nvContentPartPr>
              <p14:xfrm>
                <a:off x="660267" y="2135960"/>
                <a:ext cx="487080" cy="234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12C4E52-9B7D-086D-6C89-4DD2A3C76FB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42627" y="2118320"/>
                  <a:ext cx="5227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575CEB5-8870-410D-AFEB-0ECFF4C55CBE}"/>
                    </a:ext>
                  </a:extLst>
                </p14:cNvPr>
                <p14:cNvContentPartPr/>
                <p14:nvPr/>
              </p14:nvContentPartPr>
              <p14:xfrm>
                <a:off x="1209987" y="2112200"/>
                <a:ext cx="293400" cy="249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575CEB5-8870-410D-AFEB-0ECFF4C55CB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91987" y="2094200"/>
                  <a:ext cx="3290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B175880-3894-0366-EE8D-A53C8EC131C9}"/>
                    </a:ext>
                  </a:extLst>
                </p14:cNvPr>
                <p14:cNvContentPartPr/>
                <p14:nvPr/>
              </p14:nvContentPartPr>
              <p14:xfrm>
                <a:off x="1512747" y="1927160"/>
                <a:ext cx="195120" cy="320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B175880-3894-0366-EE8D-A53C8EC131C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494747" y="1909520"/>
                  <a:ext cx="2307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FBD5FCA-DCA8-560E-B3DC-26DC17E2E720}"/>
                    </a:ext>
                  </a:extLst>
                </p14:cNvPr>
                <p14:cNvContentPartPr/>
                <p14:nvPr/>
              </p14:nvContentPartPr>
              <p14:xfrm>
                <a:off x="1625067" y="1953440"/>
                <a:ext cx="442080" cy="289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FBD5FCA-DCA8-560E-B3DC-26DC17E2E72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607067" y="1935800"/>
                  <a:ext cx="47772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2626DA6-4DC9-93DF-0EBB-7CEF26101F16}"/>
              </a:ext>
            </a:extLst>
          </p:cNvPr>
          <p:cNvGrpSpPr/>
          <p:nvPr/>
        </p:nvGrpSpPr>
        <p:grpSpPr>
          <a:xfrm>
            <a:off x="559827" y="2669480"/>
            <a:ext cx="2124720" cy="1168200"/>
            <a:chOff x="559827" y="2669480"/>
            <a:chExt cx="2124720" cy="11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55325FE-589F-5C78-4C98-811A4324B8C9}"/>
                    </a:ext>
                  </a:extLst>
                </p14:cNvPr>
                <p14:cNvContentPartPr/>
                <p14:nvPr/>
              </p14:nvContentPartPr>
              <p14:xfrm>
                <a:off x="559827" y="2734640"/>
                <a:ext cx="270000" cy="475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55325FE-589F-5C78-4C98-811A4324B8C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41827" y="2716640"/>
                  <a:ext cx="30564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937491D-A977-0F24-BB35-E36D39FA7FF6}"/>
                    </a:ext>
                  </a:extLst>
                </p14:cNvPr>
                <p14:cNvContentPartPr/>
                <p14:nvPr/>
              </p14:nvContentPartPr>
              <p14:xfrm>
                <a:off x="865107" y="2911040"/>
                <a:ext cx="154080" cy="234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937491D-A977-0F24-BB35-E36D39FA7FF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7467" y="2893400"/>
                  <a:ext cx="1897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0DE1228-4986-1703-41A5-F7B6ED3F55F4}"/>
                    </a:ext>
                  </a:extLst>
                </p14:cNvPr>
                <p14:cNvContentPartPr/>
                <p14:nvPr/>
              </p14:nvContentPartPr>
              <p14:xfrm>
                <a:off x="1164627" y="2669480"/>
                <a:ext cx="182520" cy="4212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0DE1228-4986-1703-41A5-F7B6ED3F55F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46987" y="2651480"/>
                  <a:ext cx="21816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1349B0C-F381-8F70-3A09-120EBFA8D01E}"/>
                    </a:ext>
                  </a:extLst>
                </p14:cNvPr>
                <p14:cNvContentPartPr/>
                <p14:nvPr/>
              </p14:nvContentPartPr>
              <p14:xfrm>
                <a:off x="1080747" y="2916440"/>
                <a:ext cx="263520" cy="324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1349B0C-F381-8F70-3A09-120EBFA8D01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62747" y="2898800"/>
                  <a:ext cx="299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43AFBE2-10DD-2AE5-1F74-00748D2B7F01}"/>
                    </a:ext>
                  </a:extLst>
                </p14:cNvPr>
                <p14:cNvContentPartPr/>
                <p14:nvPr/>
              </p14:nvContentPartPr>
              <p14:xfrm>
                <a:off x="1391787" y="2688560"/>
                <a:ext cx="486000" cy="371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43AFBE2-10DD-2AE5-1F74-00748D2B7F0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373787" y="2670920"/>
                  <a:ext cx="52164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FE4D0EF-9227-CBA0-D821-E568A59275D8}"/>
                    </a:ext>
                  </a:extLst>
                </p14:cNvPr>
                <p14:cNvContentPartPr/>
                <p14:nvPr/>
              </p14:nvContentPartPr>
              <p14:xfrm>
                <a:off x="631467" y="3322880"/>
                <a:ext cx="125640" cy="514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FE4D0EF-9227-CBA0-D821-E568A59275D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13467" y="3304880"/>
                  <a:ext cx="16128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F643773-308B-7406-B1E5-598DC1710FBD}"/>
                    </a:ext>
                  </a:extLst>
                </p14:cNvPr>
                <p14:cNvContentPartPr/>
                <p14:nvPr/>
              </p14:nvContentPartPr>
              <p14:xfrm>
                <a:off x="791667" y="3539960"/>
                <a:ext cx="206280" cy="251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F643773-308B-7406-B1E5-598DC1710FB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73667" y="3521960"/>
                  <a:ext cx="2419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E61C078-1BB9-0053-FA98-31D968BB2EB1}"/>
                    </a:ext>
                  </a:extLst>
                </p14:cNvPr>
                <p14:cNvContentPartPr/>
                <p14:nvPr/>
              </p14:nvContentPartPr>
              <p14:xfrm>
                <a:off x="1098747" y="3514040"/>
                <a:ext cx="327600" cy="242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E61C078-1BB9-0053-FA98-31D968BB2EB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81107" y="3496040"/>
                  <a:ext cx="3632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F4121D7-2954-5CFD-8DE1-47BBE060BFAD}"/>
                    </a:ext>
                  </a:extLst>
                </p14:cNvPr>
                <p14:cNvContentPartPr/>
                <p14:nvPr/>
              </p14:nvContentPartPr>
              <p14:xfrm>
                <a:off x="1352907" y="3137840"/>
                <a:ext cx="285840" cy="543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F4121D7-2954-5CFD-8DE1-47BBE060BFA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334907" y="3119840"/>
                  <a:ext cx="32148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C50808D-6615-CEC9-6675-3809A966DD20}"/>
                    </a:ext>
                  </a:extLst>
                </p14:cNvPr>
                <p14:cNvContentPartPr/>
                <p14:nvPr/>
              </p14:nvContentPartPr>
              <p14:xfrm>
                <a:off x="1775547" y="3349520"/>
                <a:ext cx="299880" cy="86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C50808D-6615-CEC9-6675-3809A966DD2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757907" y="3331880"/>
                  <a:ext cx="3355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93F9958-9244-BBB6-90CA-1BE3A942BA6B}"/>
                    </a:ext>
                  </a:extLst>
                </p14:cNvPr>
                <p14:cNvContentPartPr/>
                <p14:nvPr/>
              </p14:nvContentPartPr>
              <p14:xfrm>
                <a:off x="1769427" y="3491720"/>
                <a:ext cx="344880" cy="90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93F9958-9244-BBB6-90CA-1BE3A942BA6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751427" y="3474080"/>
                  <a:ext cx="3805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2FF608F-E6CC-67CD-12F0-E1D1617BE6F9}"/>
                    </a:ext>
                  </a:extLst>
                </p14:cNvPr>
                <p14:cNvContentPartPr/>
                <p14:nvPr/>
              </p14:nvContentPartPr>
              <p14:xfrm>
                <a:off x="2272707" y="3069080"/>
                <a:ext cx="411840" cy="4377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2FF608F-E6CC-67CD-12F0-E1D1617BE6F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255067" y="3051440"/>
                  <a:ext cx="447480" cy="47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943755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8302C-27B3-C96E-EB90-82B6EEBCD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6B75AE-F941-C7DF-21AA-1927DD13D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CE3A3BD-1DEA-B329-EE60-52C6A835F13F}"/>
              </a:ext>
            </a:extLst>
          </p:cNvPr>
          <p:cNvGrpSpPr/>
          <p:nvPr/>
        </p:nvGrpSpPr>
        <p:grpSpPr>
          <a:xfrm>
            <a:off x="9748827" y="305360"/>
            <a:ext cx="721800" cy="921960"/>
            <a:chOff x="9748827" y="305360"/>
            <a:chExt cx="721800" cy="92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9815922-A9DE-54DA-5703-4721E7B78CA9}"/>
                    </a:ext>
                  </a:extLst>
                </p14:cNvPr>
                <p14:cNvContentPartPr/>
                <p14:nvPr/>
              </p14:nvContentPartPr>
              <p14:xfrm>
                <a:off x="9748827" y="305360"/>
                <a:ext cx="282600" cy="396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9815922-A9DE-54DA-5703-4721E7B78CA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731187" y="287720"/>
                  <a:ext cx="3182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3E30C12-5ACA-035C-9DCC-8E34F711436C}"/>
                    </a:ext>
                  </a:extLst>
                </p14:cNvPr>
                <p14:cNvContentPartPr/>
                <p14:nvPr/>
              </p14:nvContentPartPr>
              <p14:xfrm>
                <a:off x="10167867" y="343520"/>
                <a:ext cx="302760" cy="280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3E30C12-5ACA-035C-9DCC-8E34F711436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50227" y="325880"/>
                  <a:ext cx="3384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444CED3-2A51-4304-ACFB-40BDAF9351CC}"/>
                    </a:ext>
                  </a:extLst>
                </p14:cNvPr>
                <p14:cNvContentPartPr/>
                <p14:nvPr/>
              </p14:nvContentPartPr>
              <p14:xfrm>
                <a:off x="9832707" y="807560"/>
                <a:ext cx="259200" cy="419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444CED3-2A51-4304-ACFB-40BDAF9351C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14707" y="789920"/>
                  <a:ext cx="29484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05F6FDC-0DF9-BC82-4DDF-6C58496EC87C}"/>
                    </a:ext>
                  </a:extLst>
                </p14:cNvPr>
                <p14:cNvContentPartPr/>
                <p14:nvPr/>
              </p14:nvContentPartPr>
              <p14:xfrm>
                <a:off x="10324467" y="865520"/>
                <a:ext cx="28080" cy="302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05F6FDC-0DF9-BC82-4DDF-6C58496EC87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306827" y="847520"/>
                  <a:ext cx="6372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04D133-A69B-B15B-CD55-CC6AF171ADB1}"/>
              </a:ext>
            </a:extLst>
          </p:cNvPr>
          <p:cNvGrpSpPr/>
          <p:nvPr/>
        </p:nvGrpSpPr>
        <p:grpSpPr>
          <a:xfrm>
            <a:off x="9688347" y="1563560"/>
            <a:ext cx="717840" cy="25200"/>
            <a:chOff x="9688347" y="1563560"/>
            <a:chExt cx="717840" cy="2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2543117-F92E-61E1-97C0-D00EED9D75BD}"/>
                    </a:ext>
                  </a:extLst>
                </p14:cNvPr>
                <p14:cNvContentPartPr/>
                <p14:nvPr/>
              </p14:nvContentPartPr>
              <p14:xfrm>
                <a:off x="9688347" y="1588400"/>
                <a:ext cx="3348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2543117-F92E-61E1-97C0-D00EED9D75B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70347" y="1570400"/>
                  <a:ext cx="69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A515613-AE12-B51C-51D2-15449BA30922}"/>
                    </a:ext>
                  </a:extLst>
                </p14:cNvPr>
                <p14:cNvContentPartPr/>
                <p14:nvPr/>
              </p14:nvContentPartPr>
              <p14:xfrm>
                <a:off x="9926667" y="1563560"/>
                <a:ext cx="90360" cy="6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A515613-AE12-B51C-51D2-15449BA3092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09027" y="1545920"/>
                  <a:ext cx="126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FFC5328-9397-1D89-54E8-791CA6F353BA}"/>
                    </a:ext>
                  </a:extLst>
                </p14:cNvPr>
                <p14:cNvContentPartPr/>
                <p14:nvPr/>
              </p14:nvContentPartPr>
              <p14:xfrm>
                <a:off x="10209987" y="1573280"/>
                <a:ext cx="19620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FFC5328-9397-1D89-54E8-791CA6F353B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192347" y="1555640"/>
                  <a:ext cx="2318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ECCCB2E-2FC5-A120-F304-20AAE7BBDF55}"/>
              </a:ext>
            </a:extLst>
          </p:cNvPr>
          <p:cNvGrpSpPr/>
          <p:nvPr/>
        </p:nvGrpSpPr>
        <p:grpSpPr>
          <a:xfrm>
            <a:off x="9833067" y="1860920"/>
            <a:ext cx="684360" cy="869760"/>
            <a:chOff x="9833067" y="1860920"/>
            <a:chExt cx="684360" cy="86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CBD17A8-F13C-F0E1-5045-EB32700AFB80}"/>
                    </a:ext>
                  </a:extLst>
                </p14:cNvPr>
                <p14:cNvContentPartPr/>
                <p14:nvPr/>
              </p14:nvContentPartPr>
              <p14:xfrm>
                <a:off x="9833067" y="1860920"/>
                <a:ext cx="333720" cy="348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CBD17A8-F13C-F0E1-5045-EB32700AFB8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15067" y="1842920"/>
                  <a:ext cx="3693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59D326-8198-C756-6A35-117800A8A298}"/>
                    </a:ext>
                  </a:extLst>
                </p14:cNvPr>
                <p14:cNvContentPartPr/>
                <p14:nvPr/>
              </p14:nvContentPartPr>
              <p14:xfrm>
                <a:off x="10264707" y="1881800"/>
                <a:ext cx="252720" cy="259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59D326-8198-C756-6A35-117800A8A29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47067" y="1864160"/>
                  <a:ext cx="2883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E0EE067-A977-6FF1-EEED-E6C656269394}"/>
                    </a:ext>
                  </a:extLst>
                </p14:cNvPr>
                <p14:cNvContentPartPr/>
                <p14:nvPr/>
              </p14:nvContentPartPr>
              <p14:xfrm>
                <a:off x="9859707" y="2326400"/>
                <a:ext cx="346680" cy="404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E0EE067-A977-6FF1-EEED-E6C65626939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41707" y="2308760"/>
                  <a:ext cx="3823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4F64F70-1CD6-5F66-A10E-688A9D93012C}"/>
                    </a:ext>
                  </a:extLst>
                </p14:cNvPr>
                <p14:cNvContentPartPr/>
                <p14:nvPr/>
              </p14:nvContentPartPr>
              <p14:xfrm>
                <a:off x="10395027" y="2344400"/>
                <a:ext cx="22680" cy="327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4F64F70-1CD6-5F66-A10E-688A9D93012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377387" y="2326400"/>
                  <a:ext cx="58320" cy="36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F8E3060-5C5F-A8EF-737B-F02FAD716B57}"/>
                  </a:ext>
                </a:extLst>
              </p14:cNvPr>
              <p14:cNvContentPartPr/>
              <p14:nvPr/>
            </p14:nvContentPartPr>
            <p14:xfrm>
              <a:off x="9663507" y="3125960"/>
              <a:ext cx="142560" cy="10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F8E3060-5C5F-A8EF-737B-F02FAD716B5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645867" y="3108320"/>
                <a:ext cx="1782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193325A-9BD3-5197-280B-6C7AA406DF6C}"/>
                  </a:ext>
                </a:extLst>
              </p14:cNvPr>
              <p14:cNvContentPartPr/>
              <p14:nvPr/>
            </p14:nvContentPartPr>
            <p14:xfrm>
              <a:off x="10107387" y="3107960"/>
              <a:ext cx="418320" cy="5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193325A-9BD3-5197-280B-6C7AA406DF6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089747" y="3089960"/>
                <a:ext cx="45396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B5D58CB-95C2-503D-CA13-B50EB921CA6F}"/>
              </a:ext>
            </a:extLst>
          </p:cNvPr>
          <p:cNvGrpSpPr/>
          <p:nvPr/>
        </p:nvGrpSpPr>
        <p:grpSpPr>
          <a:xfrm>
            <a:off x="9658107" y="3444560"/>
            <a:ext cx="812160" cy="47520"/>
            <a:chOff x="9658107" y="3444560"/>
            <a:chExt cx="812160" cy="4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5478C8C-6625-C3F9-9608-27B20E01E322}"/>
                    </a:ext>
                  </a:extLst>
                </p14:cNvPr>
                <p14:cNvContentPartPr/>
                <p14:nvPr/>
              </p14:nvContentPartPr>
              <p14:xfrm>
                <a:off x="9658107" y="3480920"/>
                <a:ext cx="162000" cy="1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5478C8C-6625-C3F9-9608-27B20E01E32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40467" y="3463280"/>
                  <a:ext cx="197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6181E98-5B84-C98E-7466-FEE7E1737703}"/>
                    </a:ext>
                  </a:extLst>
                </p14:cNvPr>
                <p14:cNvContentPartPr/>
                <p14:nvPr/>
              </p14:nvContentPartPr>
              <p14:xfrm>
                <a:off x="10009107" y="3457520"/>
                <a:ext cx="95400" cy="6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6181E98-5B84-C98E-7466-FEE7E173770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91107" y="3439880"/>
                  <a:ext cx="131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A2B0CAC-9AE4-D9EF-2CFD-F7B1F513022C}"/>
                    </a:ext>
                  </a:extLst>
                </p14:cNvPr>
                <p14:cNvContentPartPr/>
                <p14:nvPr/>
              </p14:nvContentPartPr>
              <p14:xfrm>
                <a:off x="10316907" y="3444560"/>
                <a:ext cx="153360" cy="10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A2B0CAC-9AE4-D9EF-2CFD-F7B1F513022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99267" y="3426920"/>
                  <a:ext cx="1890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5795D85-50AF-FC1E-1D9A-F99870D9BFF3}"/>
              </a:ext>
            </a:extLst>
          </p:cNvPr>
          <p:cNvGrpSpPr/>
          <p:nvPr/>
        </p:nvGrpSpPr>
        <p:grpSpPr>
          <a:xfrm>
            <a:off x="9710667" y="3695120"/>
            <a:ext cx="686160" cy="52560"/>
            <a:chOff x="9710667" y="3695120"/>
            <a:chExt cx="686160" cy="5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E57449D-DAEF-467A-320F-3ED72638C7D1}"/>
                    </a:ext>
                  </a:extLst>
                </p14:cNvPr>
                <p14:cNvContentPartPr/>
                <p14:nvPr/>
              </p14:nvContentPartPr>
              <p14:xfrm>
                <a:off x="9710667" y="3728240"/>
                <a:ext cx="186480" cy="19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E57449D-DAEF-467A-320F-3ED72638C7D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93027" y="3710240"/>
                  <a:ext cx="222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2A163D9-757B-BBD8-A3AE-CAAE07AAC4CA}"/>
                    </a:ext>
                  </a:extLst>
                </p14:cNvPr>
                <p14:cNvContentPartPr/>
                <p14:nvPr/>
              </p14:nvContentPartPr>
              <p14:xfrm>
                <a:off x="10164267" y="3695120"/>
                <a:ext cx="232560" cy="15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2A163D9-757B-BBD8-A3AE-CAAE07AAC4C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46267" y="3677120"/>
                  <a:ext cx="2682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9EE4E4B-3171-197F-38F9-BB913B8F5595}"/>
              </a:ext>
            </a:extLst>
          </p:cNvPr>
          <p:cNvGrpSpPr/>
          <p:nvPr/>
        </p:nvGrpSpPr>
        <p:grpSpPr>
          <a:xfrm>
            <a:off x="9411147" y="3976280"/>
            <a:ext cx="1380600" cy="1166040"/>
            <a:chOff x="9411147" y="3976280"/>
            <a:chExt cx="1380600" cy="11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7F21F6C-8AEA-0E72-8496-4B57EEE74D69}"/>
                    </a:ext>
                  </a:extLst>
                </p14:cNvPr>
                <p14:cNvContentPartPr/>
                <p14:nvPr/>
              </p14:nvContentPartPr>
              <p14:xfrm>
                <a:off x="9411147" y="3976280"/>
                <a:ext cx="660240" cy="990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7F21F6C-8AEA-0E72-8496-4B57EEE74D6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93507" y="3958280"/>
                  <a:ext cx="695880" cy="10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756601D-1AA3-C817-2E50-A4A4DD36ED8D}"/>
                    </a:ext>
                  </a:extLst>
                </p14:cNvPr>
                <p14:cNvContentPartPr/>
                <p14:nvPr/>
              </p14:nvContentPartPr>
              <p14:xfrm>
                <a:off x="9961947" y="4061240"/>
                <a:ext cx="829800" cy="1081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756601D-1AA3-C817-2E50-A4A4DD36ED8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44307" y="4043240"/>
                  <a:ext cx="865440" cy="11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BC78B7E-8A7E-B9A1-F283-3EB44C2A1CF8}"/>
              </a:ext>
            </a:extLst>
          </p:cNvPr>
          <p:cNvGrpSpPr/>
          <p:nvPr/>
        </p:nvGrpSpPr>
        <p:grpSpPr>
          <a:xfrm>
            <a:off x="6957027" y="5297840"/>
            <a:ext cx="310320" cy="353160"/>
            <a:chOff x="6957027" y="5297840"/>
            <a:chExt cx="31032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778D583-ECE5-E6B5-C173-763A18FD5D22}"/>
                    </a:ext>
                  </a:extLst>
                </p14:cNvPr>
                <p14:cNvContentPartPr/>
                <p14:nvPr/>
              </p14:nvContentPartPr>
              <p14:xfrm>
                <a:off x="7074747" y="5297840"/>
                <a:ext cx="23760" cy="298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778D583-ECE5-E6B5-C173-763A18FD5D2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56747" y="5280200"/>
                  <a:ext cx="594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0A76191-AEC9-40EC-90E4-CAF6382B4290}"/>
                    </a:ext>
                  </a:extLst>
                </p14:cNvPr>
                <p14:cNvContentPartPr/>
                <p14:nvPr/>
              </p14:nvContentPartPr>
              <p14:xfrm>
                <a:off x="6957027" y="5309720"/>
                <a:ext cx="111600" cy="16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0A76191-AEC9-40EC-90E4-CAF6382B429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939027" y="5291720"/>
                  <a:ext cx="147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CD4BA1D-5430-D62F-581B-F2EAEF8A9FB2}"/>
                    </a:ext>
                  </a:extLst>
                </p14:cNvPr>
                <p14:cNvContentPartPr/>
                <p14:nvPr/>
              </p14:nvContentPartPr>
              <p14:xfrm>
                <a:off x="6958107" y="5581160"/>
                <a:ext cx="309240" cy="69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CD4BA1D-5430-D62F-581B-F2EAEF8A9FB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940107" y="5563520"/>
                  <a:ext cx="34488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1F21B78-EE0E-E90B-60D2-698D00E5B7F8}"/>
              </a:ext>
            </a:extLst>
          </p:cNvPr>
          <p:cNvGrpSpPr/>
          <p:nvPr/>
        </p:nvGrpSpPr>
        <p:grpSpPr>
          <a:xfrm>
            <a:off x="7091667" y="2945240"/>
            <a:ext cx="290160" cy="349200"/>
            <a:chOff x="7091667" y="2945240"/>
            <a:chExt cx="29016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D9CAB32-C87F-B1FA-4B73-B27CFC200956}"/>
                    </a:ext>
                  </a:extLst>
                </p14:cNvPr>
                <p14:cNvContentPartPr/>
                <p14:nvPr/>
              </p14:nvContentPartPr>
              <p14:xfrm>
                <a:off x="7187067" y="2953880"/>
                <a:ext cx="47160" cy="300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D9CAB32-C87F-B1FA-4B73-B27CFC20095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169067" y="2936240"/>
                  <a:ext cx="828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6024888-A655-BE9C-6404-DA189127ACA3}"/>
                    </a:ext>
                  </a:extLst>
                </p14:cNvPr>
                <p14:cNvContentPartPr/>
                <p14:nvPr/>
              </p14:nvContentPartPr>
              <p14:xfrm>
                <a:off x="7091667" y="2945240"/>
                <a:ext cx="90360" cy="174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6024888-A655-BE9C-6404-DA189127ACA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74027" y="2927600"/>
                  <a:ext cx="126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3A0D664-16BD-F172-2E10-A672DCCEBCBD}"/>
                    </a:ext>
                  </a:extLst>
                </p14:cNvPr>
                <p14:cNvContentPartPr/>
                <p14:nvPr/>
              </p14:nvContentPartPr>
              <p14:xfrm>
                <a:off x="7119387" y="3251240"/>
                <a:ext cx="262440" cy="43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3A0D664-16BD-F172-2E10-A672DCCEBCB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01747" y="3233240"/>
                  <a:ext cx="29808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E16F858-2304-42BD-1ECC-09399458DA0E}"/>
              </a:ext>
            </a:extLst>
          </p:cNvPr>
          <p:cNvGrpSpPr/>
          <p:nvPr/>
        </p:nvGrpSpPr>
        <p:grpSpPr>
          <a:xfrm>
            <a:off x="5915187" y="3066200"/>
            <a:ext cx="598320" cy="212040"/>
            <a:chOff x="5915187" y="3066200"/>
            <a:chExt cx="59832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E39B94A-3FCB-8C17-FC7A-618D4444E215}"/>
                    </a:ext>
                  </a:extLst>
                </p14:cNvPr>
                <p14:cNvContentPartPr/>
                <p14:nvPr/>
              </p14:nvContentPartPr>
              <p14:xfrm>
                <a:off x="6267267" y="3084920"/>
                <a:ext cx="246240" cy="193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E39B94A-3FCB-8C17-FC7A-618D4444E21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249267" y="3067280"/>
                  <a:ext cx="2818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840865A-3DD5-F82C-3ADC-8737E81C30B8}"/>
                    </a:ext>
                  </a:extLst>
                </p14:cNvPr>
                <p14:cNvContentPartPr/>
                <p14:nvPr/>
              </p14:nvContentPartPr>
              <p14:xfrm>
                <a:off x="5915187" y="3066200"/>
                <a:ext cx="254880" cy="145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840865A-3DD5-F82C-3ADC-8737E81C30B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97547" y="3048200"/>
                  <a:ext cx="29052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A89251E-7388-1965-F857-F0DDF0FAB194}"/>
              </a:ext>
            </a:extLst>
          </p:cNvPr>
          <p:cNvGrpSpPr/>
          <p:nvPr/>
        </p:nvGrpSpPr>
        <p:grpSpPr>
          <a:xfrm>
            <a:off x="5214627" y="3060440"/>
            <a:ext cx="489600" cy="168480"/>
            <a:chOff x="5214627" y="3060440"/>
            <a:chExt cx="489600" cy="16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452E339-AB70-8315-1B31-C38A0B07D30A}"/>
                    </a:ext>
                  </a:extLst>
                </p14:cNvPr>
                <p14:cNvContentPartPr/>
                <p14:nvPr/>
              </p14:nvContentPartPr>
              <p14:xfrm>
                <a:off x="5518467" y="3077720"/>
                <a:ext cx="185760" cy="151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452E339-AB70-8315-1B31-C38A0B07D30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500467" y="3060080"/>
                  <a:ext cx="221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4CF25BA-BD72-6F0C-BD9F-6152177A0217}"/>
                    </a:ext>
                  </a:extLst>
                </p14:cNvPr>
                <p14:cNvContentPartPr/>
                <p14:nvPr/>
              </p14:nvContentPartPr>
              <p14:xfrm>
                <a:off x="5214627" y="3060440"/>
                <a:ext cx="168840" cy="155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4CF25BA-BD72-6F0C-BD9F-6152177A021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196627" y="3042800"/>
                  <a:ext cx="20448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73686DA-E2D7-BB70-BA6C-D4077381904D}"/>
              </a:ext>
            </a:extLst>
          </p:cNvPr>
          <p:cNvGrpSpPr/>
          <p:nvPr/>
        </p:nvGrpSpPr>
        <p:grpSpPr>
          <a:xfrm>
            <a:off x="4388787" y="2968280"/>
            <a:ext cx="527040" cy="261000"/>
            <a:chOff x="4388787" y="2968280"/>
            <a:chExt cx="52704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F82EF8C-9C41-395A-1C9E-B786CB052905}"/>
                    </a:ext>
                  </a:extLst>
                </p14:cNvPr>
                <p14:cNvContentPartPr/>
                <p14:nvPr/>
              </p14:nvContentPartPr>
              <p14:xfrm>
                <a:off x="4689027" y="3088880"/>
                <a:ext cx="226800" cy="140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F82EF8C-9C41-395A-1C9E-B786CB05290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671027" y="3070880"/>
                  <a:ext cx="2624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DD8208D-9951-AAE2-E357-588F6FA35AC7}"/>
                    </a:ext>
                  </a:extLst>
                </p14:cNvPr>
                <p14:cNvContentPartPr/>
                <p14:nvPr/>
              </p14:nvContentPartPr>
              <p14:xfrm>
                <a:off x="4388787" y="2968280"/>
                <a:ext cx="189360" cy="162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DD8208D-9951-AAE2-E357-588F6FA35AC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370787" y="2950280"/>
                  <a:ext cx="22500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117262D-9D32-7DA5-96FC-5C2E9EFC51D1}"/>
              </a:ext>
            </a:extLst>
          </p:cNvPr>
          <p:cNvGrpSpPr/>
          <p:nvPr/>
        </p:nvGrpSpPr>
        <p:grpSpPr>
          <a:xfrm>
            <a:off x="4465107" y="2593880"/>
            <a:ext cx="166680" cy="178560"/>
            <a:chOff x="4465107" y="2593880"/>
            <a:chExt cx="16668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18DC291-D478-FA85-932D-D95A2CFDE106}"/>
                    </a:ext>
                  </a:extLst>
                </p14:cNvPr>
                <p14:cNvContentPartPr/>
                <p14:nvPr/>
              </p14:nvContentPartPr>
              <p14:xfrm>
                <a:off x="4494267" y="2651120"/>
                <a:ext cx="360" cy="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18DC291-D478-FA85-932D-D95A2CFDE10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476267" y="26334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EE2BDF5-27F6-D714-965A-DA750F143AB1}"/>
                    </a:ext>
                  </a:extLst>
                </p14:cNvPr>
                <p14:cNvContentPartPr/>
                <p14:nvPr/>
              </p14:nvContentPartPr>
              <p14:xfrm>
                <a:off x="4465107" y="2593880"/>
                <a:ext cx="166680" cy="178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EE2BDF5-27F6-D714-965A-DA750F143AB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447467" y="2575880"/>
                  <a:ext cx="202320" cy="21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6E3AB244-9C08-04D7-DF88-217B0A73878A}"/>
                  </a:ext>
                </a:extLst>
              </p14:cNvPr>
              <p14:cNvContentPartPr/>
              <p14:nvPr/>
            </p14:nvContentPartPr>
            <p14:xfrm>
              <a:off x="5209587" y="2445920"/>
              <a:ext cx="237600" cy="2055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6E3AB244-9C08-04D7-DF88-217B0A73878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191587" y="2428280"/>
                <a:ext cx="273240" cy="24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80165E3-7077-4886-B504-DF3392874556}"/>
              </a:ext>
            </a:extLst>
          </p:cNvPr>
          <p:cNvGrpSpPr/>
          <p:nvPr/>
        </p:nvGrpSpPr>
        <p:grpSpPr>
          <a:xfrm>
            <a:off x="5939667" y="5368400"/>
            <a:ext cx="642240" cy="127440"/>
            <a:chOff x="5939667" y="5368400"/>
            <a:chExt cx="64224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7B4A420-0097-1BBD-0437-87D8FBFD5289}"/>
                    </a:ext>
                  </a:extLst>
                </p14:cNvPr>
                <p14:cNvContentPartPr/>
                <p14:nvPr/>
              </p14:nvContentPartPr>
              <p14:xfrm>
                <a:off x="6365187" y="5377040"/>
                <a:ext cx="216720" cy="110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7B4A420-0097-1BBD-0437-87D8FBFD528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347547" y="5359400"/>
                  <a:ext cx="252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5BF2697-0E57-8BAC-C5CF-56B029B9DFBE}"/>
                    </a:ext>
                  </a:extLst>
                </p14:cNvPr>
                <p14:cNvContentPartPr/>
                <p14:nvPr/>
              </p14:nvContentPartPr>
              <p14:xfrm>
                <a:off x="5939667" y="5368400"/>
                <a:ext cx="271080" cy="127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5BF2697-0E57-8BAC-C5CF-56B029B9DFB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922027" y="5350760"/>
                  <a:ext cx="30672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6C31A67-11D0-379A-4C83-6765C4A1FA8B}"/>
              </a:ext>
            </a:extLst>
          </p:cNvPr>
          <p:cNvGrpSpPr/>
          <p:nvPr/>
        </p:nvGrpSpPr>
        <p:grpSpPr>
          <a:xfrm>
            <a:off x="4948227" y="5400440"/>
            <a:ext cx="653040" cy="126720"/>
            <a:chOff x="4948227" y="5400440"/>
            <a:chExt cx="653040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FBC0B62-D6E4-7BB5-0CE4-987CB3F6265D}"/>
                    </a:ext>
                  </a:extLst>
                </p14:cNvPr>
                <p14:cNvContentPartPr/>
                <p14:nvPr/>
              </p14:nvContentPartPr>
              <p14:xfrm>
                <a:off x="5358267" y="5404760"/>
                <a:ext cx="243000" cy="89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FBC0B62-D6E4-7BB5-0CE4-987CB3F6265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340267" y="5387120"/>
                  <a:ext cx="278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7EF4E27-3C09-6847-E603-755446633B11}"/>
                    </a:ext>
                  </a:extLst>
                </p14:cNvPr>
                <p14:cNvContentPartPr/>
                <p14:nvPr/>
              </p14:nvContentPartPr>
              <p14:xfrm>
                <a:off x="4948227" y="5400440"/>
                <a:ext cx="281160" cy="126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7EF4E27-3C09-6847-E603-755446633B1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930227" y="5382440"/>
                  <a:ext cx="316800" cy="16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D295559-3971-51D9-1611-BA2913B04FDF}"/>
                  </a:ext>
                </a:extLst>
              </p14:cNvPr>
              <p14:cNvContentPartPr/>
              <p14:nvPr/>
            </p14:nvContentPartPr>
            <p14:xfrm>
              <a:off x="4488507" y="5371640"/>
              <a:ext cx="207000" cy="1522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D295559-3971-51D9-1611-BA2913B04FD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470867" y="5353640"/>
                <a:ext cx="242640" cy="18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51CCA1D-A8A4-1F3E-21A8-B44AFFA32601}"/>
              </a:ext>
            </a:extLst>
          </p:cNvPr>
          <p:cNvGrpSpPr/>
          <p:nvPr/>
        </p:nvGrpSpPr>
        <p:grpSpPr>
          <a:xfrm>
            <a:off x="4366107" y="4908680"/>
            <a:ext cx="328680" cy="338040"/>
            <a:chOff x="4366107" y="4908680"/>
            <a:chExt cx="32868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ACF73B7-CA14-F0C5-4555-51271337B46C}"/>
                    </a:ext>
                  </a:extLst>
                </p14:cNvPr>
                <p14:cNvContentPartPr/>
                <p14:nvPr/>
              </p14:nvContentPartPr>
              <p14:xfrm>
                <a:off x="4366107" y="5102720"/>
                <a:ext cx="208440" cy="144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ACF73B7-CA14-F0C5-4555-51271337B46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348467" y="5084720"/>
                  <a:ext cx="244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209ACE5-DF07-A11D-49BB-CAB6845ABA7B}"/>
                    </a:ext>
                  </a:extLst>
                </p14:cNvPr>
                <p14:cNvContentPartPr/>
                <p14:nvPr/>
              </p14:nvContentPartPr>
              <p14:xfrm>
                <a:off x="4483467" y="4908680"/>
                <a:ext cx="211320" cy="181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209ACE5-DF07-A11D-49BB-CAB6845ABA7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465467" y="4891040"/>
                  <a:ext cx="24696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E6036DCE-A4C6-22A3-F476-1E1D781BED42}"/>
                  </a:ext>
                </a:extLst>
              </p14:cNvPr>
              <p14:cNvContentPartPr/>
              <p14:nvPr/>
            </p14:nvContentPartPr>
            <p14:xfrm>
              <a:off x="5157027" y="4788800"/>
              <a:ext cx="179280" cy="1267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E6036DCE-A4C6-22A3-F476-1E1D781BED4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139387" y="4770800"/>
                <a:ext cx="21492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5EF332F-2402-30F7-066B-4AD52702114C}"/>
              </a:ext>
            </a:extLst>
          </p:cNvPr>
          <p:cNvGrpSpPr/>
          <p:nvPr/>
        </p:nvGrpSpPr>
        <p:grpSpPr>
          <a:xfrm>
            <a:off x="542547" y="1212920"/>
            <a:ext cx="1365840" cy="349920"/>
            <a:chOff x="542547" y="1212920"/>
            <a:chExt cx="1365840" cy="34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A949C76-3F2C-CF30-CBE8-92C1257A0CBF}"/>
                    </a:ext>
                  </a:extLst>
                </p14:cNvPr>
                <p14:cNvContentPartPr/>
                <p14:nvPr/>
              </p14:nvContentPartPr>
              <p14:xfrm>
                <a:off x="542547" y="1212920"/>
                <a:ext cx="498600" cy="93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A949C76-3F2C-CF30-CBE8-92C1257A0CB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24907" y="1195280"/>
                  <a:ext cx="534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55D3135-439E-6F60-D733-98E55BB593D0}"/>
                    </a:ext>
                  </a:extLst>
                </p14:cNvPr>
                <p14:cNvContentPartPr/>
                <p14:nvPr/>
              </p14:nvContentPartPr>
              <p14:xfrm>
                <a:off x="794547" y="1243520"/>
                <a:ext cx="56520" cy="319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55D3135-439E-6F60-D733-98E55BB593D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76547" y="1225880"/>
                  <a:ext cx="921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884113C-EBC1-E2B1-0054-69605C80BB20}"/>
                    </a:ext>
                  </a:extLst>
                </p14:cNvPr>
                <p14:cNvContentPartPr/>
                <p14:nvPr/>
              </p14:nvContentPartPr>
              <p14:xfrm>
                <a:off x="941427" y="1243880"/>
                <a:ext cx="349920" cy="266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884113C-EBC1-E2B1-0054-69605C80BB2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23787" y="1226240"/>
                  <a:ext cx="3855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DD5DCCC-AA71-EDEB-CE00-2C465AFFBA6C}"/>
                    </a:ext>
                  </a:extLst>
                </p14:cNvPr>
                <p14:cNvContentPartPr/>
                <p14:nvPr/>
              </p14:nvContentPartPr>
              <p14:xfrm>
                <a:off x="1366947" y="1235600"/>
                <a:ext cx="541440" cy="254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DD5DCCC-AA71-EDEB-CE00-2C465AFFBA6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349307" y="1217600"/>
                  <a:ext cx="577080" cy="29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98A951BC-A58F-6D65-D7A5-1F71A67F2B7E}"/>
              </a:ext>
            </a:extLst>
          </p:cNvPr>
          <p:cNvGrpSpPr/>
          <p:nvPr/>
        </p:nvGrpSpPr>
        <p:grpSpPr>
          <a:xfrm>
            <a:off x="2217267" y="956240"/>
            <a:ext cx="645120" cy="443160"/>
            <a:chOff x="2217267" y="956240"/>
            <a:chExt cx="64512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330CFD5-4438-DCAE-6CA8-C78D87E625D8}"/>
                    </a:ext>
                  </a:extLst>
                </p14:cNvPr>
                <p14:cNvContentPartPr/>
                <p14:nvPr/>
              </p14:nvContentPartPr>
              <p14:xfrm>
                <a:off x="2351187" y="1041920"/>
                <a:ext cx="47520" cy="310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330CFD5-4438-DCAE-6CA8-C78D87E625D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333187" y="1023920"/>
                  <a:ext cx="831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448BB5A-7EB2-3095-15F8-B5FA41A1C1C3}"/>
                    </a:ext>
                  </a:extLst>
                </p14:cNvPr>
                <p14:cNvContentPartPr/>
                <p14:nvPr/>
              </p14:nvContentPartPr>
              <p14:xfrm>
                <a:off x="2229147" y="991520"/>
                <a:ext cx="125640" cy="187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448BB5A-7EB2-3095-15F8-B5FA41A1C1C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211147" y="973880"/>
                  <a:ext cx="161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738D94C-2F2A-C8A2-5932-224CE5EBD033}"/>
                    </a:ext>
                  </a:extLst>
                </p14:cNvPr>
                <p14:cNvContentPartPr/>
                <p14:nvPr/>
              </p14:nvContentPartPr>
              <p14:xfrm>
                <a:off x="2217267" y="1328480"/>
                <a:ext cx="232560" cy="70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738D94C-2F2A-C8A2-5932-224CE5EBD03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199627" y="1310480"/>
                  <a:ext cx="2682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B5F5BB3-0BEE-1824-69DF-F52119D0049C}"/>
                    </a:ext>
                  </a:extLst>
                </p14:cNvPr>
                <p14:cNvContentPartPr/>
                <p14:nvPr/>
              </p14:nvContentPartPr>
              <p14:xfrm>
                <a:off x="2548827" y="956240"/>
                <a:ext cx="1440" cy="1789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B5F5BB3-0BEE-1824-69DF-F52119D0049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531187" y="938600"/>
                  <a:ext cx="37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0CD52F9-5D00-DD8C-261A-4DF71ECEC2ED}"/>
                    </a:ext>
                  </a:extLst>
                </p14:cNvPr>
                <p14:cNvContentPartPr/>
                <p14:nvPr/>
              </p14:nvContentPartPr>
              <p14:xfrm>
                <a:off x="2676267" y="1076120"/>
                <a:ext cx="186120" cy="300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0CD52F9-5D00-DD8C-261A-4DF71ECEC2E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658267" y="1058120"/>
                  <a:ext cx="221760" cy="33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63AE18B-42AA-1661-F8E9-173CF897408C}"/>
              </a:ext>
            </a:extLst>
          </p:cNvPr>
          <p:cNvGrpSpPr/>
          <p:nvPr/>
        </p:nvGrpSpPr>
        <p:grpSpPr>
          <a:xfrm>
            <a:off x="660267" y="1927160"/>
            <a:ext cx="1406880" cy="443160"/>
            <a:chOff x="660267" y="1927160"/>
            <a:chExt cx="140688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DF5EC03-5F13-330E-629E-2D1A1EEF99C6}"/>
                    </a:ext>
                  </a:extLst>
                </p14:cNvPr>
                <p14:cNvContentPartPr/>
                <p14:nvPr/>
              </p14:nvContentPartPr>
              <p14:xfrm>
                <a:off x="660267" y="2135960"/>
                <a:ext cx="487080" cy="234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DF5EC03-5F13-330E-629E-2D1A1EEF99C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42627" y="2118320"/>
                  <a:ext cx="5227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EC3380A-0CAC-B337-A628-0207F6AC0F09}"/>
                    </a:ext>
                  </a:extLst>
                </p14:cNvPr>
                <p14:cNvContentPartPr/>
                <p14:nvPr/>
              </p14:nvContentPartPr>
              <p14:xfrm>
                <a:off x="1209987" y="2112200"/>
                <a:ext cx="293400" cy="249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EC3380A-0CAC-B337-A628-0207F6AC0F0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91987" y="2094200"/>
                  <a:ext cx="3290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12316D3-0AF0-1DC6-77A0-68F4B778F6F4}"/>
                    </a:ext>
                  </a:extLst>
                </p14:cNvPr>
                <p14:cNvContentPartPr/>
                <p14:nvPr/>
              </p14:nvContentPartPr>
              <p14:xfrm>
                <a:off x="1512747" y="1927160"/>
                <a:ext cx="195120" cy="320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12316D3-0AF0-1DC6-77A0-68F4B778F6F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494747" y="1909520"/>
                  <a:ext cx="2307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9625B6F-1E68-9687-E2C7-9A876A17B70B}"/>
                    </a:ext>
                  </a:extLst>
                </p14:cNvPr>
                <p14:cNvContentPartPr/>
                <p14:nvPr/>
              </p14:nvContentPartPr>
              <p14:xfrm>
                <a:off x="1625067" y="1953440"/>
                <a:ext cx="442080" cy="289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9625B6F-1E68-9687-E2C7-9A876A17B70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607067" y="1935800"/>
                  <a:ext cx="47772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BD724F5-5E22-DEFB-0A7D-0EB45491B34D}"/>
              </a:ext>
            </a:extLst>
          </p:cNvPr>
          <p:cNvGrpSpPr/>
          <p:nvPr/>
        </p:nvGrpSpPr>
        <p:grpSpPr>
          <a:xfrm>
            <a:off x="559827" y="2669480"/>
            <a:ext cx="2124720" cy="1168200"/>
            <a:chOff x="559827" y="2669480"/>
            <a:chExt cx="2124720" cy="11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34967F7-95B3-FB9B-C0C4-B96E9AFF53E9}"/>
                    </a:ext>
                  </a:extLst>
                </p14:cNvPr>
                <p14:cNvContentPartPr/>
                <p14:nvPr/>
              </p14:nvContentPartPr>
              <p14:xfrm>
                <a:off x="559827" y="2734640"/>
                <a:ext cx="270000" cy="475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34967F7-95B3-FB9B-C0C4-B96E9AFF53E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41827" y="2716640"/>
                  <a:ext cx="30564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FD6F334-14AA-4EDA-4F32-FCA2F65F5115}"/>
                    </a:ext>
                  </a:extLst>
                </p14:cNvPr>
                <p14:cNvContentPartPr/>
                <p14:nvPr/>
              </p14:nvContentPartPr>
              <p14:xfrm>
                <a:off x="865107" y="2911040"/>
                <a:ext cx="154080" cy="234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FD6F334-14AA-4EDA-4F32-FCA2F65F511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7467" y="2893400"/>
                  <a:ext cx="1897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4B182FD-D4C2-4A9F-91CE-E7AB506FF4A7}"/>
                    </a:ext>
                  </a:extLst>
                </p14:cNvPr>
                <p14:cNvContentPartPr/>
                <p14:nvPr/>
              </p14:nvContentPartPr>
              <p14:xfrm>
                <a:off x="1164627" y="2669480"/>
                <a:ext cx="182520" cy="4212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4B182FD-D4C2-4A9F-91CE-E7AB506FF4A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46987" y="2651480"/>
                  <a:ext cx="21816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6E42AE1-972E-E8BD-7829-25DF1C7A936E}"/>
                    </a:ext>
                  </a:extLst>
                </p14:cNvPr>
                <p14:cNvContentPartPr/>
                <p14:nvPr/>
              </p14:nvContentPartPr>
              <p14:xfrm>
                <a:off x="1080747" y="2916440"/>
                <a:ext cx="263520" cy="324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6E42AE1-972E-E8BD-7829-25DF1C7A936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62747" y="2898800"/>
                  <a:ext cx="299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6EC34B6-4B02-0F4C-8292-AD80CD4B5E6D}"/>
                    </a:ext>
                  </a:extLst>
                </p14:cNvPr>
                <p14:cNvContentPartPr/>
                <p14:nvPr/>
              </p14:nvContentPartPr>
              <p14:xfrm>
                <a:off x="1391787" y="2688560"/>
                <a:ext cx="486000" cy="371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6EC34B6-4B02-0F4C-8292-AD80CD4B5E6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373787" y="2670920"/>
                  <a:ext cx="52164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2E80546-91D5-C2F7-A3E4-31C6066F4122}"/>
                    </a:ext>
                  </a:extLst>
                </p14:cNvPr>
                <p14:cNvContentPartPr/>
                <p14:nvPr/>
              </p14:nvContentPartPr>
              <p14:xfrm>
                <a:off x="631467" y="3322880"/>
                <a:ext cx="125640" cy="514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2E80546-91D5-C2F7-A3E4-31C6066F412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13467" y="3304880"/>
                  <a:ext cx="16128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E5A71AD-23C1-ED53-74C2-CDE95F815C90}"/>
                    </a:ext>
                  </a:extLst>
                </p14:cNvPr>
                <p14:cNvContentPartPr/>
                <p14:nvPr/>
              </p14:nvContentPartPr>
              <p14:xfrm>
                <a:off x="791667" y="3539960"/>
                <a:ext cx="206280" cy="251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E5A71AD-23C1-ED53-74C2-CDE95F815C9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73667" y="3521960"/>
                  <a:ext cx="2419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DD2DAB1-F997-D0BA-C60A-5DAEADCEB42B}"/>
                    </a:ext>
                  </a:extLst>
                </p14:cNvPr>
                <p14:cNvContentPartPr/>
                <p14:nvPr/>
              </p14:nvContentPartPr>
              <p14:xfrm>
                <a:off x="1098747" y="3514040"/>
                <a:ext cx="327600" cy="242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DD2DAB1-F997-D0BA-C60A-5DAEADCEB42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81107" y="3496040"/>
                  <a:ext cx="3632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CB26045-8B00-129C-D1EF-BD5CC9AF124D}"/>
                    </a:ext>
                  </a:extLst>
                </p14:cNvPr>
                <p14:cNvContentPartPr/>
                <p14:nvPr/>
              </p14:nvContentPartPr>
              <p14:xfrm>
                <a:off x="1352907" y="3137840"/>
                <a:ext cx="285840" cy="543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CB26045-8B00-129C-D1EF-BD5CC9AF124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334907" y="3119840"/>
                  <a:ext cx="32148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6B82E24-4895-E1BE-47F2-3DD77384A2A3}"/>
                    </a:ext>
                  </a:extLst>
                </p14:cNvPr>
                <p14:cNvContentPartPr/>
                <p14:nvPr/>
              </p14:nvContentPartPr>
              <p14:xfrm>
                <a:off x="1775547" y="3349520"/>
                <a:ext cx="299880" cy="86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6B82E24-4895-E1BE-47F2-3DD77384A2A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757907" y="3331880"/>
                  <a:ext cx="3355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4CF304D-7E85-F481-72F4-AA81B3967AD3}"/>
                    </a:ext>
                  </a:extLst>
                </p14:cNvPr>
                <p14:cNvContentPartPr/>
                <p14:nvPr/>
              </p14:nvContentPartPr>
              <p14:xfrm>
                <a:off x="1769427" y="3491720"/>
                <a:ext cx="344880" cy="90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4CF304D-7E85-F481-72F4-AA81B3967AD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751427" y="3474080"/>
                  <a:ext cx="3805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6AADD17-BADA-4F81-6C63-2BD11D1EEDB7}"/>
                    </a:ext>
                  </a:extLst>
                </p14:cNvPr>
                <p14:cNvContentPartPr/>
                <p14:nvPr/>
              </p14:nvContentPartPr>
              <p14:xfrm>
                <a:off x="2272707" y="3069080"/>
                <a:ext cx="411840" cy="4377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6AADD17-BADA-4F81-6C63-2BD11D1EEDB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255067" y="3051440"/>
                  <a:ext cx="447480" cy="47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A722CFC-CF37-587D-66B9-593BD3DBE7E1}"/>
              </a:ext>
            </a:extLst>
          </p:cNvPr>
          <p:cNvGrpSpPr/>
          <p:nvPr/>
        </p:nvGrpSpPr>
        <p:grpSpPr>
          <a:xfrm>
            <a:off x="239787" y="3888440"/>
            <a:ext cx="3473280" cy="2169360"/>
            <a:chOff x="239787" y="3888440"/>
            <a:chExt cx="3473280" cy="21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9B73DE8-8020-1054-E25A-CF05B76736CD}"/>
                    </a:ext>
                  </a:extLst>
                </p14:cNvPr>
                <p14:cNvContentPartPr/>
                <p14:nvPr/>
              </p14:nvContentPartPr>
              <p14:xfrm>
                <a:off x="313227" y="4262840"/>
                <a:ext cx="368640" cy="524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9B73DE8-8020-1054-E25A-CF05B76736C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95227" y="4245200"/>
                  <a:ext cx="40428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A61CF7A-919A-58C2-2885-28C9F4FFACEF}"/>
                    </a:ext>
                  </a:extLst>
                </p14:cNvPr>
                <p14:cNvContentPartPr/>
                <p14:nvPr/>
              </p14:nvContentPartPr>
              <p14:xfrm>
                <a:off x="724707" y="4472720"/>
                <a:ext cx="242640" cy="240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A61CF7A-919A-58C2-2885-28C9F4FFACE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07067" y="4454720"/>
                  <a:ext cx="2782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8A1FFA8-E764-64DE-AA2E-5A6587239D13}"/>
                    </a:ext>
                  </a:extLst>
                </p14:cNvPr>
                <p14:cNvContentPartPr/>
                <p14:nvPr/>
              </p14:nvContentPartPr>
              <p14:xfrm>
                <a:off x="1545147" y="4053680"/>
                <a:ext cx="294120" cy="565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8A1FFA8-E764-64DE-AA2E-5A6587239D1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527147" y="4036040"/>
                  <a:ext cx="32976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1E1111D-26F4-032A-FD55-A3C41DFD7DA9}"/>
                    </a:ext>
                  </a:extLst>
                </p14:cNvPr>
                <p14:cNvContentPartPr/>
                <p14:nvPr/>
              </p14:nvContentPartPr>
              <p14:xfrm>
                <a:off x="1891467" y="4299200"/>
                <a:ext cx="226800" cy="272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1E1111D-26F4-032A-FD55-A3C41DFD7DA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873467" y="4281200"/>
                  <a:ext cx="2624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F07871B-267A-91CE-AEAC-DBD4395DE464}"/>
                    </a:ext>
                  </a:extLst>
                </p14:cNvPr>
                <p14:cNvContentPartPr/>
                <p14:nvPr/>
              </p14:nvContentPartPr>
              <p14:xfrm>
                <a:off x="2284587" y="4011560"/>
                <a:ext cx="217440" cy="467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F07871B-267A-91CE-AEAC-DBD4395DE46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266947" y="3993560"/>
                  <a:ext cx="25308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2FBA321-DBF2-6740-B26D-398ED4CB8689}"/>
                    </a:ext>
                  </a:extLst>
                </p14:cNvPr>
                <p14:cNvContentPartPr/>
                <p14:nvPr/>
              </p14:nvContentPartPr>
              <p14:xfrm>
                <a:off x="2237787" y="4279760"/>
                <a:ext cx="205560" cy="45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2FBA321-DBF2-6740-B26D-398ED4CB868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219787" y="4262120"/>
                  <a:ext cx="2412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7D91D35-D5C9-65D4-A8AA-F87DBF089E73}"/>
                    </a:ext>
                  </a:extLst>
                </p14:cNvPr>
                <p14:cNvContentPartPr/>
                <p14:nvPr/>
              </p14:nvContentPartPr>
              <p14:xfrm>
                <a:off x="2538027" y="3888440"/>
                <a:ext cx="330840" cy="532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7D91D35-D5C9-65D4-A8AA-F87DBF089E7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520387" y="3870800"/>
                  <a:ext cx="36648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7164708-C3A0-518A-81E6-EEBE56A3A586}"/>
                    </a:ext>
                  </a:extLst>
                </p14:cNvPr>
                <p14:cNvContentPartPr/>
                <p14:nvPr/>
              </p14:nvContentPartPr>
              <p14:xfrm>
                <a:off x="239787" y="4939280"/>
                <a:ext cx="369360" cy="545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7164708-C3A0-518A-81E6-EEBE56A3A58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22147" y="4921640"/>
                  <a:ext cx="40500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6F024E8-D5A6-3EBF-A451-71EA35D96756}"/>
                    </a:ext>
                  </a:extLst>
                </p14:cNvPr>
                <p14:cNvContentPartPr/>
                <p14:nvPr/>
              </p14:nvContentPartPr>
              <p14:xfrm>
                <a:off x="596907" y="5220080"/>
                <a:ext cx="36000" cy="227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6F024E8-D5A6-3EBF-A451-71EA35D9675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79267" y="5202440"/>
                  <a:ext cx="71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764967A-E319-C6F6-597B-1BA948B97373}"/>
                    </a:ext>
                  </a:extLst>
                </p14:cNvPr>
                <p14:cNvContentPartPr/>
                <p14:nvPr/>
              </p14:nvContentPartPr>
              <p14:xfrm>
                <a:off x="531027" y="5037920"/>
                <a:ext cx="12240" cy="22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764967A-E319-C6F6-597B-1BA948B9737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13027" y="5020280"/>
                  <a:ext cx="478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7501D4A-421F-59F0-4046-9C3E9A37DE20}"/>
                    </a:ext>
                  </a:extLst>
                </p14:cNvPr>
                <p14:cNvContentPartPr/>
                <p14:nvPr/>
              </p14:nvContentPartPr>
              <p14:xfrm>
                <a:off x="600867" y="5163200"/>
                <a:ext cx="363600" cy="821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7501D4A-421F-59F0-4046-9C3E9A37DE2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83227" y="5145200"/>
                  <a:ext cx="399240" cy="85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0F64528-5571-B995-9DE5-7F61E922A6F7}"/>
                    </a:ext>
                  </a:extLst>
                </p14:cNvPr>
                <p14:cNvContentPartPr/>
                <p14:nvPr/>
              </p14:nvContentPartPr>
              <p14:xfrm>
                <a:off x="1085427" y="5170760"/>
                <a:ext cx="40680" cy="233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0F64528-5571-B995-9DE5-7F61E922A6F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67427" y="5152760"/>
                  <a:ext cx="763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6A51D82-D2C9-705E-F845-7BCE035BD510}"/>
                    </a:ext>
                  </a:extLst>
                </p14:cNvPr>
                <p14:cNvContentPartPr/>
                <p14:nvPr/>
              </p14:nvContentPartPr>
              <p14:xfrm>
                <a:off x="916947" y="4942880"/>
                <a:ext cx="147960" cy="111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6A51D82-D2C9-705E-F845-7BCE035BD51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99307" y="4925240"/>
                  <a:ext cx="1836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CACC197-9EC5-4783-3CFC-D63292D72CF3}"/>
                    </a:ext>
                  </a:extLst>
                </p14:cNvPr>
                <p14:cNvContentPartPr/>
                <p14:nvPr/>
              </p14:nvContentPartPr>
              <p14:xfrm>
                <a:off x="1343187" y="4858280"/>
                <a:ext cx="222480" cy="488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CACC197-9EC5-4783-3CFC-D63292D72CF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325187" y="4840640"/>
                  <a:ext cx="2581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5E584C8-637F-6561-01D2-693BE96824C8}"/>
                    </a:ext>
                  </a:extLst>
                </p14:cNvPr>
                <p14:cNvContentPartPr/>
                <p14:nvPr/>
              </p14:nvContentPartPr>
              <p14:xfrm>
                <a:off x="1235547" y="5072480"/>
                <a:ext cx="346680" cy="54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5E584C8-637F-6561-01D2-693BE96824C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217907" y="5054480"/>
                  <a:ext cx="382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97F7F44-AA26-FB25-15A2-C86273522A34}"/>
                    </a:ext>
                  </a:extLst>
                </p14:cNvPr>
                <p14:cNvContentPartPr/>
                <p14:nvPr/>
              </p14:nvContentPartPr>
              <p14:xfrm>
                <a:off x="1937187" y="4739480"/>
                <a:ext cx="193320" cy="501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97F7F44-AA26-FB25-15A2-C86273522A3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919547" y="4721840"/>
                  <a:ext cx="22896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AD07504-640F-40C4-257F-74838707ABDF}"/>
                    </a:ext>
                  </a:extLst>
                </p14:cNvPr>
                <p14:cNvContentPartPr/>
                <p14:nvPr/>
              </p14:nvContentPartPr>
              <p14:xfrm>
                <a:off x="2192787" y="4889600"/>
                <a:ext cx="336240" cy="263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AD07504-640F-40C4-257F-74838707ABD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174787" y="4871600"/>
                  <a:ext cx="3718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7F28683-CF07-6333-4D34-DE5641248AF7}"/>
                    </a:ext>
                  </a:extLst>
                </p14:cNvPr>
                <p14:cNvContentPartPr/>
                <p14:nvPr/>
              </p14:nvContentPartPr>
              <p14:xfrm>
                <a:off x="2494827" y="4795280"/>
                <a:ext cx="432360" cy="338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7F28683-CF07-6333-4D34-DE5641248AF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476827" y="4777640"/>
                  <a:ext cx="4680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AD70C31-4E68-C1DB-33E3-D052ADA6FADA}"/>
                    </a:ext>
                  </a:extLst>
                </p14:cNvPr>
                <p14:cNvContentPartPr/>
                <p14:nvPr/>
              </p14:nvContentPartPr>
              <p14:xfrm>
                <a:off x="2978667" y="4660280"/>
                <a:ext cx="734400" cy="390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AD70C31-4E68-C1DB-33E3-D052ADA6FAD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961027" y="4642640"/>
                  <a:ext cx="77004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BCAA14F-199E-F9B1-6DE5-33C69CF5C62C}"/>
                    </a:ext>
                  </a:extLst>
                </p14:cNvPr>
                <p14:cNvContentPartPr/>
                <p14:nvPr/>
              </p14:nvContentPartPr>
              <p14:xfrm>
                <a:off x="1491147" y="5704280"/>
                <a:ext cx="705240" cy="136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BCAA14F-199E-F9B1-6DE5-33C69CF5C62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473507" y="5686640"/>
                  <a:ext cx="7408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05C53D5-4084-B24F-E5A5-1FA978718B8C}"/>
                    </a:ext>
                  </a:extLst>
                </p14:cNvPr>
                <p14:cNvContentPartPr/>
                <p14:nvPr/>
              </p14:nvContentPartPr>
              <p14:xfrm>
                <a:off x="1668627" y="5900120"/>
                <a:ext cx="558720" cy="157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05C53D5-4084-B24F-E5A5-1FA978718B8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650987" y="5882120"/>
                  <a:ext cx="594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F3FC1B1-EF87-A81A-D964-7CEC4402E3FD}"/>
                    </a:ext>
                  </a:extLst>
                </p14:cNvPr>
                <p14:cNvContentPartPr/>
                <p14:nvPr/>
              </p14:nvContentPartPr>
              <p14:xfrm>
                <a:off x="2290707" y="5476400"/>
                <a:ext cx="513000" cy="499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F3FC1B1-EF87-A81A-D964-7CEC4402E3F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272707" y="5458760"/>
                  <a:ext cx="548640" cy="535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255868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2C95-2A08-2962-1679-CF12D97B7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799463-A3B2-E57B-9812-72CC61CCA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7AD340B-FDD3-D33A-6F0E-C58AEC78254C}"/>
              </a:ext>
            </a:extLst>
          </p:cNvPr>
          <p:cNvGrpSpPr/>
          <p:nvPr/>
        </p:nvGrpSpPr>
        <p:grpSpPr>
          <a:xfrm>
            <a:off x="9748827" y="305360"/>
            <a:ext cx="721800" cy="921960"/>
            <a:chOff x="9748827" y="305360"/>
            <a:chExt cx="721800" cy="92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4DBB8AF-8C40-4DA4-AD8E-8096040C86C2}"/>
                    </a:ext>
                  </a:extLst>
                </p14:cNvPr>
                <p14:cNvContentPartPr/>
                <p14:nvPr/>
              </p14:nvContentPartPr>
              <p14:xfrm>
                <a:off x="9748827" y="305360"/>
                <a:ext cx="282600" cy="396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4DBB8AF-8C40-4DA4-AD8E-8096040C86C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731187" y="287720"/>
                  <a:ext cx="3182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016DC1E-43E8-015A-21A2-D4A738479B20}"/>
                    </a:ext>
                  </a:extLst>
                </p14:cNvPr>
                <p14:cNvContentPartPr/>
                <p14:nvPr/>
              </p14:nvContentPartPr>
              <p14:xfrm>
                <a:off x="10167867" y="343520"/>
                <a:ext cx="302760" cy="280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016DC1E-43E8-015A-21A2-D4A738479B2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50227" y="325880"/>
                  <a:ext cx="3384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9A4AC92-A289-00EE-1FC1-182705C4E5B5}"/>
                    </a:ext>
                  </a:extLst>
                </p14:cNvPr>
                <p14:cNvContentPartPr/>
                <p14:nvPr/>
              </p14:nvContentPartPr>
              <p14:xfrm>
                <a:off x="9832707" y="807560"/>
                <a:ext cx="259200" cy="419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9A4AC92-A289-00EE-1FC1-182705C4E5B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14707" y="789920"/>
                  <a:ext cx="29484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7589B8C-9A52-9F11-F53B-497822C41BA9}"/>
                    </a:ext>
                  </a:extLst>
                </p14:cNvPr>
                <p14:cNvContentPartPr/>
                <p14:nvPr/>
              </p14:nvContentPartPr>
              <p14:xfrm>
                <a:off x="10324467" y="865520"/>
                <a:ext cx="28080" cy="302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7589B8C-9A52-9F11-F53B-497822C41BA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306827" y="847520"/>
                  <a:ext cx="6372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33E3EFB-0A20-A392-597B-9C344AA7CD5E}"/>
              </a:ext>
            </a:extLst>
          </p:cNvPr>
          <p:cNvGrpSpPr/>
          <p:nvPr/>
        </p:nvGrpSpPr>
        <p:grpSpPr>
          <a:xfrm>
            <a:off x="9688347" y="1563560"/>
            <a:ext cx="717840" cy="25200"/>
            <a:chOff x="9688347" y="1563560"/>
            <a:chExt cx="717840" cy="2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6E18BC2-5BE7-6691-C761-E7EC0F2122E2}"/>
                    </a:ext>
                  </a:extLst>
                </p14:cNvPr>
                <p14:cNvContentPartPr/>
                <p14:nvPr/>
              </p14:nvContentPartPr>
              <p14:xfrm>
                <a:off x="9688347" y="1588400"/>
                <a:ext cx="3348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6E18BC2-5BE7-6691-C761-E7EC0F2122E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70347" y="1570400"/>
                  <a:ext cx="69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1A1715C-F826-A760-8B2A-E9F2443A9A53}"/>
                    </a:ext>
                  </a:extLst>
                </p14:cNvPr>
                <p14:cNvContentPartPr/>
                <p14:nvPr/>
              </p14:nvContentPartPr>
              <p14:xfrm>
                <a:off x="9926667" y="1563560"/>
                <a:ext cx="90360" cy="6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1A1715C-F826-A760-8B2A-E9F2443A9A5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09027" y="1545920"/>
                  <a:ext cx="126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3E5AE38-F9BA-1402-FAE3-13979DDEC7BB}"/>
                    </a:ext>
                  </a:extLst>
                </p14:cNvPr>
                <p14:cNvContentPartPr/>
                <p14:nvPr/>
              </p14:nvContentPartPr>
              <p14:xfrm>
                <a:off x="10209987" y="1573280"/>
                <a:ext cx="19620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3E5AE38-F9BA-1402-FAE3-13979DDEC7B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192347" y="1555640"/>
                  <a:ext cx="2318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C4B55CF-3BEE-E15C-107F-D1E406F487D0}"/>
              </a:ext>
            </a:extLst>
          </p:cNvPr>
          <p:cNvGrpSpPr/>
          <p:nvPr/>
        </p:nvGrpSpPr>
        <p:grpSpPr>
          <a:xfrm>
            <a:off x="9833067" y="1860920"/>
            <a:ext cx="684360" cy="869760"/>
            <a:chOff x="9833067" y="1860920"/>
            <a:chExt cx="684360" cy="86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362ED29-1994-D259-21DB-F64F4F7A22BE}"/>
                    </a:ext>
                  </a:extLst>
                </p14:cNvPr>
                <p14:cNvContentPartPr/>
                <p14:nvPr/>
              </p14:nvContentPartPr>
              <p14:xfrm>
                <a:off x="9833067" y="1860920"/>
                <a:ext cx="333720" cy="348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362ED29-1994-D259-21DB-F64F4F7A22B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15067" y="1842920"/>
                  <a:ext cx="3693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408A92C-A6C9-E183-EC6D-D2013954196D}"/>
                    </a:ext>
                  </a:extLst>
                </p14:cNvPr>
                <p14:cNvContentPartPr/>
                <p14:nvPr/>
              </p14:nvContentPartPr>
              <p14:xfrm>
                <a:off x="10264707" y="1881800"/>
                <a:ext cx="252720" cy="259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408A92C-A6C9-E183-EC6D-D2013954196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47067" y="1864160"/>
                  <a:ext cx="2883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07D53C5-0141-275C-C819-5B485AED9987}"/>
                    </a:ext>
                  </a:extLst>
                </p14:cNvPr>
                <p14:cNvContentPartPr/>
                <p14:nvPr/>
              </p14:nvContentPartPr>
              <p14:xfrm>
                <a:off x="9859707" y="2326400"/>
                <a:ext cx="346680" cy="404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7D53C5-0141-275C-C819-5B485AED998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41707" y="2308760"/>
                  <a:ext cx="3823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137CE67-2C62-F92A-1FC9-667F5EA4BFD4}"/>
                    </a:ext>
                  </a:extLst>
                </p14:cNvPr>
                <p14:cNvContentPartPr/>
                <p14:nvPr/>
              </p14:nvContentPartPr>
              <p14:xfrm>
                <a:off x="10395027" y="2344400"/>
                <a:ext cx="22680" cy="327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137CE67-2C62-F92A-1FC9-667F5EA4BFD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377387" y="2326400"/>
                  <a:ext cx="58320" cy="36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86F1CB8-FC82-E1F8-3E15-D6FB33EBA4FF}"/>
                  </a:ext>
                </a:extLst>
              </p14:cNvPr>
              <p14:cNvContentPartPr/>
              <p14:nvPr/>
            </p14:nvContentPartPr>
            <p14:xfrm>
              <a:off x="9663507" y="3125960"/>
              <a:ext cx="142560" cy="10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86F1CB8-FC82-E1F8-3E15-D6FB33EBA4F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645867" y="3108320"/>
                <a:ext cx="1782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F3741C7-5563-D8FA-EEED-450178180F37}"/>
                  </a:ext>
                </a:extLst>
              </p14:cNvPr>
              <p14:cNvContentPartPr/>
              <p14:nvPr/>
            </p14:nvContentPartPr>
            <p14:xfrm>
              <a:off x="10107387" y="3107960"/>
              <a:ext cx="418320" cy="5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F3741C7-5563-D8FA-EEED-450178180F3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089747" y="3089960"/>
                <a:ext cx="45396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4B3BC73D-A4A5-5E71-6ACB-78E9EAC546D4}"/>
              </a:ext>
            </a:extLst>
          </p:cNvPr>
          <p:cNvGrpSpPr/>
          <p:nvPr/>
        </p:nvGrpSpPr>
        <p:grpSpPr>
          <a:xfrm>
            <a:off x="9658107" y="3444560"/>
            <a:ext cx="812160" cy="47520"/>
            <a:chOff x="9658107" y="3444560"/>
            <a:chExt cx="812160" cy="4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E3AA815-7B3F-CC26-2A39-04AEA6920E59}"/>
                    </a:ext>
                  </a:extLst>
                </p14:cNvPr>
                <p14:cNvContentPartPr/>
                <p14:nvPr/>
              </p14:nvContentPartPr>
              <p14:xfrm>
                <a:off x="9658107" y="3480920"/>
                <a:ext cx="162000" cy="1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E3AA815-7B3F-CC26-2A39-04AEA6920E5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40467" y="3463280"/>
                  <a:ext cx="197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5D0A2EA-2D7B-A596-2A67-57E4C8AFB6EF}"/>
                    </a:ext>
                  </a:extLst>
                </p14:cNvPr>
                <p14:cNvContentPartPr/>
                <p14:nvPr/>
              </p14:nvContentPartPr>
              <p14:xfrm>
                <a:off x="10009107" y="3457520"/>
                <a:ext cx="95400" cy="6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5D0A2EA-2D7B-A596-2A67-57E4C8AFB6E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91107" y="3439880"/>
                  <a:ext cx="131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C6F8821-4E25-E7BD-5A07-063206367FEF}"/>
                    </a:ext>
                  </a:extLst>
                </p14:cNvPr>
                <p14:cNvContentPartPr/>
                <p14:nvPr/>
              </p14:nvContentPartPr>
              <p14:xfrm>
                <a:off x="10316907" y="3444560"/>
                <a:ext cx="153360" cy="10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C6F8821-4E25-E7BD-5A07-063206367FE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99267" y="3426920"/>
                  <a:ext cx="1890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0989418-1FA8-1F1F-FD2B-85AE573F6357}"/>
              </a:ext>
            </a:extLst>
          </p:cNvPr>
          <p:cNvGrpSpPr/>
          <p:nvPr/>
        </p:nvGrpSpPr>
        <p:grpSpPr>
          <a:xfrm>
            <a:off x="9710667" y="3695120"/>
            <a:ext cx="686160" cy="52560"/>
            <a:chOff x="9710667" y="3695120"/>
            <a:chExt cx="686160" cy="5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57E00BB-8527-39E1-F8EF-C20920069E89}"/>
                    </a:ext>
                  </a:extLst>
                </p14:cNvPr>
                <p14:cNvContentPartPr/>
                <p14:nvPr/>
              </p14:nvContentPartPr>
              <p14:xfrm>
                <a:off x="9710667" y="3728240"/>
                <a:ext cx="186480" cy="19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57E00BB-8527-39E1-F8EF-C20920069E8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93027" y="3710240"/>
                  <a:ext cx="222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DC331A-E4D7-A95F-4C66-635721FBE1B1}"/>
                    </a:ext>
                  </a:extLst>
                </p14:cNvPr>
                <p14:cNvContentPartPr/>
                <p14:nvPr/>
              </p14:nvContentPartPr>
              <p14:xfrm>
                <a:off x="10164267" y="3695120"/>
                <a:ext cx="232560" cy="15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FDC331A-E4D7-A95F-4C66-635721FBE1B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46267" y="3677120"/>
                  <a:ext cx="2682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2BD1C86-E594-E783-A829-40088FEFD67E}"/>
              </a:ext>
            </a:extLst>
          </p:cNvPr>
          <p:cNvGrpSpPr/>
          <p:nvPr/>
        </p:nvGrpSpPr>
        <p:grpSpPr>
          <a:xfrm>
            <a:off x="9411147" y="3976280"/>
            <a:ext cx="1380600" cy="1166040"/>
            <a:chOff x="9411147" y="3976280"/>
            <a:chExt cx="1380600" cy="11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EADD635-6807-0A66-E180-3B41E710CD5E}"/>
                    </a:ext>
                  </a:extLst>
                </p14:cNvPr>
                <p14:cNvContentPartPr/>
                <p14:nvPr/>
              </p14:nvContentPartPr>
              <p14:xfrm>
                <a:off x="9411147" y="3976280"/>
                <a:ext cx="660240" cy="990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EADD635-6807-0A66-E180-3B41E710CD5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93507" y="3958280"/>
                  <a:ext cx="695880" cy="10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F825F5C-A3AE-9D7C-E919-849A54EBED30}"/>
                    </a:ext>
                  </a:extLst>
                </p14:cNvPr>
                <p14:cNvContentPartPr/>
                <p14:nvPr/>
              </p14:nvContentPartPr>
              <p14:xfrm>
                <a:off x="9961947" y="4061240"/>
                <a:ext cx="829800" cy="1081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F825F5C-A3AE-9D7C-E919-849A54EBED3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44307" y="4043240"/>
                  <a:ext cx="865440" cy="11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5AC33FF-95DF-B0A9-CD14-28A9F73AA5CE}"/>
              </a:ext>
            </a:extLst>
          </p:cNvPr>
          <p:cNvGrpSpPr/>
          <p:nvPr/>
        </p:nvGrpSpPr>
        <p:grpSpPr>
          <a:xfrm>
            <a:off x="6957027" y="5297840"/>
            <a:ext cx="310320" cy="353160"/>
            <a:chOff x="6957027" y="5297840"/>
            <a:chExt cx="31032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476D161-9EE0-D47D-9E4D-ED16DE512C7A}"/>
                    </a:ext>
                  </a:extLst>
                </p14:cNvPr>
                <p14:cNvContentPartPr/>
                <p14:nvPr/>
              </p14:nvContentPartPr>
              <p14:xfrm>
                <a:off x="7074747" y="5297840"/>
                <a:ext cx="23760" cy="298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476D161-9EE0-D47D-9E4D-ED16DE512C7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56747" y="5280200"/>
                  <a:ext cx="594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F425664-8EA8-CDD4-77FC-D58F553458BB}"/>
                    </a:ext>
                  </a:extLst>
                </p14:cNvPr>
                <p14:cNvContentPartPr/>
                <p14:nvPr/>
              </p14:nvContentPartPr>
              <p14:xfrm>
                <a:off x="6957027" y="5309720"/>
                <a:ext cx="111600" cy="16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F425664-8EA8-CDD4-77FC-D58F553458B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939027" y="5291720"/>
                  <a:ext cx="147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AAD4A81-C487-F9BF-75B1-93AE2570F38F}"/>
                    </a:ext>
                  </a:extLst>
                </p14:cNvPr>
                <p14:cNvContentPartPr/>
                <p14:nvPr/>
              </p14:nvContentPartPr>
              <p14:xfrm>
                <a:off x="6958107" y="5581160"/>
                <a:ext cx="309240" cy="69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AAD4A81-C487-F9BF-75B1-93AE2570F38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940107" y="5563520"/>
                  <a:ext cx="34488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A3A68D0-FCFB-F887-187B-016A44777A5E}"/>
              </a:ext>
            </a:extLst>
          </p:cNvPr>
          <p:cNvGrpSpPr/>
          <p:nvPr/>
        </p:nvGrpSpPr>
        <p:grpSpPr>
          <a:xfrm>
            <a:off x="7091667" y="2945240"/>
            <a:ext cx="290160" cy="349200"/>
            <a:chOff x="7091667" y="2945240"/>
            <a:chExt cx="29016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043599F-61EE-67EA-6F94-12CBDD2FCF85}"/>
                    </a:ext>
                  </a:extLst>
                </p14:cNvPr>
                <p14:cNvContentPartPr/>
                <p14:nvPr/>
              </p14:nvContentPartPr>
              <p14:xfrm>
                <a:off x="7187067" y="2953880"/>
                <a:ext cx="47160" cy="300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043599F-61EE-67EA-6F94-12CBDD2FCF8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169067" y="2936240"/>
                  <a:ext cx="828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3697D8C-9736-FA0A-CCEC-73AC5E6F32AE}"/>
                    </a:ext>
                  </a:extLst>
                </p14:cNvPr>
                <p14:cNvContentPartPr/>
                <p14:nvPr/>
              </p14:nvContentPartPr>
              <p14:xfrm>
                <a:off x="7091667" y="2945240"/>
                <a:ext cx="90360" cy="174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3697D8C-9736-FA0A-CCEC-73AC5E6F32A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74027" y="2927600"/>
                  <a:ext cx="126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3A08921-F94F-D9C7-69B1-87828503D1AF}"/>
                    </a:ext>
                  </a:extLst>
                </p14:cNvPr>
                <p14:cNvContentPartPr/>
                <p14:nvPr/>
              </p14:nvContentPartPr>
              <p14:xfrm>
                <a:off x="7119387" y="3251240"/>
                <a:ext cx="262440" cy="43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3A08921-F94F-D9C7-69B1-87828503D1A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01747" y="3233240"/>
                  <a:ext cx="29808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1F0A331-D054-1A80-0493-6358A9A8C39F}"/>
              </a:ext>
            </a:extLst>
          </p:cNvPr>
          <p:cNvGrpSpPr/>
          <p:nvPr/>
        </p:nvGrpSpPr>
        <p:grpSpPr>
          <a:xfrm>
            <a:off x="5915187" y="3066200"/>
            <a:ext cx="598320" cy="212040"/>
            <a:chOff x="5915187" y="3066200"/>
            <a:chExt cx="59832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DDC5880-5400-76D2-94C1-68FA0DBF10EA}"/>
                    </a:ext>
                  </a:extLst>
                </p14:cNvPr>
                <p14:cNvContentPartPr/>
                <p14:nvPr/>
              </p14:nvContentPartPr>
              <p14:xfrm>
                <a:off x="6267267" y="3084920"/>
                <a:ext cx="246240" cy="193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DDC5880-5400-76D2-94C1-68FA0DBF10E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249267" y="3067280"/>
                  <a:ext cx="2818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EBC1F25-BE81-1FF4-4A8D-09D0FE1DF4A3}"/>
                    </a:ext>
                  </a:extLst>
                </p14:cNvPr>
                <p14:cNvContentPartPr/>
                <p14:nvPr/>
              </p14:nvContentPartPr>
              <p14:xfrm>
                <a:off x="5915187" y="3066200"/>
                <a:ext cx="254880" cy="145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EBC1F25-BE81-1FF4-4A8D-09D0FE1DF4A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97547" y="3048200"/>
                  <a:ext cx="29052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82E5F7A-DB10-990C-36E3-C294CB01965A}"/>
              </a:ext>
            </a:extLst>
          </p:cNvPr>
          <p:cNvGrpSpPr/>
          <p:nvPr/>
        </p:nvGrpSpPr>
        <p:grpSpPr>
          <a:xfrm>
            <a:off x="5214627" y="3060440"/>
            <a:ext cx="489600" cy="168480"/>
            <a:chOff x="5214627" y="3060440"/>
            <a:chExt cx="489600" cy="16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18DA0D9-D599-E2AF-A7C3-144D08C71A70}"/>
                    </a:ext>
                  </a:extLst>
                </p14:cNvPr>
                <p14:cNvContentPartPr/>
                <p14:nvPr/>
              </p14:nvContentPartPr>
              <p14:xfrm>
                <a:off x="5518467" y="3077720"/>
                <a:ext cx="185760" cy="151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18DA0D9-D599-E2AF-A7C3-144D08C71A7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500467" y="3060080"/>
                  <a:ext cx="221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208A8C4-1F7D-38B0-7905-614BC4C3CFC5}"/>
                    </a:ext>
                  </a:extLst>
                </p14:cNvPr>
                <p14:cNvContentPartPr/>
                <p14:nvPr/>
              </p14:nvContentPartPr>
              <p14:xfrm>
                <a:off x="5214627" y="3060440"/>
                <a:ext cx="168840" cy="155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208A8C4-1F7D-38B0-7905-614BC4C3CFC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196627" y="3042800"/>
                  <a:ext cx="20448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39A5097-8CA2-54E7-18A5-FFDF3DCF3AF2}"/>
              </a:ext>
            </a:extLst>
          </p:cNvPr>
          <p:cNvGrpSpPr/>
          <p:nvPr/>
        </p:nvGrpSpPr>
        <p:grpSpPr>
          <a:xfrm>
            <a:off x="4388787" y="2968280"/>
            <a:ext cx="527040" cy="261000"/>
            <a:chOff x="4388787" y="2968280"/>
            <a:chExt cx="52704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03C40D4-A73E-AFD0-F236-EBFB6896D9D3}"/>
                    </a:ext>
                  </a:extLst>
                </p14:cNvPr>
                <p14:cNvContentPartPr/>
                <p14:nvPr/>
              </p14:nvContentPartPr>
              <p14:xfrm>
                <a:off x="4689027" y="3088880"/>
                <a:ext cx="226800" cy="140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03C40D4-A73E-AFD0-F236-EBFB6896D9D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671027" y="3070880"/>
                  <a:ext cx="2624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25A3B3E-DC25-291A-EBB8-373A372677E7}"/>
                    </a:ext>
                  </a:extLst>
                </p14:cNvPr>
                <p14:cNvContentPartPr/>
                <p14:nvPr/>
              </p14:nvContentPartPr>
              <p14:xfrm>
                <a:off x="4388787" y="2968280"/>
                <a:ext cx="189360" cy="162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25A3B3E-DC25-291A-EBB8-373A372677E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370787" y="2950280"/>
                  <a:ext cx="22500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FAEBFD6-A4C4-4AA4-8F26-B9A26BF53501}"/>
              </a:ext>
            </a:extLst>
          </p:cNvPr>
          <p:cNvGrpSpPr/>
          <p:nvPr/>
        </p:nvGrpSpPr>
        <p:grpSpPr>
          <a:xfrm>
            <a:off x="4465107" y="2593880"/>
            <a:ext cx="166680" cy="178560"/>
            <a:chOff x="4465107" y="2593880"/>
            <a:chExt cx="16668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2ED8D73-F331-1516-3452-ACADAF2A8B65}"/>
                    </a:ext>
                  </a:extLst>
                </p14:cNvPr>
                <p14:cNvContentPartPr/>
                <p14:nvPr/>
              </p14:nvContentPartPr>
              <p14:xfrm>
                <a:off x="4494267" y="2651120"/>
                <a:ext cx="360" cy="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2ED8D73-F331-1516-3452-ACADAF2A8B6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476267" y="26334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C493C47-96A2-FF43-70B9-E5685264208B}"/>
                    </a:ext>
                  </a:extLst>
                </p14:cNvPr>
                <p14:cNvContentPartPr/>
                <p14:nvPr/>
              </p14:nvContentPartPr>
              <p14:xfrm>
                <a:off x="4465107" y="2593880"/>
                <a:ext cx="166680" cy="178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C493C47-96A2-FF43-70B9-E5685264208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447467" y="2575880"/>
                  <a:ext cx="202320" cy="21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897CFE8-0F8F-D8B2-641F-C5E848DCEE29}"/>
                  </a:ext>
                </a:extLst>
              </p14:cNvPr>
              <p14:cNvContentPartPr/>
              <p14:nvPr/>
            </p14:nvContentPartPr>
            <p14:xfrm>
              <a:off x="5209587" y="2445920"/>
              <a:ext cx="237600" cy="2055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897CFE8-0F8F-D8B2-641F-C5E848DCEE29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191587" y="2428280"/>
                <a:ext cx="273240" cy="24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6057E05-48F3-5075-9BA8-728F03D7AD46}"/>
              </a:ext>
            </a:extLst>
          </p:cNvPr>
          <p:cNvGrpSpPr/>
          <p:nvPr/>
        </p:nvGrpSpPr>
        <p:grpSpPr>
          <a:xfrm>
            <a:off x="5939667" y="5368400"/>
            <a:ext cx="642240" cy="127440"/>
            <a:chOff x="5939667" y="5368400"/>
            <a:chExt cx="64224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CAF7256-0C7B-27D2-6C4E-13A2A2442AEA}"/>
                    </a:ext>
                  </a:extLst>
                </p14:cNvPr>
                <p14:cNvContentPartPr/>
                <p14:nvPr/>
              </p14:nvContentPartPr>
              <p14:xfrm>
                <a:off x="6365187" y="5377040"/>
                <a:ext cx="216720" cy="110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CAF7256-0C7B-27D2-6C4E-13A2A2442AE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347547" y="5359400"/>
                  <a:ext cx="252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1F98995-1579-FE1C-2E58-E987CC80098B}"/>
                    </a:ext>
                  </a:extLst>
                </p14:cNvPr>
                <p14:cNvContentPartPr/>
                <p14:nvPr/>
              </p14:nvContentPartPr>
              <p14:xfrm>
                <a:off x="5939667" y="5368400"/>
                <a:ext cx="271080" cy="127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1F98995-1579-FE1C-2E58-E987CC80098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922027" y="5350760"/>
                  <a:ext cx="30672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349D733-0B86-04EA-6D8E-518D62790D40}"/>
              </a:ext>
            </a:extLst>
          </p:cNvPr>
          <p:cNvGrpSpPr/>
          <p:nvPr/>
        </p:nvGrpSpPr>
        <p:grpSpPr>
          <a:xfrm>
            <a:off x="4948227" y="5400440"/>
            <a:ext cx="653040" cy="126720"/>
            <a:chOff x="4948227" y="5400440"/>
            <a:chExt cx="653040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0DE8A32-05A9-4DCD-738E-9D1789958C4A}"/>
                    </a:ext>
                  </a:extLst>
                </p14:cNvPr>
                <p14:cNvContentPartPr/>
                <p14:nvPr/>
              </p14:nvContentPartPr>
              <p14:xfrm>
                <a:off x="5358267" y="5404760"/>
                <a:ext cx="243000" cy="89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0DE8A32-05A9-4DCD-738E-9D1789958C4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340267" y="5387120"/>
                  <a:ext cx="278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085050A-5CF8-A297-1347-DD4A5158869A}"/>
                    </a:ext>
                  </a:extLst>
                </p14:cNvPr>
                <p14:cNvContentPartPr/>
                <p14:nvPr/>
              </p14:nvContentPartPr>
              <p14:xfrm>
                <a:off x="4948227" y="5400440"/>
                <a:ext cx="281160" cy="126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085050A-5CF8-A297-1347-DD4A5158869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930227" y="5382440"/>
                  <a:ext cx="316800" cy="16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DB6A2CB9-C10C-EAFF-F216-ABF07D835A64}"/>
                  </a:ext>
                </a:extLst>
              </p14:cNvPr>
              <p14:cNvContentPartPr/>
              <p14:nvPr/>
            </p14:nvContentPartPr>
            <p14:xfrm>
              <a:off x="4488507" y="5371640"/>
              <a:ext cx="207000" cy="1522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DB6A2CB9-C10C-EAFF-F216-ABF07D835A6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470867" y="5353640"/>
                <a:ext cx="242640" cy="18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6FE2150-D5F3-56FA-FEA8-6F2791EC3BBA}"/>
              </a:ext>
            </a:extLst>
          </p:cNvPr>
          <p:cNvGrpSpPr/>
          <p:nvPr/>
        </p:nvGrpSpPr>
        <p:grpSpPr>
          <a:xfrm>
            <a:off x="4366107" y="4908680"/>
            <a:ext cx="328680" cy="338040"/>
            <a:chOff x="4366107" y="4908680"/>
            <a:chExt cx="32868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1D858F2-23C8-BF57-B9CE-6B75DC12C557}"/>
                    </a:ext>
                  </a:extLst>
                </p14:cNvPr>
                <p14:cNvContentPartPr/>
                <p14:nvPr/>
              </p14:nvContentPartPr>
              <p14:xfrm>
                <a:off x="4366107" y="5102720"/>
                <a:ext cx="208440" cy="144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1D858F2-23C8-BF57-B9CE-6B75DC12C55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348467" y="5084720"/>
                  <a:ext cx="244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039290A-2339-8864-A1C8-1DC2C7212E36}"/>
                    </a:ext>
                  </a:extLst>
                </p14:cNvPr>
                <p14:cNvContentPartPr/>
                <p14:nvPr/>
              </p14:nvContentPartPr>
              <p14:xfrm>
                <a:off x="4483467" y="4908680"/>
                <a:ext cx="211320" cy="181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039290A-2339-8864-A1C8-1DC2C7212E3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465467" y="4891040"/>
                  <a:ext cx="24696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22167C5-C381-15B1-0277-FB9041746DCE}"/>
                  </a:ext>
                </a:extLst>
              </p14:cNvPr>
              <p14:cNvContentPartPr/>
              <p14:nvPr/>
            </p14:nvContentPartPr>
            <p14:xfrm>
              <a:off x="5157027" y="4788800"/>
              <a:ext cx="179280" cy="1267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22167C5-C381-15B1-0277-FB9041746DC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139387" y="4770800"/>
                <a:ext cx="21492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B133DE1E-1066-529A-F82E-640B8CF82EEA}"/>
              </a:ext>
            </a:extLst>
          </p:cNvPr>
          <p:cNvGrpSpPr/>
          <p:nvPr/>
        </p:nvGrpSpPr>
        <p:grpSpPr>
          <a:xfrm>
            <a:off x="388827" y="837800"/>
            <a:ext cx="2165040" cy="673920"/>
            <a:chOff x="388827" y="837800"/>
            <a:chExt cx="2165040" cy="67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5BB2B21-0FD5-49F1-124C-FCF6FA616D38}"/>
                    </a:ext>
                  </a:extLst>
                </p14:cNvPr>
                <p14:cNvContentPartPr/>
                <p14:nvPr/>
              </p14:nvContentPartPr>
              <p14:xfrm>
                <a:off x="388827" y="1055960"/>
                <a:ext cx="812880" cy="126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5BB2B21-0FD5-49F1-124C-FCF6FA616D3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71187" y="1037960"/>
                  <a:ext cx="848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C44DCDC-6956-8569-A0C4-4F3586C50BB8}"/>
                    </a:ext>
                  </a:extLst>
                </p14:cNvPr>
                <p14:cNvContentPartPr/>
                <p14:nvPr/>
              </p14:nvContentPartPr>
              <p14:xfrm>
                <a:off x="840987" y="1113560"/>
                <a:ext cx="72000" cy="398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C44DCDC-6956-8569-A0C4-4F3586C50BB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23347" y="1095560"/>
                  <a:ext cx="10764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5581A12-3C90-3EAB-71B6-4E300EB69948}"/>
                    </a:ext>
                  </a:extLst>
                </p14:cNvPr>
                <p14:cNvContentPartPr/>
                <p14:nvPr/>
              </p14:nvContentPartPr>
              <p14:xfrm>
                <a:off x="1050507" y="1093040"/>
                <a:ext cx="244080" cy="407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5581A12-3C90-3EAB-71B6-4E300EB6994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32867" y="1075400"/>
                  <a:ext cx="2797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60143F7-8B5A-C3A6-0AE8-1FB904721B9E}"/>
                    </a:ext>
                  </a:extLst>
                </p14:cNvPr>
                <p14:cNvContentPartPr/>
                <p14:nvPr/>
              </p14:nvContentPartPr>
              <p14:xfrm>
                <a:off x="1344267" y="1165040"/>
                <a:ext cx="406080" cy="299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60143F7-8B5A-C3A6-0AE8-1FB904721B9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326267" y="1147040"/>
                  <a:ext cx="4417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C140FE5-EAC1-38D0-C1DD-6844F8BD6B44}"/>
                    </a:ext>
                  </a:extLst>
                </p14:cNvPr>
                <p14:cNvContentPartPr/>
                <p14:nvPr/>
              </p14:nvContentPartPr>
              <p14:xfrm>
                <a:off x="1793907" y="837800"/>
                <a:ext cx="232200" cy="565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C140FE5-EAC1-38D0-C1DD-6844F8BD6B4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776267" y="819800"/>
                  <a:ext cx="26784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5F8DC72-42F3-23D0-E336-503F75185364}"/>
                    </a:ext>
                  </a:extLst>
                </p14:cNvPr>
                <p14:cNvContentPartPr/>
                <p14:nvPr/>
              </p14:nvContentPartPr>
              <p14:xfrm>
                <a:off x="1686987" y="1198160"/>
                <a:ext cx="235800" cy="18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5F8DC72-42F3-23D0-E336-503F7518536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668987" y="1180160"/>
                  <a:ext cx="271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84268D8-ED12-0ADF-CA8B-07A795EEB49C}"/>
                    </a:ext>
                  </a:extLst>
                </p14:cNvPr>
                <p14:cNvContentPartPr/>
                <p14:nvPr/>
              </p14:nvContentPartPr>
              <p14:xfrm>
                <a:off x="2140227" y="1008800"/>
                <a:ext cx="4680" cy="254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84268D8-ED12-0ADF-CA8B-07A795EEB49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122587" y="990800"/>
                  <a:ext cx="403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14C642C-333B-0466-AB2B-BA91917473CD}"/>
                    </a:ext>
                  </a:extLst>
                </p14:cNvPr>
                <p14:cNvContentPartPr/>
                <p14:nvPr/>
              </p14:nvContentPartPr>
              <p14:xfrm>
                <a:off x="2226987" y="1036520"/>
                <a:ext cx="326880" cy="373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14C642C-333B-0466-AB2B-BA91917473C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209347" y="1018880"/>
                  <a:ext cx="362520" cy="40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6E001A6-4F34-8BEF-6477-92E29DD3AA0A}"/>
              </a:ext>
            </a:extLst>
          </p:cNvPr>
          <p:cNvGrpSpPr/>
          <p:nvPr/>
        </p:nvGrpSpPr>
        <p:grpSpPr>
          <a:xfrm>
            <a:off x="410787" y="1838600"/>
            <a:ext cx="1371600" cy="1573920"/>
            <a:chOff x="410787" y="1838600"/>
            <a:chExt cx="1371600" cy="157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97302FC-45F4-7BFD-BB01-BEBCCD2048CE}"/>
                    </a:ext>
                  </a:extLst>
                </p14:cNvPr>
                <p14:cNvContentPartPr/>
                <p14:nvPr/>
              </p14:nvContentPartPr>
              <p14:xfrm>
                <a:off x="559107" y="1953080"/>
                <a:ext cx="420120" cy="343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97302FC-45F4-7BFD-BB01-BEBCCD2048C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41467" y="1935080"/>
                  <a:ext cx="4557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D1A8D15-9F88-789E-FF29-9788E8C64BE0}"/>
                    </a:ext>
                  </a:extLst>
                </p14:cNvPr>
                <p14:cNvContentPartPr/>
                <p14:nvPr/>
              </p14:nvContentPartPr>
              <p14:xfrm>
                <a:off x="1023867" y="1838600"/>
                <a:ext cx="268920" cy="376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D1A8D15-9F88-789E-FF29-9788E8C64BE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06227" y="1820600"/>
                  <a:ext cx="30456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5B2CDB1-815F-5664-00F5-553B8D4D99F7}"/>
                    </a:ext>
                  </a:extLst>
                </p14:cNvPr>
                <p14:cNvContentPartPr/>
                <p14:nvPr/>
              </p14:nvContentPartPr>
              <p14:xfrm>
                <a:off x="1390347" y="1860200"/>
                <a:ext cx="354600" cy="916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5B2CDB1-815F-5664-00F5-553B8D4D99F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372707" y="1842200"/>
                  <a:ext cx="390240" cy="9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5C92524-E19E-BCE6-EE95-C8DCCD4956FD}"/>
                    </a:ext>
                  </a:extLst>
                </p14:cNvPr>
                <p14:cNvContentPartPr/>
                <p14:nvPr/>
              </p14:nvContentPartPr>
              <p14:xfrm>
                <a:off x="410787" y="3077360"/>
                <a:ext cx="630720" cy="335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5C92524-E19E-BCE6-EE95-C8DCCD4956F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92787" y="3059360"/>
                  <a:ext cx="6663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F00C30A-D7BA-07A6-F1AC-0DE617C9EAEC}"/>
                    </a:ext>
                  </a:extLst>
                </p14:cNvPr>
                <p14:cNvContentPartPr/>
                <p14:nvPr/>
              </p14:nvContentPartPr>
              <p14:xfrm>
                <a:off x="1050867" y="2868560"/>
                <a:ext cx="528480" cy="528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F00C30A-D7BA-07A6-F1AC-0DE617C9EAE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32867" y="2850560"/>
                  <a:ext cx="56412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127CD9-519C-54A8-8EDA-2F01B8F3BB11}"/>
                    </a:ext>
                  </a:extLst>
                </p14:cNvPr>
                <p14:cNvContentPartPr/>
                <p14:nvPr/>
              </p14:nvContentPartPr>
              <p14:xfrm>
                <a:off x="1433547" y="3060800"/>
                <a:ext cx="348840" cy="64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127CD9-519C-54A8-8EDA-2F01B8F3BB1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415547" y="3043160"/>
                  <a:ext cx="38448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27D559D-26DC-B219-BD0A-E654164D3976}"/>
                  </a:ext>
                </a:extLst>
              </p14:cNvPr>
              <p14:cNvContentPartPr/>
              <p14:nvPr/>
            </p14:nvContentPartPr>
            <p14:xfrm>
              <a:off x="392427" y="4019480"/>
              <a:ext cx="402840" cy="3034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27D559D-26DC-B219-BD0A-E654164D3976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74787" y="4001840"/>
                <a:ext cx="43848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8FA9BA3-26C3-7639-FEF1-EE22971D217E}"/>
                  </a:ext>
                </a:extLst>
              </p14:cNvPr>
              <p14:cNvContentPartPr/>
              <p14:nvPr/>
            </p14:nvContentPartPr>
            <p14:xfrm>
              <a:off x="847107" y="4001480"/>
              <a:ext cx="216720" cy="2775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8FA9BA3-26C3-7639-FEF1-EE22971D217E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29467" y="3983840"/>
                <a:ext cx="25236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0600AA7-1F3F-C309-4CB2-C06C5ADDCB29}"/>
                  </a:ext>
                </a:extLst>
              </p14:cNvPr>
              <p14:cNvContentPartPr/>
              <p14:nvPr/>
            </p14:nvContentPartPr>
            <p14:xfrm>
              <a:off x="1069947" y="3896720"/>
              <a:ext cx="469800" cy="3391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0600AA7-1F3F-C309-4CB2-C06C5ADDCB29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051947" y="3878720"/>
                <a:ext cx="50544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E6E120A-B904-ABC0-C122-38CDA442EBD8}"/>
                  </a:ext>
                </a:extLst>
              </p14:cNvPr>
              <p14:cNvContentPartPr/>
              <p14:nvPr/>
            </p14:nvContentPartPr>
            <p14:xfrm>
              <a:off x="1555227" y="3663800"/>
              <a:ext cx="252360" cy="4654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E6E120A-B904-ABC0-C122-38CDA442EBD8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537227" y="3645800"/>
                <a:ext cx="288000" cy="5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67D5793-60EB-EA9D-4D60-C95A96E24FF1}"/>
                  </a:ext>
                </a:extLst>
              </p14:cNvPr>
              <p14:cNvContentPartPr/>
              <p14:nvPr/>
            </p14:nvContentPartPr>
            <p14:xfrm>
              <a:off x="1878507" y="3730400"/>
              <a:ext cx="687960" cy="3546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67D5793-60EB-EA9D-4D60-C95A96E24FF1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860507" y="3712400"/>
                <a:ext cx="72360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521EC5E-BF8D-DE07-1308-E42DC6BD51BF}"/>
                  </a:ext>
                </a:extLst>
              </p14:cNvPr>
              <p14:cNvContentPartPr/>
              <p14:nvPr/>
            </p14:nvContentPartPr>
            <p14:xfrm>
              <a:off x="582147" y="4812560"/>
              <a:ext cx="73080" cy="2613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521EC5E-BF8D-DE07-1308-E42DC6BD51B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564507" y="4794560"/>
                <a:ext cx="1087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C293213-7690-CC02-3303-0E452B937CC9}"/>
                  </a:ext>
                </a:extLst>
              </p14:cNvPr>
              <p14:cNvContentPartPr/>
              <p14:nvPr/>
            </p14:nvContentPartPr>
            <p14:xfrm>
              <a:off x="398187" y="4627520"/>
              <a:ext cx="145800" cy="1512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C293213-7690-CC02-3303-0E452B937CC9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380547" y="4609520"/>
                <a:ext cx="1814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2BFB2CC6-07FA-1E73-E5A6-7EFA5DB3CFA8}"/>
                  </a:ext>
                </a:extLst>
              </p14:cNvPr>
              <p14:cNvContentPartPr/>
              <p14:nvPr/>
            </p14:nvContentPartPr>
            <p14:xfrm>
              <a:off x="684747" y="4744880"/>
              <a:ext cx="389520" cy="3200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2BFB2CC6-07FA-1E73-E5A6-7EFA5DB3CFA8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667107" y="4727240"/>
                <a:ext cx="425160" cy="35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DD41A18-964B-E75B-FB32-E3D1D6D38397}"/>
              </a:ext>
            </a:extLst>
          </p:cNvPr>
          <p:cNvGrpSpPr/>
          <p:nvPr/>
        </p:nvGrpSpPr>
        <p:grpSpPr>
          <a:xfrm>
            <a:off x="1565307" y="4519520"/>
            <a:ext cx="10253520" cy="1966680"/>
            <a:chOff x="1565307" y="4519520"/>
            <a:chExt cx="10253520" cy="19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3B514F8-0B8B-4D81-246F-14CBFC1B848F}"/>
                    </a:ext>
                  </a:extLst>
                </p14:cNvPr>
                <p14:cNvContentPartPr/>
                <p14:nvPr/>
              </p14:nvContentPartPr>
              <p14:xfrm>
                <a:off x="1565307" y="4519520"/>
                <a:ext cx="385920" cy="468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3B514F8-0B8B-4D81-246F-14CBFC1B848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547667" y="4501520"/>
                  <a:ext cx="42156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A2A58C0-9C65-EB0A-E56F-D6D52AEE9736}"/>
                    </a:ext>
                  </a:extLst>
                </p14:cNvPr>
                <p14:cNvContentPartPr/>
                <p14:nvPr/>
              </p14:nvContentPartPr>
              <p14:xfrm>
                <a:off x="2020707" y="4529240"/>
                <a:ext cx="379080" cy="297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A2A58C0-9C65-EB0A-E56F-D6D52AEE973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002707" y="4511240"/>
                  <a:ext cx="4147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0753D24-1194-0274-B7C4-D38CB44647FA}"/>
                    </a:ext>
                  </a:extLst>
                </p14:cNvPr>
                <p14:cNvContentPartPr/>
                <p14:nvPr/>
              </p14:nvContentPartPr>
              <p14:xfrm>
                <a:off x="8511867" y="5399360"/>
                <a:ext cx="271080" cy="357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0753D24-1194-0274-B7C4-D38CB44647F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93867" y="5381720"/>
                  <a:ext cx="30672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0186D2A-BEB8-3639-88F0-7ED509C22468}"/>
                    </a:ext>
                  </a:extLst>
                </p14:cNvPr>
                <p14:cNvContentPartPr/>
                <p14:nvPr/>
              </p14:nvContentPartPr>
              <p14:xfrm>
                <a:off x="8812467" y="5508440"/>
                <a:ext cx="237600" cy="239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0186D2A-BEB8-3639-88F0-7ED509C2246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794467" y="5490800"/>
                  <a:ext cx="2732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708E6E9-F580-A46A-95CB-3891D48B2C82}"/>
                    </a:ext>
                  </a:extLst>
                </p14:cNvPr>
                <p14:cNvContentPartPr/>
                <p14:nvPr/>
              </p14:nvContentPartPr>
              <p14:xfrm>
                <a:off x="9070227" y="5279840"/>
                <a:ext cx="519120" cy="461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708E6E9-F580-A46A-95CB-3891D48B2C8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052227" y="5261840"/>
                  <a:ext cx="55476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6E4223B-7FC6-7187-D59E-6803C2AAC7A7}"/>
                    </a:ext>
                  </a:extLst>
                </p14:cNvPr>
                <p14:cNvContentPartPr/>
                <p14:nvPr/>
              </p14:nvContentPartPr>
              <p14:xfrm>
                <a:off x="9447507" y="5501240"/>
                <a:ext cx="195120" cy="18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6E4223B-7FC6-7187-D59E-6803C2AAC7A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429867" y="5483240"/>
                  <a:ext cx="2307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7E253D4-A119-2712-E91F-7D579D54E311}"/>
                    </a:ext>
                  </a:extLst>
                </p14:cNvPr>
                <p14:cNvContentPartPr/>
                <p14:nvPr/>
              </p14:nvContentPartPr>
              <p14:xfrm>
                <a:off x="10058787" y="5486120"/>
                <a:ext cx="268560" cy="2368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7E253D4-A119-2712-E91F-7D579D54E31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040787" y="5468120"/>
                  <a:ext cx="3042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5015660-3654-0AEE-0E86-2909487B0ABE}"/>
                    </a:ext>
                  </a:extLst>
                </p14:cNvPr>
                <p14:cNvContentPartPr/>
                <p14:nvPr/>
              </p14:nvContentPartPr>
              <p14:xfrm>
                <a:off x="10399707" y="5481080"/>
                <a:ext cx="144360" cy="2192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5015660-3654-0AEE-0E86-2909487B0AB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382067" y="5463440"/>
                  <a:ext cx="1800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326A545-4641-DA2B-86A7-8C8E2170D15C}"/>
                    </a:ext>
                  </a:extLst>
                </p14:cNvPr>
                <p14:cNvContentPartPr/>
                <p14:nvPr/>
              </p14:nvContentPartPr>
              <p14:xfrm>
                <a:off x="10578987" y="5464880"/>
                <a:ext cx="338400" cy="208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326A545-4641-DA2B-86A7-8C8E2170D15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561347" y="5447240"/>
                  <a:ext cx="3740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4F16AAA-FD86-E29F-ED8D-0F624B3C74AF}"/>
                    </a:ext>
                  </a:extLst>
                </p14:cNvPr>
                <p14:cNvContentPartPr/>
                <p14:nvPr/>
              </p14:nvContentPartPr>
              <p14:xfrm>
                <a:off x="10997307" y="5267960"/>
                <a:ext cx="136080" cy="3927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4F16AAA-FD86-E29F-ED8D-0F624B3C74A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979667" y="5250320"/>
                  <a:ext cx="1717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BA9A9EE-141C-05A6-0DC7-A2D83979B99B}"/>
                    </a:ext>
                  </a:extLst>
                </p14:cNvPr>
                <p14:cNvContentPartPr/>
                <p14:nvPr/>
              </p14:nvContentPartPr>
              <p14:xfrm>
                <a:off x="11196387" y="5439320"/>
                <a:ext cx="622440" cy="276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BA9A9EE-141C-05A6-0DC7-A2D83979B99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178387" y="5421320"/>
                  <a:ext cx="6580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8F247D8-778A-C1A2-B3DE-6F9DE467B83A}"/>
                    </a:ext>
                  </a:extLst>
                </p14:cNvPr>
                <p14:cNvContentPartPr/>
                <p14:nvPr/>
              </p14:nvContentPartPr>
              <p14:xfrm>
                <a:off x="9289467" y="5833880"/>
                <a:ext cx="435600" cy="5011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8F247D8-778A-C1A2-B3DE-6F9DE467B83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271467" y="5816240"/>
                  <a:ext cx="47124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8B52986-D259-B668-2427-EEF7E7C274E3}"/>
                    </a:ext>
                  </a:extLst>
                </p14:cNvPr>
                <p14:cNvContentPartPr/>
                <p14:nvPr/>
              </p14:nvContentPartPr>
              <p14:xfrm>
                <a:off x="10336707" y="5863400"/>
                <a:ext cx="478800" cy="449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8B52986-D259-B668-2427-EEF7E7C274E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319067" y="5845400"/>
                  <a:ext cx="51444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5A30F82-61AC-1019-418E-6D7804B14BC6}"/>
                    </a:ext>
                  </a:extLst>
                </p14:cNvPr>
                <p14:cNvContentPartPr/>
                <p14:nvPr/>
              </p14:nvContentPartPr>
              <p14:xfrm>
                <a:off x="1788507" y="5148080"/>
                <a:ext cx="7431480" cy="1338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5A30F82-61AC-1019-418E-6D7804B14BC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770867" y="5130440"/>
                  <a:ext cx="7467120" cy="137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084915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B22E0-FBC8-95D8-1D99-239198E0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A00BF2-DDAF-AAAC-29AE-21D7FD055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C54F9C7-AAFB-14A5-D298-81D11039B7DC}"/>
              </a:ext>
            </a:extLst>
          </p:cNvPr>
          <p:cNvGrpSpPr/>
          <p:nvPr/>
        </p:nvGrpSpPr>
        <p:grpSpPr>
          <a:xfrm>
            <a:off x="9748827" y="305360"/>
            <a:ext cx="721800" cy="921960"/>
            <a:chOff x="9748827" y="305360"/>
            <a:chExt cx="721800" cy="92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9ACFBE1-2F5E-E9BA-8D13-DCEB46335B69}"/>
                    </a:ext>
                  </a:extLst>
                </p14:cNvPr>
                <p14:cNvContentPartPr/>
                <p14:nvPr/>
              </p14:nvContentPartPr>
              <p14:xfrm>
                <a:off x="9748827" y="305360"/>
                <a:ext cx="282600" cy="396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9ACFBE1-2F5E-E9BA-8D13-DCEB46335B6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731187" y="287720"/>
                  <a:ext cx="3182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C67C61-5B37-6D6E-7317-F0A035D25CB5}"/>
                    </a:ext>
                  </a:extLst>
                </p14:cNvPr>
                <p14:cNvContentPartPr/>
                <p14:nvPr/>
              </p14:nvContentPartPr>
              <p14:xfrm>
                <a:off x="10167867" y="343520"/>
                <a:ext cx="302760" cy="280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C67C61-5B37-6D6E-7317-F0A035D25CB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50227" y="325880"/>
                  <a:ext cx="3384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055F322-3B31-CC46-F1A6-389671B19B7B}"/>
                    </a:ext>
                  </a:extLst>
                </p14:cNvPr>
                <p14:cNvContentPartPr/>
                <p14:nvPr/>
              </p14:nvContentPartPr>
              <p14:xfrm>
                <a:off x="9832707" y="807560"/>
                <a:ext cx="259200" cy="419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055F322-3B31-CC46-F1A6-389671B19B7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14707" y="789920"/>
                  <a:ext cx="29484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C058D1F-6475-E40E-0C80-1A13808C4F14}"/>
                    </a:ext>
                  </a:extLst>
                </p14:cNvPr>
                <p14:cNvContentPartPr/>
                <p14:nvPr/>
              </p14:nvContentPartPr>
              <p14:xfrm>
                <a:off x="10324467" y="865520"/>
                <a:ext cx="28080" cy="302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C058D1F-6475-E40E-0C80-1A13808C4F1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306827" y="847520"/>
                  <a:ext cx="6372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9CBBC37-BB0E-5CF7-E43E-81333B1CE74B}"/>
              </a:ext>
            </a:extLst>
          </p:cNvPr>
          <p:cNvGrpSpPr/>
          <p:nvPr/>
        </p:nvGrpSpPr>
        <p:grpSpPr>
          <a:xfrm>
            <a:off x="9688347" y="1563560"/>
            <a:ext cx="717840" cy="25200"/>
            <a:chOff x="9688347" y="1563560"/>
            <a:chExt cx="717840" cy="2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531AE38-519B-9660-936B-23BC5297FC2A}"/>
                    </a:ext>
                  </a:extLst>
                </p14:cNvPr>
                <p14:cNvContentPartPr/>
                <p14:nvPr/>
              </p14:nvContentPartPr>
              <p14:xfrm>
                <a:off x="9688347" y="1588400"/>
                <a:ext cx="3348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531AE38-519B-9660-936B-23BC5297FC2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70347" y="1570400"/>
                  <a:ext cx="69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B59ED16-716A-4446-9FDD-05E2A1B82F4D}"/>
                    </a:ext>
                  </a:extLst>
                </p14:cNvPr>
                <p14:cNvContentPartPr/>
                <p14:nvPr/>
              </p14:nvContentPartPr>
              <p14:xfrm>
                <a:off x="9926667" y="1563560"/>
                <a:ext cx="90360" cy="6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B59ED16-716A-4446-9FDD-05E2A1B82F4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09027" y="1545920"/>
                  <a:ext cx="126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262AD9B-9AB3-9323-43A4-9B6906AC9539}"/>
                    </a:ext>
                  </a:extLst>
                </p14:cNvPr>
                <p14:cNvContentPartPr/>
                <p14:nvPr/>
              </p14:nvContentPartPr>
              <p14:xfrm>
                <a:off x="10209987" y="1573280"/>
                <a:ext cx="19620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262AD9B-9AB3-9323-43A4-9B6906AC953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192347" y="1555640"/>
                  <a:ext cx="2318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1250525-99E2-6543-4ABC-3B031B0D9743}"/>
              </a:ext>
            </a:extLst>
          </p:cNvPr>
          <p:cNvGrpSpPr/>
          <p:nvPr/>
        </p:nvGrpSpPr>
        <p:grpSpPr>
          <a:xfrm>
            <a:off x="9833067" y="1860920"/>
            <a:ext cx="684360" cy="869760"/>
            <a:chOff x="9833067" y="1860920"/>
            <a:chExt cx="684360" cy="86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02804B6-9FC6-ED2C-F809-9D5C5BD2162C}"/>
                    </a:ext>
                  </a:extLst>
                </p14:cNvPr>
                <p14:cNvContentPartPr/>
                <p14:nvPr/>
              </p14:nvContentPartPr>
              <p14:xfrm>
                <a:off x="9833067" y="1860920"/>
                <a:ext cx="333720" cy="348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02804B6-9FC6-ED2C-F809-9D5C5BD2162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15067" y="1842920"/>
                  <a:ext cx="3693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21E0A87-D07C-2DAF-43BF-FF4426256788}"/>
                    </a:ext>
                  </a:extLst>
                </p14:cNvPr>
                <p14:cNvContentPartPr/>
                <p14:nvPr/>
              </p14:nvContentPartPr>
              <p14:xfrm>
                <a:off x="10264707" y="1881800"/>
                <a:ext cx="252720" cy="259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21E0A87-D07C-2DAF-43BF-FF442625678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47067" y="1864160"/>
                  <a:ext cx="2883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B8EBE7A-E29D-EA08-529D-27D5E7FD2EAE}"/>
                    </a:ext>
                  </a:extLst>
                </p14:cNvPr>
                <p14:cNvContentPartPr/>
                <p14:nvPr/>
              </p14:nvContentPartPr>
              <p14:xfrm>
                <a:off x="9859707" y="2326400"/>
                <a:ext cx="346680" cy="404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B8EBE7A-E29D-EA08-529D-27D5E7FD2EA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41707" y="2308760"/>
                  <a:ext cx="3823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E36B31-6A69-047D-8375-AC85E40E0BB6}"/>
                    </a:ext>
                  </a:extLst>
                </p14:cNvPr>
                <p14:cNvContentPartPr/>
                <p14:nvPr/>
              </p14:nvContentPartPr>
              <p14:xfrm>
                <a:off x="10395027" y="2344400"/>
                <a:ext cx="22680" cy="327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E36B31-6A69-047D-8375-AC85E40E0BB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377387" y="2326400"/>
                  <a:ext cx="58320" cy="36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45159E7-1D90-2DC4-4EC4-C35DC98DAFC4}"/>
                  </a:ext>
                </a:extLst>
              </p14:cNvPr>
              <p14:cNvContentPartPr/>
              <p14:nvPr/>
            </p14:nvContentPartPr>
            <p14:xfrm>
              <a:off x="9663507" y="3125960"/>
              <a:ext cx="142560" cy="10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45159E7-1D90-2DC4-4EC4-C35DC98DAFC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645867" y="3108320"/>
                <a:ext cx="1782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8C0B743-D7D7-1E9A-CBC3-164434444C17}"/>
                  </a:ext>
                </a:extLst>
              </p14:cNvPr>
              <p14:cNvContentPartPr/>
              <p14:nvPr/>
            </p14:nvContentPartPr>
            <p14:xfrm>
              <a:off x="10107387" y="3107960"/>
              <a:ext cx="418320" cy="5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8C0B743-D7D7-1E9A-CBC3-164434444C1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089747" y="3089960"/>
                <a:ext cx="45396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FD490AC-8B2A-D347-CA23-4E0C1080108E}"/>
              </a:ext>
            </a:extLst>
          </p:cNvPr>
          <p:cNvGrpSpPr/>
          <p:nvPr/>
        </p:nvGrpSpPr>
        <p:grpSpPr>
          <a:xfrm>
            <a:off x="9658107" y="3444560"/>
            <a:ext cx="812160" cy="47520"/>
            <a:chOff x="9658107" y="3444560"/>
            <a:chExt cx="812160" cy="4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1D1F9ED-7FAD-FACB-8396-84DAAE1DEFF4}"/>
                    </a:ext>
                  </a:extLst>
                </p14:cNvPr>
                <p14:cNvContentPartPr/>
                <p14:nvPr/>
              </p14:nvContentPartPr>
              <p14:xfrm>
                <a:off x="9658107" y="3480920"/>
                <a:ext cx="162000" cy="1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1D1F9ED-7FAD-FACB-8396-84DAAE1DEFF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40467" y="3463280"/>
                  <a:ext cx="197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07673AE-7666-EC7C-9E1F-F6797D44ACB5}"/>
                    </a:ext>
                  </a:extLst>
                </p14:cNvPr>
                <p14:cNvContentPartPr/>
                <p14:nvPr/>
              </p14:nvContentPartPr>
              <p14:xfrm>
                <a:off x="10009107" y="3457520"/>
                <a:ext cx="95400" cy="6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07673AE-7666-EC7C-9E1F-F6797D44ACB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91107" y="3439880"/>
                  <a:ext cx="131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1CF9E0-CECC-C1E1-038B-AD3DEEB62178}"/>
                    </a:ext>
                  </a:extLst>
                </p14:cNvPr>
                <p14:cNvContentPartPr/>
                <p14:nvPr/>
              </p14:nvContentPartPr>
              <p14:xfrm>
                <a:off x="10316907" y="3444560"/>
                <a:ext cx="153360" cy="10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1CF9E0-CECC-C1E1-038B-AD3DEEB6217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99267" y="3426920"/>
                  <a:ext cx="1890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493F6FA-82EE-D6C9-39A6-7B84619D35F1}"/>
              </a:ext>
            </a:extLst>
          </p:cNvPr>
          <p:cNvGrpSpPr/>
          <p:nvPr/>
        </p:nvGrpSpPr>
        <p:grpSpPr>
          <a:xfrm>
            <a:off x="9710667" y="3695120"/>
            <a:ext cx="686160" cy="52560"/>
            <a:chOff x="9710667" y="3695120"/>
            <a:chExt cx="686160" cy="5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31A2363-79E9-6C55-1480-8C55345CBC1E}"/>
                    </a:ext>
                  </a:extLst>
                </p14:cNvPr>
                <p14:cNvContentPartPr/>
                <p14:nvPr/>
              </p14:nvContentPartPr>
              <p14:xfrm>
                <a:off x="9710667" y="3728240"/>
                <a:ext cx="186480" cy="19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31A2363-79E9-6C55-1480-8C55345CBC1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93027" y="3710240"/>
                  <a:ext cx="2221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46C0B1D-BB04-FC3F-9890-A0B99FFBC171}"/>
                    </a:ext>
                  </a:extLst>
                </p14:cNvPr>
                <p14:cNvContentPartPr/>
                <p14:nvPr/>
              </p14:nvContentPartPr>
              <p14:xfrm>
                <a:off x="10164267" y="3695120"/>
                <a:ext cx="232560" cy="15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46C0B1D-BB04-FC3F-9890-A0B99FFBC17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46267" y="3677120"/>
                  <a:ext cx="2682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CA95D45-B335-3D8E-2F41-6C05EC55B242}"/>
              </a:ext>
            </a:extLst>
          </p:cNvPr>
          <p:cNvGrpSpPr/>
          <p:nvPr/>
        </p:nvGrpSpPr>
        <p:grpSpPr>
          <a:xfrm>
            <a:off x="9411147" y="3976280"/>
            <a:ext cx="1380600" cy="1166040"/>
            <a:chOff x="9411147" y="3976280"/>
            <a:chExt cx="1380600" cy="11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94B0F30-D0CA-EF6A-B065-3C574AD69F2D}"/>
                    </a:ext>
                  </a:extLst>
                </p14:cNvPr>
                <p14:cNvContentPartPr/>
                <p14:nvPr/>
              </p14:nvContentPartPr>
              <p14:xfrm>
                <a:off x="9411147" y="3976280"/>
                <a:ext cx="660240" cy="990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94B0F30-D0CA-EF6A-B065-3C574AD69F2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93507" y="3958280"/>
                  <a:ext cx="695880" cy="10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7BF1F72-315A-B2C7-007D-C6791AC87CC7}"/>
                    </a:ext>
                  </a:extLst>
                </p14:cNvPr>
                <p14:cNvContentPartPr/>
                <p14:nvPr/>
              </p14:nvContentPartPr>
              <p14:xfrm>
                <a:off x="9961947" y="4061240"/>
                <a:ext cx="829800" cy="1081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7BF1F72-315A-B2C7-007D-C6791AC87CC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44307" y="4043240"/>
                  <a:ext cx="865440" cy="11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26FBE5F-71BD-4D84-55D8-26203A067FAE}"/>
                  </a:ext>
                </a:extLst>
              </p14:cNvPr>
              <p14:cNvContentPartPr/>
              <p14:nvPr/>
            </p14:nvContentPartPr>
            <p14:xfrm>
              <a:off x="6957027" y="5309720"/>
              <a:ext cx="111600" cy="1620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26FBE5F-71BD-4D84-55D8-26203A067FA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939027" y="5291720"/>
                <a:ext cx="1472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5CED96A-93D1-9808-63EE-4C09DF73BFB2}"/>
                  </a:ext>
                </a:extLst>
              </p14:cNvPr>
              <p14:cNvContentPartPr/>
              <p14:nvPr/>
            </p14:nvContentPartPr>
            <p14:xfrm>
              <a:off x="5157027" y="4788800"/>
              <a:ext cx="179280" cy="1267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5CED96A-93D1-9808-63EE-4C09DF73BFB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139387" y="4770800"/>
                <a:ext cx="21492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6EABEFE4-042C-21F7-FC34-67613E1F757C}"/>
              </a:ext>
            </a:extLst>
          </p:cNvPr>
          <p:cNvGrpSpPr/>
          <p:nvPr/>
        </p:nvGrpSpPr>
        <p:grpSpPr>
          <a:xfrm>
            <a:off x="771507" y="392480"/>
            <a:ext cx="959760" cy="581040"/>
            <a:chOff x="771507" y="392480"/>
            <a:chExt cx="959760" cy="58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0C7FB2B-129A-0110-D75A-1575FE2C2391}"/>
                    </a:ext>
                  </a:extLst>
                </p14:cNvPr>
                <p14:cNvContentPartPr/>
                <p14:nvPr/>
              </p14:nvContentPartPr>
              <p14:xfrm>
                <a:off x="771507" y="392480"/>
                <a:ext cx="367200" cy="581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0C7FB2B-129A-0110-D75A-1575FE2C23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53507" y="374480"/>
                  <a:ext cx="40284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9826DFA-B829-AD68-D147-250C1A84A738}"/>
                    </a:ext>
                  </a:extLst>
                </p14:cNvPr>
                <p14:cNvContentPartPr/>
                <p14:nvPr/>
              </p14:nvContentPartPr>
              <p14:xfrm>
                <a:off x="1252827" y="608120"/>
                <a:ext cx="234720" cy="258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9826DFA-B829-AD68-D147-250C1A84A73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34827" y="590120"/>
                  <a:ext cx="2703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F0BE19A-5CA5-6F6E-7A86-C3C6C2BF8E34}"/>
                    </a:ext>
                  </a:extLst>
                </p14:cNvPr>
                <p14:cNvContentPartPr/>
                <p14:nvPr/>
              </p14:nvContentPartPr>
              <p14:xfrm>
                <a:off x="1640907" y="726560"/>
                <a:ext cx="90360" cy="237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F0BE19A-5CA5-6F6E-7A86-C3C6C2BF8E3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623267" y="708560"/>
                  <a:ext cx="12600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39E5C43-2374-34B5-939F-55B807A8A58A}"/>
              </a:ext>
            </a:extLst>
          </p:cNvPr>
          <p:cNvGrpSpPr/>
          <p:nvPr/>
        </p:nvGrpSpPr>
        <p:grpSpPr>
          <a:xfrm>
            <a:off x="8976627" y="5199200"/>
            <a:ext cx="2826000" cy="388800"/>
            <a:chOff x="8976627" y="5199200"/>
            <a:chExt cx="2826000" cy="38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04B0C04-0EF3-A307-F5BB-66C0D06E1C6D}"/>
                    </a:ext>
                  </a:extLst>
                </p14:cNvPr>
                <p14:cNvContentPartPr/>
                <p14:nvPr/>
              </p14:nvContentPartPr>
              <p14:xfrm>
                <a:off x="8976627" y="5289200"/>
                <a:ext cx="222120" cy="298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04B0C04-0EF3-A307-F5BB-66C0D06E1C6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958987" y="5271560"/>
                  <a:ext cx="2577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D6C6608-E753-FF84-7FF8-5F835F87BD4A}"/>
                    </a:ext>
                  </a:extLst>
                </p14:cNvPr>
                <p14:cNvContentPartPr/>
                <p14:nvPr/>
              </p14:nvContentPartPr>
              <p14:xfrm>
                <a:off x="9245187" y="5361560"/>
                <a:ext cx="189000" cy="193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D6C6608-E753-FF84-7FF8-5F835F87BD4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227187" y="5343920"/>
                  <a:ext cx="2246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BCF2626-EA93-9F34-F1A7-424601791103}"/>
                    </a:ext>
                  </a:extLst>
                </p14:cNvPr>
                <p14:cNvContentPartPr/>
                <p14:nvPr/>
              </p14:nvContentPartPr>
              <p14:xfrm>
                <a:off x="9470187" y="5253920"/>
                <a:ext cx="329760" cy="280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BCF2626-EA93-9F34-F1A7-42460179110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52187" y="5236280"/>
                  <a:ext cx="3654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B58F21A-785E-3DCD-D2F3-D2C98A3CD131}"/>
                    </a:ext>
                  </a:extLst>
                </p14:cNvPr>
                <p14:cNvContentPartPr/>
                <p14:nvPr/>
              </p14:nvContentPartPr>
              <p14:xfrm>
                <a:off x="9695547" y="5392160"/>
                <a:ext cx="240840" cy="78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B58F21A-785E-3DCD-D2F3-D2C98A3CD13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77907" y="5374160"/>
                  <a:ext cx="2764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82CC6A2-648C-48E0-87B4-BD4966002026}"/>
                    </a:ext>
                  </a:extLst>
                </p14:cNvPr>
                <p14:cNvContentPartPr/>
                <p14:nvPr/>
              </p14:nvContentPartPr>
              <p14:xfrm>
                <a:off x="10243107" y="5342120"/>
                <a:ext cx="227160" cy="191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82CC6A2-648C-48E0-87B4-BD496600202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225107" y="5324480"/>
                  <a:ext cx="262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64CE160-9451-4993-33F0-2C882A239B79}"/>
                    </a:ext>
                  </a:extLst>
                </p14:cNvPr>
                <p14:cNvContentPartPr/>
                <p14:nvPr/>
              </p14:nvContentPartPr>
              <p14:xfrm>
                <a:off x="10540467" y="5374160"/>
                <a:ext cx="168480" cy="190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64CE160-9451-4993-33F0-2C882A239B7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522467" y="5356160"/>
                  <a:ext cx="2041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2C2619-2642-87B0-4137-B3D2062B0CB7}"/>
                    </a:ext>
                  </a:extLst>
                </p14:cNvPr>
                <p14:cNvContentPartPr/>
                <p14:nvPr/>
              </p14:nvContentPartPr>
              <p14:xfrm>
                <a:off x="10720107" y="5369480"/>
                <a:ext cx="333000" cy="192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2C2619-2642-87B0-4137-B3D2062B0CB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702467" y="5351840"/>
                  <a:ext cx="368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9C79E44-9E6C-487D-57B8-84466A33D6C1}"/>
                    </a:ext>
                  </a:extLst>
                </p14:cNvPr>
                <p14:cNvContentPartPr/>
                <p14:nvPr/>
              </p14:nvContentPartPr>
              <p14:xfrm>
                <a:off x="11111427" y="5199200"/>
                <a:ext cx="120240" cy="349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9C79E44-9E6C-487D-57B8-84466A33D6C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093787" y="5181560"/>
                  <a:ext cx="1558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35802E1-A7EB-0F0F-80D1-09E21BE2BC63}"/>
                    </a:ext>
                  </a:extLst>
                </p14:cNvPr>
                <p14:cNvContentPartPr/>
                <p14:nvPr/>
              </p14:nvContentPartPr>
              <p14:xfrm>
                <a:off x="11263347" y="5348960"/>
                <a:ext cx="539280" cy="217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35802E1-A7EB-0F0F-80D1-09E21BE2BC6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245707" y="5330960"/>
                  <a:ext cx="574920" cy="25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8BEC5E4-A43A-AEC2-D15D-BF73C8983672}"/>
                  </a:ext>
                </a:extLst>
              </p14:cNvPr>
              <p14:cNvContentPartPr/>
              <p14:nvPr/>
            </p14:nvContentPartPr>
            <p14:xfrm>
              <a:off x="9385587" y="5935040"/>
              <a:ext cx="384120" cy="3294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8BEC5E4-A43A-AEC2-D15D-BF73C898367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367947" y="5917040"/>
                <a:ext cx="41976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5651F49-18DC-5653-AE03-13BE5879079B}"/>
                  </a:ext>
                </a:extLst>
              </p14:cNvPr>
              <p14:cNvContentPartPr/>
              <p14:nvPr/>
            </p14:nvContentPartPr>
            <p14:xfrm>
              <a:off x="10200267" y="5926400"/>
              <a:ext cx="430200" cy="3596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5651F49-18DC-5653-AE03-13BE5879079B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182267" y="5908400"/>
                <a:ext cx="465840" cy="39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9998815-AF75-C6A1-21DE-FA1AFE517132}"/>
              </a:ext>
            </a:extLst>
          </p:cNvPr>
          <p:cNvGrpSpPr/>
          <p:nvPr/>
        </p:nvGrpSpPr>
        <p:grpSpPr>
          <a:xfrm>
            <a:off x="342747" y="1143440"/>
            <a:ext cx="1934640" cy="2390400"/>
            <a:chOff x="342747" y="1143440"/>
            <a:chExt cx="1934640" cy="239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8BD58FE-9842-9062-0F9B-FD0E2B0B279C}"/>
                    </a:ext>
                  </a:extLst>
                </p14:cNvPr>
                <p14:cNvContentPartPr/>
                <p14:nvPr/>
              </p14:nvContentPartPr>
              <p14:xfrm>
                <a:off x="439947" y="1338200"/>
                <a:ext cx="209160" cy="252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8BD58FE-9842-9062-0F9B-FD0E2B0B279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21947" y="1320560"/>
                  <a:ext cx="2448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F8EAD73-2E95-74CB-5458-A1FB6A8016FE}"/>
                    </a:ext>
                  </a:extLst>
                </p14:cNvPr>
                <p14:cNvContentPartPr/>
                <p14:nvPr/>
              </p14:nvContentPartPr>
              <p14:xfrm>
                <a:off x="695547" y="1359440"/>
                <a:ext cx="112680" cy="195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F8EAD73-2E95-74CB-5458-A1FB6A8016F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77907" y="1341800"/>
                  <a:ext cx="1483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8E3A8CD-CF14-5170-86A0-D470DAFCEFD0}"/>
                    </a:ext>
                  </a:extLst>
                </p14:cNvPr>
                <p14:cNvContentPartPr/>
                <p14:nvPr/>
              </p14:nvContentPartPr>
              <p14:xfrm>
                <a:off x="920187" y="1357280"/>
                <a:ext cx="189720" cy="233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8E3A8CD-CF14-5170-86A0-D470DAFCEFD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02187" y="1339640"/>
                  <a:ext cx="2253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3C782CB-0383-F85D-0C7A-57AED513FEF0}"/>
                    </a:ext>
                  </a:extLst>
                </p14:cNvPr>
                <p14:cNvContentPartPr/>
                <p14:nvPr/>
              </p14:nvContentPartPr>
              <p14:xfrm>
                <a:off x="1121067" y="1143440"/>
                <a:ext cx="412200" cy="405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3C782CB-0383-F85D-0C7A-57AED513FEF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03427" y="1125800"/>
                  <a:ext cx="4478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E6CF94A-5BBF-2004-972D-8E01E4FF0BED}"/>
                    </a:ext>
                  </a:extLst>
                </p14:cNvPr>
                <p14:cNvContentPartPr/>
                <p14:nvPr/>
              </p14:nvContentPartPr>
              <p14:xfrm>
                <a:off x="1419507" y="1348640"/>
                <a:ext cx="167040" cy="16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E6CF94A-5BBF-2004-972D-8E01E4FF0BE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01867" y="1331000"/>
                  <a:ext cx="2026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85D86C9-5569-0D2D-CAA2-141545331A9C}"/>
                    </a:ext>
                  </a:extLst>
                </p14:cNvPr>
                <p14:cNvContentPartPr/>
                <p14:nvPr/>
              </p14:nvContentPartPr>
              <p14:xfrm>
                <a:off x="1616427" y="1226960"/>
                <a:ext cx="660960" cy="225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85D86C9-5569-0D2D-CAA2-141545331A9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598787" y="1208960"/>
                  <a:ext cx="6966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2EC10F3-D649-01BC-A40C-999F9EB491A7}"/>
                    </a:ext>
                  </a:extLst>
                </p14:cNvPr>
                <p14:cNvContentPartPr/>
                <p14:nvPr/>
              </p14:nvContentPartPr>
              <p14:xfrm>
                <a:off x="543987" y="1925000"/>
                <a:ext cx="277200" cy="274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2EC10F3-D649-01BC-A40C-999F9EB491A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26347" y="1907360"/>
                  <a:ext cx="3128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946ADDF-CFB0-4A45-E4FF-27236A62E9EC}"/>
                    </a:ext>
                  </a:extLst>
                </p14:cNvPr>
                <p14:cNvContentPartPr/>
                <p14:nvPr/>
              </p14:nvContentPartPr>
              <p14:xfrm>
                <a:off x="707067" y="1896200"/>
                <a:ext cx="347400" cy="711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946ADDF-CFB0-4A45-E4FF-27236A62E9E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89067" y="1878560"/>
                  <a:ext cx="383040" cy="7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2248466-1974-DAE1-3D19-00F7601D7A0B}"/>
                    </a:ext>
                  </a:extLst>
                </p14:cNvPr>
                <p14:cNvContentPartPr/>
                <p14:nvPr/>
              </p14:nvContentPartPr>
              <p14:xfrm>
                <a:off x="1089027" y="1880000"/>
                <a:ext cx="306360" cy="2721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2248466-1974-DAE1-3D19-00F7601D7A0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71027" y="1862360"/>
                  <a:ext cx="3420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50C6023-90A9-7C5D-9355-978FB736FA1B}"/>
                    </a:ext>
                  </a:extLst>
                </p14:cNvPr>
                <p14:cNvContentPartPr/>
                <p14:nvPr/>
              </p14:nvContentPartPr>
              <p14:xfrm>
                <a:off x="1228347" y="1700720"/>
                <a:ext cx="27000" cy="76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50C6023-90A9-7C5D-9355-978FB736FA1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210347" y="1682720"/>
                  <a:ext cx="62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AF91D91-468E-F085-5600-2B99BD5CBFE5}"/>
                    </a:ext>
                  </a:extLst>
                </p14:cNvPr>
                <p14:cNvContentPartPr/>
                <p14:nvPr/>
              </p14:nvContentPartPr>
              <p14:xfrm>
                <a:off x="1445427" y="1808000"/>
                <a:ext cx="610920" cy="2484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AF91D91-468E-F085-5600-2B99BD5CBFE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427427" y="1790360"/>
                  <a:ext cx="6465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BA95D11-50B6-E5B0-D3D4-A66F8E6BAA6B}"/>
                    </a:ext>
                  </a:extLst>
                </p14:cNvPr>
                <p14:cNvContentPartPr/>
                <p14:nvPr/>
              </p14:nvContentPartPr>
              <p14:xfrm>
                <a:off x="559827" y="2548160"/>
                <a:ext cx="185040" cy="554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BA95D11-50B6-E5B0-D3D4-A66F8E6BAA6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41827" y="2530520"/>
                  <a:ext cx="22068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BA95DBB-93D3-9AA2-C853-306351FE37F2}"/>
                    </a:ext>
                  </a:extLst>
                </p14:cNvPr>
                <p14:cNvContentPartPr/>
                <p14:nvPr/>
              </p14:nvContentPartPr>
              <p14:xfrm>
                <a:off x="342747" y="2726000"/>
                <a:ext cx="685800" cy="2772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BA95DBB-93D3-9AA2-C853-306351FE37F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24747" y="2708360"/>
                  <a:ext cx="7214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B5B7D33-EBFA-E1CA-99A6-2C83F0F67982}"/>
                    </a:ext>
                  </a:extLst>
                </p14:cNvPr>
                <p14:cNvContentPartPr/>
                <p14:nvPr/>
              </p14:nvContentPartPr>
              <p14:xfrm>
                <a:off x="1034667" y="2669480"/>
                <a:ext cx="174240" cy="240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B5B7D33-EBFA-E1CA-99A6-2C83F0F6798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16667" y="2651480"/>
                  <a:ext cx="2098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74848A3-6A25-FA6E-6FF0-5065AF3810B7}"/>
                    </a:ext>
                  </a:extLst>
                </p14:cNvPr>
                <p14:cNvContentPartPr/>
                <p14:nvPr/>
              </p14:nvContentPartPr>
              <p14:xfrm>
                <a:off x="1263267" y="2585960"/>
                <a:ext cx="503280" cy="293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74848A3-6A25-FA6E-6FF0-5065AF3810B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245627" y="2567960"/>
                  <a:ext cx="5389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AFB594B-E391-A1A2-9C63-FCB63B6254C5}"/>
                    </a:ext>
                  </a:extLst>
                </p14:cNvPr>
                <p14:cNvContentPartPr/>
                <p14:nvPr/>
              </p14:nvContentPartPr>
              <p14:xfrm>
                <a:off x="580347" y="3145400"/>
                <a:ext cx="404280" cy="3884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AFB594B-E391-A1A2-9C63-FCB63B6254C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2707" y="3127760"/>
                  <a:ext cx="43992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0FEEA44-0E3B-540C-8D5F-A0FD0D769E9A}"/>
                    </a:ext>
                  </a:extLst>
                </p14:cNvPr>
                <p14:cNvContentPartPr/>
                <p14:nvPr/>
              </p14:nvContentPartPr>
              <p14:xfrm>
                <a:off x="1261107" y="3072320"/>
                <a:ext cx="369360" cy="381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0FEEA44-0E3B-540C-8D5F-A0FD0D769E9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243467" y="3054320"/>
                  <a:ext cx="405000" cy="416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615500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B0EC0-2F5E-30C5-05B6-5E60F8B60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CA23D4-ABAC-45A2-D0AC-D6F3D4567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36C3CC1-227E-0FDD-0EDC-816D83A5875F}"/>
                  </a:ext>
                </a:extLst>
              </p14:cNvPr>
              <p14:cNvContentPartPr/>
              <p14:nvPr/>
            </p14:nvContentPartPr>
            <p14:xfrm>
              <a:off x="6957027" y="5309720"/>
              <a:ext cx="111600" cy="1620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36C3CC1-227E-0FDD-0EDC-816D83A587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39027" y="5291720"/>
                <a:ext cx="1472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2155959-FFF4-1804-4258-169434F17115}"/>
                  </a:ext>
                </a:extLst>
              </p14:cNvPr>
              <p14:cNvContentPartPr/>
              <p14:nvPr/>
            </p14:nvContentPartPr>
            <p14:xfrm>
              <a:off x="5157027" y="4788800"/>
              <a:ext cx="179280" cy="1267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2155959-FFF4-1804-4258-169434F171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39387" y="4770800"/>
                <a:ext cx="21492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92D29D25-A0F0-AFF0-5CCF-09A0F3B4D322}"/>
              </a:ext>
            </a:extLst>
          </p:cNvPr>
          <p:cNvGrpSpPr/>
          <p:nvPr/>
        </p:nvGrpSpPr>
        <p:grpSpPr>
          <a:xfrm>
            <a:off x="771507" y="392480"/>
            <a:ext cx="959760" cy="581040"/>
            <a:chOff x="771507" y="392480"/>
            <a:chExt cx="959760" cy="58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B5EC5C2-6DD4-878D-B511-641120E5B42C}"/>
                    </a:ext>
                  </a:extLst>
                </p14:cNvPr>
                <p14:cNvContentPartPr/>
                <p14:nvPr/>
              </p14:nvContentPartPr>
              <p14:xfrm>
                <a:off x="771507" y="392480"/>
                <a:ext cx="367200" cy="581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B5EC5C2-6DD4-878D-B511-641120E5B42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3507" y="374480"/>
                  <a:ext cx="40284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20332DB-7CE9-48F5-9CC4-287D626A74CA}"/>
                    </a:ext>
                  </a:extLst>
                </p14:cNvPr>
                <p14:cNvContentPartPr/>
                <p14:nvPr/>
              </p14:nvContentPartPr>
              <p14:xfrm>
                <a:off x="1252827" y="608120"/>
                <a:ext cx="234720" cy="258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20332DB-7CE9-48F5-9CC4-287D626A74C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34827" y="590120"/>
                  <a:ext cx="2703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7EC693D-700B-1A4E-6281-D0FF38251AB6}"/>
                    </a:ext>
                  </a:extLst>
                </p14:cNvPr>
                <p14:cNvContentPartPr/>
                <p14:nvPr/>
              </p14:nvContentPartPr>
              <p14:xfrm>
                <a:off x="1640907" y="726560"/>
                <a:ext cx="90360" cy="237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7EC693D-700B-1A4E-6281-D0FF38251AB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23267" y="708560"/>
                  <a:ext cx="12600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CBEB786-10E2-247F-D185-44957FDB8DBD}"/>
              </a:ext>
            </a:extLst>
          </p:cNvPr>
          <p:cNvGrpSpPr/>
          <p:nvPr/>
        </p:nvGrpSpPr>
        <p:grpSpPr>
          <a:xfrm>
            <a:off x="342747" y="1143440"/>
            <a:ext cx="1934640" cy="2390400"/>
            <a:chOff x="342747" y="1143440"/>
            <a:chExt cx="1934640" cy="239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A1AB612-2104-C94F-F4B3-FC7706C247D4}"/>
                    </a:ext>
                  </a:extLst>
                </p14:cNvPr>
                <p14:cNvContentPartPr/>
                <p14:nvPr/>
              </p14:nvContentPartPr>
              <p14:xfrm>
                <a:off x="439947" y="1338200"/>
                <a:ext cx="209160" cy="252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A1AB612-2104-C94F-F4B3-FC7706C247D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1947" y="1320560"/>
                  <a:ext cx="2448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E34E0F6-B57D-81B1-97A1-DDDA4A0D4677}"/>
                    </a:ext>
                  </a:extLst>
                </p14:cNvPr>
                <p14:cNvContentPartPr/>
                <p14:nvPr/>
              </p14:nvContentPartPr>
              <p14:xfrm>
                <a:off x="695547" y="1359440"/>
                <a:ext cx="112680" cy="195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E34E0F6-B57D-81B1-97A1-DDDA4A0D467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7907" y="1341800"/>
                  <a:ext cx="1483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C13C55E-0FD2-4248-F36A-8AF5E60BBF42}"/>
                    </a:ext>
                  </a:extLst>
                </p14:cNvPr>
                <p14:cNvContentPartPr/>
                <p14:nvPr/>
              </p14:nvContentPartPr>
              <p14:xfrm>
                <a:off x="920187" y="1357280"/>
                <a:ext cx="189720" cy="233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C13C55E-0FD2-4248-F36A-8AF5E60BBF4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2187" y="1339640"/>
                  <a:ext cx="2253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4E5DDB6-F0A9-E68E-DB3F-0294B7DB1852}"/>
                    </a:ext>
                  </a:extLst>
                </p14:cNvPr>
                <p14:cNvContentPartPr/>
                <p14:nvPr/>
              </p14:nvContentPartPr>
              <p14:xfrm>
                <a:off x="1121067" y="1143440"/>
                <a:ext cx="412200" cy="405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4E5DDB6-F0A9-E68E-DB3F-0294B7DB185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03427" y="1125800"/>
                  <a:ext cx="4478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2909AD4-0AFF-2026-A371-68B93373FE88}"/>
                    </a:ext>
                  </a:extLst>
                </p14:cNvPr>
                <p14:cNvContentPartPr/>
                <p14:nvPr/>
              </p14:nvContentPartPr>
              <p14:xfrm>
                <a:off x="1419507" y="1348640"/>
                <a:ext cx="167040" cy="16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2909AD4-0AFF-2026-A371-68B93373FE8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01867" y="1331000"/>
                  <a:ext cx="2026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F10C700-F836-79AA-791E-AA48298D3A8B}"/>
                    </a:ext>
                  </a:extLst>
                </p14:cNvPr>
                <p14:cNvContentPartPr/>
                <p14:nvPr/>
              </p14:nvContentPartPr>
              <p14:xfrm>
                <a:off x="1616427" y="1226960"/>
                <a:ext cx="660960" cy="225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F10C700-F836-79AA-791E-AA48298D3A8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98787" y="1208960"/>
                  <a:ext cx="6966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7844E59-842E-653E-A14E-1E942D80B411}"/>
                    </a:ext>
                  </a:extLst>
                </p14:cNvPr>
                <p14:cNvContentPartPr/>
                <p14:nvPr/>
              </p14:nvContentPartPr>
              <p14:xfrm>
                <a:off x="543987" y="1925000"/>
                <a:ext cx="277200" cy="274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7844E59-842E-653E-A14E-1E942D80B41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6347" y="1907360"/>
                  <a:ext cx="3128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70CC5B8-5A57-E097-A83E-572621D548F7}"/>
                    </a:ext>
                  </a:extLst>
                </p14:cNvPr>
                <p14:cNvContentPartPr/>
                <p14:nvPr/>
              </p14:nvContentPartPr>
              <p14:xfrm>
                <a:off x="707067" y="1896200"/>
                <a:ext cx="347400" cy="711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70CC5B8-5A57-E097-A83E-572621D548F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89067" y="1878560"/>
                  <a:ext cx="383040" cy="7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05BF37A-30C3-39BC-F73B-5B1F914A4295}"/>
                    </a:ext>
                  </a:extLst>
                </p14:cNvPr>
                <p14:cNvContentPartPr/>
                <p14:nvPr/>
              </p14:nvContentPartPr>
              <p14:xfrm>
                <a:off x="1089027" y="1880000"/>
                <a:ext cx="306360" cy="2721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05BF37A-30C3-39BC-F73B-5B1F914A429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71027" y="1862360"/>
                  <a:ext cx="3420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6BC7985-EE96-C00B-DB70-640564EB8661}"/>
                    </a:ext>
                  </a:extLst>
                </p14:cNvPr>
                <p14:cNvContentPartPr/>
                <p14:nvPr/>
              </p14:nvContentPartPr>
              <p14:xfrm>
                <a:off x="1228347" y="1700720"/>
                <a:ext cx="27000" cy="76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6BC7985-EE96-C00B-DB70-640564EB866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10347" y="1682720"/>
                  <a:ext cx="62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6F5548F-6824-BC4F-EA81-C9C6A7700113}"/>
                    </a:ext>
                  </a:extLst>
                </p14:cNvPr>
                <p14:cNvContentPartPr/>
                <p14:nvPr/>
              </p14:nvContentPartPr>
              <p14:xfrm>
                <a:off x="1445427" y="1808000"/>
                <a:ext cx="610920" cy="2484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6F5548F-6824-BC4F-EA81-C9C6A770011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27427" y="1790360"/>
                  <a:ext cx="6465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1A99C22-0F60-A6E7-E27A-4B5A5E0140E9}"/>
                    </a:ext>
                  </a:extLst>
                </p14:cNvPr>
                <p14:cNvContentPartPr/>
                <p14:nvPr/>
              </p14:nvContentPartPr>
              <p14:xfrm>
                <a:off x="559827" y="2548160"/>
                <a:ext cx="185040" cy="554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1A99C22-0F60-A6E7-E27A-4B5A5E0140E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1827" y="2530520"/>
                  <a:ext cx="22068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3794D5A-3B03-92C3-A17B-A7E1817A6621}"/>
                    </a:ext>
                  </a:extLst>
                </p14:cNvPr>
                <p14:cNvContentPartPr/>
                <p14:nvPr/>
              </p14:nvContentPartPr>
              <p14:xfrm>
                <a:off x="342747" y="2726000"/>
                <a:ext cx="685800" cy="2772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3794D5A-3B03-92C3-A17B-A7E1817A662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4747" y="2708360"/>
                  <a:ext cx="7214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C6F33C7-8FD2-50A1-2F36-22A42E9DE24B}"/>
                    </a:ext>
                  </a:extLst>
                </p14:cNvPr>
                <p14:cNvContentPartPr/>
                <p14:nvPr/>
              </p14:nvContentPartPr>
              <p14:xfrm>
                <a:off x="1034667" y="2669480"/>
                <a:ext cx="174240" cy="240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C6F33C7-8FD2-50A1-2F36-22A42E9DE24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6667" y="2651480"/>
                  <a:ext cx="2098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843D003-2EDC-8754-99E2-277768EB47CD}"/>
                    </a:ext>
                  </a:extLst>
                </p14:cNvPr>
                <p14:cNvContentPartPr/>
                <p14:nvPr/>
              </p14:nvContentPartPr>
              <p14:xfrm>
                <a:off x="1263267" y="2585960"/>
                <a:ext cx="503280" cy="293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843D003-2EDC-8754-99E2-277768EB47C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45627" y="2567960"/>
                  <a:ext cx="5389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C00EACF-AF1F-43FD-16BF-360723C605A5}"/>
                    </a:ext>
                  </a:extLst>
                </p14:cNvPr>
                <p14:cNvContentPartPr/>
                <p14:nvPr/>
              </p14:nvContentPartPr>
              <p14:xfrm>
                <a:off x="580347" y="3145400"/>
                <a:ext cx="404280" cy="3884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C00EACF-AF1F-43FD-16BF-360723C605A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2707" y="3127760"/>
                  <a:ext cx="43992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CB4D6DE-0A8D-F69E-16E2-06A94DAF29BA}"/>
                    </a:ext>
                  </a:extLst>
                </p14:cNvPr>
                <p14:cNvContentPartPr/>
                <p14:nvPr/>
              </p14:nvContentPartPr>
              <p14:xfrm>
                <a:off x="1261107" y="3072320"/>
                <a:ext cx="369360" cy="381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CB4D6DE-0A8D-F69E-16E2-06A94DAF29B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243467" y="3054320"/>
                  <a:ext cx="405000" cy="41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7B0BE96-2FA4-8906-4C00-3ECEA4D614BC}"/>
              </a:ext>
            </a:extLst>
          </p:cNvPr>
          <p:cNvGrpSpPr/>
          <p:nvPr/>
        </p:nvGrpSpPr>
        <p:grpSpPr>
          <a:xfrm>
            <a:off x="8943147" y="377000"/>
            <a:ext cx="1271880" cy="551880"/>
            <a:chOff x="8943147" y="377000"/>
            <a:chExt cx="1271880" cy="55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38A3007-7DF9-232A-AC9D-9DAD8ABF7581}"/>
                    </a:ext>
                  </a:extLst>
                </p14:cNvPr>
                <p14:cNvContentPartPr/>
                <p14:nvPr/>
              </p14:nvContentPartPr>
              <p14:xfrm>
                <a:off x="8943147" y="377000"/>
                <a:ext cx="551520" cy="551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38A3007-7DF9-232A-AC9D-9DAD8ABF758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925147" y="359360"/>
                  <a:ext cx="58716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71D3547-7911-D00C-DA9E-77478E6BE17E}"/>
                    </a:ext>
                  </a:extLst>
                </p14:cNvPr>
                <p14:cNvContentPartPr/>
                <p14:nvPr/>
              </p14:nvContentPartPr>
              <p14:xfrm>
                <a:off x="9713907" y="383840"/>
                <a:ext cx="501120" cy="483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71D3547-7911-D00C-DA9E-77478E6BE17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695907" y="366200"/>
                  <a:ext cx="536760" cy="51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5FFC13D-FF3D-B651-C857-C16B156FF90B}"/>
              </a:ext>
            </a:extLst>
          </p:cNvPr>
          <p:cNvGrpSpPr/>
          <p:nvPr/>
        </p:nvGrpSpPr>
        <p:grpSpPr>
          <a:xfrm>
            <a:off x="9000027" y="1253240"/>
            <a:ext cx="1607760" cy="1420920"/>
            <a:chOff x="9000027" y="1253240"/>
            <a:chExt cx="1607760" cy="142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9C77A1-53C1-968D-9FCF-D001E64D1471}"/>
                    </a:ext>
                  </a:extLst>
                </p14:cNvPr>
                <p14:cNvContentPartPr/>
                <p14:nvPr/>
              </p14:nvContentPartPr>
              <p14:xfrm>
                <a:off x="9000027" y="1253240"/>
                <a:ext cx="544320" cy="537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A9C77A1-53C1-968D-9FCF-D001E64D147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82027" y="1235240"/>
                  <a:ext cx="57996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09EA79C-907C-4F58-4C83-F60A827BA6CD}"/>
                    </a:ext>
                  </a:extLst>
                </p14:cNvPr>
                <p14:cNvContentPartPr/>
                <p14:nvPr/>
              </p14:nvContentPartPr>
              <p14:xfrm>
                <a:off x="10006947" y="1370240"/>
                <a:ext cx="21600" cy="489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09EA79C-907C-4F58-4C83-F60A827BA6C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988947" y="1352240"/>
                  <a:ext cx="5724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51A28E0-4403-38FA-A541-B639C113742E}"/>
                    </a:ext>
                  </a:extLst>
                </p14:cNvPr>
                <p14:cNvContentPartPr/>
                <p14:nvPr/>
              </p14:nvContentPartPr>
              <p14:xfrm>
                <a:off x="9068427" y="2077640"/>
                <a:ext cx="583920" cy="596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1A28E0-4403-38FA-A541-B639C113742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050427" y="2059640"/>
                  <a:ext cx="61956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9FC4B9C-732E-04DC-1AE1-1C9BD575B336}"/>
                    </a:ext>
                  </a:extLst>
                </p14:cNvPr>
                <p14:cNvContentPartPr/>
                <p14:nvPr/>
              </p14:nvContentPartPr>
              <p14:xfrm>
                <a:off x="9923427" y="2121200"/>
                <a:ext cx="684360" cy="545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9FC4B9C-732E-04DC-1AE1-1C9BD575B33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905787" y="2103200"/>
                  <a:ext cx="720000" cy="58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8BB9EE7-DBA2-1D4E-8B17-5A6A36B22EA1}"/>
              </a:ext>
            </a:extLst>
          </p:cNvPr>
          <p:cNvGrpSpPr/>
          <p:nvPr/>
        </p:nvGrpSpPr>
        <p:grpSpPr>
          <a:xfrm>
            <a:off x="8992107" y="2977640"/>
            <a:ext cx="1477440" cy="749160"/>
            <a:chOff x="8992107" y="2977640"/>
            <a:chExt cx="1477440" cy="74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719438B-1F4E-1D61-F600-D23287DDAA24}"/>
                    </a:ext>
                  </a:extLst>
                </p14:cNvPr>
                <p14:cNvContentPartPr/>
                <p14:nvPr/>
              </p14:nvContentPartPr>
              <p14:xfrm>
                <a:off x="8992107" y="2979440"/>
                <a:ext cx="760680" cy="730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719438B-1F4E-1D61-F600-D23287DDAA2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974467" y="2961440"/>
                  <a:ext cx="7963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D0DC18D-E8A1-A657-88ED-C81116F18879}"/>
                    </a:ext>
                  </a:extLst>
                </p14:cNvPr>
                <p14:cNvContentPartPr/>
                <p14:nvPr/>
              </p14:nvContentPartPr>
              <p14:xfrm>
                <a:off x="9993987" y="2977640"/>
                <a:ext cx="475560" cy="749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D0DC18D-E8A1-A657-88ED-C81116F1887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975987" y="2959640"/>
                  <a:ext cx="511200" cy="78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F5E6845-6CB8-004B-FC06-E9BAE4426F3F}"/>
              </a:ext>
            </a:extLst>
          </p:cNvPr>
          <p:cNvGrpSpPr/>
          <p:nvPr/>
        </p:nvGrpSpPr>
        <p:grpSpPr>
          <a:xfrm>
            <a:off x="8947107" y="4170680"/>
            <a:ext cx="1357560" cy="45360"/>
            <a:chOff x="8947107" y="4170680"/>
            <a:chExt cx="1357560" cy="4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69457C4-40C2-81A0-E95B-3C5458676989}"/>
                    </a:ext>
                  </a:extLst>
                </p14:cNvPr>
                <p14:cNvContentPartPr/>
                <p14:nvPr/>
              </p14:nvContentPartPr>
              <p14:xfrm>
                <a:off x="8947107" y="4204880"/>
                <a:ext cx="285840" cy="11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69457C4-40C2-81A0-E95B-3C545867698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929467" y="4187240"/>
                  <a:ext cx="321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2076612-B035-AC01-4D03-44553F633DAD}"/>
                    </a:ext>
                  </a:extLst>
                </p14:cNvPr>
                <p14:cNvContentPartPr/>
                <p14:nvPr/>
              </p14:nvContentPartPr>
              <p14:xfrm>
                <a:off x="9576027" y="4170680"/>
                <a:ext cx="183240" cy="2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2076612-B035-AC01-4D03-44553F633DA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558027" y="4153040"/>
                  <a:ext cx="218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1F1C021-4069-C98A-907C-5951A27C6111}"/>
                    </a:ext>
                  </a:extLst>
                </p14:cNvPr>
                <p14:cNvContentPartPr/>
                <p14:nvPr/>
              </p14:nvContentPartPr>
              <p14:xfrm>
                <a:off x="10077507" y="4179320"/>
                <a:ext cx="227160" cy="6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1F1C021-4069-C98A-907C-5951A27C611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059507" y="4161680"/>
                  <a:ext cx="26280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A103445-235E-0CF8-D2C4-CAC9E987660D}"/>
              </a:ext>
            </a:extLst>
          </p:cNvPr>
          <p:cNvGrpSpPr/>
          <p:nvPr/>
        </p:nvGrpSpPr>
        <p:grpSpPr>
          <a:xfrm>
            <a:off x="9064827" y="4675400"/>
            <a:ext cx="1317600" cy="30240"/>
            <a:chOff x="9064827" y="4675400"/>
            <a:chExt cx="1317600" cy="3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909F88E-6F83-29B0-7D3B-9D4B50806767}"/>
                    </a:ext>
                  </a:extLst>
                </p14:cNvPr>
                <p14:cNvContentPartPr/>
                <p14:nvPr/>
              </p14:nvContentPartPr>
              <p14:xfrm>
                <a:off x="9064827" y="4686200"/>
                <a:ext cx="104040" cy="19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909F88E-6F83-29B0-7D3B-9D4B5080676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046827" y="4668560"/>
                  <a:ext cx="139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969C240-1736-CB97-2D7A-3753DDB10022}"/>
                    </a:ext>
                  </a:extLst>
                </p14:cNvPr>
                <p14:cNvContentPartPr/>
                <p14:nvPr/>
              </p14:nvContentPartPr>
              <p14:xfrm>
                <a:off x="9526707" y="4675400"/>
                <a:ext cx="855720" cy="27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969C240-1736-CB97-2D7A-3753DDB1002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509067" y="4657760"/>
                  <a:ext cx="891360" cy="63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114861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1B72-E967-70CF-3346-AAEBB14E9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3BC643-BE64-A854-EE79-1C154686C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95250A3-206E-1DE0-DB72-89C94035EED2}"/>
              </a:ext>
            </a:extLst>
          </p:cNvPr>
          <p:cNvGrpSpPr/>
          <p:nvPr/>
        </p:nvGrpSpPr>
        <p:grpSpPr>
          <a:xfrm>
            <a:off x="589347" y="786320"/>
            <a:ext cx="1734480" cy="790560"/>
            <a:chOff x="589347" y="786320"/>
            <a:chExt cx="1734480" cy="79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89132F1-19F8-F815-BA7E-202B37CA564F}"/>
                    </a:ext>
                  </a:extLst>
                </p14:cNvPr>
                <p14:cNvContentPartPr/>
                <p14:nvPr/>
              </p14:nvContentPartPr>
              <p14:xfrm>
                <a:off x="589347" y="786320"/>
                <a:ext cx="1080000" cy="336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89132F1-19F8-F815-BA7E-202B37CA564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1347" y="768680"/>
                  <a:ext cx="11156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437A885-3995-F4FB-DF68-403AA947636B}"/>
                    </a:ext>
                  </a:extLst>
                </p14:cNvPr>
                <p14:cNvContentPartPr/>
                <p14:nvPr/>
              </p14:nvContentPartPr>
              <p14:xfrm>
                <a:off x="1184427" y="966320"/>
                <a:ext cx="123120" cy="610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437A885-3995-F4FB-DF68-403AA947636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66427" y="948680"/>
                  <a:ext cx="15876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F9D405-4E63-535E-D0FE-1DBA81623E91}"/>
                    </a:ext>
                  </a:extLst>
                </p14:cNvPr>
                <p14:cNvContentPartPr/>
                <p14:nvPr/>
              </p14:nvContentPartPr>
              <p14:xfrm>
                <a:off x="1379547" y="930680"/>
                <a:ext cx="337680" cy="506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F9D405-4E63-535E-D0FE-1DBA81623E9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61907" y="913040"/>
                  <a:ext cx="3733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79EA40-8F8F-1B75-8E78-912DF9B4DF7E}"/>
                    </a:ext>
                  </a:extLst>
                </p14:cNvPr>
                <p14:cNvContentPartPr/>
                <p14:nvPr/>
              </p14:nvContentPartPr>
              <p14:xfrm>
                <a:off x="1795347" y="977120"/>
                <a:ext cx="528480" cy="444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79EA40-8F8F-1B75-8E78-912DF9B4DF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77707" y="959120"/>
                  <a:ext cx="564120" cy="47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DDBA7C4-AF95-B55B-6D72-876A385DF05C}"/>
              </a:ext>
            </a:extLst>
          </p:cNvPr>
          <p:cNvGrpSpPr/>
          <p:nvPr/>
        </p:nvGrpSpPr>
        <p:grpSpPr>
          <a:xfrm>
            <a:off x="561987" y="2137040"/>
            <a:ext cx="1574640" cy="546480"/>
            <a:chOff x="561987" y="2137040"/>
            <a:chExt cx="1574640" cy="54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31A17B5-6805-F362-AC62-096C310B1660}"/>
                    </a:ext>
                  </a:extLst>
                </p14:cNvPr>
                <p14:cNvContentPartPr/>
                <p14:nvPr/>
              </p14:nvContentPartPr>
              <p14:xfrm>
                <a:off x="561987" y="2158280"/>
                <a:ext cx="816480" cy="210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31A17B5-6805-F362-AC62-096C310B166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3987" y="2140640"/>
                  <a:ext cx="8521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94F22A4-2738-65B7-33D1-E8C683E07159}"/>
                    </a:ext>
                  </a:extLst>
                </p14:cNvPr>
                <p14:cNvContentPartPr/>
                <p14:nvPr/>
              </p14:nvContentPartPr>
              <p14:xfrm>
                <a:off x="1064547" y="2224520"/>
                <a:ext cx="151200" cy="457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94F22A4-2738-65B7-33D1-E8C683E0715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46907" y="2206880"/>
                  <a:ext cx="18684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54A7B13-2291-5035-311D-79F07202AB68}"/>
                    </a:ext>
                  </a:extLst>
                </p14:cNvPr>
                <p14:cNvContentPartPr/>
                <p14:nvPr/>
              </p14:nvContentPartPr>
              <p14:xfrm>
                <a:off x="1302867" y="2198960"/>
                <a:ext cx="514800" cy="484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54A7B13-2291-5035-311D-79F07202AB6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85227" y="2180960"/>
                  <a:ext cx="55044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9132BE1-43FC-227B-1734-6EA92393356F}"/>
                    </a:ext>
                  </a:extLst>
                </p14:cNvPr>
                <p14:cNvContentPartPr/>
                <p14:nvPr/>
              </p14:nvContentPartPr>
              <p14:xfrm>
                <a:off x="1571427" y="2137040"/>
                <a:ext cx="109440" cy="69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9132BE1-43FC-227B-1734-6EA92393356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53787" y="2119040"/>
                  <a:ext cx="1450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98B9556-5769-3BE9-A5A8-45A0E6E61C71}"/>
                    </a:ext>
                  </a:extLst>
                </p14:cNvPr>
                <p14:cNvContentPartPr/>
                <p14:nvPr/>
              </p14:nvContentPartPr>
              <p14:xfrm>
                <a:off x="1841067" y="2251160"/>
                <a:ext cx="295560" cy="331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98B9556-5769-3BE9-A5A8-45A0E6E61C7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23067" y="2233520"/>
                  <a:ext cx="331200" cy="36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9DC790-8529-1D6E-3859-C417BE78234B}"/>
              </a:ext>
            </a:extLst>
          </p:cNvPr>
          <p:cNvGrpSpPr/>
          <p:nvPr/>
        </p:nvGrpSpPr>
        <p:grpSpPr>
          <a:xfrm>
            <a:off x="596907" y="3034520"/>
            <a:ext cx="2331720" cy="1026000"/>
            <a:chOff x="596907" y="3034520"/>
            <a:chExt cx="2331720" cy="102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BBA3173-32FB-692A-5391-A86B5AB2CDA7}"/>
                    </a:ext>
                  </a:extLst>
                </p14:cNvPr>
                <p14:cNvContentPartPr/>
                <p14:nvPr/>
              </p14:nvContentPartPr>
              <p14:xfrm>
                <a:off x="596907" y="3498920"/>
                <a:ext cx="397440" cy="561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BBA3173-32FB-692A-5391-A86B5AB2CDA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8907" y="3481280"/>
                  <a:ext cx="43308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D323DAB-0705-25DC-7B67-A38776372D43}"/>
                    </a:ext>
                  </a:extLst>
                </p14:cNvPr>
                <p14:cNvContentPartPr/>
                <p14:nvPr/>
              </p14:nvContentPartPr>
              <p14:xfrm>
                <a:off x="1040427" y="3564440"/>
                <a:ext cx="244080" cy="336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D323DAB-0705-25DC-7B67-A38776372D4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22787" y="3546800"/>
                  <a:ext cx="2797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AC34136-1394-905E-F7E5-00C209736E52}"/>
                    </a:ext>
                  </a:extLst>
                </p14:cNvPr>
                <p14:cNvContentPartPr/>
                <p14:nvPr/>
              </p14:nvContentPartPr>
              <p14:xfrm>
                <a:off x="1346787" y="3540680"/>
                <a:ext cx="278280" cy="291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AC34136-1394-905E-F7E5-00C209736E5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29147" y="3523040"/>
                  <a:ext cx="3139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2C62717-E93B-44AB-69ED-33007FC14D3E}"/>
                    </a:ext>
                  </a:extLst>
                </p14:cNvPr>
                <p14:cNvContentPartPr/>
                <p14:nvPr/>
              </p14:nvContentPartPr>
              <p14:xfrm>
                <a:off x="1603827" y="3050720"/>
                <a:ext cx="583920" cy="665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2C62717-E93B-44AB-69ED-33007FC14D3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86187" y="3032720"/>
                  <a:ext cx="61956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4D7CEC2-985E-2F44-87E0-55945F8F2830}"/>
                    </a:ext>
                  </a:extLst>
                </p14:cNvPr>
                <p14:cNvContentPartPr/>
                <p14:nvPr/>
              </p14:nvContentPartPr>
              <p14:xfrm>
                <a:off x="1922067" y="3321800"/>
                <a:ext cx="250560" cy="92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4D7CEC2-985E-2F44-87E0-55945F8F283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904427" y="3303800"/>
                  <a:ext cx="2862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50766D5-92C2-3FC9-7080-8BF6D3F537C2}"/>
                    </a:ext>
                  </a:extLst>
                </p14:cNvPr>
                <p14:cNvContentPartPr/>
                <p14:nvPr/>
              </p14:nvContentPartPr>
              <p14:xfrm>
                <a:off x="2218707" y="3034520"/>
                <a:ext cx="709920" cy="438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50766D5-92C2-3FC9-7080-8BF6D3F537C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201067" y="3016520"/>
                  <a:ext cx="745560" cy="47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EEE1FFD-DA99-7CC6-2A73-F87DA15D5C0C}"/>
              </a:ext>
            </a:extLst>
          </p:cNvPr>
          <p:cNvGrpSpPr/>
          <p:nvPr/>
        </p:nvGrpSpPr>
        <p:grpSpPr>
          <a:xfrm>
            <a:off x="676467" y="4112720"/>
            <a:ext cx="1804320" cy="749160"/>
            <a:chOff x="676467" y="4112720"/>
            <a:chExt cx="1804320" cy="74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18A4D8F-CCBF-15D9-7EB0-CB399A7F61C3}"/>
                    </a:ext>
                  </a:extLst>
                </p14:cNvPr>
                <p14:cNvContentPartPr/>
                <p14:nvPr/>
              </p14:nvContentPartPr>
              <p14:xfrm>
                <a:off x="676467" y="4447880"/>
                <a:ext cx="397800" cy="414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18A4D8F-CCBF-15D9-7EB0-CB399A7F61C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8467" y="4429880"/>
                  <a:ext cx="43344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147E228-A272-74FE-88FE-FCD04C688633}"/>
                    </a:ext>
                  </a:extLst>
                </p14:cNvPr>
                <p14:cNvContentPartPr/>
                <p14:nvPr/>
              </p14:nvContentPartPr>
              <p14:xfrm>
                <a:off x="1110627" y="4433120"/>
                <a:ext cx="195480" cy="295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147E228-A272-74FE-88FE-FCD04C68863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92627" y="4415120"/>
                  <a:ext cx="2311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A0E5A08-4037-B39A-177D-94248FDD761C}"/>
                    </a:ext>
                  </a:extLst>
                </p14:cNvPr>
                <p14:cNvContentPartPr/>
                <p14:nvPr/>
              </p14:nvContentPartPr>
              <p14:xfrm>
                <a:off x="1378827" y="4344200"/>
                <a:ext cx="324360" cy="354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A0E5A08-4037-B39A-177D-94248FDD761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61187" y="4326200"/>
                  <a:ext cx="3600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95664F4-01AF-C1B5-E86D-58465145A727}"/>
                    </a:ext>
                  </a:extLst>
                </p14:cNvPr>
                <p14:cNvContentPartPr/>
                <p14:nvPr/>
              </p14:nvContentPartPr>
              <p14:xfrm>
                <a:off x="1719027" y="4135760"/>
                <a:ext cx="293760" cy="422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95664F4-01AF-C1B5-E86D-58465145A72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01387" y="4117760"/>
                  <a:ext cx="32940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E78CA10-B485-CD42-89F0-5F7A6ADD4475}"/>
                    </a:ext>
                  </a:extLst>
                </p14:cNvPr>
                <p14:cNvContentPartPr/>
                <p14:nvPr/>
              </p14:nvContentPartPr>
              <p14:xfrm>
                <a:off x="1913787" y="4303520"/>
                <a:ext cx="181080" cy="204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E78CA10-B485-CD42-89F0-5F7A6ADD447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895787" y="4285520"/>
                  <a:ext cx="216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F92FD70-B546-5575-FEFE-76880C28991D}"/>
                    </a:ext>
                  </a:extLst>
                </p14:cNvPr>
                <p14:cNvContentPartPr/>
                <p14:nvPr/>
              </p14:nvContentPartPr>
              <p14:xfrm>
                <a:off x="2128707" y="4112720"/>
                <a:ext cx="352080" cy="474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F92FD70-B546-5575-FEFE-76880C28991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110707" y="4095080"/>
                  <a:ext cx="387720" cy="509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505609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82CD8-3E54-DE00-CFD6-7F36E3DA3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C98A4-B32C-1EBE-B63A-F0DC286BB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D1412205-C022-C8E8-A29C-3F59BB31A5CF}"/>
              </a:ext>
            </a:extLst>
          </p:cNvPr>
          <p:cNvGrpSpPr/>
          <p:nvPr/>
        </p:nvGrpSpPr>
        <p:grpSpPr>
          <a:xfrm>
            <a:off x="530307" y="3241880"/>
            <a:ext cx="3499920" cy="1744560"/>
            <a:chOff x="530307" y="3241880"/>
            <a:chExt cx="3499920" cy="174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744F85B-18AF-CE9C-A4AD-7A5FBE5E0DFE}"/>
                    </a:ext>
                  </a:extLst>
                </p14:cNvPr>
                <p14:cNvContentPartPr/>
                <p14:nvPr/>
              </p14:nvContentPartPr>
              <p14:xfrm>
                <a:off x="3919707" y="3416840"/>
                <a:ext cx="3600" cy="11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744F85B-18AF-CE9C-A4AD-7A5FBE5E0DF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02067" y="3399200"/>
                  <a:ext cx="39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9E86674-088E-23A0-1381-3440DE3712FA}"/>
                    </a:ext>
                  </a:extLst>
                </p14:cNvPr>
                <p14:cNvContentPartPr/>
                <p14:nvPr/>
              </p14:nvContentPartPr>
              <p14:xfrm>
                <a:off x="3919707" y="3416840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9E86674-088E-23A0-1381-3440DE3712F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02067" y="33992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4CE5818-C39B-0622-5B7B-326B5C40C518}"/>
                    </a:ext>
                  </a:extLst>
                </p14:cNvPr>
                <p14:cNvContentPartPr/>
                <p14:nvPr/>
              </p14:nvContentPartPr>
              <p14:xfrm>
                <a:off x="3301947" y="3241880"/>
                <a:ext cx="728280" cy="645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4CE5818-C39B-0622-5B7B-326B5C40C51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284307" y="3224240"/>
                  <a:ext cx="76392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2424A2B-8D34-C0C9-599F-76F2A6CD45D5}"/>
                    </a:ext>
                  </a:extLst>
                </p14:cNvPr>
                <p14:cNvContentPartPr/>
                <p14:nvPr/>
              </p14:nvContentPartPr>
              <p14:xfrm>
                <a:off x="2360547" y="3656960"/>
                <a:ext cx="1092240" cy="432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2424A2B-8D34-C0C9-599F-76F2A6CD45D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42907" y="3639320"/>
                  <a:ext cx="112788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40F809-3F2F-9A6E-7640-811FB1CC600E}"/>
                    </a:ext>
                  </a:extLst>
                </p14:cNvPr>
                <p14:cNvContentPartPr/>
                <p14:nvPr/>
              </p14:nvContentPartPr>
              <p14:xfrm>
                <a:off x="681867" y="4037120"/>
                <a:ext cx="22680" cy="293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40F809-3F2F-9A6E-7640-811FB1CC600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63867" y="4019480"/>
                  <a:ext cx="583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15F9F92-D684-5719-7B3A-D8ADD82ED773}"/>
                    </a:ext>
                  </a:extLst>
                </p14:cNvPr>
                <p14:cNvContentPartPr/>
                <p14:nvPr/>
              </p14:nvContentPartPr>
              <p14:xfrm>
                <a:off x="531027" y="3811400"/>
                <a:ext cx="133920" cy="120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15F9F92-D684-5719-7B3A-D8ADD82ED77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13027" y="3793760"/>
                  <a:ext cx="1695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B1EB464-5AA5-E41E-4EFD-566BED13C50D}"/>
                    </a:ext>
                  </a:extLst>
                </p14:cNvPr>
                <p14:cNvContentPartPr/>
                <p14:nvPr/>
              </p14:nvContentPartPr>
              <p14:xfrm>
                <a:off x="852507" y="3646160"/>
                <a:ext cx="416520" cy="617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B1EB464-5AA5-E41E-4EFD-566BED13C50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4867" y="3628160"/>
                  <a:ext cx="45216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B9F6E22-E9BE-D30D-774F-6F42A43AE957}"/>
                    </a:ext>
                  </a:extLst>
                </p14:cNvPr>
                <p14:cNvContentPartPr/>
                <p14:nvPr/>
              </p14:nvContentPartPr>
              <p14:xfrm>
                <a:off x="530307" y="4649120"/>
                <a:ext cx="282240" cy="337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B9F6E22-E9BE-D30D-774F-6F42A43AE95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12307" y="4631480"/>
                  <a:ext cx="3178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2C06C6B-D73C-E156-A251-47C518017AB5}"/>
                    </a:ext>
                  </a:extLst>
                </p14:cNvPr>
                <p14:cNvContentPartPr/>
                <p14:nvPr/>
              </p14:nvContentPartPr>
              <p14:xfrm>
                <a:off x="879507" y="4434920"/>
                <a:ext cx="1247400" cy="462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2C06C6B-D73C-E156-A251-47C518017AB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1867" y="4417280"/>
                  <a:ext cx="128304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56FA229-9C39-4F2B-CC23-44EE5952518E}"/>
                    </a:ext>
                  </a:extLst>
                </p14:cNvPr>
                <p14:cNvContentPartPr/>
                <p14:nvPr/>
              </p14:nvContentPartPr>
              <p14:xfrm>
                <a:off x="2249307" y="4451120"/>
                <a:ext cx="369360" cy="74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56FA229-9C39-4F2B-CC23-44EE5952518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31667" y="4433120"/>
                  <a:ext cx="405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C214AE1-B6E4-7D56-7A71-FE701BE0E8A3}"/>
                    </a:ext>
                  </a:extLst>
                </p14:cNvPr>
                <p14:cNvContentPartPr/>
                <p14:nvPr/>
              </p14:nvContentPartPr>
              <p14:xfrm>
                <a:off x="2386467" y="4581440"/>
                <a:ext cx="270000" cy="69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C214AE1-B6E4-7D56-7A71-FE701BE0E8A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68467" y="4563800"/>
                  <a:ext cx="3056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E99914A-97BD-9A6B-1273-7E12EED3FA5A}"/>
                    </a:ext>
                  </a:extLst>
                </p14:cNvPr>
                <p14:cNvContentPartPr/>
                <p14:nvPr/>
              </p14:nvContentPartPr>
              <p14:xfrm>
                <a:off x="2818467" y="4225400"/>
                <a:ext cx="325080" cy="391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E99914A-97BD-9A6B-1273-7E12EED3FA5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800467" y="4207760"/>
                  <a:ext cx="36072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5FA2B43-B839-C0F2-CED0-40A76D126827}"/>
                    </a:ext>
                  </a:extLst>
                </p14:cNvPr>
                <p14:cNvContentPartPr/>
                <p14:nvPr/>
              </p14:nvContentPartPr>
              <p14:xfrm>
                <a:off x="3300507" y="4424120"/>
                <a:ext cx="98640" cy="231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5FA2B43-B839-C0F2-CED0-40A76D12682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282867" y="4406480"/>
                  <a:ext cx="13428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A95CADD-B592-1B86-95BC-46CD52D8F6C3}"/>
              </a:ext>
            </a:extLst>
          </p:cNvPr>
          <p:cNvGrpSpPr/>
          <p:nvPr/>
        </p:nvGrpSpPr>
        <p:grpSpPr>
          <a:xfrm>
            <a:off x="803187" y="5305400"/>
            <a:ext cx="1814760" cy="1045080"/>
            <a:chOff x="803187" y="5305400"/>
            <a:chExt cx="1814760" cy="104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5FBBF1-8902-6701-6260-0686F8881151}"/>
                    </a:ext>
                  </a:extLst>
                </p14:cNvPr>
                <p14:cNvContentPartPr/>
                <p14:nvPr/>
              </p14:nvContentPartPr>
              <p14:xfrm>
                <a:off x="803187" y="5412320"/>
                <a:ext cx="300960" cy="650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5FBBF1-8902-6701-6260-0686F888115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85547" y="5394320"/>
                  <a:ext cx="336600" cy="68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EC5670F-60F1-FB22-1619-5E96392FA6A3}"/>
                    </a:ext>
                  </a:extLst>
                </p14:cNvPr>
                <p14:cNvContentPartPr/>
                <p14:nvPr/>
              </p14:nvContentPartPr>
              <p14:xfrm>
                <a:off x="1146987" y="5387480"/>
                <a:ext cx="165960" cy="261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EC5670F-60F1-FB22-1619-5E96392FA6A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28987" y="5369840"/>
                  <a:ext cx="2016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428B123-269A-E8DA-DFB9-2422D8BD7381}"/>
                    </a:ext>
                  </a:extLst>
                </p14:cNvPr>
                <p14:cNvContentPartPr/>
                <p14:nvPr/>
              </p14:nvContentPartPr>
              <p14:xfrm>
                <a:off x="1423107" y="5305400"/>
                <a:ext cx="487800" cy="323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428B123-269A-E8DA-DFB9-2422D8BD738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05107" y="5287760"/>
                  <a:ext cx="5234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E0DF71E-82F4-D1C9-D3FE-888B56C3B51F}"/>
                    </a:ext>
                  </a:extLst>
                </p14:cNvPr>
                <p14:cNvContentPartPr/>
                <p14:nvPr/>
              </p14:nvContentPartPr>
              <p14:xfrm>
                <a:off x="1605987" y="6035480"/>
                <a:ext cx="328320" cy="315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E0DF71E-82F4-D1C9-D3FE-888B56C3B51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587987" y="6017840"/>
                  <a:ext cx="3639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6E172CD-FDA9-732A-4CF5-0C056452FACE}"/>
                    </a:ext>
                  </a:extLst>
                </p14:cNvPr>
                <p14:cNvContentPartPr/>
                <p14:nvPr/>
              </p14:nvContentPartPr>
              <p14:xfrm>
                <a:off x="1951587" y="6020720"/>
                <a:ext cx="261000" cy="289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6E172CD-FDA9-732A-4CF5-0C056452FAC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933587" y="6003080"/>
                  <a:ext cx="2966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25901A9-5806-B0E9-CF0C-F108EB9A35AC}"/>
                    </a:ext>
                  </a:extLst>
                </p14:cNvPr>
                <p14:cNvContentPartPr/>
                <p14:nvPr/>
              </p14:nvContentPartPr>
              <p14:xfrm>
                <a:off x="2223747" y="5984720"/>
                <a:ext cx="394200" cy="270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25901A9-5806-B0E9-CF0C-F108EB9A35A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205747" y="5967080"/>
                  <a:ext cx="429840" cy="30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1D13C93-4D30-A261-4085-B50EB9E0D11D}"/>
              </a:ext>
            </a:extLst>
          </p:cNvPr>
          <p:cNvGrpSpPr/>
          <p:nvPr/>
        </p:nvGrpSpPr>
        <p:grpSpPr>
          <a:xfrm>
            <a:off x="3229947" y="5671880"/>
            <a:ext cx="2478600" cy="920520"/>
            <a:chOff x="3229947" y="5671880"/>
            <a:chExt cx="2478600" cy="92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91821B6-CF36-E30C-68AB-435254F99313}"/>
                    </a:ext>
                  </a:extLst>
                </p14:cNvPr>
                <p14:cNvContentPartPr/>
                <p14:nvPr/>
              </p14:nvContentPartPr>
              <p14:xfrm>
                <a:off x="3357387" y="5671880"/>
                <a:ext cx="230400" cy="611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91821B6-CF36-E30C-68AB-435254F9931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39387" y="5654240"/>
                  <a:ext cx="26604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27586A8-4B0B-3C54-48CB-D6E4F7E27AE1}"/>
                    </a:ext>
                  </a:extLst>
                </p14:cNvPr>
                <p14:cNvContentPartPr/>
                <p14:nvPr/>
              </p14:nvContentPartPr>
              <p14:xfrm>
                <a:off x="3229947" y="5940800"/>
                <a:ext cx="420840" cy="270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27586A8-4B0B-3C54-48CB-D6E4F7E27AE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12307" y="5923160"/>
                  <a:ext cx="4564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F64FEB3-31ED-49D8-F867-6C5EF30BCF5E}"/>
                    </a:ext>
                  </a:extLst>
                </p14:cNvPr>
                <p14:cNvContentPartPr/>
                <p14:nvPr/>
              </p14:nvContentPartPr>
              <p14:xfrm>
                <a:off x="3722067" y="5933240"/>
                <a:ext cx="195120" cy="276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F64FEB3-31ED-49D8-F867-6C5EF30BCF5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04067" y="5915240"/>
                  <a:ext cx="2307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0A18FCB-6B7D-E373-134C-8AAE87D40EDB}"/>
                    </a:ext>
                  </a:extLst>
                </p14:cNvPr>
                <p14:cNvContentPartPr/>
                <p14:nvPr/>
              </p14:nvContentPartPr>
              <p14:xfrm>
                <a:off x="3928347" y="5910920"/>
                <a:ext cx="229320" cy="301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0A18FCB-6B7D-E373-134C-8AAE87D40ED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910347" y="5892920"/>
                  <a:ext cx="2649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C169984-A918-8777-042D-0D4CD0ECD171}"/>
                    </a:ext>
                  </a:extLst>
                </p14:cNvPr>
                <p14:cNvContentPartPr/>
                <p14:nvPr/>
              </p14:nvContentPartPr>
              <p14:xfrm>
                <a:off x="4239747" y="5956280"/>
                <a:ext cx="229320" cy="241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C169984-A918-8777-042D-0D4CD0ECD17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221747" y="5938640"/>
                  <a:ext cx="2649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89F5AB8-C377-B5E1-F456-2592374DF86A}"/>
                    </a:ext>
                  </a:extLst>
                </p14:cNvPr>
                <p14:cNvContentPartPr/>
                <p14:nvPr/>
              </p14:nvContentPartPr>
              <p14:xfrm>
                <a:off x="4683267" y="5712200"/>
                <a:ext cx="223920" cy="438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89F5AB8-C377-B5E1-F456-2592374DF86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65627" y="5694200"/>
                  <a:ext cx="25956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45DBE56-671F-603A-A453-3A2385ACCDB4}"/>
                    </a:ext>
                  </a:extLst>
                </p14:cNvPr>
                <p14:cNvContentPartPr/>
                <p14:nvPr/>
              </p14:nvContentPartPr>
              <p14:xfrm>
                <a:off x="4573107" y="5987600"/>
                <a:ext cx="268920" cy="83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45DBE56-671F-603A-A453-3A2385ACCDB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555467" y="5969960"/>
                  <a:ext cx="3045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4C5DA78-AA98-D8A5-4D98-81A121B9AFFD}"/>
                    </a:ext>
                  </a:extLst>
                </p14:cNvPr>
                <p14:cNvContentPartPr/>
                <p14:nvPr/>
              </p14:nvContentPartPr>
              <p14:xfrm>
                <a:off x="4875147" y="5689520"/>
                <a:ext cx="833400" cy="902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4C5DA78-AA98-D8A5-4D98-81A121B9AFF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857507" y="5671520"/>
                  <a:ext cx="869040" cy="9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9EF9C5F-70C8-4309-1AF7-BA24411441AC}"/>
              </a:ext>
            </a:extLst>
          </p:cNvPr>
          <p:cNvGrpSpPr/>
          <p:nvPr/>
        </p:nvGrpSpPr>
        <p:grpSpPr>
          <a:xfrm>
            <a:off x="6316947" y="5409800"/>
            <a:ext cx="5331960" cy="1207080"/>
            <a:chOff x="6316947" y="5409800"/>
            <a:chExt cx="5331960" cy="12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F3D700-BBAC-C95D-68BE-046917F7F14E}"/>
                    </a:ext>
                  </a:extLst>
                </p14:cNvPr>
                <p14:cNvContentPartPr/>
                <p14:nvPr/>
              </p14:nvContentPartPr>
              <p14:xfrm>
                <a:off x="6316947" y="5805080"/>
                <a:ext cx="243000" cy="321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F3D700-BBAC-C95D-68BE-046917F7F14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298947" y="5787080"/>
                  <a:ext cx="2786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CE0D4B-E65C-ED2B-0C69-B9B7D7EBB4E1}"/>
                    </a:ext>
                  </a:extLst>
                </p14:cNvPr>
                <p14:cNvContentPartPr/>
                <p14:nvPr/>
              </p14:nvContentPartPr>
              <p14:xfrm>
                <a:off x="6652107" y="5802920"/>
                <a:ext cx="261720" cy="297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CE0D4B-E65C-ED2B-0C69-B9B7D7EBB4E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634107" y="5785280"/>
                  <a:ext cx="2973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3815B7-A7A7-169F-E747-54DAD7346B87}"/>
                    </a:ext>
                  </a:extLst>
                </p14:cNvPr>
                <p14:cNvContentPartPr/>
                <p14:nvPr/>
              </p14:nvContentPartPr>
              <p14:xfrm>
                <a:off x="6934347" y="5789240"/>
                <a:ext cx="254520" cy="294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3815B7-A7A7-169F-E747-54DAD7346B8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916707" y="5771240"/>
                  <a:ext cx="2901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8CA22FA-58A1-22FB-97B7-03110B40B499}"/>
                    </a:ext>
                  </a:extLst>
                </p14:cNvPr>
                <p14:cNvContentPartPr/>
                <p14:nvPr/>
              </p14:nvContentPartPr>
              <p14:xfrm>
                <a:off x="7272387" y="5803640"/>
                <a:ext cx="281520" cy="255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8CA22FA-58A1-22FB-97B7-03110B40B49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254747" y="5786000"/>
                  <a:ext cx="3171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5612689-903B-CFC2-0710-8B513C5CD983}"/>
                    </a:ext>
                  </a:extLst>
                </p14:cNvPr>
                <p14:cNvContentPartPr/>
                <p14:nvPr/>
              </p14:nvContentPartPr>
              <p14:xfrm>
                <a:off x="7760907" y="5576120"/>
                <a:ext cx="138600" cy="426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5612689-903B-CFC2-0710-8B513C5CD98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743267" y="5558120"/>
                  <a:ext cx="17424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E8A18D6-3FD5-9AD6-2CC7-5715007E8124}"/>
                    </a:ext>
                  </a:extLst>
                </p14:cNvPr>
                <p14:cNvContentPartPr/>
                <p14:nvPr/>
              </p14:nvContentPartPr>
              <p14:xfrm>
                <a:off x="7639227" y="5780240"/>
                <a:ext cx="272880" cy="13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E8A18D6-3FD5-9AD6-2CC7-5715007E812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621587" y="5762240"/>
                  <a:ext cx="3085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689C749-BF70-68CA-248E-7F193AF82CE2}"/>
                    </a:ext>
                  </a:extLst>
                </p14:cNvPr>
                <p14:cNvContentPartPr/>
                <p14:nvPr/>
              </p14:nvContentPartPr>
              <p14:xfrm>
                <a:off x="8524467" y="5470280"/>
                <a:ext cx="60480" cy="547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689C749-BF70-68CA-248E-7F193AF82CE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506827" y="5452280"/>
                  <a:ext cx="9612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B4E7A9D-4DF8-0B93-0595-F631DA75492E}"/>
                    </a:ext>
                  </a:extLst>
                </p14:cNvPr>
                <p14:cNvContentPartPr/>
                <p14:nvPr/>
              </p14:nvContentPartPr>
              <p14:xfrm>
                <a:off x="8333307" y="5742800"/>
                <a:ext cx="432360" cy="48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B4E7A9D-4DF8-0B93-0595-F631DA75492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315307" y="5724800"/>
                  <a:ext cx="468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43FB100-F0E4-9A40-2A64-D05AED0FC584}"/>
                    </a:ext>
                  </a:extLst>
                </p14:cNvPr>
                <p14:cNvContentPartPr/>
                <p14:nvPr/>
              </p14:nvContentPartPr>
              <p14:xfrm>
                <a:off x="8766027" y="5533280"/>
                <a:ext cx="582480" cy="489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43FB100-F0E4-9A40-2A64-D05AED0FC58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748027" y="5515280"/>
                  <a:ext cx="61812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9229C37-AA67-FB44-8F69-9F9C42C5DAFB}"/>
                    </a:ext>
                  </a:extLst>
                </p14:cNvPr>
                <p14:cNvContentPartPr/>
                <p14:nvPr/>
              </p14:nvContentPartPr>
              <p14:xfrm>
                <a:off x="9672147" y="5654600"/>
                <a:ext cx="263520" cy="322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9229C37-AA67-FB44-8F69-9F9C42C5DAF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654147" y="5636600"/>
                  <a:ext cx="2991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E239A74-E8F5-7690-3562-4799DC6D53BC}"/>
                    </a:ext>
                  </a:extLst>
                </p14:cNvPr>
                <p14:cNvContentPartPr/>
                <p14:nvPr/>
              </p14:nvContentPartPr>
              <p14:xfrm>
                <a:off x="9952587" y="5675840"/>
                <a:ext cx="207360" cy="248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E239A74-E8F5-7690-3562-4799DC6D53B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934587" y="5657840"/>
                  <a:ext cx="2430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3C20F67-AB7C-2934-DDF7-E8FBA9B61E7C}"/>
                    </a:ext>
                  </a:extLst>
                </p14:cNvPr>
                <p14:cNvContentPartPr/>
                <p14:nvPr/>
              </p14:nvContentPartPr>
              <p14:xfrm>
                <a:off x="10229427" y="5698160"/>
                <a:ext cx="243000" cy="277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3C20F67-AB7C-2934-DDF7-E8FBA9B61E7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211427" y="5680520"/>
                  <a:ext cx="2786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017ED6C-3607-62D7-EDA3-422A761914B9}"/>
                    </a:ext>
                  </a:extLst>
                </p14:cNvPr>
                <p14:cNvContentPartPr/>
                <p14:nvPr/>
              </p14:nvContentPartPr>
              <p14:xfrm>
                <a:off x="10490427" y="5409800"/>
                <a:ext cx="586440" cy="565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017ED6C-3607-62D7-EDA3-422A761914B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472427" y="5392160"/>
                  <a:ext cx="62208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0E82BB8-89E9-3815-776E-03DF6C5872A7}"/>
                    </a:ext>
                  </a:extLst>
                </p14:cNvPr>
                <p14:cNvContentPartPr/>
                <p14:nvPr/>
              </p14:nvContentPartPr>
              <p14:xfrm>
                <a:off x="10915947" y="5678720"/>
                <a:ext cx="198360" cy="24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0E82BB8-89E9-3815-776E-03DF6C5872A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897947" y="5660720"/>
                  <a:ext cx="234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338CB35-3D5E-7095-6C43-4B11A7ABC8CF}"/>
                    </a:ext>
                  </a:extLst>
                </p14:cNvPr>
                <p14:cNvContentPartPr/>
                <p14:nvPr/>
              </p14:nvContentPartPr>
              <p14:xfrm>
                <a:off x="11148867" y="5595920"/>
                <a:ext cx="500040" cy="286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338CB35-3D5E-7095-6C43-4B11A7ABC8C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130867" y="5577920"/>
                  <a:ext cx="5356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ACE1A6B-E336-6D84-9C96-067AA47BCA35}"/>
                    </a:ext>
                  </a:extLst>
                </p14:cNvPr>
                <p14:cNvContentPartPr/>
                <p14:nvPr/>
              </p14:nvContentPartPr>
              <p14:xfrm>
                <a:off x="7185267" y="6340400"/>
                <a:ext cx="280800" cy="276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ACE1A6B-E336-6D84-9C96-067AA47BCA3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167627" y="6322400"/>
                  <a:ext cx="3164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83989B7-AC01-CEDB-D77F-FCFD3445A42C}"/>
                    </a:ext>
                  </a:extLst>
                </p14:cNvPr>
                <p14:cNvContentPartPr/>
                <p14:nvPr/>
              </p14:nvContentPartPr>
              <p14:xfrm>
                <a:off x="7457427" y="6358040"/>
                <a:ext cx="366120" cy="195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83989B7-AC01-CEDB-D77F-FCFD3445A42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439787" y="6340040"/>
                  <a:ext cx="401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D158AC1-D98F-4A2E-946E-FB286007F088}"/>
                    </a:ext>
                  </a:extLst>
                </p14:cNvPr>
                <p14:cNvContentPartPr/>
                <p14:nvPr/>
              </p14:nvContentPartPr>
              <p14:xfrm>
                <a:off x="7861707" y="6107480"/>
                <a:ext cx="182160" cy="479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D158AC1-D98F-4A2E-946E-FB286007F08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844067" y="6089480"/>
                  <a:ext cx="21780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DFFCF00-A2A7-3EAC-B6A4-0F26F8BFC377}"/>
                    </a:ext>
                  </a:extLst>
                </p14:cNvPr>
                <p14:cNvContentPartPr/>
                <p14:nvPr/>
              </p14:nvContentPartPr>
              <p14:xfrm>
                <a:off x="8376147" y="6458120"/>
                <a:ext cx="164880" cy="14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DFFCF00-A2A7-3EAC-B6A4-0F26F8BFC37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358147" y="6440480"/>
                  <a:ext cx="200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8AAB22A-0E3E-99EA-56D9-B4284B318757}"/>
                    </a:ext>
                  </a:extLst>
                </p14:cNvPr>
                <p14:cNvContentPartPr/>
                <p14:nvPr/>
              </p14:nvContentPartPr>
              <p14:xfrm>
                <a:off x="8720307" y="6452720"/>
                <a:ext cx="97560" cy="5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8AAB22A-0E3E-99EA-56D9-B4284B31875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702667" y="6435080"/>
                  <a:ext cx="133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301F4B4-D097-57D7-75ED-32457AD9C745}"/>
                    </a:ext>
                  </a:extLst>
                </p14:cNvPr>
                <p14:cNvContentPartPr/>
                <p14:nvPr/>
              </p14:nvContentPartPr>
              <p14:xfrm>
                <a:off x="9050787" y="6447680"/>
                <a:ext cx="113760" cy="12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301F4B4-D097-57D7-75ED-32457AD9C74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033147" y="6429680"/>
                  <a:ext cx="1494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F18CA90-E720-6CBC-3371-A43AD7270652}"/>
                    </a:ext>
                  </a:extLst>
                </p14:cNvPr>
                <p14:cNvContentPartPr/>
                <p14:nvPr/>
              </p14:nvContentPartPr>
              <p14:xfrm>
                <a:off x="9459387" y="6418520"/>
                <a:ext cx="77400" cy="38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F18CA90-E720-6CBC-3371-A43AD727065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441387" y="6400880"/>
                  <a:ext cx="113040" cy="74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950446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3B3F-4FA8-03F1-2553-D5C590273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2FCCE4-DB84-970E-1528-62274C4F7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A5372DA-D2A2-2CAC-50A5-0E501312C060}"/>
              </a:ext>
            </a:extLst>
          </p:cNvPr>
          <p:cNvGrpSpPr/>
          <p:nvPr/>
        </p:nvGrpSpPr>
        <p:grpSpPr>
          <a:xfrm>
            <a:off x="1494027" y="5464160"/>
            <a:ext cx="2583360" cy="643680"/>
            <a:chOff x="1494027" y="5464160"/>
            <a:chExt cx="2583360" cy="64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B8549F4-98E1-67D1-D2CF-C1A5DF1649C4}"/>
                    </a:ext>
                  </a:extLst>
                </p14:cNvPr>
                <p14:cNvContentPartPr/>
                <p14:nvPr/>
              </p14:nvContentPartPr>
              <p14:xfrm>
                <a:off x="1494027" y="5469920"/>
                <a:ext cx="444960" cy="573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B8549F4-98E1-67D1-D2CF-C1A5DF1649C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76387" y="5451920"/>
                  <a:ext cx="48060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64974EC-0874-E381-9561-6560579BA29E}"/>
                    </a:ext>
                  </a:extLst>
                </p14:cNvPr>
                <p14:cNvContentPartPr/>
                <p14:nvPr/>
              </p14:nvContentPartPr>
              <p14:xfrm>
                <a:off x="2132307" y="5469200"/>
                <a:ext cx="212760" cy="503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64974EC-0874-E381-9561-6560579BA29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14667" y="5451200"/>
                  <a:ext cx="24840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3088095-9B30-2B83-B6E3-EC8D882B02FE}"/>
                    </a:ext>
                  </a:extLst>
                </p14:cNvPr>
                <p14:cNvContentPartPr/>
                <p14:nvPr/>
              </p14:nvContentPartPr>
              <p14:xfrm>
                <a:off x="1909467" y="5711840"/>
                <a:ext cx="487080" cy="10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3088095-9B30-2B83-B6E3-EC8D882B02F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91467" y="5693840"/>
                  <a:ext cx="522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D449416-D0D1-06B1-23A6-3F6996575FE4}"/>
                    </a:ext>
                  </a:extLst>
                </p14:cNvPr>
                <p14:cNvContentPartPr/>
                <p14:nvPr/>
              </p14:nvContentPartPr>
              <p14:xfrm>
                <a:off x="2336787" y="5683760"/>
                <a:ext cx="817920" cy="332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D449416-D0D1-06B1-23A6-3F6996575FE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18787" y="5666120"/>
                  <a:ext cx="8535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98CD859-38D1-42FE-7989-CD5C07AED737}"/>
                    </a:ext>
                  </a:extLst>
                </p14:cNvPr>
                <p14:cNvContentPartPr/>
                <p14:nvPr/>
              </p14:nvContentPartPr>
              <p14:xfrm>
                <a:off x="3331107" y="5464160"/>
                <a:ext cx="214560" cy="507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98CD859-38D1-42FE-7989-CD5C07AED73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13467" y="5446520"/>
                  <a:ext cx="25020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8942063-C4AC-75DD-1B60-6499FEF2194B}"/>
                    </a:ext>
                  </a:extLst>
                </p14:cNvPr>
                <p14:cNvContentPartPr/>
                <p14:nvPr/>
              </p14:nvContentPartPr>
              <p14:xfrm>
                <a:off x="3190707" y="5725520"/>
                <a:ext cx="375840" cy="18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8942063-C4AC-75DD-1B60-6499FEF2194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72707" y="5707880"/>
                  <a:ext cx="4114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F5F9E84-ADF9-0C96-C467-5EE0EAEB0E2D}"/>
                    </a:ext>
                  </a:extLst>
                </p14:cNvPr>
                <p14:cNvContentPartPr/>
                <p14:nvPr/>
              </p14:nvContentPartPr>
              <p14:xfrm>
                <a:off x="3622707" y="5708960"/>
                <a:ext cx="454680" cy="398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F5F9E84-ADF9-0C96-C467-5EE0EAEB0E2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04707" y="5690960"/>
                  <a:ext cx="490320" cy="43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FDB617-00B9-702D-FBA1-AB5803EFDBD8}"/>
              </a:ext>
            </a:extLst>
          </p:cNvPr>
          <p:cNvGrpSpPr/>
          <p:nvPr/>
        </p:nvGrpSpPr>
        <p:grpSpPr>
          <a:xfrm>
            <a:off x="4872627" y="5546600"/>
            <a:ext cx="1777680" cy="577440"/>
            <a:chOff x="4872627" y="5546600"/>
            <a:chExt cx="1777680" cy="57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BB313C-D495-7158-01B3-3A2CC6E8C3B4}"/>
                    </a:ext>
                  </a:extLst>
                </p14:cNvPr>
                <p14:cNvContentPartPr/>
                <p14:nvPr/>
              </p14:nvContentPartPr>
              <p14:xfrm>
                <a:off x="5121747" y="5546600"/>
                <a:ext cx="284040" cy="518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BB313C-D495-7158-01B3-3A2CC6E8C3B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104107" y="5528960"/>
                  <a:ext cx="31968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80C7681-98BA-632A-A136-0091FD48C42C}"/>
                    </a:ext>
                  </a:extLst>
                </p14:cNvPr>
                <p14:cNvContentPartPr/>
                <p14:nvPr/>
              </p14:nvContentPartPr>
              <p14:xfrm>
                <a:off x="4872627" y="5776280"/>
                <a:ext cx="779040" cy="251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80C7681-98BA-632A-A136-0091FD48C42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854987" y="5758640"/>
                  <a:ext cx="8146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D98F4EC-E3E0-E2FF-F578-E83B4093E3DD}"/>
                    </a:ext>
                  </a:extLst>
                </p14:cNvPr>
                <p14:cNvContentPartPr/>
                <p14:nvPr/>
              </p14:nvContentPartPr>
              <p14:xfrm>
                <a:off x="5683347" y="5777000"/>
                <a:ext cx="195840" cy="272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D98F4EC-E3E0-E2FF-F578-E83B4093E3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65347" y="5759360"/>
                  <a:ext cx="2314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B4E15C3-C67E-338A-625A-627F92A838BA}"/>
                    </a:ext>
                  </a:extLst>
                </p14:cNvPr>
                <p14:cNvContentPartPr/>
                <p14:nvPr/>
              </p14:nvContentPartPr>
              <p14:xfrm>
                <a:off x="5926707" y="5759000"/>
                <a:ext cx="723600" cy="365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B4E15C3-C67E-338A-625A-627F92A838B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908707" y="5741000"/>
                  <a:ext cx="759240" cy="40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533BA3F-79A4-7887-00DE-BF22629B0EAA}"/>
              </a:ext>
            </a:extLst>
          </p:cNvPr>
          <p:cNvGrpSpPr/>
          <p:nvPr/>
        </p:nvGrpSpPr>
        <p:grpSpPr>
          <a:xfrm>
            <a:off x="7573347" y="5591600"/>
            <a:ext cx="928440" cy="511560"/>
            <a:chOff x="7573347" y="5591600"/>
            <a:chExt cx="928440" cy="51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48FB81A-D82D-914A-EE5A-DFD2BA85A4AC}"/>
                    </a:ext>
                  </a:extLst>
                </p14:cNvPr>
                <p14:cNvContentPartPr/>
                <p14:nvPr/>
              </p14:nvContentPartPr>
              <p14:xfrm>
                <a:off x="7573347" y="5643800"/>
                <a:ext cx="388440" cy="459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48FB81A-D82D-914A-EE5A-DFD2BA85A4A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55347" y="5625800"/>
                  <a:ext cx="42408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BF815C4-3B76-BB91-73FC-697FB4F7B431}"/>
                    </a:ext>
                  </a:extLst>
                </p14:cNvPr>
                <p14:cNvContentPartPr/>
                <p14:nvPr/>
              </p14:nvContentPartPr>
              <p14:xfrm>
                <a:off x="8125947" y="5591600"/>
                <a:ext cx="375840" cy="479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BF815C4-3B76-BB91-73FC-697FB4F7B43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07947" y="5573600"/>
                  <a:ext cx="411480" cy="515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390552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CE8D5-9E48-5341-128E-A77AC3B08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C993F5-0C91-6B4A-5A97-F5181D4A6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62" y="633516"/>
            <a:ext cx="5387807" cy="4930567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58EBA9E-A691-DC0A-AAC2-D5BF2F258898}"/>
              </a:ext>
            </a:extLst>
          </p:cNvPr>
          <p:cNvGrpSpPr/>
          <p:nvPr/>
        </p:nvGrpSpPr>
        <p:grpSpPr>
          <a:xfrm>
            <a:off x="1483587" y="446120"/>
            <a:ext cx="1322280" cy="845280"/>
            <a:chOff x="1483587" y="446120"/>
            <a:chExt cx="1322280" cy="84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4672FC8-7C88-D239-62C9-7903E79C5EC1}"/>
                    </a:ext>
                  </a:extLst>
                </p14:cNvPr>
                <p14:cNvContentPartPr/>
                <p14:nvPr/>
              </p14:nvContentPartPr>
              <p14:xfrm>
                <a:off x="1483587" y="446120"/>
                <a:ext cx="479160" cy="405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4672FC8-7C88-D239-62C9-7903E79C5EC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65947" y="428120"/>
                  <a:ext cx="5148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0821FE0-9628-C69E-D6AF-3326922FE9C1}"/>
                    </a:ext>
                  </a:extLst>
                </p14:cNvPr>
                <p14:cNvContentPartPr/>
                <p14:nvPr/>
              </p14:nvContentPartPr>
              <p14:xfrm>
                <a:off x="1804707" y="836720"/>
                <a:ext cx="52920" cy="454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0821FE0-9628-C69E-D6AF-3326922FE9C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86707" y="818720"/>
                  <a:ext cx="8856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2BE8DF8-626D-D6AC-DC05-F2847C3F206D}"/>
                    </a:ext>
                  </a:extLst>
                </p14:cNvPr>
                <p14:cNvContentPartPr/>
                <p14:nvPr/>
              </p14:nvContentPartPr>
              <p14:xfrm>
                <a:off x="1932507" y="862280"/>
                <a:ext cx="293040" cy="394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2BE8DF8-626D-D6AC-DC05-F2847C3F206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14507" y="844280"/>
                  <a:ext cx="32868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DACDA39-1D9B-23D3-450F-0445012435B7}"/>
                    </a:ext>
                  </a:extLst>
                </p14:cNvPr>
                <p14:cNvContentPartPr/>
                <p14:nvPr/>
              </p14:nvContentPartPr>
              <p14:xfrm>
                <a:off x="2290707" y="787400"/>
                <a:ext cx="515160" cy="465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DACDA39-1D9B-23D3-450F-0445012435B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73067" y="769760"/>
                  <a:ext cx="550800" cy="50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8A88ACC-99CF-B727-DC22-790AD2B21EC6}"/>
              </a:ext>
            </a:extLst>
          </p:cNvPr>
          <p:cNvGrpSpPr/>
          <p:nvPr/>
        </p:nvGrpSpPr>
        <p:grpSpPr>
          <a:xfrm>
            <a:off x="3497427" y="547280"/>
            <a:ext cx="1296720" cy="446760"/>
            <a:chOff x="3497427" y="547280"/>
            <a:chExt cx="129672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875174F-1D10-F179-9F12-F09022B953D9}"/>
                    </a:ext>
                  </a:extLst>
                </p14:cNvPr>
                <p14:cNvContentPartPr/>
                <p14:nvPr/>
              </p14:nvContentPartPr>
              <p14:xfrm>
                <a:off x="3497427" y="585440"/>
                <a:ext cx="304920" cy="397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875174F-1D10-F179-9F12-F09022B953D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79787" y="567800"/>
                  <a:ext cx="34056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07978E3-AE5F-5A58-DEE4-6D91E51C6B64}"/>
                    </a:ext>
                  </a:extLst>
                </p14:cNvPr>
                <p14:cNvContentPartPr/>
                <p14:nvPr/>
              </p14:nvContentPartPr>
              <p14:xfrm>
                <a:off x="3872547" y="579680"/>
                <a:ext cx="323640" cy="414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07978E3-AE5F-5A58-DEE4-6D91E51C6B6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54907" y="562040"/>
                  <a:ext cx="35928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5B4CA96-018F-9FC9-AACE-B246FA6855D7}"/>
                    </a:ext>
                  </a:extLst>
                </p14:cNvPr>
                <p14:cNvContentPartPr/>
                <p14:nvPr/>
              </p14:nvContentPartPr>
              <p14:xfrm>
                <a:off x="4224267" y="547280"/>
                <a:ext cx="569880" cy="401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5B4CA96-018F-9FC9-AACE-B246FA6855D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206267" y="529280"/>
                  <a:ext cx="605520" cy="43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6FE8889-7DE2-3D08-F89B-5CB22FF9B471}"/>
              </a:ext>
            </a:extLst>
          </p:cNvPr>
          <p:cNvGrpSpPr/>
          <p:nvPr/>
        </p:nvGrpSpPr>
        <p:grpSpPr>
          <a:xfrm>
            <a:off x="5461947" y="263240"/>
            <a:ext cx="1239120" cy="687960"/>
            <a:chOff x="5461947" y="263240"/>
            <a:chExt cx="1239120" cy="68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72A88A9-528D-E454-A1DF-419350DC9859}"/>
                    </a:ext>
                  </a:extLst>
                </p14:cNvPr>
                <p14:cNvContentPartPr/>
                <p14:nvPr/>
              </p14:nvContentPartPr>
              <p14:xfrm>
                <a:off x="5461947" y="533960"/>
                <a:ext cx="429120" cy="417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72A88A9-528D-E454-A1DF-419350DC985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43947" y="516320"/>
                  <a:ext cx="46476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EF686F1-A1CC-2C18-A61C-EDADBC4D14AE}"/>
                    </a:ext>
                  </a:extLst>
                </p14:cNvPr>
                <p14:cNvContentPartPr/>
                <p14:nvPr/>
              </p14:nvContentPartPr>
              <p14:xfrm>
                <a:off x="5937867" y="263240"/>
                <a:ext cx="60120" cy="602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EF686F1-A1CC-2C18-A61C-EDADBC4D14A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19867" y="245600"/>
                  <a:ext cx="9576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5637F78-6DC9-A084-05B3-1C9C02BDE287}"/>
                    </a:ext>
                  </a:extLst>
                </p14:cNvPr>
                <p14:cNvContentPartPr/>
                <p14:nvPr/>
              </p14:nvContentPartPr>
              <p14:xfrm>
                <a:off x="6113907" y="499400"/>
                <a:ext cx="199440" cy="363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5637F78-6DC9-A084-05B3-1C9C02BDE28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095907" y="481760"/>
                  <a:ext cx="2350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BC954A2-A1C7-DC95-2BE8-330B18CAE6A0}"/>
                    </a:ext>
                  </a:extLst>
                </p14:cNvPr>
                <p14:cNvContentPartPr/>
                <p14:nvPr/>
              </p14:nvContentPartPr>
              <p14:xfrm>
                <a:off x="6440067" y="481760"/>
                <a:ext cx="261000" cy="368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BC954A2-A1C7-DC95-2BE8-330B18CAE6A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422427" y="463760"/>
                  <a:ext cx="296640" cy="40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CE80984-4983-B039-4AA9-51D4C4B08F60}"/>
              </a:ext>
            </a:extLst>
          </p:cNvPr>
          <p:cNvGrpSpPr/>
          <p:nvPr/>
        </p:nvGrpSpPr>
        <p:grpSpPr>
          <a:xfrm>
            <a:off x="7567227" y="370160"/>
            <a:ext cx="3534120" cy="2420640"/>
            <a:chOff x="7567227" y="370160"/>
            <a:chExt cx="3534120" cy="242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FDE9F79-87B3-0B12-1B52-403968004B39}"/>
                    </a:ext>
                  </a:extLst>
                </p14:cNvPr>
                <p14:cNvContentPartPr/>
                <p14:nvPr/>
              </p14:nvContentPartPr>
              <p14:xfrm>
                <a:off x="7567227" y="542240"/>
                <a:ext cx="553680" cy="375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FDE9F79-87B3-0B12-1B52-403968004B3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49227" y="524600"/>
                  <a:ext cx="5893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A0488B4-23A6-524E-EEC7-7DEE53BAE142}"/>
                    </a:ext>
                  </a:extLst>
                </p14:cNvPr>
                <p14:cNvContentPartPr/>
                <p14:nvPr/>
              </p14:nvContentPartPr>
              <p14:xfrm>
                <a:off x="8199387" y="580400"/>
                <a:ext cx="343800" cy="322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A0488B4-23A6-524E-EEC7-7DEE53BAE14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81747" y="562760"/>
                  <a:ext cx="3794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1BB4FA7-6FC9-82FD-309B-DF3AC6B3C2B3}"/>
                    </a:ext>
                  </a:extLst>
                </p14:cNvPr>
                <p14:cNvContentPartPr/>
                <p14:nvPr/>
              </p14:nvContentPartPr>
              <p14:xfrm>
                <a:off x="8647227" y="370160"/>
                <a:ext cx="297000" cy="476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1BB4FA7-6FC9-82FD-309B-DF3AC6B3C2B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629587" y="352520"/>
                  <a:ext cx="33264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C88D1C7-AC56-136C-C030-4CDE3A99B080}"/>
                    </a:ext>
                  </a:extLst>
                </p14:cNvPr>
                <p14:cNvContentPartPr/>
                <p14:nvPr/>
              </p14:nvContentPartPr>
              <p14:xfrm>
                <a:off x="8814627" y="490400"/>
                <a:ext cx="510480" cy="331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C88D1C7-AC56-136C-C030-4CDE3A99B08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796627" y="472400"/>
                  <a:ext cx="5461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1FF249B-9692-BE5D-D33F-0E41C05D55BE}"/>
                    </a:ext>
                  </a:extLst>
                </p14:cNvPr>
                <p14:cNvContentPartPr/>
                <p14:nvPr/>
              </p14:nvContentPartPr>
              <p14:xfrm>
                <a:off x="8473347" y="1205000"/>
                <a:ext cx="426960" cy="549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1FF249B-9692-BE5D-D33F-0E41C05D55B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455347" y="1187000"/>
                  <a:ext cx="4626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AEB475A-3513-B38D-3CD4-4F558253DD8D}"/>
                    </a:ext>
                  </a:extLst>
                </p14:cNvPr>
                <p14:cNvContentPartPr/>
                <p14:nvPr/>
              </p14:nvContentPartPr>
              <p14:xfrm>
                <a:off x="9333747" y="1048760"/>
                <a:ext cx="464400" cy="559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AEB475A-3513-B38D-3CD4-4F558253DD8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15747" y="1030760"/>
                  <a:ext cx="50004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174240A-3D38-7DD7-0BF1-1588AD12A55D}"/>
                    </a:ext>
                  </a:extLst>
                </p14:cNvPr>
                <p14:cNvContentPartPr/>
                <p14:nvPr/>
              </p14:nvContentPartPr>
              <p14:xfrm>
                <a:off x="9759987" y="1215080"/>
                <a:ext cx="51840" cy="36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174240A-3D38-7DD7-0BF1-1588AD12A55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41987" y="1197440"/>
                  <a:ext cx="874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E6BF852-D428-56C4-F914-EEC27CB1C192}"/>
                    </a:ext>
                  </a:extLst>
                </p14:cNvPr>
                <p14:cNvContentPartPr/>
                <p14:nvPr/>
              </p14:nvContentPartPr>
              <p14:xfrm>
                <a:off x="9730467" y="1297520"/>
                <a:ext cx="495720" cy="907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E6BF852-D428-56C4-F914-EEC27CB1C19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12467" y="1279520"/>
                  <a:ext cx="531360" cy="9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B692583-E1A2-9811-5DDB-B6E53C8483F4}"/>
                    </a:ext>
                  </a:extLst>
                </p14:cNvPr>
                <p14:cNvContentPartPr/>
                <p14:nvPr/>
              </p14:nvContentPartPr>
              <p14:xfrm>
                <a:off x="10419147" y="1296440"/>
                <a:ext cx="18000" cy="242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B692583-E1A2-9811-5DDB-B6E53C8483F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01147" y="1278440"/>
                  <a:ext cx="536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30C569-3270-6846-1728-BE358841B9AD}"/>
                    </a:ext>
                  </a:extLst>
                </p14:cNvPr>
                <p14:cNvContentPartPr/>
                <p14:nvPr/>
              </p14:nvContentPartPr>
              <p14:xfrm>
                <a:off x="10256067" y="1110320"/>
                <a:ext cx="170280" cy="91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30C569-3270-6846-1728-BE358841B9A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38427" y="1092320"/>
                  <a:ext cx="2059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3B4E71A-00F8-2648-5088-8824F4E00DA2}"/>
                    </a:ext>
                  </a:extLst>
                </p14:cNvPr>
                <p14:cNvContentPartPr/>
                <p14:nvPr/>
              </p14:nvContentPartPr>
              <p14:xfrm>
                <a:off x="10777707" y="1078280"/>
                <a:ext cx="216360" cy="405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3B4E71A-00F8-2648-5088-8824F4E00DA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760067" y="1060280"/>
                  <a:ext cx="2520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602874-79F8-C4D4-B729-B0A43A86C6F3}"/>
                    </a:ext>
                  </a:extLst>
                </p14:cNvPr>
                <p14:cNvContentPartPr/>
                <p14:nvPr/>
              </p14:nvContentPartPr>
              <p14:xfrm>
                <a:off x="10721187" y="1265480"/>
                <a:ext cx="380160" cy="13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602874-79F8-C4D4-B729-B0A43A86C6F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703547" y="1247480"/>
                  <a:ext cx="4158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9396CAF-8AF0-727E-9745-347C7F4796EC}"/>
                    </a:ext>
                  </a:extLst>
                </p14:cNvPr>
                <p14:cNvContentPartPr/>
                <p14:nvPr/>
              </p14:nvContentPartPr>
              <p14:xfrm>
                <a:off x="8465427" y="2405600"/>
                <a:ext cx="326880" cy="385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9396CAF-8AF0-727E-9745-347C7F4796E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47427" y="2387600"/>
                  <a:ext cx="3625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BC5733C-9E3E-1E91-2CD5-52F2C96CF3CE}"/>
                    </a:ext>
                  </a:extLst>
                </p14:cNvPr>
                <p14:cNvContentPartPr/>
                <p14:nvPr/>
              </p14:nvContentPartPr>
              <p14:xfrm>
                <a:off x="8796627" y="2443400"/>
                <a:ext cx="225720" cy="296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BC5733C-9E3E-1E91-2CD5-52F2C96CF3C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778627" y="2425760"/>
                  <a:ext cx="2613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BD6B173-55E2-7C5A-EAE2-BAB12AA24464}"/>
                    </a:ext>
                  </a:extLst>
                </p14:cNvPr>
                <p14:cNvContentPartPr/>
                <p14:nvPr/>
              </p14:nvContentPartPr>
              <p14:xfrm>
                <a:off x="9072387" y="2492000"/>
                <a:ext cx="250200" cy="252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BD6B173-55E2-7C5A-EAE2-BAB12AA2446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054747" y="2474000"/>
                  <a:ext cx="2858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E6EF32E-B673-D394-E173-112C81DC1657}"/>
                    </a:ext>
                  </a:extLst>
                </p14:cNvPr>
                <p14:cNvContentPartPr/>
                <p14:nvPr/>
              </p14:nvContentPartPr>
              <p14:xfrm>
                <a:off x="9335187" y="2176280"/>
                <a:ext cx="563040" cy="527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E6EF32E-B673-D394-E173-112C81DC165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317547" y="2158280"/>
                  <a:ext cx="59868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3398175-EFDF-5BD1-E142-D8FDE0CB39CA}"/>
                    </a:ext>
                  </a:extLst>
                </p14:cNvPr>
                <p14:cNvContentPartPr/>
                <p14:nvPr/>
              </p14:nvContentPartPr>
              <p14:xfrm>
                <a:off x="9735147" y="2331440"/>
                <a:ext cx="1045080" cy="316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3398175-EFDF-5BD1-E142-D8FDE0CB39C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717507" y="2313800"/>
                  <a:ext cx="108072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C941E06-0D64-0B93-A309-AD9447D1C86B}"/>
              </a:ext>
            </a:extLst>
          </p:cNvPr>
          <p:cNvGrpSpPr/>
          <p:nvPr/>
        </p:nvGrpSpPr>
        <p:grpSpPr>
          <a:xfrm>
            <a:off x="8498547" y="3059360"/>
            <a:ext cx="552240" cy="1047600"/>
            <a:chOff x="8498547" y="3059360"/>
            <a:chExt cx="552240" cy="104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4CD12CF-B69B-3551-7B00-D41C4B541A9B}"/>
                    </a:ext>
                  </a:extLst>
                </p14:cNvPr>
                <p14:cNvContentPartPr/>
                <p14:nvPr/>
              </p14:nvContentPartPr>
              <p14:xfrm>
                <a:off x="8498547" y="3059360"/>
                <a:ext cx="231840" cy="499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4CD12CF-B69B-3551-7B00-D41C4B541A9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480547" y="3041360"/>
                  <a:ext cx="26748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8103B2-917C-F802-EA48-3AB1BE7DF9B4}"/>
                    </a:ext>
                  </a:extLst>
                </p14:cNvPr>
                <p14:cNvContentPartPr/>
                <p14:nvPr/>
              </p14:nvContentPartPr>
              <p14:xfrm>
                <a:off x="8776467" y="3261320"/>
                <a:ext cx="274320" cy="845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8103B2-917C-F802-EA48-3AB1BE7DF9B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58827" y="3243680"/>
                  <a:ext cx="309960" cy="88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BDA23F2-B470-C878-50AF-DB61B97581CF}"/>
              </a:ext>
            </a:extLst>
          </p:cNvPr>
          <p:cNvGrpSpPr/>
          <p:nvPr/>
        </p:nvGrpSpPr>
        <p:grpSpPr>
          <a:xfrm>
            <a:off x="8435187" y="4343120"/>
            <a:ext cx="1443960" cy="946080"/>
            <a:chOff x="8435187" y="4343120"/>
            <a:chExt cx="1443960" cy="94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946D6C0-FFA5-8C98-1D40-FCE7EED3272B}"/>
                    </a:ext>
                  </a:extLst>
                </p14:cNvPr>
                <p14:cNvContentPartPr/>
                <p14:nvPr/>
              </p14:nvContentPartPr>
              <p14:xfrm>
                <a:off x="8435187" y="4413320"/>
                <a:ext cx="290160" cy="343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946D6C0-FFA5-8C98-1D40-FCE7EED3272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417187" y="4395680"/>
                  <a:ext cx="3258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842CDDE-0016-2EB3-B19C-15D253BA1B41}"/>
                    </a:ext>
                  </a:extLst>
                </p14:cNvPr>
                <p14:cNvContentPartPr/>
                <p14:nvPr/>
              </p14:nvContentPartPr>
              <p14:xfrm>
                <a:off x="8760267" y="4430960"/>
                <a:ext cx="370080" cy="294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842CDDE-0016-2EB3-B19C-15D253BA1B4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742627" y="4412960"/>
                  <a:ext cx="4057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CFB9737-C2A8-05BB-74BC-001F50DEFBB5}"/>
                    </a:ext>
                  </a:extLst>
                </p14:cNvPr>
                <p14:cNvContentPartPr/>
                <p14:nvPr/>
              </p14:nvContentPartPr>
              <p14:xfrm>
                <a:off x="9061587" y="4347440"/>
                <a:ext cx="36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CFB9737-C2A8-05BB-74BC-001F50DEFBB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043587" y="43294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50B147F-A13C-0091-CFF1-F1108EBE64CE}"/>
                    </a:ext>
                  </a:extLst>
                </p14:cNvPr>
                <p14:cNvContentPartPr/>
                <p14:nvPr/>
              </p14:nvContentPartPr>
              <p14:xfrm>
                <a:off x="9242667" y="4343120"/>
                <a:ext cx="636480" cy="946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50B147F-A13C-0091-CFF1-F1108EBE64C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224667" y="4325480"/>
                  <a:ext cx="672120" cy="9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CCB11D8-4A42-7A90-5D2A-AABC93E88CEF}"/>
              </a:ext>
            </a:extLst>
          </p:cNvPr>
          <p:cNvGrpSpPr/>
          <p:nvPr/>
        </p:nvGrpSpPr>
        <p:grpSpPr>
          <a:xfrm>
            <a:off x="10563147" y="4107680"/>
            <a:ext cx="1265400" cy="518040"/>
            <a:chOff x="10563147" y="4107680"/>
            <a:chExt cx="1265400" cy="51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BAC0702-758C-74DE-CAC0-B7583BCB958B}"/>
                    </a:ext>
                  </a:extLst>
                </p14:cNvPr>
                <p14:cNvContentPartPr/>
                <p14:nvPr/>
              </p14:nvContentPartPr>
              <p14:xfrm>
                <a:off x="10698867" y="4107680"/>
                <a:ext cx="136080" cy="472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BAC0702-758C-74DE-CAC0-B7583BCB958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680867" y="4090040"/>
                  <a:ext cx="17172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E29BAE9-6471-DC70-AEEA-07FA492FD0E3}"/>
                    </a:ext>
                  </a:extLst>
                </p14:cNvPr>
                <p14:cNvContentPartPr/>
                <p14:nvPr/>
              </p14:nvContentPartPr>
              <p14:xfrm>
                <a:off x="10563147" y="4356800"/>
                <a:ext cx="311400" cy="36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E29BAE9-6471-DC70-AEEA-07FA492FD0E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545147" y="4339160"/>
                  <a:ext cx="347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8CA1932-5D13-9DDC-ADF8-3FE2C77F5F67}"/>
                    </a:ext>
                  </a:extLst>
                </p14:cNvPr>
                <p14:cNvContentPartPr/>
                <p14:nvPr/>
              </p14:nvContentPartPr>
              <p14:xfrm>
                <a:off x="10872747" y="4115240"/>
                <a:ext cx="955800" cy="510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8CA1932-5D13-9DDC-ADF8-3FE2C77F5F6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855107" y="4097240"/>
                  <a:ext cx="991440" cy="54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09CD761-7A6F-04FE-A97F-E0CCB794D7BD}"/>
              </a:ext>
            </a:extLst>
          </p:cNvPr>
          <p:cNvGrpSpPr/>
          <p:nvPr/>
        </p:nvGrpSpPr>
        <p:grpSpPr>
          <a:xfrm>
            <a:off x="7736067" y="5242400"/>
            <a:ext cx="3473280" cy="681480"/>
            <a:chOff x="7736067" y="5242400"/>
            <a:chExt cx="3473280" cy="68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D413DB2-526E-A6ED-5102-52FA49E03F2C}"/>
                    </a:ext>
                  </a:extLst>
                </p14:cNvPr>
                <p14:cNvContentPartPr/>
                <p14:nvPr/>
              </p14:nvContentPartPr>
              <p14:xfrm>
                <a:off x="7736067" y="5493680"/>
                <a:ext cx="338760" cy="414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D413DB2-526E-A6ED-5102-52FA49E03F2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718427" y="5475680"/>
                  <a:ext cx="37440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42E7374-38F5-1027-D7D7-D0088AF5D3B0}"/>
                    </a:ext>
                  </a:extLst>
                </p14:cNvPr>
                <p14:cNvContentPartPr/>
                <p14:nvPr/>
              </p14:nvContentPartPr>
              <p14:xfrm>
                <a:off x="8170587" y="5458760"/>
                <a:ext cx="163800" cy="465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42E7374-38F5-1027-D7D7-D0088AF5D3B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52947" y="5441120"/>
                  <a:ext cx="19944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EFF2DA7-4E34-CCF3-9C78-5C027B0256B5}"/>
                    </a:ext>
                  </a:extLst>
                </p14:cNvPr>
                <p14:cNvContentPartPr/>
                <p14:nvPr/>
              </p14:nvContentPartPr>
              <p14:xfrm>
                <a:off x="8432667" y="5678720"/>
                <a:ext cx="11160" cy="200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EFF2DA7-4E34-CCF3-9C78-5C027B0256B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15027" y="5660720"/>
                  <a:ext cx="468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08DB972-AFBD-5303-2841-F2DAD285BC29}"/>
                    </a:ext>
                  </a:extLst>
                </p14:cNvPr>
                <p14:cNvContentPartPr/>
                <p14:nvPr/>
              </p14:nvContentPartPr>
              <p14:xfrm>
                <a:off x="8412507" y="5563160"/>
                <a:ext cx="29160" cy="6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08DB972-AFBD-5303-2841-F2DAD285BC2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94507" y="5545160"/>
                  <a:ext cx="64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7A5CCFC-AD1D-CEEC-633D-120D75C73A83}"/>
                    </a:ext>
                  </a:extLst>
                </p14:cNvPr>
                <p14:cNvContentPartPr/>
                <p14:nvPr/>
              </p14:nvContentPartPr>
              <p14:xfrm>
                <a:off x="8596827" y="5393240"/>
                <a:ext cx="163440" cy="453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7A5CCFC-AD1D-CEEC-633D-120D75C73A8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578827" y="5375600"/>
                  <a:ext cx="19908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00FCBDF-57D9-25FC-A115-851238EE010F}"/>
                    </a:ext>
                  </a:extLst>
                </p14:cNvPr>
                <p14:cNvContentPartPr/>
                <p14:nvPr/>
              </p14:nvContentPartPr>
              <p14:xfrm>
                <a:off x="8579187" y="5640200"/>
                <a:ext cx="271080" cy="23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00FCBDF-57D9-25FC-A115-851238EE010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561547" y="5622200"/>
                  <a:ext cx="306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0A64B9F-54A9-40B2-E21E-942D6D0836EB}"/>
                    </a:ext>
                  </a:extLst>
                </p14:cNvPr>
                <p14:cNvContentPartPr/>
                <p14:nvPr/>
              </p14:nvContentPartPr>
              <p14:xfrm>
                <a:off x="9217467" y="5568560"/>
                <a:ext cx="291240" cy="329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0A64B9F-54A9-40B2-E21E-942D6D0836E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199467" y="5550560"/>
                  <a:ext cx="3268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56924C4-9C93-80A1-CEF8-789A5C3FAC45}"/>
                    </a:ext>
                  </a:extLst>
                </p14:cNvPr>
                <p14:cNvContentPartPr/>
                <p14:nvPr/>
              </p14:nvContentPartPr>
              <p14:xfrm>
                <a:off x="9546867" y="5609240"/>
                <a:ext cx="209880" cy="249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56924C4-9C93-80A1-CEF8-789A5C3FAC4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529227" y="5591240"/>
                  <a:ext cx="2455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51597FA-4B61-6B86-8A7D-2CDC45D40CF7}"/>
                    </a:ext>
                  </a:extLst>
                </p14:cNvPr>
                <p14:cNvContentPartPr/>
                <p14:nvPr/>
              </p14:nvContentPartPr>
              <p14:xfrm>
                <a:off x="9797427" y="5607080"/>
                <a:ext cx="195120" cy="263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51597FA-4B61-6B86-8A7D-2CDC45D40CF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779427" y="5589080"/>
                  <a:ext cx="2307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8D6A1E3-9047-6FB1-E54A-AE35C3BEA889}"/>
                    </a:ext>
                  </a:extLst>
                </p14:cNvPr>
                <p14:cNvContentPartPr/>
                <p14:nvPr/>
              </p14:nvContentPartPr>
              <p14:xfrm>
                <a:off x="9992907" y="5242400"/>
                <a:ext cx="563040" cy="622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8D6A1E3-9047-6FB1-E54A-AE35C3BEA88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975267" y="5224400"/>
                  <a:ext cx="598680" cy="6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44B0447-73A1-AB83-90CC-968C7BCC531F}"/>
                    </a:ext>
                  </a:extLst>
                </p14:cNvPr>
                <p14:cNvContentPartPr/>
                <p14:nvPr/>
              </p14:nvContentPartPr>
              <p14:xfrm>
                <a:off x="10405827" y="5595200"/>
                <a:ext cx="265680" cy="10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44B0447-73A1-AB83-90CC-968C7BCC531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387827" y="5577560"/>
                  <a:ext cx="301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1A168F9-10FF-03B7-8C54-49D454F865EB}"/>
                    </a:ext>
                  </a:extLst>
                </p14:cNvPr>
                <p14:cNvContentPartPr/>
                <p14:nvPr/>
              </p14:nvContentPartPr>
              <p14:xfrm>
                <a:off x="10570347" y="5521040"/>
                <a:ext cx="639000" cy="313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1A168F9-10FF-03B7-8C54-49D454F865E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552347" y="5503400"/>
                  <a:ext cx="674640" cy="34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9108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29ECA-226F-2AAE-B73C-507D9AF5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14A6B9A-94E0-468D-B6AB-5EF66A5E1688}"/>
                  </a:ext>
                </a:extLst>
              </p14:cNvPr>
              <p14:cNvContentPartPr/>
              <p14:nvPr/>
            </p14:nvContentPartPr>
            <p14:xfrm>
              <a:off x="4761387" y="2354120"/>
              <a:ext cx="1801440" cy="22417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14A6B9A-94E0-468D-B6AB-5EF66A5E16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43747" y="2336120"/>
                <a:ext cx="1837080" cy="22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87F04BE-650C-F889-1DC9-62E3A2D235F4}"/>
                  </a:ext>
                </a:extLst>
              </p14:cNvPr>
              <p14:cNvContentPartPr/>
              <p14:nvPr/>
            </p14:nvContentPartPr>
            <p14:xfrm>
              <a:off x="10969947" y="6012440"/>
              <a:ext cx="54360" cy="608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87F04BE-650C-F889-1DC9-62E3A2D235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52307" y="5994440"/>
                <a:ext cx="90000" cy="9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8B0CB54-3A5D-CB30-B8A9-206B27C70F74}"/>
              </a:ext>
            </a:extLst>
          </p:cNvPr>
          <p:cNvGrpSpPr/>
          <p:nvPr/>
        </p:nvGrpSpPr>
        <p:grpSpPr>
          <a:xfrm>
            <a:off x="7847667" y="235160"/>
            <a:ext cx="1924920" cy="1795320"/>
            <a:chOff x="7847667" y="235160"/>
            <a:chExt cx="1924920" cy="179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07EFECC-B410-0747-86E5-E8015C0748A7}"/>
                    </a:ext>
                  </a:extLst>
                </p14:cNvPr>
                <p14:cNvContentPartPr/>
                <p14:nvPr/>
              </p14:nvContentPartPr>
              <p14:xfrm>
                <a:off x="7847667" y="235160"/>
                <a:ext cx="654840" cy="9644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07EFECC-B410-0747-86E5-E8015C0748A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29667" y="217520"/>
                  <a:ext cx="690480" cy="10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F602BF0-CA70-8463-F782-7650D22E41B0}"/>
                    </a:ext>
                  </a:extLst>
                </p14:cNvPr>
                <p14:cNvContentPartPr/>
                <p14:nvPr/>
              </p14:nvContentPartPr>
              <p14:xfrm>
                <a:off x="8217747" y="580040"/>
                <a:ext cx="189720" cy="136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F602BF0-CA70-8463-F782-7650D22E41B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00107" y="562040"/>
                  <a:ext cx="2253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3D77102-1665-798A-ECE2-7A74822F36F5}"/>
                    </a:ext>
                  </a:extLst>
                </p14:cNvPr>
                <p14:cNvContentPartPr/>
                <p14:nvPr/>
              </p14:nvContentPartPr>
              <p14:xfrm>
                <a:off x="8602947" y="464480"/>
                <a:ext cx="257040" cy="6372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3D77102-1665-798A-ECE2-7A74822F36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84947" y="446480"/>
                  <a:ext cx="29268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42CD837-9548-5968-9930-212B3C6AB765}"/>
                    </a:ext>
                  </a:extLst>
                </p14:cNvPr>
                <p14:cNvContentPartPr/>
                <p14:nvPr/>
              </p14:nvContentPartPr>
              <p14:xfrm>
                <a:off x="8738667" y="744200"/>
                <a:ext cx="545400" cy="381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42CD837-9548-5968-9930-212B3C6AB7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21027" y="726560"/>
                  <a:ext cx="5810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83B7004-34F3-CB48-120F-B018A4732E79}"/>
                    </a:ext>
                  </a:extLst>
                </p14:cNvPr>
                <p14:cNvContentPartPr/>
                <p14:nvPr/>
              </p14:nvContentPartPr>
              <p14:xfrm>
                <a:off x="8442747" y="1373480"/>
                <a:ext cx="218160" cy="524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83B7004-34F3-CB48-120F-B018A4732E7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25107" y="1355480"/>
                  <a:ext cx="25380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93659C0-048F-F8B9-093E-777B80A1CCE7}"/>
                    </a:ext>
                  </a:extLst>
                </p14:cNvPr>
                <p14:cNvContentPartPr/>
                <p14:nvPr/>
              </p14:nvContentPartPr>
              <p14:xfrm>
                <a:off x="8245467" y="1626920"/>
                <a:ext cx="481680" cy="68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93659C0-048F-F8B9-093E-777B80A1CCE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27827" y="1608920"/>
                  <a:ext cx="517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925EBBD-3AEC-2B22-2DE2-3547C262DB27}"/>
                    </a:ext>
                  </a:extLst>
                </p14:cNvPr>
                <p14:cNvContentPartPr/>
                <p14:nvPr/>
              </p14:nvContentPartPr>
              <p14:xfrm>
                <a:off x="8723187" y="1402280"/>
                <a:ext cx="448920" cy="5756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925EBBD-3AEC-2B22-2DE2-3547C262DB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05187" y="1384280"/>
                  <a:ext cx="48456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E74F58C-A8F3-403F-FB7A-DBEB89BB602E}"/>
                    </a:ext>
                  </a:extLst>
                </p14:cNvPr>
                <p14:cNvContentPartPr/>
                <p14:nvPr/>
              </p14:nvContentPartPr>
              <p14:xfrm>
                <a:off x="8907507" y="1403360"/>
                <a:ext cx="172440" cy="1018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E74F58C-A8F3-403F-FB7A-DBEB89BB602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89867" y="1385360"/>
                  <a:ext cx="208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CCA97FD-25BF-4016-365D-9DD7D89DB798}"/>
                    </a:ext>
                  </a:extLst>
                </p14:cNvPr>
                <p14:cNvContentPartPr/>
                <p14:nvPr/>
              </p14:nvContentPartPr>
              <p14:xfrm>
                <a:off x="9247707" y="1485440"/>
                <a:ext cx="524880" cy="545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CCA97FD-25BF-4016-365D-9DD7D89DB79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29707" y="1467800"/>
                  <a:ext cx="560520" cy="58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77BC3F1-AD73-62C5-8589-DBC53698CC3A}"/>
                  </a:ext>
                </a:extLst>
              </p14:cNvPr>
              <p14:cNvContentPartPr/>
              <p14:nvPr/>
            </p14:nvContentPartPr>
            <p14:xfrm>
              <a:off x="8972667" y="4129640"/>
              <a:ext cx="97560" cy="17694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77BC3F1-AD73-62C5-8589-DBC53698CC3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955027" y="4112000"/>
                <a:ext cx="133200" cy="180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22AB31F5-1722-0817-F9B8-0EA4086E1F55}"/>
                  </a:ext>
                </a:extLst>
              </p14:cNvPr>
              <p14:cNvContentPartPr/>
              <p14:nvPr/>
            </p14:nvContentPartPr>
            <p14:xfrm>
              <a:off x="8971587" y="4094360"/>
              <a:ext cx="1459080" cy="17755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22AB31F5-1722-0817-F9B8-0EA4086E1F5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953947" y="4076720"/>
                <a:ext cx="1494720" cy="18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C21E90A-7350-F14B-CBBC-044A5449FB40}"/>
                  </a:ext>
                </a:extLst>
              </p14:cNvPr>
              <p14:cNvContentPartPr/>
              <p14:nvPr/>
            </p14:nvContentPartPr>
            <p14:xfrm>
              <a:off x="9061587" y="4246640"/>
              <a:ext cx="150120" cy="1940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C21E90A-7350-F14B-CBBC-044A5449FB4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043587" y="4229000"/>
                <a:ext cx="1857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52A96446-3A50-C16A-6D24-3F037B2F6B41}"/>
                  </a:ext>
                </a:extLst>
              </p14:cNvPr>
              <p14:cNvContentPartPr/>
              <p14:nvPr/>
            </p14:nvContentPartPr>
            <p14:xfrm>
              <a:off x="9091467" y="4321520"/>
              <a:ext cx="121320" cy="36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52A96446-3A50-C16A-6D24-3F037B2F6B4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073827" y="4303880"/>
                <a:ext cx="1569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A03FD17-7DDC-1AC5-68CB-125B866098F4}"/>
                  </a:ext>
                </a:extLst>
              </p14:cNvPr>
              <p14:cNvContentPartPr/>
              <p14:nvPr/>
            </p14:nvContentPartPr>
            <p14:xfrm>
              <a:off x="9076347" y="4431680"/>
              <a:ext cx="117000" cy="100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A03FD17-7DDC-1AC5-68CB-125B866098F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058707" y="4414040"/>
                <a:ext cx="1526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70026621-4BCA-8FBC-9F8D-415DBE006A1E}"/>
                  </a:ext>
                </a:extLst>
              </p14:cNvPr>
              <p14:cNvContentPartPr/>
              <p14:nvPr/>
            </p14:nvContentPartPr>
            <p14:xfrm>
              <a:off x="9235827" y="4289480"/>
              <a:ext cx="129600" cy="1638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70026621-4BCA-8FBC-9F8D-415DBE006A1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18187" y="4271840"/>
                <a:ext cx="1652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28A7EF6-A0FF-0F4F-3EDE-FC3AA27E2F96}"/>
                  </a:ext>
                </a:extLst>
              </p14:cNvPr>
              <p14:cNvContentPartPr/>
              <p14:nvPr/>
            </p14:nvContentPartPr>
            <p14:xfrm>
              <a:off x="9108387" y="5667200"/>
              <a:ext cx="5040" cy="1357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28A7EF6-A0FF-0F4F-3EDE-FC3AA27E2F9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90387" y="5649560"/>
                <a:ext cx="406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FB03F644-32C8-BCAE-82EC-BA277020AD3F}"/>
                  </a:ext>
                </a:extLst>
              </p14:cNvPr>
              <p14:cNvContentPartPr/>
              <p14:nvPr/>
            </p14:nvContentPartPr>
            <p14:xfrm>
              <a:off x="9182187" y="5711840"/>
              <a:ext cx="82080" cy="770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FB03F644-32C8-BCAE-82EC-BA277020AD3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164547" y="5693840"/>
                <a:ext cx="11772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31B72004-54B6-CE01-98A5-0C72A0C2BBEC}"/>
                  </a:ext>
                </a:extLst>
              </p14:cNvPr>
              <p14:cNvContentPartPr/>
              <p14:nvPr/>
            </p14:nvContentPartPr>
            <p14:xfrm>
              <a:off x="9319347" y="5709680"/>
              <a:ext cx="115920" cy="1083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31B72004-54B6-CE01-98A5-0C72A0C2BBE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301347" y="5691680"/>
                <a:ext cx="1515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294161B-4AAC-7417-CBEA-0F0F3D899339}"/>
                  </a:ext>
                </a:extLst>
              </p14:cNvPr>
              <p14:cNvContentPartPr/>
              <p14:nvPr/>
            </p14:nvContentPartPr>
            <p14:xfrm>
              <a:off x="9447507" y="5644520"/>
              <a:ext cx="117000" cy="1706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294161B-4AAC-7417-CBEA-0F0F3D89933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29507" y="5626520"/>
                <a:ext cx="15264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A4317F5E-8CBB-6068-5805-92A02B34720F}"/>
                  </a:ext>
                </a:extLst>
              </p14:cNvPr>
              <p14:cNvContentPartPr/>
              <p14:nvPr/>
            </p14:nvContentPartPr>
            <p14:xfrm>
              <a:off x="10203507" y="4318280"/>
              <a:ext cx="398160" cy="90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A4317F5E-8CBB-6068-5805-92A02B34720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185867" y="4300640"/>
                <a:ext cx="4338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4A266FB-0C0E-0D63-1633-62A7D85577F4}"/>
                  </a:ext>
                </a:extLst>
              </p14:cNvPr>
              <p14:cNvContentPartPr/>
              <p14:nvPr/>
            </p14:nvContentPartPr>
            <p14:xfrm>
              <a:off x="10278387" y="4534280"/>
              <a:ext cx="263520" cy="111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4A266FB-0C0E-0D63-1633-62A7D85577F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260747" y="4516640"/>
                <a:ext cx="2991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A66A7D0F-E4F2-DBEB-4BD8-92030E4F6D57}"/>
                  </a:ext>
                </a:extLst>
              </p14:cNvPr>
              <p14:cNvContentPartPr/>
              <p14:nvPr/>
            </p14:nvContentPartPr>
            <p14:xfrm>
              <a:off x="10310787" y="4725800"/>
              <a:ext cx="257040" cy="1944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A66A7D0F-E4F2-DBEB-4BD8-92030E4F6D5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292787" y="4708160"/>
                <a:ext cx="2926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FF424CD-8073-E5E3-C368-602643804B4D}"/>
                  </a:ext>
                </a:extLst>
              </p14:cNvPr>
              <p14:cNvContentPartPr/>
              <p14:nvPr/>
            </p14:nvContentPartPr>
            <p14:xfrm>
              <a:off x="10350027" y="4934240"/>
              <a:ext cx="197280" cy="144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FF424CD-8073-E5E3-C368-602643804B4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332387" y="4916600"/>
                <a:ext cx="2329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5EE0EEA7-E758-A031-8355-B6F895595E31}"/>
                  </a:ext>
                </a:extLst>
              </p14:cNvPr>
              <p14:cNvContentPartPr/>
              <p14:nvPr/>
            </p14:nvContentPartPr>
            <p14:xfrm>
              <a:off x="10487907" y="4318280"/>
              <a:ext cx="579240" cy="82152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5EE0EEA7-E758-A031-8355-B6F895595E3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470267" y="4300640"/>
                <a:ext cx="614880" cy="8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91E3EED-8C56-FCF8-7441-5021850CC85E}"/>
                  </a:ext>
                </a:extLst>
              </p14:cNvPr>
              <p14:cNvContentPartPr/>
              <p14:nvPr/>
            </p14:nvContentPartPr>
            <p14:xfrm>
              <a:off x="10456227" y="4963400"/>
              <a:ext cx="298800" cy="32220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91E3EED-8C56-FCF8-7441-5021850CC85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438227" y="4945400"/>
                <a:ext cx="33444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257471D-515C-034C-46B3-41051B38BEA5}"/>
                  </a:ext>
                </a:extLst>
              </p14:cNvPr>
              <p14:cNvContentPartPr/>
              <p14:nvPr/>
            </p14:nvContentPartPr>
            <p14:xfrm>
              <a:off x="10580787" y="5234840"/>
              <a:ext cx="698040" cy="6228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257471D-515C-034C-46B3-41051B38BEA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563147" y="5217200"/>
                <a:ext cx="7336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BDB07441-284B-A06D-C738-3D7E529A86A5}"/>
                  </a:ext>
                </a:extLst>
              </p14:cNvPr>
              <p14:cNvContentPartPr/>
              <p14:nvPr/>
            </p14:nvContentPartPr>
            <p14:xfrm>
              <a:off x="10577907" y="5244560"/>
              <a:ext cx="623160" cy="29736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BDB07441-284B-A06D-C738-3D7E529A86A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560267" y="5226560"/>
                <a:ext cx="65880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3BD84B6-991D-BDCC-DE25-C1985A070A1C}"/>
                  </a:ext>
                </a:extLst>
              </p14:cNvPr>
              <p14:cNvContentPartPr/>
              <p14:nvPr/>
            </p14:nvContentPartPr>
            <p14:xfrm>
              <a:off x="11067867" y="5024240"/>
              <a:ext cx="21600" cy="2217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3BD84B6-991D-BDCC-DE25-C1985A070A1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049867" y="5006240"/>
                <a:ext cx="572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D638982-02EA-E54F-E634-A6345872828E}"/>
                  </a:ext>
                </a:extLst>
              </p14:cNvPr>
              <p14:cNvContentPartPr/>
              <p14:nvPr/>
            </p14:nvContentPartPr>
            <p14:xfrm>
              <a:off x="10951227" y="5538680"/>
              <a:ext cx="43200" cy="5169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D638982-02EA-E54F-E634-A6345872828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933587" y="5520680"/>
                <a:ext cx="78840" cy="55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4AEDAD68-8168-E1F6-96E4-EAC02628C894}"/>
                  </a:ext>
                </a:extLst>
              </p14:cNvPr>
              <p14:cNvContentPartPr/>
              <p14:nvPr/>
            </p14:nvContentPartPr>
            <p14:xfrm>
              <a:off x="6228747" y="4317920"/>
              <a:ext cx="2751840" cy="9410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4AEDAD68-8168-E1F6-96E4-EAC02628C89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210747" y="4300280"/>
                <a:ext cx="2787480" cy="9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CFF94B0D-5E06-9FFF-1066-657561FFFD17}"/>
                  </a:ext>
                </a:extLst>
              </p14:cNvPr>
              <p14:cNvContentPartPr/>
              <p14:nvPr/>
            </p14:nvContentPartPr>
            <p14:xfrm>
              <a:off x="8737587" y="4705640"/>
              <a:ext cx="271440" cy="792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CFF94B0D-5E06-9FFF-1066-657561FFFD1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719587" y="4687640"/>
                <a:ext cx="3070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6516AFF2-D036-0B1F-E9FC-4B164B0858D6}"/>
                  </a:ext>
                </a:extLst>
              </p14:cNvPr>
              <p14:cNvContentPartPr/>
              <p14:nvPr/>
            </p14:nvContentPartPr>
            <p14:xfrm>
              <a:off x="8739747" y="4880960"/>
              <a:ext cx="268920" cy="144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6516AFF2-D036-0B1F-E9FC-4B164B0858D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721747" y="4862960"/>
                <a:ext cx="30456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11162ED-A0C9-D90D-DF8A-BDF7B658BB7A}"/>
                  </a:ext>
                </a:extLst>
              </p14:cNvPr>
              <p14:cNvContentPartPr/>
              <p14:nvPr/>
            </p14:nvContentPartPr>
            <p14:xfrm>
              <a:off x="8749467" y="5073200"/>
              <a:ext cx="236520" cy="468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11162ED-A0C9-D90D-DF8A-BDF7B658BB7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731467" y="5055560"/>
                <a:ext cx="2721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5F8EA190-C74E-0CFA-BEC0-A4AF9BA8DF7A}"/>
                  </a:ext>
                </a:extLst>
              </p14:cNvPr>
              <p14:cNvContentPartPr/>
              <p14:nvPr/>
            </p14:nvContentPartPr>
            <p14:xfrm>
              <a:off x="8790867" y="5221880"/>
              <a:ext cx="200160" cy="165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5F8EA190-C74E-0CFA-BEC0-A4AF9BA8DF7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773227" y="5204240"/>
                <a:ext cx="2358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7FFEEE71-A3DF-F356-B4FF-577018FB3102}"/>
                  </a:ext>
                </a:extLst>
              </p14:cNvPr>
              <p14:cNvContentPartPr/>
              <p14:nvPr/>
            </p14:nvContentPartPr>
            <p14:xfrm>
              <a:off x="8472987" y="4652000"/>
              <a:ext cx="150840" cy="1555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7FFEEE71-A3DF-F356-B4FF-577018FB310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454987" y="4634000"/>
                <a:ext cx="1864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A6C50935-C13E-945F-8D90-E80266436FB3}"/>
                  </a:ext>
                </a:extLst>
              </p14:cNvPr>
              <p14:cNvContentPartPr/>
              <p14:nvPr/>
            </p14:nvContentPartPr>
            <p14:xfrm>
              <a:off x="8464707" y="4903280"/>
              <a:ext cx="147600" cy="979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A6C50935-C13E-945F-8D90-E80266436FB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447067" y="4885640"/>
                <a:ext cx="1832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0563D723-D483-78ED-6885-808224A6500F}"/>
                  </a:ext>
                </a:extLst>
              </p14:cNvPr>
              <p14:cNvContentPartPr/>
              <p14:nvPr/>
            </p14:nvContentPartPr>
            <p14:xfrm>
              <a:off x="8537787" y="5090480"/>
              <a:ext cx="100440" cy="1306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0563D723-D483-78ED-6885-808224A6500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519787" y="5072840"/>
                <a:ext cx="13608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6972D74-D1D0-42EC-CF25-47F97D7DAB67}"/>
                  </a:ext>
                </a:extLst>
              </p14:cNvPr>
              <p14:cNvContentPartPr/>
              <p14:nvPr/>
            </p14:nvContentPartPr>
            <p14:xfrm>
              <a:off x="8531667" y="5265800"/>
              <a:ext cx="111240" cy="1393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6972D74-D1D0-42EC-CF25-47F97D7DAB6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514027" y="5248160"/>
                <a:ext cx="14688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2AAC6D75-D479-75B1-92E2-23106DD1651D}"/>
                  </a:ext>
                </a:extLst>
              </p14:cNvPr>
              <p14:cNvContentPartPr/>
              <p14:nvPr/>
            </p14:nvContentPartPr>
            <p14:xfrm>
              <a:off x="7512147" y="5781320"/>
              <a:ext cx="1476000" cy="1191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2AAC6D75-D479-75B1-92E2-23106DD1651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494147" y="5763320"/>
                <a:ext cx="151164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F550BB42-2CC3-B1EB-380F-50F17498361C}"/>
                  </a:ext>
                </a:extLst>
              </p14:cNvPr>
              <p14:cNvContentPartPr/>
              <p14:nvPr/>
            </p14:nvContentPartPr>
            <p14:xfrm>
              <a:off x="8877627" y="5795360"/>
              <a:ext cx="210960" cy="194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F550BB42-2CC3-B1EB-380F-50F17498361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859627" y="5777360"/>
                <a:ext cx="2466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AA0AB1D8-1482-D37E-9CCF-3E667AB14055}"/>
                  </a:ext>
                </a:extLst>
              </p14:cNvPr>
              <p14:cNvContentPartPr/>
              <p14:nvPr/>
            </p14:nvContentPartPr>
            <p14:xfrm>
              <a:off x="6912027" y="5992640"/>
              <a:ext cx="4136040" cy="45540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AA0AB1D8-1482-D37E-9CCF-3E667AB1405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894027" y="5974640"/>
                <a:ext cx="4171680" cy="49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8C50A60-2B48-9217-D939-371A7CB23332}"/>
              </a:ext>
            </a:extLst>
          </p:cNvPr>
          <p:cNvGrpSpPr/>
          <p:nvPr/>
        </p:nvGrpSpPr>
        <p:grpSpPr>
          <a:xfrm>
            <a:off x="358587" y="746720"/>
            <a:ext cx="7234920" cy="5407920"/>
            <a:chOff x="358587" y="746720"/>
            <a:chExt cx="7234920" cy="540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44853C6-F660-F83D-2812-3BA9D2CE1862}"/>
                    </a:ext>
                  </a:extLst>
                </p14:cNvPr>
                <p14:cNvContentPartPr/>
                <p14:nvPr/>
              </p14:nvContentPartPr>
              <p14:xfrm>
                <a:off x="2913507" y="751040"/>
                <a:ext cx="69840" cy="1170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44853C6-F660-F83D-2812-3BA9D2CE186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95867" y="733040"/>
                  <a:ext cx="105480" cy="12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D7A56E6-BC9C-5BA1-7A8B-EE359A20A459}"/>
                    </a:ext>
                  </a:extLst>
                </p14:cNvPr>
                <p14:cNvContentPartPr/>
                <p14:nvPr/>
              </p14:nvContentPartPr>
              <p14:xfrm>
                <a:off x="2949507" y="746720"/>
                <a:ext cx="1085040" cy="1221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D7A56E6-BC9C-5BA1-7A8B-EE359A20A45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31507" y="729080"/>
                  <a:ext cx="1120680" cy="12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F35BEE7-7276-7DD8-396D-E274DAD18678}"/>
                    </a:ext>
                  </a:extLst>
                </p14:cNvPr>
                <p14:cNvContentPartPr/>
                <p14:nvPr/>
              </p14:nvContentPartPr>
              <p14:xfrm>
                <a:off x="3912867" y="812960"/>
                <a:ext cx="497160" cy="67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F35BEE7-7276-7DD8-396D-E274DAD1867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895227" y="795320"/>
                  <a:ext cx="5328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C7EFFC3-3BF9-5BD6-0E5C-734F05B3B9A9}"/>
                    </a:ext>
                  </a:extLst>
                </p14:cNvPr>
                <p14:cNvContentPartPr/>
                <p14:nvPr/>
              </p14:nvContentPartPr>
              <p14:xfrm>
                <a:off x="3939147" y="1059920"/>
                <a:ext cx="483840" cy="23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C7EFFC3-3BF9-5BD6-0E5C-734F05B3B9A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21147" y="1042280"/>
                  <a:ext cx="519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598174C-31FD-37E0-0F4E-FF1C7FD7409C}"/>
                    </a:ext>
                  </a:extLst>
                </p14:cNvPr>
                <p14:cNvContentPartPr/>
                <p14:nvPr/>
              </p14:nvContentPartPr>
              <p14:xfrm>
                <a:off x="3953907" y="1322000"/>
                <a:ext cx="416520" cy="20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598174C-31FD-37E0-0F4E-FF1C7FD7409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36267" y="1304360"/>
                  <a:ext cx="452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72F0D75-DD09-080B-3E0F-94941B9B4A6C}"/>
                    </a:ext>
                  </a:extLst>
                </p14:cNvPr>
                <p14:cNvContentPartPr/>
                <p14:nvPr/>
              </p14:nvContentPartPr>
              <p14:xfrm>
                <a:off x="3998907" y="1747520"/>
                <a:ext cx="454680" cy="20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72F0D75-DD09-080B-3E0F-94941B9B4A6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81267" y="1729880"/>
                  <a:ext cx="490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2798CCE-D02A-BF5C-B2E5-DC54D4E023E6}"/>
                    </a:ext>
                  </a:extLst>
                </p14:cNvPr>
                <p14:cNvContentPartPr/>
                <p14:nvPr/>
              </p14:nvContentPartPr>
              <p14:xfrm>
                <a:off x="4314627" y="796040"/>
                <a:ext cx="525600" cy="1139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2798CCE-D02A-BF5C-B2E5-DC54D4E023E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296627" y="778040"/>
                  <a:ext cx="561240" cy="11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67C8977-60A5-059F-CD4E-B9BC356BD718}"/>
                    </a:ext>
                  </a:extLst>
                </p14:cNvPr>
                <p14:cNvContentPartPr/>
                <p14:nvPr/>
              </p14:nvContentPartPr>
              <p14:xfrm>
                <a:off x="4356387" y="1728440"/>
                <a:ext cx="270720" cy="250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67C8977-60A5-059F-CD4E-B9BC356BD71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38387" y="1710440"/>
                  <a:ext cx="3063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5D040FB-EE47-E9EF-6707-469D1D77ADA0}"/>
                    </a:ext>
                  </a:extLst>
                </p14:cNvPr>
                <p14:cNvContentPartPr/>
                <p14:nvPr/>
              </p14:nvContentPartPr>
              <p14:xfrm>
                <a:off x="4450347" y="1925000"/>
                <a:ext cx="555120" cy="48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5D040FB-EE47-E9EF-6707-469D1D77ADA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32347" y="1907360"/>
                  <a:ext cx="590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F62670A-47FD-3BF5-3FDB-6DF4599BF59D}"/>
                    </a:ext>
                  </a:extLst>
                </p14:cNvPr>
                <p14:cNvContentPartPr/>
                <p14:nvPr/>
              </p14:nvContentPartPr>
              <p14:xfrm>
                <a:off x="4473747" y="1930040"/>
                <a:ext cx="481680" cy="244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F62670A-47FD-3BF5-3FDB-6DF4599BF59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56107" y="1912040"/>
                  <a:ext cx="5173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4D5EB32-BCF1-574B-44A6-47308B1FCD6F}"/>
                    </a:ext>
                  </a:extLst>
                </p14:cNvPr>
                <p14:cNvContentPartPr/>
                <p14:nvPr/>
              </p14:nvContentPartPr>
              <p14:xfrm>
                <a:off x="4716747" y="2194640"/>
                <a:ext cx="18720" cy="181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4D5EB32-BCF1-574B-44A6-47308B1FCD6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698747" y="2177000"/>
                  <a:ext cx="543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5A7D645-D0FB-224D-6EAA-0327B6B24E50}"/>
                    </a:ext>
                  </a:extLst>
                </p14:cNvPr>
                <p14:cNvContentPartPr/>
                <p14:nvPr/>
              </p14:nvContentPartPr>
              <p14:xfrm>
                <a:off x="3034467" y="1638440"/>
                <a:ext cx="43200" cy="223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5A7D645-D0FB-224D-6EAA-0327B6B24E5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16467" y="1620800"/>
                  <a:ext cx="788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154FE11-026E-A36F-8EB6-D032B8DDAD9C}"/>
                    </a:ext>
                  </a:extLst>
                </p14:cNvPr>
                <p14:cNvContentPartPr/>
                <p14:nvPr/>
              </p14:nvContentPartPr>
              <p14:xfrm>
                <a:off x="3128427" y="1736000"/>
                <a:ext cx="89280" cy="128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154FE11-026E-A36F-8EB6-D032B8DDAD9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10787" y="1718000"/>
                  <a:ext cx="1249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4A7B3FC-2366-DB0F-ACE0-3048FA61B754}"/>
                    </a:ext>
                  </a:extLst>
                </p14:cNvPr>
                <p14:cNvContentPartPr/>
                <p14:nvPr/>
              </p14:nvContentPartPr>
              <p14:xfrm>
                <a:off x="3255507" y="1756160"/>
                <a:ext cx="134280" cy="131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4A7B3FC-2366-DB0F-ACE0-3048FA61B75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237867" y="1738520"/>
                  <a:ext cx="1699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D2C8C11-17F4-1CDE-D37E-4D3481B135D2}"/>
                    </a:ext>
                  </a:extLst>
                </p14:cNvPr>
                <p14:cNvContentPartPr/>
                <p14:nvPr/>
              </p14:nvContentPartPr>
              <p14:xfrm>
                <a:off x="3400587" y="1637360"/>
                <a:ext cx="98280" cy="242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D2C8C11-17F4-1CDE-D37E-4D3481B135D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82587" y="1619360"/>
                  <a:ext cx="1339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6A96B94-A854-12C7-4812-E5FE47755135}"/>
                    </a:ext>
                  </a:extLst>
                </p14:cNvPr>
                <p14:cNvContentPartPr/>
                <p14:nvPr/>
              </p14:nvContentPartPr>
              <p14:xfrm>
                <a:off x="3002427" y="842840"/>
                <a:ext cx="104040" cy="143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6A96B94-A854-12C7-4812-E5FE4775513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84787" y="825200"/>
                  <a:ext cx="139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3A7A454-9272-6D08-864A-CEE54BBB32C0}"/>
                    </a:ext>
                  </a:extLst>
                </p14:cNvPr>
                <p14:cNvContentPartPr/>
                <p14:nvPr/>
              </p14:nvContentPartPr>
              <p14:xfrm>
                <a:off x="2980827" y="922040"/>
                <a:ext cx="110520" cy="7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3A7A454-9272-6D08-864A-CEE54BBB32C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63187" y="904400"/>
                  <a:ext cx="146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CBF8977-3C52-0EC2-E0CE-AC6C594552E4}"/>
                    </a:ext>
                  </a:extLst>
                </p14:cNvPr>
                <p14:cNvContentPartPr/>
                <p14:nvPr/>
              </p14:nvContentPartPr>
              <p14:xfrm>
                <a:off x="3013947" y="981080"/>
                <a:ext cx="100800" cy="14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CBF8977-3C52-0EC2-E0CE-AC6C594552E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996307" y="963080"/>
                  <a:ext cx="136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96625DD-C389-C22C-C152-72EC710C3811}"/>
                    </a:ext>
                  </a:extLst>
                </p14:cNvPr>
                <p14:cNvContentPartPr/>
                <p14:nvPr/>
              </p14:nvContentPartPr>
              <p14:xfrm>
                <a:off x="3177747" y="804320"/>
                <a:ext cx="135000" cy="201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96625DD-C389-C22C-C152-72EC710C381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59747" y="786680"/>
                  <a:ext cx="170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8C4B561-21EB-8566-46DA-396261B8807E}"/>
                    </a:ext>
                  </a:extLst>
                </p14:cNvPr>
                <p14:cNvContentPartPr/>
                <p14:nvPr/>
              </p14:nvContentPartPr>
              <p14:xfrm>
                <a:off x="2079387" y="2389400"/>
                <a:ext cx="2665440" cy="44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8C4B561-21EB-8566-46DA-396261B8807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61747" y="2371400"/>
                  <a:ext cx="2701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76E2958-0BAA-0315-8BEC-B64C58A33CB5}"/>
                    </a:ext>
                  </a:extLst>
                </p14:cNvPr>
                <p14:cNvContentPartPr/>
                <p14:nvPr/>
              </p14:nvContentPartPr>
              <p14:xfrm>
                <a:off x="2064627" y="1781720"/>
                <a:ext cx="203400" cy="648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76E2958-0BAA-0315-8BEC-B64C58A33CB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046987" y="1764080"/>
                  <a:ext cx="23904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B6B8044-5576-E6AE-4777-C561BC0A195B}"/>
                    </a:ext>
                  </a:extLst>
                </p14:cNvPr>
                <p14:cNvContentPartPr/>
                <p14:nvPr/>
              </p14:nvContentPartPr>
              <p14:xfrm>
                <a:off x="2237787" y="1637360"/>
                <a:ext cx="123840" cy="311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B6B8044-5576-E6AE-4777-C561BC0A195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19787" y="1619720"/>
                  <a:ext cx="1594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C403219-8F5F-1CF5-C0D0-4BB8A5730744}"/>
                    </a:ext>
                  </a:extLst>
                </p14:cNvPr>
                <p14:cNvContentPartPr/>
                <p14:nvPr/>
              </p14:nvContentPartPr>
              <p14:xfrm>
                <a:off x="2262627" y="1620440"/>
                <a:ext cx="339480" cy="108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C403219-8F5F-1CF5-C0D0-4BB8A573074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244627" y="1602440"/>
                  <a:ext cx="375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F74E94C-FAD3-25B8-DA59-2DB655A8A08C}"/>
                    </a:ext>
                  </a:extLst>
                </p14:cNvPr>
                <p14:cNvContentPartPr/>
                <p14:nvPr/>
              </p14:nvContentPartPr>
              <p14:xfrm>
                <a:off x="2335707" y="1747520"/>
                <a:ext cx="249840" cy="206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F74E94C-FAD3-25B8-DA59-2DB655A8A08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318067" y="1729880"/>
                  <a:ext cx="285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206C5CD-CAA4-2CDE-9D17-4F6E51148D0F}"/>
                    </a:ext>
                  </a:extLst>
                </p14:cNvPr>
                <p14:cNvContentPartPr/>
                <p14:nvPr/>
              </p14:nvContentPartPr>
              <p14:xfrm>
                <a:off x="2584107" y="1764080"/>
                <a:ext cx="312120" cy="4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206C5CD-CAA4-2CDE-9D17-4F6E51148D0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566467" y="1746440"/>
                  <a:ext cx="347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FAA6154-AF43-FA13-920D-2C7BAEEDEF89}"/>
                    </a:ext>
                  </a:extLst>
                </p14:cNvPr>
                <p14:cNvContentPartPr/>
                <p14:nvPr/>
              </p14:nvContentPartPr>
              <p14:xfrm>
                <a:off x="1254987" y="1700720"/>
                <a:ext cx="1065600" cy="15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FAA6154-AF43-FA13-920D-2C7BAEEDEF8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236987" y="1682720"/>
                  <a:ext cx="11012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EF703BD-E942-8962-7A07-094E7D85C2BA}"/>
                    </a:ext>
                  </a:extLst>
                </p14:cNvPr>
                <p14:cNvContentPartPr/>
                <p14:nvPr/>
              </p14:nvContentPartPr>
              <p14:xfrm>
                <a:off x="358587" y="1613960"/>
                <a:ext cx="125280" cy="211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EF703BD-E942-8962-7A07-094E7D85C2B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0587" y="1596320"/>
                  <a:ext cx="1609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F908810-1482-7D92-5026-5D7F5E2278B7}"/>
                    </a:ext>
                  </a:extLst>
                </p14:cNvPr>
                <p14:cNvContentPartPr/>
                <p14:nvPr/>
              </p14:nvContentPartPr>
              <p14:xfrm>
                <a:off x="538587" y="1552040"/>
                <a:ext cx="38880" cy="236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F908810-1482-7D92-5026-5D7F5E2278B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20587" y="1534040"/>
                  <a:ext cx="745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A0F6794-AE96-7B98-D925-A651F6A650D0}"/>
                    </a:ext>
                  </a:extLst>
                </p14:cNvPr>
                <p14:cNvContentPartPr/>
                <p14:nvPr/>
              </p14:nvContentPartPr>
              <p14:xfrm>
                <a:off x="618507" y="1592000"/>
                <a:ext cx="558720" cy="203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A0F6794-AE96-7B98-D925-A651F6A650D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00867" y="1574000"/>
                  <a:ext cx="594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C3B9343-D5B9-2CB6-39D9-64F976274A18}"/>
                    </a:ext>
                  </a:extLst>
                </p14:cNvPr>
                <p14:cNvContentPartPr/>
                <p14:nvPr/>
              </p14:nvContentPartPr>
              <p14:xfrm>
                <a:off x="2369547" y="936080"/>
                <a:ext cx="525960" cy="38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C3B9343-D5B9-2CB6-39D9-64F976274A1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51907" y="918080"/>
                  <a:ext cx="561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83B7BA0-C5B8-9602-AC9D-EFE2C7C55860}"/>
                    </a:ext>
                  </a:extLst>
                </p14:cNvPr>
                <p14:cNvContentPartPr/>
                <p14:nvPr/>
              </p14:nvContentPartPr>
              <p14:xfrm>
                <a:off x="2086947" y="773360"/>
                <a:ext cx="85680" cy="260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83B7BA0-C5B8-9602-AC9D-EFE2C7C5586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068947" y="755720"/>
                  <a:ext cx="1213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6896FED-AF29-611D-1DAF-49D88B5CA8EE}"/>
                    </a:ext>
                  </a:extLst>
                </p14:cNvPr>
                <p14:cNvContentPartPr/>
                <p14:nvPr/>
              </p14:nvContentPartPr>
              <p14:xfrm>
                <a:off x="2072907" y="992600"/>
                <a:ext cx="246240" cy="55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6896FED-AF29-611D-1DAF-49D88B5CA8E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55267" y="974960"/>
                  <a:ext cx="281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532D659-6F57-87F4-D230-F2DADE2C813E}"/>
                    </a:ext>
                  </a:extLst>
                </p14:cNvPr>
                <p14:cNvContentPartPr/>
                <p14:nvPr/>
              </p14:nvContentPartPr>
              <p14:xfrm>
                <a:off x="2630187" y="1189520"/>
                <a:ext cx="296640" cy="32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532D659-6F57-87F4-D230-F2DADE2C813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612187" y="1171520"/>
                  <a:ext cx="3322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BFAD8B9-0A66-DBA6-8D3E-A990CC6BCF5B}"/>
                    </a:ext>
                  </a:extLst>
                </p14:cNvPr>
                <p14:cNvContentPartPr/>
                <p14:nvPr/>
              </p14:nvContentPartPr>
              <p14:xfrm>
                <a:off x="2706147" y="1375640"/>
                <a:ext cx="223920" cy="7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BFAD8B9-0A66-DBA6-8D3E-A990CC6BCF5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88147" y="1357640"/>
                  <a:ext cx="259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A651136-D4A5-F7D7-C171-0CEA8019DFAA}"/>
                    </a:ext>
                  </a:extLst>
                </p14:cNvPr>
                <p14:cNvContentPartPr/>
                <p14:nvPr/>
              </p14:nvContentPartPr>
              <p14:xfrm>
                <a:off x="2734947" y="1486880"/>
                <a:ext cx="164880" cy="16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A651136-D4A5-F7D7-C171-0CEA8019DFA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717307" y="1468880"/>
                  <a:ext cx="200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DC5798F-2F58-6B6D-C0B2-9ED2C1A0F226}"/>
                    </a:ext>
                  </a:extLst>
                </p14:cNvPr>
                <p14:cNvContentPartPr/>
                <p14:nvPr/>
              </p14:nvContentPartPr>
              <p14:xfrm>
                <a:off x="2762667" y="1580840"/>
                <a:ext cx="158760" cy="24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DC5798F-2F58-6B6D-C0B2-9ED2C1A0F22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745027" y="1562840"/>
                  <a:ext cx="194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1E9239E-A965-789C-4410-E6EADD45D2A3}"/>
                    </a:ext>
                  </a:extLst>
                </p14:cNvPr>
                <p14:cNvContentPartPr/>
                <p14:nvPr/>
              </p14:nvContentPartPr>
              <p14:xfrm>
                <a:off x="2431827" y="1178720"/>
                <a:ext cx="116280" cy="105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1E9239E-A965-789C-4410-E6EADD45D2A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414187" y="1161080"/>
                  <a:ext cx="151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A22961F-8978-2EDE-8E76-3CCDBAD5F242}"/>
                    </a:ext>
                  </a:extLst>
                </p14:cNvPr>
                <p14:cNvContentPartPr/>
                <p14:nvPr/>
              </p14:nvContentPartPr>
              <p14:xfrm>
                <a:off x="2471427" y="1325240"/>
                <a:ext cx="118440" cy="81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A22961F-8978-2EDE-8E76-3CCDBAD5F24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453787" y="1307240"/>
                  <a:ext cx="154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17C2B2B-B2B3-0D86-810D-4767B7FA09B0}"/>
                    </a:ext>
                  </a:extLst>
                </p14:cNvPr>
                <p14:cNvContentPartPr/>
                <p14:nvPr/>
              </p14:nvContentPartPr>
              <p14:xfrm>
                <a:off x="2553867" y="1445120"/>
                <a:ext cx="85320" cy="69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17C2B2B-B2B3-0D86-810D-4767B7FA09B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535867" y="1427120"/>
                  <a:ext cx="120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F966EB8-34DB-5AFA-8EDB-1FB5C39240AC}"/>
                    </a:ext>
                  </a:extLst>
                </p14:cNvPr>
                <p14:cNvContentPartPr/>
                <p14:nvPr/>
              </p14:nvContentPartPr>
              <p14:xfrm>
                <a:off x="2611467" y="1556360"/>
                <a:ext cx="96480" cy="91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F966EB8-34DB-5AFA-8EDB-1FB5C39240A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593827" y="1538360"/>
                  <a:ext cx="1321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281EE09-62A8-E4C0-A5F1-9F73750589C4}"/>
                    </a:ext>
                  </a:extLst>
                </p14:cNvPr>
                <p14:cNvContentPartPr/>
                <p14:nvPr/>
              </p14:nvContentPartPr>
              <p14:xfrm>
                <a:off x="4434147" y="3215960"/>
                <a:ext cx="62280" cy="1295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281EE09-62A8-E4C0-A5F1-9F73750589C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416507" y="3198320"/>
                  <a:ext cx="97920" cy="13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46F7D9D-458A-77D9-B900-A91765008552}"/>
                    </a:ext>
                  </a:extLst>
                </p14:cNvPr>
                <p14:cNvContentPartPr/>
                <p14:nvPr/>
              </p14:nvContentPartPr>
              <p14:xfrm>
                <a:off x="4429827" y="3223520"/>
                <a:ext cx="1153440" cy="1280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46F7D9D-458A-77D9-B900-A9176500855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411827" y="3205520"/>
                  <a:ext cx="1189080" cy="13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8E0CF22-1652-26CA-3FE1-1FC97BC34AD0}"/>
                    </a:ext>
                  </a:extLst>
                </p14:cNvPr>
                <p14:cNvContentPartPr/>
                <p14:nvPr/>
              </p14:nvContentPartPr>
              <p14:xfrm>
                <a:off x="3846987" y="2332880"/>
                <a:ext cx="916920" cy="1068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8E0CF22-1652-26CA-3FE1-1FC97BC34AD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829347" y="2315240"/>
                  <a:ext cx="952560" cy="11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D09C9A1-6231-F2D0-D842-1F46B3817D86}"/>
                    </a:ext>
                  </a:extLst>
                </p14:cNvPr>
                <p14:cNvContentPartPr/>
                <p14:nvPr/>
              </p14:nvContentPartPr>
              <p14:xfrm>
                <a:off x="4552947" y="3328280"/>
                <a:ext cx="106200" cy="190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D09C9A1-6231-F2D0-D842-1F46B3817D8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535307" y="3310280"/>
                  <a:ext cx="1418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FF5BCCB-A96B-E137-115E-12287B60DEDC}"/>
                    </a:ext>
                  </a:extLst>
                </p14:cNvPr>
                <p14:cNvContentPartPr/>
                <p14:nvPr/>
              </p14:nvContentPartPr>
              <p14:xfrm>
                <a:off x="4568067" y="3428720"/>
                <a:ext cx="108360" cy="6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FF5BCCB-A96B-E137-115E-12287B60DED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50067" y="3410720"/>
                  <a:ext cx="144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2DB31A1-2B65-A5D8-162A-62B4A5037EE6}"/>
                    </a:ext>
                  </a:extLst>
                </p14:cNvPr>
                <p14:cNvContentPartPr/>
                <p14:nvPr/>
              </p14:nvContentPartPr>
              <p14:xfrm>
                <a:off x="4561587" y="3502520"/>
                <a:ext cx="81720" cy="6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2DB31A1-2B65-A5D8-162A-62B4A5037EE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543587" y="3484520"/>
                  <a:ext cx="117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181C3C7-BFA3-23C2-5FE0-E1328CFB290D}"/>
                    </a:ext>
                  </a:extLst>
                </p14:cNvPr>
                <p14:cNvContentPartPr/>
                <p14:nvPr/>
              </p14:nvContentPartPr>
              <p14:xfrm>
                <a:off x="4726107" y="3320720"/>
                <a:ext cx="156600" cy="209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181C3C7-BFA3-23C2-5FE0-E1328CFB290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708467" y="3302720"/>
                  <a:ext cx="192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4DCA2B9-B1E8-7052-E236-480AE28A4C9E}"/>
                    </a:ext>
                  </a:extLst>
                </p14:cNvPr>
                <p14:cNvContentPartPr/>
                <p14:nvPr/>
              </p14:nvContentPartPr>
              <p14:xfrm>
                <a:off x="4580667" y="4280480"/>
                <a:ext cx="15120" cy="195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4DCA2B9-B1E8-7052-E236-480AE28A4C9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563027" y="4262840"/>
                  <a:ext cx="50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8DC352D-CB58-2BA1-7B92-F2E39866F856}"/>
                    </a:ext>
                  </a:extLst>
                </p14:cNvPr>
                <p14:cNvContentPartPr/>
                <p14:nvPr/>
              </p14:nvContentPartPr>
              <p14:xfrm>
                <a:off x="4661667" y="4288040"/>
                <a:ext cx="64080" cy="164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8DC352D-CB58-2BA1-7B92-F2E39866F85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644027" y="4270040"/>
                  <a:ext cx="99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16FD0AF-29D4-65AC-0775-C122285BDA68}"/>
                    </a:ext>
                  </a:extLst>
                </p14:cNvPr>
                <p14:cNvContentPartPr/>
                <p14:nvPr/>
              </p14:nvContentPartPr>
              <p14:xfrm>
                <a:off x="4776507" y="4281920"/>
                <a:ext cx="116640" cy="176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16FD0AF-29D4-65AC-0775-C122285BDA6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58507" y="4264280"/>
                  <a:ext cx="152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63A20A3-DAB8-34AB-0BA5-0757CC642035}"/>
                    </a:ext>
                  </a:extLst>
                </p14:cNvPr>
                <p14:cNvContentPartPr/>
                <p14:nvPr/>
              </p14:nvContentPartPr>
              <p14:xfrm>
                <a:off x="4777587" y="4386680"/>
                <a:ext cx="125640" cy="15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63A20A3-DAB8-34AB-0BA5-0757CC64203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759587" y="4369040"/>
                  <a:ext cx="161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6FA059-5AC6-2D66-6A53-BCB633117751}"/>
                    </a:ext>
                  </a:extLst>
                </p14:cNvPr>
                <p14:cNvContentPartPr/>
                <p14:nvPr/>
              </p14:nvContentPartPr>
              <p14:xfrm>
                <a:off x="4941027" y="4281920"/>
                <a:ext cx="158040" cy="165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6FA059-5AC6-2D66-6A53-BCB63311775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923387" y="4264280"/>
                  <a:ext cx="1936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C5E545B-77AF-9FEF-4324-C3EB644834B0}"/>
                    </a:ext>
                  </a:extLst>
                </p14:cNvPr>
                <p14:cNvContentPartPr/>
                <p14:nvPr/>
              </p14:nvContentPartPr>
              <p14:xfrm>
                <a:off x="5469147" y="3380480"/>
                <a:ext cx="394200" cy="18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C5E545B-77AF-9FEF-4324-C3EB644834B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451147" y="3362840"/>
                  <a:ext cx="4298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505E32C-3A75-B37A-49A3-12538B70E0E3}"/>
                    </a:ext>
                  </a:extLst>
                </p14:cNvPr>
                <p14:cNvContentPartPr/>
                <p14:nvPr/>
              </p14:nvContentPartPr>
              <p14:xfrm>
                <a:off x="5485707" y="3668120"/>
                <a:ext cx="374400" cy="29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505E32C-3A75-B37A-49A3-12538B70E0E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468067" y="3650480"/>
                  <a:ext cx="4100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37C9013-CDC2-9BC0-7DF7-F6D0A77499B0}"/>
                    </a:ext>
                  </a:extLst>
                </p14:cNvPr>
                <p14:cNvContentPartPr/>
                <p14:nvPr/>
              </p14:nvContentPartPr>
              <p14:xfrm>
                <a:off x="5486427" y="3901400"/>
                <a:ext cx="346680" cy="23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37C9013-CDC2-9BC0-7DF7-F6D0A77499B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468787" y="3883400"/>
                  <a:ext cx="382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6D55FB1-F884-3B56-AF22-3A03576563EB}"/>
                    </a:ext>
                  </a:extLst>
                </p14:cNvPr>
                <p14:cNvContentPartPr/>
                <p14:nvPr/>
              </p14:nvContentPartPr>
              <p14:xfrm>
                <a:off x="5502627" y="4190120"/>
                <a:ext cx="292320" cy="21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6D55FB1-F884-3B56-AF22-3A03576563E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484627" y="4172120"/>
                  <a:ext cx="3279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54506F-61EE-AB0A-A446-716116552400}"/>
                    </a:ext>
                  </a:extLst>
                </p14:cNvPr>
                <p14:cNvContentPartPr/>
                <p14:nvPr/>
              </p14:nvContentPartPr>
              <p14:xfrm>
                <a:off x="5756427" y="3372920"/>
                <a:ext cx="588240" cy="1063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54506F-61EE-AB0A-A446-71611655240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738427" y="3355280"/>
                  <a:ext cx="623880" cy="10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3F8F027-21FA-675F-9DC2-B468F8E3F276}"/>
                    </a:ext>
                  </a:extLst>
                </p14:cNvPr>
                <p14:cNvContentPartPr/>
                <p14:nvPr/>
              </p14:nvContentPartPr>
              <p14:xfrm>
                <a:off x="5688747" y="4173560"/>
                <a:ext cx="405360" cy="402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3F8F027-21FA-675F-9DC2-B468F8E3F27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671107" y="4155560"/>
                  <a:ext cx="44100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C255D4C-9649-E52D-4F93-6F4074451D04}"/>
                    </a:ext>
                  </a:extLst>
                </p14:cNvPr>
                <p14:cNvContentPartPr/>
                <p14:nvPr/>
              </p14:nvContentPartPr>
              <p14:xfrm>
                <a:off x="5841027" y="4626800"/>
                <a:ext cx="685800" cy="11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C255D4C-9649-E52D-4F93-6F4074451D0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823387" y="4609160"/>
                  <a:ext cx="721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ADEB737-A733-3443-0707-7EB6DDE9E2FD}"/>
                    </a:ext>
                  </a:extLst>
                </p14:cNvPr>
                <p14:cNvContentPartPr/>
                <p14:nvPr/>
              </p14:nvContentPartPr>
              <p14:xfrm>
                <a:off x="5890707" y="4622840"/>
                <a:ext cx="593640" cy="388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ADEB737-A733-3443-0707-7EB6DDE9E2F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73067" y="4604840"/>
                  <a:ext cx="62928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D3460B6-B856-D9F3-2AD4-0CE7837477F6}"/>
                    </a:ext>
                  </a:extLst>
                </p14:cNvPr>
                <p14:cNvContentPartPr/>
                <p14:nvPr/>
              </p14:nvContentPartPr>
              <p14:xfrm>
                <a:off x="6314427" y="4287320"/>
                <a:ext cx="25920" cy="333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D3460B6-B856-D9F3-2AD4-0CE7837477F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296427" y="4269320"/>
                  <a:ext cx="615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6DBFC82-ACB2-9FD8-DB92-C6531AFEB1F4}"/>
                    </a:ext>
                  </a:extLst>
                </p14:cNvPr>
                <p14:cNvContentPartPr/>
                <p14:nvPr/>
              </p14:nvContentPartPr>
              <p14:xfrm>
                <a:off x="4140027" y="3656240"/>
                <a:ext cx="306360" cy="12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6DBFC82-ACB2-9FD8-DB92-C6531AFEB1F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122387" y="3638600"/>
                  <a:ext cx="342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76F272D-3059-FFD8-BE29-9EA0B7DF26DB}"/>
                    </a:ext>
                  </a:extLst>
                </p14:cNvPr>
                <p14:cNvContentPartPr/>
                <p14:nvPr/>
              </p14:nvContentPartPr>
              <p14:xfrm>
                <a:off x="4195827" y="3778280"/>
                <a:ext cx="235440" cy="27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76F272D-3059-FFD8-BE29-9EA0B7DF26D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178187" y="3760640"/>
                  <a:ext cx="271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51E3014-09E7-647A-B361-D8D099220C26}"/>
                    </a:ext>
                  </a:extLst>
                </p14:cNvPr>
                <p14:cNvContentPartPr/>
                <p14:nvPr/>
              </p14:nvContentPartPr>
              <p14:xfrm>
                <a:off x="4208427" y="3920480"/>
                <a:ext cx="236520" cy="4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51E3014-09E7-647A-B361-D8D099220C2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190787" y="3902840"/>
                  <a:ext cx="272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DE76AE2-3F20-3254-A34A-2D69A74FF450}"/>
                    </a:ext>
                  </a:extLst>
                </p14:cNvPr>
                <p14:cNvContentPartPr/>
                <p14:nvPr/>
              </p14:nvContentPartPr>
              <p14:xfrm>
                <a:off x="4223547" y="4056560"/>
                <a:ext cx="246240" cy="3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DE76AE2-3F20-3254-A34A-2D69A74FF45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205907" y="4038560"/>
                  <a:ext cx="281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BE428FD-C580-00BC-803F-B9C2EC0C9715}"/>
                    </a:ext>
                  </a:extLst>
                </p14:cNvPr>
                <p14:cNvContentPartPr/>
                <p14:nvPr/>
              </p14:nvContentPartPr>
              <p14:xfrm>
                <a:off x="3902067" y="3645800"/>
                <a:ext cx="142200" cy="119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BE428FD-C580-00BC-803F-B9C2EC0C971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884067" y="3628160"/>
                  <a:ext cx="1778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75EF926-DE08-974A-1E96-44C7D02F5C99}"/>
                    </a:ext>
                  </a:extLst>
                </p14:cNvPr>
                <p14:cNvContentPartPr/>
                <p14:nvPr/>
              </p14:nvContentPartPr>
              <p14:xfrm>
                <a:off x="3927627" y="3838400"/>
                <a:ext cx="116280" cy="874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75EF926-DE08-974A-1E96-44C7D02F5C9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909627" y="3820400"/>
                  <a:ext cx="151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59DDFEC-975D-E8EA-866F-9DF5669F19FE}"/>
                    </a:ext>
                  </a:extLst>
                </p14:cNvPr>
                <p14:cNvContentPartPr/>
                <p14:nvPr/>
              </p14:nvContentPartPr>
              <p14:xfrm>
                <a:off x="3933387" y="4007600"/>
                <a:ext cx="110160" cy="82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59DDFEC-975D-E8EA-866F-9DF5669F19F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915387" y="3989960"/>
                  <a:ext cx="145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6D56062-75AC-33FD-9CA7-88C64E2D7177}"/>
                    </a:ext>
                  </a:extLst>
                </p14:cNvPr>
                <p14:cNvContentPartPr/>
                <p14:nvPr/>
              </p14:nvContentPartPr>
              <p14:xfrm>
                <a:off x="3978747" y="4193360"/>
                <a:ext cx="93240" cy="93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6D56062-75AC-33FD-9CA7-88C64E2D717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961107" y="4175360"/>
                  <a:ext cx="1288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DF7D9A0-ADAD-6257-FADB-9575326D5296}"/>
                    </a:ext>
                  </a:extLst>
                </p14:cNvPr>
                <p14:cNvContentPartPr/>
                <p14:nvPr/>
              </p14:nvContentPartPr>
              <p14:xfrm>
                <a:off x="3306987" y="4489640"/>
                <a:ext cx="1203480" cy="579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DF7D9A0-ADAD-6257-FADB-9575326D529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89347" y="4471640"/>
                  <a:ext cx="12391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04FB5CF-03E6-AB8E-964A-C196E469C2D0}"/>
                    </a:ext>
                  </a:extLst>
                </p14:cNvPr>
                <p14:cNvContentPartPr/>
                <p14:nvPr/>
              </p14:nvContentPartPr>
              <p14:xfrm>
                <a:off x="2943747" y="4321520"/>
                <a:ext cx="362520" cy="252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04FB5CF-03E6-AB8E-964A-C196E469C2D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926107" y="4303880"/>
                  <a:ext cx="3981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6378124-A960-A3B3-0B52-2265FD02CFFA}"/>
                    </a:ext>
                  </a:extLst>
                </p14:cNvPr>
                <p14:cNvContentPartPr/>
                <p14:nvPr/>
              </p14:nvContentPartPr>
              <p14:xfrm>
                <a:off x="2931507" y="4322960"/>
                <a:ext cx="345960" cy="528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6378124-A960-A3B3-0B52-2265FD02CFF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913867" y="4305320"/>
                  <a:ext cx="38160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B743F2E-8AE6-8135-DBD3-F740E351D486}"/>
                    </a:ext>
                  </a:extLst>
                </p14:cNvPr>
                <p14:cNvContentPartPr/>
                <p14:nvPr/>
              </p14:nvContentPartPr>
              <p14:xfrm>
                <a:off x="1538307" y="1766600"/>
                <a:ext cx="1482480" cy="2664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B743F2E-8AE6-8135-DBD3-F740E351D48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520307" y="1748960"/>
                  <a:ext cx="1518120" cy="270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0B06F6F-B40F-74DD-BE50-86DFCA17067E}"/>
                    </a:ext>
                  </a:extLst>
                </p14:cNvPr>
                <p14:cNvContentPartPr/>
                <p14:nvPr/>
              </p14:nvContentPartPr>
              <p14:xfrm>
                <a:off x="2778507" y="4748120"/>
                <a:ext cx="3482640" cy="642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0B06F6F-B40F-74DD-BE50-86DFCA17067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760867" y="4730480"/>
                  <a:ext cx="351828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6AF9004-711E-667F-C1F1-4119DF0C5A64}"/>
                    </a:ext>
                  </a:extLst>
                </p14:cNvPr>
                <p14:cNvContentPartPr/>
                <p14:nvPr/>
              </p14:nvContentPartPr>
              <p14:xfrm>
                <a:off x="7062867" y="5712200"/>
                <a:ext cx="530640" cy="442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6AF9004-711E-667F-C1F1-4119DF0C5A6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044867" y="5694560"/>
                  <a:ext cx="56628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744AE6C-CA03-FEB6-E592-7C218EC7F353}"/>
                    </a:ext>
                  </a:extLst>
                </p14:cNvPr>
                <p14:cNvContentPartPr/>
                <p14:nvPr/>
              </p14:nvContentPartPr>
              <p14:xfrm>
                <a:off x="7121907" y="5691320"/>
                <a:ext cx="418320" cy="2466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744AE6C-CA03-FEB6-E592-7C218EC7F35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103907" y="5673320"/>
                  <a:ext cx="4539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5CD9435-71C0-3B9F-D1D6-98F1B8608DB4}"/>
                    </a:ext>
                  </a:extLst>
                </p14:cNvPr>
                <p14:cNvContentPartPr/>
                <p14:nvPr/>
              </p14:nvContentPartPr>
              <p14:xfrm>
                <a:off x="1606707" y="4231520"/>
                <a:ext cx="5563440" cy="16290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5CD9435-71C0-3B9F-D1D6-98F1B8608DB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589067" y="4213520"/>
                  <a:ext cx="5599080" cy="166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122386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54ADA-9245-F034-4F4A-E61C9677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602F0EC-8173-A0C2-25D0-59D2A418EF67}"/>
                  </a:ext>
                </a:extLst>
              </p14:cNvPr>
              <p14:cNvContentPartPr/>
              <p14:nvPr/>
            </p14:nvContentPartPr>
            <p14:xfrm>
              <a:off x="4761387" y="2354120"/>
              <a:ext cx="1801440" cy="22417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602F0EC-8173-A0C2-25D0-59D2A418EF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43747" y="2336120"/>
                <a:ext cx="1837080" cy="22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902F7EE-4D57-6E5A-DC47-7CC74AFC255F}"/>
                  </a:ext>
                </a:extLst>
              </p14:cNvPr>
              <p14:cNvContentPartPr/>
              <p14:nvPr/>
            </p14:nvContentPartPr>
            <p14:xfrm>
              <a:off x="10969947" y="6012440"/>
              <a:ext cx="54360" cy="608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902F7EE-4D57-6E5A-DC47-7CC74AFC25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52307" y="5994440"/>
                <a:ext cx="900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237761E1-7414-8E43-267E-C7FA721CFDDD}"/>
                  </a:ext>
                </a:extLst>
              </p14:cNvPr>
              <p14:cNvContentPartPr/>
              <p14:nvPr/>
            </p14:nvContentPartPr>
            <p14:xfrm>
              <a:off x="8972667" y="4129640"/>
              <a:ext cx="97560" cy="17694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237761E1-7414-8E43-267E-C7FA721CFD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55027" y="4112000"/>
                <a:ext cx="133200" cy="180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3C99C200-841D-085A-075A-29983945A66A}"/>
                  </a:ext>
                </a:extLst>
              </p14:cNvPr>
              <p14:cNvContentPartPr/>
              <p14:nvPr/>
            </p14:nvContentPartPr>
            <p14:xfrm>
              <a:off x="8971587" y="4094360"/>
              <a:ext cx="1459080" cy="17755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3C99C200-841D-085A-075A-29983945A6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53947" y="4076720"/>
                <a:ext cx="1494720" cy="18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CFF4616-C97E-28D5-1613-EB3426F0EEB2}"/>
                  </a:ext>
                </a:extLst>
              </p14:cNvPr>
              <p14:cNvContentPartPr/>
              <p14:nvPr/>
            </p14:nvContentPartPr>
            <p14:xfrm>
              <a:off x="9061587" y="4246640"/>
              <a:ext cx="150120" cy="1940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CFF4616-C97E-28D5-1613-EB3426F0EEB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43587" y="4229000"/>
                <a:ext cx="1857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40F2E10B-7A9E-BA0A-3ACF-0E7239B6E392}"/>
                  </a:ext>
                </a:extLst>
              </p14:cNvPr>
              <p14:cNvContentPartPr/>
              <p14:nvPr/>
            </p14:nvContentPartPr>
            <p14:xfrm>
              <a:off x="9091467" y="4321520"/>
              <a:ext cx="121320" cy="36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40F2E10B-7A9E-BA0A-3ACF-0E7239B6E39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73827" y="4303880"/>
                <a:ext cx="1569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EEB8D5FD-0B8B-1818-F447-E00A3E96A9CB}"/>
                  </a:ext>
                </a:extLst>
              </p14:cNvPr>
              <p14:cNvContentPartPr/>
              <p14:nvPr/>
            </p14:nvContentPartPr>
            <p14:xfrm>
              <a:off x="9076347" y="4431680"/>
              <a:ext cx="117000" cy="100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EEB8D5FD-0B8B-1818-F447-E00A3E96A9C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058707" y="4414040"/>
                <a:ext cx="1526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FFC0D3C7-20D9-9B05-B09C-7A5498E8EE64}"/>
                  </a:ext>
                </a:extLst>
              </p14:cNvPr>
              <p14:cNvContentPartPr/>
              <p14:nvPr/>
            </p14:nvContentPartPr>
            <p14:xfrm>
              <a:off x="9235827" y="4289480"/>
              <a:ext cx="129600" cy="1638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FFC0D3C7-20D9-9B05-B09C-7A5498E8EE6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18187" y="4271840"/>
                <a:ext cx="1652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C4B19FCC-1D16-3DEC-23DD-3347A8B83933}"/>
                  </a:ext>
                </a:extLst>
              </p14:cNvPr>
              <p14:cNvContentPartPr/>
              <p14:nvPr/>
            </p14:nvContentPartPr>
            <p14:xfrm>
              <a:off x="9108387" y="5667200"/>
              <a:ext cx="5040" cy="1357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C4B19FCC-1D16-3DEC-23DD-3347A8B8393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90387" y="5649560"/>
                <a:ext cx="406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128D6F3F-BDEE-7567-B0AC-63A6DFE606E2}"/>
                  </a:ext>
                </a:extLst>
              </p14:cNvPr>
              <p14:cNvContentPartPr/>
              <p14:nvPr/>
            </p14:nvContentPartPr>
            <p14:xfrm>
              <a:off x="9182187" y="5711840"/>
              <a:ext cx="82080" cy="770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128D6F3F-BDEE-7567-B0AC-63A6DFE606E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164547" y="5693840"/>
                <a:ext cx="11772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796CAEED-8557-0188-52A1-959562409042}"/>
                  </a:ext>
                </a:extLst>
              </p14:cNvPr>
              <p14:cNvContentPartPr/>
              <p14:nvPr/>
            </p14:nvContentPartPr>
            <p14:xfrm>
              <a:off x="9319347" y="5709680"/>
              <a:ext cx="115920" cy="1083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796CAEED-8557-0188-52A1-95956240904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01347" y="5691680"/>
                <a:ext cx="1515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2F01C4FF-C7B1-1FEE-D354-156B5713F303}"/>
                  </a:ext>
                </a:extLst>
              </p14:cNvPr>
              <p14:cNvContentPartPr/>
              <p14:nvPr/>
            </p14:nvContentPartPr>
            <p14:xfrm>
              <a:off x="9447507" y="5644520"/>
              <a:ext cx="117000" cy="1706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2F01C4FF-C7B1-1FEE-D354-156B5713F30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29507" y="5626520"/>
                <a:ext cx="15264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831934A4-DACD-AF19-7DBB-BF22C009517F}"/>
                  </a:ext>
                </a:extLst>
              </p14:cNvPr>
              <p14:cNvContentPartPr/>
              <p14:nvPr/>
            </p14:nvContentPartPr>
            <p14:xfrm>
              <a:off x="10203507" y="4318280"/>
              <a:ext cx="398160" cy="90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831934A4-DACD-AF19-7DBB-BF22C009517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85867" y="4300640"/>
                <a:ext cx="4338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D55FF47-5B51-55D5-C509-CD0F96DA98C9}"/>
                  </a:ext>
                </a:extLst>
              </p14:cNvPr>
              <p14:cNvContentPartPr/>
              <p14:nvPr/>
            </p14:nvContentPartPr>
            <p14:xfrm>
              <a:off x="10278387" y="4534280"/>
              <a:ext cx="263520" cy="111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D55FF47-5B51-55D5-C509-CD0F96DA98C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260747" y="4516640"/>
                <a:ext cx="2991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37817D72-E7CD-C21A-173D-FDA19E09FCC2}"/>
                  </a:ext>
                </a:extLst>
              </p14:cNvPr>
              <p14:cNvContentPartPr/>
              <p14:nvPr/>
            </p14:nvContentPartPr>
            <p14:xfrm>
              <a:off x="10310787" y="4725800"/>
              <a:ext cx="257040" cy="1944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37817D72-E7CD-C21A-173D-FDA19E09FCC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92787" y="4708160"/>
                <a:ext cx="2926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2A8D4F6-5585-0F7F-BF92-EAF8B5BC1702}"/>
                  </a:ext>
                </a:extLst>
              </p14:cNvPr>
              <p14:cNvContentPartPr/>
              <p14:nvPr/>
            </p14:nvContentPartPr>
            <p14:xfrm>
              <a:off x="10350027" y="4934240"/>
              <a:ext cx="197280" cy="144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2A8D4F6-5585-0F7F-BF92-EAF8B5BC170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332387" y="4916600"/>
                <a:ext cx="2329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3ED9FC53-B9A7-0D1A-EFCC-BAB20EDDF2F6}"/>
                  </a:ext>
                </a:extLst>
              </p14:cNvPr>
              <p14:cNvContentPartPr/>
              <p14:nvPr/>
            </p14:nvContentPartPr>
            <p14:xfrm>
              <a:off x="10487907" y="4318280"/>
              <a:ext cx="579240" cy="82152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3ED9FC53-B9A7-0D1A-EFCC-BAB20EDDF2F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470267" y="4300640"/>
                <a:ext cx="614880" cy="8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285942CB-2047-0659-A9A1-1EFD70CC7C48}"/>
                  </a:ext>
                </a:extLst>
              </p14:cNvPr>
              <p14:cNvContentPartPr/>
              <p14:nvPr/>
            </p14:nvContentPartPr>
            <p14:xfrm>
              <a:off x="10456227" y="4963400"/>
              <a:ext cx="298800" cy="32220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285942CB-2047-0659-A9A1-1EFD70CC7C4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438227" y="4945400"/>
                <a:ext cx="33444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894589B6-1B57-9AE5-EEF0-FB7CB2318F93}"/>
                  </a:ext>
                </a:extLst>
              </p14:cNvPr>
              <p14:cNvContentPartPr/>
              <p14:nvPr/>
            </p14:nvContentPartPr>
            <p14:xfrm>
              <a:off x="10580787" y="5234840"/>
              <a:ext cx="698040" cy="6228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894589B6-1B57-9AE5-EEF0-FB7CB2318F9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563147" y="5217200"/>
                <a:ext cx="7336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9626F9D-7436-462F-4C45-40BC424A9096}"/>
                  </a:ext>
                </a:extLst>
              </p14:cNvPr>
              <p14:cNvContentPartPr/>
              <p14:nvPr/>
            </p14:nvContentPartPr>
            <p14:xfrm>
              <a:off x="10577907" y="5244560"/>
              <a:ext cx="623160" cy="29736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9626F9D-7436-462F-4C45-40BC424A909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560267" y="5226560"/>
                <a:ext cx="65880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C7E2E4EC-AB0D-B2C7-D8E4-4921CF9D789F}"/>
                  </a:ext>
                </a:extLst>
              </p14:cNvPr>
              <p14:cNvContentPartPr/>
              <p14:nvPr/>
            </p14:nvContentPartPr>
            <p14:xfrm>
              <a:off x="11067867" y="5024240"/>
              <a:ext cx="21600" cy="2217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C7E2E4EC-AB0D-B2C7-D8E4-4921CF9D789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049867" y="5006240"/>
                <a:ext cx="572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C14DD66-1805-EC80-9A32-E09CA12D6D66}"/>
                  </a:ext>
                </a:extLst>
              </p14:cNvPr>
              <p14:cNvContentPartPr/>
              <p14:nvPr/>
            </p14:nvContentPartPr>
            <p14:xfrm>
              <a:off x="10951227" y="5538680"/>
              <a:ext cx="43200" cy="5169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C14DD66-1805-EC80-9A32-E09CA12D6D6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933587" y="5520680"/>
                <a:ext cx="78840" cy="55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26363687-BA1F-CAC0-F4C6-231338CDE41A}"/>
                  </a:ext>
                </a:extLst>
              </p14:cNvPr>
              <p14:cNvContentPartPr/>
              <p14:nvPr/>
            </p14:nvContentPartPr>
            <p14:xfrm>
              <a:off x="6228747" y="4317920"/>
              <a:ext cx="2751840" cy="9410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26363687-BA1F-CAC0-F4C6-231338CDE41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210747" y="4300280"/>
                <a:ext cx="2787480" cy="9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89D67E55-8FB3-908C-07B3-E26CA994685F}"/>
                  </a:ext>
                </a:extLst>
              </p14:cNvPr>
              <p14:cNvContentPartPr/>
              <p14:nvPr/>
            </p14:nvContentPartPr>
            <p14:xfrm>
              <a:off x="8737587" y="4705640"/>
              <a:ext cx="271440" cy="792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89D67E55-8FB3-908C-07B3-E26CA994685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719587" y="4687640"/>
                <a:ext cx="3070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683D90DA-6758-DF68-BB59-185E8B14BEE7}"/>
                  </a:ext>
                </a:extLst>
              </p14:cNvPr>
              <p14:cNvContentPartPr/>
              <p14:nvPr/>
            </p14:nvContentPartPr>
            <p14:xfrm>
              <a:off x="8739747" y="4880960"/>
              <a:ext cx="268920" cy="144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683D90DA-6758-DF68-BB59-185E8B14BEE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721747" y="4862960"/>
                <a:ext cx="30456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F8D194EF-6D9C-219C-59E9-02ABF26F7D63}"/>
                  </a:ext>
                </a:extLst>
              </p14:cNvPr>
              <p14:cNvContentPartPr/>
              <p14:nvPr/>
            </p14:nvContentPartPr>
            <p14:xfrm>
              <a:off x="8749467" y="5073200"/>
              <a:ext cx="236520" cy="468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F8D194EF-6D9C-219C-59E9-02ABF26F7D6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731467" y="5055560"/>
                <a:ext cx="2721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7E794FD4-9D4E-9C25-1E90-EB2B9CF4327A}"/>
                  </a:ext>
                </a:extLst>
              </p14:cNvPr>
              <p14:cNvContentPartPr/>
              <p14:nvPr/>
            </p14:nvContentPartPr>
            <p14:xfrm>
              <a:off x="8790867" y="5221880"/>
              <a:ext cx="200160" cy="165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7E794FD4-9D4E-9C25-1E90-EB2B9CF4327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773227" y="5204240"/>
                <a:ext cx="2358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6AA57335-41A6-EE14-21A9-F742CD589A89}"/>
                  </a:ext>
                </a:extLst>
              </p14:cNvPr>
              <p14:cNvContentPartPr/>
              <p14:nvPr/>
            </p14:nvContentPartPr>
            <p14:xfrm>
              <a:off x="8472987" y="4652000"/>
              <a:ext cx="150840" cy="1555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6AA57335-41A6-EE14-21A9-F742CD589A8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454987" y="4634000"/>
                <a:ext cx="1864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BFCA812B-4251-D959-0AEA-762009FE9D5A}"/>
                  </a:ext>
                </a:extLst>
              </p14:cNvPr>
              <p14:cNvContentPartPr/>
              <p14:nvPr/>
            </p14:nvContentPartPr>
            <p14:xfrm>
              <a:off x="8464707" y="4903280"/>
              <a:ext cx="147600" cy="979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BFCA812B-4251-D959-0AEA-762009FE9D5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447067" y="4885640"/>
                <a:ext cx="1832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5AA968F-D7A8-21E5-2ECB-379EEF574DD6}"/>
                  </a:ext>
                </a:extLst>
              </p14:cNvPr>
              <p14:cNvContentPartPr/>
              <p14:nvPr/>
            </p14:nvContentPartPr>
            <p14:xfrm>
              <a:off x="8537787" y="5090480"/>
              <a:ext cx="100440" cy="1306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5AA968F-D7A8-21E5-2ECB-379EEF574DD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519787" y="5072840"/>
                <a:ext cx="13608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7F073F4-B486-9AE9-2276-23476A0E1F02}"/>
                  </a:ext>
                </a:extLst>
              </p14:cNvPr>
              <p14:cNvContentPartPr/>
              <p14:nvPr/>
            </p14:nvContentPartPr>
            <p14:xfrm>
              <a:off x="8531667" y="5265800"/>
              <a:ext cx="111240" cy="1393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7F073F4-B486-9AE9-2276-23476A0E1F0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514027" y="5248160"/>
                <a:ext cx="14688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2E96663B-2E34-0102-FBAD-CAB3722864B5}"/>
                  </a:ext>
                </a:extLst>
              </p14:cNvPr>
              <p14:cNvContentPartPr/>
              <p14:nvPr/>
            </p14:nvContentPartPr>
            <p14:xfrm>
              <a:off x="7512147" y="5781320"/>
              <a:ext cx="1476000" cy="1191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2E96663B-2E34-0102-FBAD-CAB3722864B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494147" y="5763320"/>
                <a:ext cx="151164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C5D65D64-263E-4DEE-5847-41B6CC71682F}"/>
                  </a:ext>
                </a:extLst>
              </p14:cNvPr>
              <p14:cNvContentPartPr/>
              <p14:nvPr/>
            </p14:nvContentPartPr>
            <p14:xfrm>
              <a:off x="8877627" y="5795360"/>
              <a:ext cx="210960" cy="194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C5D65D64-263E-4DEE-5847-41B6CC71682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859627" y="5777360"/>
                <a:ext cx="2466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54580203-6AC4-6C09-03E1-BA58C8395A91}"/>
                  </a:ext>
                </a:extLst>
              </p14:cNvPr>
              <p14:cNvContentPartPr/>
              <p14:nvPr/>
            </p14:nvContentPartPr>
            <p14:xfrm>
              <a:off x="6912027" y="5992640"/>
              <a:ext cx="4136040" cy="45540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54580203-6AC4-6C09-03E1-BA58C8395A9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894027" y="5974640"/>
                <a:ext cx="4171680" cy="49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2EAD9DA6-E8FE-8970-5960-6375D1DD7421}"/>
              </a:ext>
            </a:extLst>
          </p:cNvPr>
          <p:cNvGrpSpPr/>
          <p:nvPr/>
        </p:nvGrpSpPr>
        <p:grpSpPr>
          <a:xfrm>
            <a:off x="358587" y="746720"/>
            <a:ext cx="7234920" cy="5407920"/>
            <a:chOff x="358587" y="746720"/>
            <a:chExt cx="7234920" cy="540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A1CE4FE-7987-F323-2FA9-642500FF50BC}"/>
                    </a:ext>
                  </a:extLst>
                </p14:cNvPr>
                <p14:cNvContentPartPr/>
                <p14:nvPr/>
              </p14:nvContentPartPr>
              <p14:xfrm>
                <a:off x="2913507" y="751040"/>
                <a:ext cx="69840" cy="1170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A1CE4FE-7987-F323-2FA9-642500FF50B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95867" y="733040"/>
                  <a:ext cx="105480" cy="12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2E46D79-4983-9DE8-1953-F75C600DF54B}"/>
                    </a:ext>
                  </a:extLst>
                </p14:cNvPr>
                <p14:cNvContentPartPr/>
                <p14:nvPr/>
              </p14:nvContentPartPr>
              <p14:xfrm>
                <a:off x="2949507" y="746720"/>
                <a:ext cx="1085040" cy="1221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2E46D79-4983-9DE8-1953-F75C600DF54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31507" y="729080"/>
                  <a:ext cx="1120680" cy="12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8ADD7F2-8260-3307-3559-67D5DE16BAEC}"/>
                    </a:ext>
                  </a:extLst>
                </p14:cNvPr>
                <p14:cNvContentPartPr/>
                <p14:nvPr/>
              </p14:nvContentPartPr>
              <p14:xfrm>
                <a:off x="3912867" y="812960"/>
                <a:ext cx="497160" cy="67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8ADD7F2-8260-3307-3559-67D5DE16BA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95227" y="795320"/>
                  <a:ext cx="5328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196E54D-054F-1AEA-6B08-AAFE40D6733B}"/>
                    </a:ext>
                  </a:extLst>
                </p14:cNvPr>
                <p14:cNvContentPartPr/>
                <p14:nvPr/>
              </p14:nvContentPartPr>
              <p14:xfrm>
                <a:off x="3939147" y="1059920"/>
                <a:ext cx="483840" cy="23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196E54D-054F-1AEA-6B08-AAFE40D6733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921147" y="1042280"/>
                  <a:ext cx="519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161375B-15D4-EEB4-3E5A-646BA36ABD29}"/>
                    </a:ext>
                  </a:extLst>
                </p14:cNvPr>
                <p14:cNvContentPartPr/>
                <p14:nvPr/>
              </p14:nvContentPartPr>
              <p14:xfrm>
                <a:off x="3953907" y="1322000"/>
                <a:ext cx="416520" cy="20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161375B-15D4-EEB4-3E5A-646BA36ABD2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36267" y="1304360"/>
                  <a:ext cx="452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661C2D5-310D-936F-2BB1-73A9187E1F50}"/>
                    </a:ext>
                  </a:extLst>
                </p14:cNvPr>
                <p14:cNvContentPartPr/>
                <p14:nvPr/>
              </p14:nvContentPartPr>
              <p14:xfrm>
                <a:off x="3998907" y="1747520"/>
                <a:ext cx="454680" cy="20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661C2D5-310D-936F-2BB1-73A9187E1F5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981267" y="1729880"/>
                  <a:ext cx="490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E4C1D86-E327-3762-E145-8F07BF26A8BF}"/>
                    </a:ext>
                  </a:extLst>
                </p14:cNvPr>
                <p14:cNvContentPartPr/>
                <p14:nvPr/>
              </p14:nvContentPartPr>
              <p14:xfrm>
                <a:off x="4314627" y="796040"/>
                <a:ext cx="525600" cy="1139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E4C1D86-E327-3762-E145-8F07BF26A8B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296627" y="778040"/>
                  <a:ext cx="561240" cy="11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D9A39EB-F32C-F8AB-E165-AF5D25D2A08A}"/>
                    </a:ext>
                  </a:extLst>
                </p14:cNvPr>
                <p14:cNvContentPartPr/>
                <p14:nvPr/>
              </p14:nvContentPartPr>
              <p14:xfrm>
                <a:off x="4356387" y="1728440"/>
                <a:ext cx="270720" cy="250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D9A39EB-F32C-F8AB-E165-AF5D25D2A08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38387" y="1710440"/>
                  <a:ext cx="3063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C9AFC4F-60E8-776E-2D98-886C4982EED3}"/>
                    </a:ext>
                  </a:extLst>
                </p14:cNvPr>
                <p14:cNvContentPartPr/>
                <p14:nvPr/>
              </p14:nvContentPartPr>
              <p14:xfrm>
                <a:off x="4450347" y="1925000"/>
                <a:ext cx="555120" cy="48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C9AFC4F-60E8-776E-2D98-886C4982EED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32347" y="1907360"/>
                  <a:ext cx="590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6E1394C-FCF3-76B1-CDD1-A22D9CB28FB2}"/>
                    </a:ext>
                  </a:extLst>
                </p14:cNvPr>
                <p14:cNvContentPartPr/>
                <p14:nvPr/>
              </p14:nvContentPartPr>
              <p14:xfrm>
                <a:off x="4473747" y="1930040"/>
                <a:ext cx="481680" cy="244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6E1394C-FCF3-76B1-CDD1-A22D9CB28FB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456107" y="1912040"/>
                  <a:ext cx="5173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45EAEAA-BDC9-E320-3BEC-ACAC5C107341}"/>
                    </a:ext>
                  </a:extLst>
                </p14:cNvPr>
                <p14:cNvContentPartPr/>
                <p14:nvPr/>
              </p14:nvContentPartPr>
              <p14:xfrm>
                <a:off x="4716747" y="2194640"/>
                <a:ext cx="18720" cy="181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45EAEAA-BDC9-E320-3BEC-ACAC5C10734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98747" y="2177000"/>
                  <a:ext cx="543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2D055E5-EFC0-E5A2-4DF3-CF4936026F1B}"/>
                    </a:ext>
                  </a:extLst>
                </p14:cNvPr>
                <p14:cNvContentPartPr/>
                <p14:nvPr/>
              </p14:nvContentPartPr>
              <p14:xfrm>
                <a:off x="3034467" y="1638440"/>
                <a:ext cx="43200" cy="223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2D055E5-EFC0-E5A2-4DF3-CF4936026F1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16467" y="1620800"/>
                  <a:ext cx="788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B399D76-416E-7CB2-2327-65B46E61B368}"/>
                    </a:ext>
                  </a:extLst>
                </p14:cNvPr>
                <p14:cNvContentPartPr/>
                <p14:nvPr/>
              </p14:nvContentPartPr>
              <p14:xfrm>
                <a:off x="3128427" y="1736000"/>
                <a:ext cx="89280" cy="128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B399D76-416E-7CB2-2327-65B46E61B36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10787" y="1718000"/>
                  <a:ext cx="1249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A186153-8D76-A9D7-42D5-9BC28E50723D}"/>
                    </a:ext>
                  </a:extLst>
                </p14:cNvPr>
                <p14:cNvContentPartPr/>
                <p14:nvPr/>
              </p14:nvContentPartPr>
              <p14:xfrm>
                <a:off x="3255507" y="1756160"/>
                <a:ext cx="134280" cy="131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A186153-8D76-A9D7-42D5-9BC28E50723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37867" y="1738520"/>
                  <a:ext cx="1699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191A0F-72B7-2EA2-62DD-2470E456E05D}"/>
                    </a:ext>
                  </a:extLst>
                </p14:cNvPr>
                <p14:cNvContentPartPr/>
                <p14:nvPr/>
              </p14:nvContentPartPr>
              <p14:xfrm>
                <a:off x="3400587" y="1637360"/>
                <a:ext cx="98280" cy="242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2191A0F-72B7-2EA2-62DD-2470E456E05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82587" y="1619360"/>
                  <a:ext cx="1339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F870B8F-6446-C977-4E13-530F18F19191}"/>
                    </a:ext>
                  </a:extLst>
                </p14:cNvPr>
                <p14:cNvContentPartPr/>
                <p14:nvPr/>
              </p14:nvContentPartPr>
              <p14:xfrm>
                <a:off x="3002427" y="842840"/>
                <a:ext cx="104040" cy="143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F870B8F-6446-C977-4E13-530F18F1919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84787" y="825200"/>
                  <a:ext cx="139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0B10E4-D8F8-63B9-2B28-66A678F2A7B2}"/>
                    </a:ext>
                  </a:extLst>
                </p14:cNvPr>
                <p14:cNvContentPartPr/>
                <p14:nvPr/>
              </p14:nvContentPartPr>
              <p14:xfrm>
                <a:off x="2980827" y="922040"/>
                <a:ext cx="110520" cy="7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0B10E4-D8F8-63B9-2B28-66A678F2A7B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963187" y="904400"/>
                  <a:ext cx="146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9011485-0217-E604-A866-5A107529228A}"/>
                    </a:ext>
                  </a:extLst>
                </p14:cNvPr>
                <p14:cNvContentPartPr/>
                <p14:nvPr/>
              </p14:nvContentPartPr>
              <p14:xfrm>
                <a:off x="3013947" y="981080"/>
                <a:ext cx="100800" cy="14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9011485-0217-E604-A866-5A107529228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96307" y="963080"/>
                  <a:ext cx="136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A54B8FC-94CB-F5B2-B141-C5D68042109D}"/>
                    </a:ext>
                  </a:extLst>
                </p14:cNvPr>
                <p14:cNvContentPartPr/>
                <p14:nvPr/>
              </p14:nvContentPartPr>
              <p14:xfrm>
                <a:off x="3177747" y="804320"/>
                <a:ext cx="135000" cy="201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A54B8FC-94CB-F5B2-B141-C5D68042109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59747" y="786680"/>
                  <a:ext cx="170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6F8B09C-83C9-D2BA-3C3C-E84B33E53FA5}"/>
                    </a:ext>
                  </a:extLst>
                </p14:cNvPr>
                <p14:cNvContentPartPr/>
                <p14:nvPr/>
              </p14:nvContentPartPr>
              <p14:xfrm>
                <a:off x="2079387" y="2389400"/>
                <a:ext cx="2665440" cy="44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6F8B09C-83C9-D2BA-3C3C-E84B33E53FA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61747" y="2371400"/>
                  <a:ext cx="2701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A629419-E096-7004-5574-5A5699F5543E}"/>
                    </a:ext>
                  </a:extLst>
                </p14:cNvPr>
                <p14:cNvContentPartPr/>
                <p14:nvPr/>
              </p14:nvContentPartPr>
              <p14:xfrm>
                <a:off x="2064627" y="1781720"/>
                <a:ext cx="203400" cy="648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A629419-E096-7004-5574-5A5699F5543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46987" y="1764080"/>
                  <a:ext cx="23904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EEAAB1-6996-FB6C-ADCA-276952D64A22}"/>
                    </a:ext>
                  </a:extLst>
                </p14:cNvPr>
                <p14:cNvContentPartPr/>
                <p14:nvPr/>
              </p14:nvContentPartPr>
              <p14:xfrm>
                <a:off x="2237787" y="1637360"/>
                <a:ext cx="123840" cy="311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EEAAB1-6996-FB6C-ADCA-276952D64A2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219787" y="1619720"/>
                  <a:ext cx="1594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1CFCA4B-E075-0475-68D8-055999BD8003}"/>
                    </a:ext>
                  </a:extLst>
                </p14:cNvPr>
                <p14:cNvContentPartPr/>
                <p14:nvPr/>
              </p14:nvContentPartPr>
              <p14:xfrm>
                <a:off x="2262627" y="1620440"/>
                <a:ext cx="339480" cy="108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1CFCA4B-E075-0475-68D8-055999BD800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44627" y="1602440"/>
                  <a:ext cx="375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F618AA-7745-D1BB-5159-C0B6CC93F398}"/>
                    </a:ext>
                  </a:extLst>
                </p14:cNvPr>
                <p14:cNvContentPartPr/>
                <p14:nvPr/>
              </p14:nvContentPartPr>
              <p14:xfrm>
                <a:off x="2335707" y="1747520"/>
                <a:ext cx="249840" cy="206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F618AA-7745-D1BB-5159-C0B6CC93F39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318067" y="1729880"/>
                  <a:ext cx="285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639E1D0-CDF3-028C-7C36-73A80DA9ADE5}"/>
                    </a:ext>
                  </a:extLst>
                </p14:cNvPr>
                <p14:cNvContentPartPr/>
                <p14:nvPr/>
              </p14:nvContentPartPr>
              <p14:xfrm>
                <a:off x="2584107" y="1764080"/>
                <a:ext cx="312120" cy="4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639E1D0-CDF3-028C-7C36-73A80DA9ADE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66467" y="1746440"/>
                  <a:ext cx="347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91BF508-AB1B-6036-B6AD-C08DBEF98023}"/>
                    </a:ext>
                  </a:extLst>
                </p14:cNvPr>
                <p14:cNvContentPartPr/>
                <p14:nvPr/>
              </p14:nvContentPartPr>
              <p14:xfrm>
                <a:off x="1254987" y="1700720"/>
                <a:ext cx="1065600" cy="15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91BF508-AB1B-6036-B6AD-C08DBEF9802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36987" y="1682720"/>
                  <a:ext cx="11012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CC23BA8-AAE9-7BEC-A0AC-FE8A70BAE7F4}"/>
                    </a:ext>
                  </a:extLst>
                </p14:cNvPr>
                <p14:cNvContentPartPr/>
                <p14:nvPr/>
              </p14:nvContentPartPr>
              <p14:xfrm>
                <a:off x="358587" y="1613960"/>
                <a:ext cx="125280" cy="211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CC23BA8-AAE9-7BEC-A0AC-FE8A70BAE7F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40587" y="1596320"/>
                  <a:ext cx="1609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5BEA1E2-4C15-1ACA-EAAA-F392B93845D3}"/>
                    </a:ext>
                  </a:extLst>
                </p14:cNvPr>
                <p14:cNvContentPartPr/>
                <p14:nvPr/>
              </p14:nvContentPartPr>
              <p14:xfrm>
                <a:off x="538587" y="1552040"/>
                <a:ext cx="38880" cy="236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5BEA1E2-4C15-1ACA-EAAA-F392B93845D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0587" y="1534040"/>
                  <a:ext cx="745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B2BC519-7A05-F2C8-156B-695AECB6D3DC}"/>
                    </a:ext>
                  </a:extLst>
                </p14:cNvPr>
                <p14:cNvContentPartPr/>
                <p14:nvPr/>
              </p14:nvContentPartPr>
              <p14:xfrm>
                <a:off x="618507" y="1592000"/>
                <a:ext cx="558720" cy="203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B2BC519-7A05-F2C8-156B-695AECB6D3D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0867" y="1574000"/>
                  <a:ext cx="594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9417663-6B77-F53D-B20A-FBCA48542CEE}"/>
                    </a:ext>
                  </a:extLst>
                </p14:cNvPr>
                <p14:cNvContentPartPr/>
                <p14:nvPr/>
              </p14:nvContentPartPr>
              <p14:xfrm>
                <a:off x="2369547" y="936080"/>
                <a:ext cx="525960" cy="38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9417663-6B77-F53D-B20A-FBCA48542CE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51907" y="918080"/>
                  <a:ext cx="561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78536BC-020C-44AA-4686-C06C33C75544}"/>
                    </a:ext>
                  </a:extLst>
                </p14:cNvPr>
                <p14:cNvContentPartPr/>
                <p14:nvPr/>
              </p14:nvContentPartPr>
              <p14:xfrm>
                <a:off x="2086947" y="773360"/>
                <a:ext cx="85680" cy="260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78536BC-020C-44AA-4686-C06C33C7554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68947" y="755720"/>
                  <a:ext cx="1213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3E63951-8A88-A263-B493-90D00422E39D}"/>
                    </a:ext>
                  </a:extLst>
                </p14:cNvPr>
                <p14:cNvContentPartPr/>
                <p14:nvPr/>
              </p14:nvContentPartPr>
              <p14:xfrm>
                <a:off x="2072907" y="992600"/>
                <a:ext cx="246240" cy="55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3E63951-8A88-A263-B493-90D00422E39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055267" y="974960"/>
                  <a:ext cx="281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0B1BDDE-7568-3E6D-DFAA-D779B6B7A254}"/>
                    </a:ext>
                  </a:extLst>
                </p14:cNvPr>
                <p14:cNvContentPartPr/>
                <p14:nvPr/>
              </p14:nvContentPartPr>
              <p14:xfrm>
                <a:off x="2630187" y="1189520"/>
                <a:ext cx="296640" cy="32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0B1BDDE-7568-3E6D-DFAA-D779B6B7A25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612187" y="1171520"/>
                  <a:ext cx="3322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96EDD5B-7539-56E0-2CFB-9C4C017EF599}"/>
                    </a:ext>
                  </a:extLst>
                </p14:cNvPr>
                <p14:cNvContentPartPr/>
                <p14:nvPr/>
              </p14:nvContentPartPr>
              <p14:xfrm>
                <a:off x="2706147" y="1375640"/>
                <a:ext cx="223920" cy="7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96EDD5B-7539-56E0-2CFB-9C4C017EF59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688147" y="1357640"/>
                  <a:ext cx="259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F490AF8-E5AA-DE4E-1FB9-3758B68F1C53}"/>
                    </a:ext>
                  </a:extLst>
                </p14:cNvPr>
                <p14:cNvContentPartPr/>
                <p14:nvPr/>
              </p14:nvContentPartPr>
              <p14:xfrm>
                <a:off x="2734947" y="1486880"/>
                <a:ext cx="164880" cy="16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F490AF8-E5AA-DE4E-1FB9-3758B68F1C5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717307" y="1468880"/>
                  <a:ext cx="200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3149DBE-3A74-A728-FBC3-26644B1D49B1}"/>
                    </a:ext>
                  </a:extLst>
                </p14:cNvPr>
                <p14:cNvContentPartPr/>
                <p14:nvPr/>
              </p14:nvContentPartPr>
              <p14:xfrm>
                <a:off x="2762667" y="1580840"/>
                <a:ext cx="158760" cy="24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3149DBE-3A74-A728-FBC3-26644B1D49B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745027" y="1562840"/>
                  <a:ext cx="194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5DBAAB6-00F6-F9B0-E522-6147A231110C}"/>
                    </a:ext>
                  </a:extLst>
                </p14:cNvPr>
                <p14:cNvContentPartPr/>
                <p14:nvPr/>
              </p14:nvContentPartPr>
              <p14:xfrm>
                <a:off x="2431827" y="1178720"/>
                <a:ext cx="116280" cy="105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5DBAAB6-00F6-F9B0-E522-6147A231110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14187" y="1161080"/>
                  <a:ext cx="151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83D1159-826D-8206-4271-4B5C235DD0AC}"/>
                    </a:ext>
                  </a:extLst>
                </p14:cNvPr>
                <p14:cNvContentPartPr/>
                <p14:nvPr/>
              </p14:nvContentPartPr>
              <p14:xfrm>
                <a:off x="2471427" y="1325240"/>
                <a:ext cx="118440" cy="81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83D1159-826D-8206-4271-4B5C235DD0A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53787" y="1307240"/>
                  <a:ext cx="154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0794254-94E0-E74C-5C28-EDAF65D008BC}"/>
                    </a:ext>
                  </a:extLst>
                </p14:cNvPr>
                <p14:cNvContentPartPr/>
                <p14:nvPr/>
              </p14:nvContentPartPr>
              <p14:xfrm>
                <a:off x="2553867" y="1445120"/>
                <a:ext cx="85320" cy="69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0794254-94E0-E74C-5C28-EDAF65D008B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35867" y="1427120"/>
                  <a:ext cx="120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A3462E3-013C-6F52-3B83-FF8E8FF9D31F}"/>
                    </a:ext>
                  </a:extLst>
                </p14:cNvPr>
                <p14:cNvContentPartPr/>
                <p14:nvPr/>
              </p14:nvContentPartPr>
              <p14:xfrm>
                <a:off x="2611467" y="1556360"/>
                <a:ext cx="96480" cy="91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A3462E3-013C-6F52-3B83-FF8E8FF9D31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593827" y="1538360"/>
                  <a:ext cx="1321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095C3BC-B61E-8B9E-7055-A3772D08F2C0}"/>
                    </a:ext>
                  </a:extLst>
                </p14:cNvPr>
                <p14:cNvContentPartPr/>
                <p14:nvPr/>
              </p14:nvContentPartPr>
              <p14:xfrm>
                <a:off x="4434147" y="3215960"/>
                <a:ext cx="62280" cy="1295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095C3BC-B61E-8B9E-7055-A3772D08F2C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416507" y="3198320"/>
                  <a:ext cx="97920" cy="13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1B76901-92E9-5D2B-42C4-F0245447E0AB}"/>
                    </a:ext>
                  </a:extLst>
                </p14:cNvPr>
                <p14:cNvContentPartPr/>
                <p14:nvPr/>
              </p14:nvContentPartPr>
              <p14:xfrm>
                <a:off x="4429827" y="3223520"/>
                <a:ext cx="1153440" cy="1280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1B76901-92E9-5D2B-42C4-F0245447E0A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411827" y="3205520"/>
                  <a:ext cx="1189080" cy="13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9426090-C778-01D9-9294-2A26A913EA6B}"/>
                    </a:ext>
                  </a:extLst>
                </p14:cNvPr>
                <p14:cNvContentPartPr/>
                <p14:nvPr/>
              </p14:nvContentPartPr>
              <p14:xfrm>
                <a:off x="3846987" y="2332880"/>
                <a:ext cx="916920" cy="1068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9426090-C778-01D9-9294-2A26A913EA6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29347" y="2315240"/>
                  <a:ext cx="952560" cy="11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15375CF-68EF-8FFF-8DA2-CEB7ED566C26}"/>
                    </a:ext>
                  </a:extLst>
                </p14:cNvPr>
                <p14:cNvContentPartPr/>
                <p14:nvPr/>
              </p14:nvContentPartPr>
              <p14:xfrm>
                <a:off x="4552947" y="3328280"/>
                <a:ext cx="106200" cy="190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15375CF-68EF-8FFF-8DA2-CEB7ED566C2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35307" y="3310280"/>
                  <a:ext cx="1418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CE4C13C-2A78-2C3A-C4F8-3C27D045F318}"/>
                    </a:ext>
                  </a:extLst>
                </p14:cNvPr>
                <p14:cNvContentPartPr/>
                <p14:nvPr/>
              </p14:nvContentPartPr>
              <p14:xfrm>
                <a:off x="4568067" y="3428720"/>
                <a:ext cx="108360" cy="6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CE4C13C-2A78-2C3A-C4F8-3C27D045F31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50067" y="3410720"/>
                  <a:ext cx="144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C2D893F-4EBE-3ADA-5B2B-C1353A40B6B4}"/>
                    </a:ext>
                  </a:extLst>
                </p14:cNvPr>
                <p14:cNvContentPartPr/>
                <p14:nvPr/>
              </p14:nvContentPartPr>
              <p14:xfrm>
                <a:off x="4561587" y="3502520"/>
                <a:ext cx="81720" cy="6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C2D893F-4EBE-3ADA-5B2B-C1353A40B6B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543587" y="3484520"/>
                  <a:ext cx="117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EBBE845-FBE9-4B35-6837-44DB29168626}"/>
                    </a:ext>
                  </a:extLst>
                </p14:cNvPr>
                <p14:cNvContentPartPr/>
                <p14:nvPr/>
              </p14:nvContentPartPr>
              <p14:xfrm>
                <a:off x="4726107" y="3320720"/>
                <a:ext cx="156600" cy="209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EBBE845-FBE9-4B35-6837-44DB2916862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08467" y="3302720"/>
                  <a:ext cx="192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FBC6B2B-691F-2BFA-2257-22FF4FEBABEC}"/>
                    </a:ext>
                  </a:extLst>
                </p14:cNvPr>
                <p14:cNvContentPartPr/>
                <p14:nvPr/>
              </p14:nvContentPartPr>
              <p14:xfrm>
                <a:off x="4580667" y="4280480"/>
                <a:ext cx="15120" cy="195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FBC6B2B-691F-2BFA-2257-22FF4FEBABE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563027" y="4262840"/>
                  <a:ext cx="50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BA8C2C1-50C5-F0C0-04EB-A500181D08FA}"/>
                    </a:ext>
                  </a:extLst>
                </p14:cNvPr>
                <p14:cNvContentPartPr/>
                <p14:nvPr/>
              </p14:nvContentPartPr>
              <p14:xfrm>
                <a:off x="4661667" y="4288040"/>
                <a:ext cx="64080" cy="164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BA8C2C1-50C5-F0C0-04EB-A500181D08F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644027" y="4270040"/>
                  <a:ext cx="99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74A9CCB-BC09-8EFC-C8FB-FEB6899F683D}"/>
                    </a:ext>
                  </a:extLst>
                </p14:cNvPr>
                <p14:cNvContentPartPr/>
                <p14:nvPr/>
              </p14:nvContentPartPr>
              <p14:xfrm>
                <a:off x="4776507" y="4281920"/>
                <a:ext cx="116640" cy="176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74A9CCB-BC09-8EFC-C8FB-FEB6899F683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58507" y="4264280"/>
                  <a:ext cx="152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2F70FD-4D4F-3ECF-5B68-408B93D2EF93}"/>
                    </a:ext>
                  </a:extLst>
                </p14:cNvPr>
                <p14:cNvContentPartPr/>
                <p14:nvPr/>
              </p14:nvContentPartPr>
              <p14:xfrm>
                <a:off x="4777587" y="4386680"/>
                <a:ext cx="125640" cy="15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2F70FD-4D4F-3ECF-5B68-408B93D2EF9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759587" y="4369040"/>
                  <a:ext cx="161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158298F-C374-CD8A-3B00-DB4959EDB034}"/>
                    </a:ext>
                  </a:extLst>
                </p14:cNvPr>
                <p14:cNvContentPartPr/>
                <p14:nvPr/>
              </p14:nvContentPartPr>
              <p14:xfrm>
                <a:off x="4941027" y="4281920"/>
                <a:ext cx="158040" cy="165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158298F-C374-CD8A-3B00-DB4959EDB03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23387" y="4264280"/>
                  <a:ext cx="1936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0F63427-5D37-393E-3477-536D7254F358}"/>
                    </a:ext>
                  </a:extLst>
                </p14:cNvPr>
                <p14:cNvContentPartPr/>
                <p14:nvPr/>
              </p14:nvContentPartPr>
              <p14:xfrm>
                <a:off x="5469147" y="3380480"/>
                <a:ext cx="394200" cy="18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0F63427-5D37-393E-3477-536D7254F35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51147" y="3362840"/>
                  <a:ext cx="4298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C463C55-57E9-E021-B03B-E35BEF6D16A4}"/>
                    </a:ext>
                  </a:extLst>
                </p14:cNvPr>
                <p14:cNvContentPartPr/>
                <p14:nvPr/>
              </p14:nvContentPartPr>
              <p14:xfrm>
                <a:off x="5485707" y="3668120"/>
                <a:ext cx="374400" cy="29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C463C55-57E9-E021-B03B-E35BEF6D16A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68067" y="3650480"/>
                  <a:ext cx="4100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F453F7D-5EAE-29A8-C7AE-628902F4592A}"/>
                    </a:ext>
                  </a:extLst>
                </p14:cNvPr>
                <p14:cNvContentPartPr/>
                <p14:nvPr/>
              </p14:nvContentPartPr>
              <p14:xfrm>
                <a:off x="5486427" y="3901400"/>
                <a:ext cx="346680" cy="23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F453F7D-5EAE-29A8-C7AE-628902F4592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68787" y="3883400"/>
                  <a:ext cx="382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4864C00-DEE2-7E87-2023-8D3701ECD20A}"/>
                    </a:ext>
                  </a:extLst>
                </p14:cNvPr>
                <p14:cNvContentPartPr/>
                <p14:nvPr/>
              </p14:nvContentPartPr>
              <p14:xfrm>
                <a:off x="5502627" y="4190120"/>
                <a:ext cx="292320" cy="21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4864C00-DEE2-7E87-2023-8D3701ECD20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84627" y="4172120"/>
                  <a:ext cx="3279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C3756B8-6E87-6769-8329-4446E04F5D09}"/>
                    </a:ext>
                  </a:extLst>
                </p14:cNvPr>
                <p14:cNvContentPartPr/>
                <p14:nvPr/>
              </p14:nvContentPartPr>
              <p14:xfrm>
                <a:off x="5756427" y="3372920"/>
                <a:ext cx="588240" cy="1063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C3756B8-6E87-6769-8329-4446E04F5D0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38427" y="3355280"/>
                  <a:ext cx="623880" cy="10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ED20B66-F9EF-731D-19BF-2A2B86563C34}"/>
                    </a:ext>
                  </a:extLst>
                </p14:cNvPr>
                <p14:cNvContentPartPr/>
                <p14:nvPr/>
              </p14:nvContentPartPr>
              <p14:xfrm>
                <a:off x="5688747" y="4173560"/>
                <a:ext cx="405360" cy="402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ED20B66-F9EF-731D-19BF-2A2B86563C3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671107" y="4155560"/>
                  <a:ext cx="44100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1293DDD-7653-9A5B-5125-B498E4F5F847}"/>
                    </a:ext>
                  </a:extLst>
                </p14:cNvPr>
                <p14:cNvContentPartPr/>
                <p14:nvPr/>
              </p14:nvContentPartPr>
              <p14:xfrm>
                <a:off x="5841027" y="4626800"/>
                <a:ext cx="685800" cy="11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1293DDD-7653-9A5B-5125-B498E4F5F84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23387" y="4609160"/>
                  <a:ext cx="721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43D54CA-E0B9-B12F-6454-70A2E568AC53}"/>
                    </a:ext>
                  </a:extLst>
                </p14:cNvPr>
                <p14:cNvContentPartPr/>
                <p14:nvPr/>
              </p14:nvContentPartPr>
              <p14:xfrm>
                <a:off x="5890707" y="4622840"/>
                <a:ext cx="593640" cy="388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43D54CA-E0B9-B12F-6454-70A2E568AC5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73067" y="4604840"/>
                  <a:ext cx="62928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AB4405C-21CD-D4A3-FCB4-361E94B0C50C}"/>
                    </a:ext>
                  </a:extLst>
                </p14:cNvPr>
                <p14:cNvContentPartPr/>
                <p14:nvPr/>
              </p14:nvContentPartPr>
              <p14:xfrm>
                <a:off x="6314427" y="4287320"/>
                <a:ext cx="25920" cy="333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AB4405C-21CD-D4A3-FCB4-361E94B0C50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96427" y="4269320"/>
                  <a:ext cx="615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3D5FF45-5A10-DFDE-2D19-6AE86AC51030}"/>
                    </a:ext>
                  </a:extLst>
                </p14:cNvPr>
                <p14:cNvContentPartPr/>
                <p14:nvPr/>
              </p14:nvContentPartPr>
              <p14:xfrm>
                <a:off x="4140027" y="3656240"/>
                <a:ext cx="306360" cy="12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3D5FF45-5A10-DFDE-2D19-6AE86AC5103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122387" y="3638600"/>
                  <a:ext cx="342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B86A057-D078-85A0-F712-F4FA54B7A10E}"/>
                    </a:ext>
                  </a:extLst>
                </p14:cNvPr>
                <p14:cNvContentPartPr/>
                <p14:nvPr/>
              </p14:nvContentPartPr>
              <p14:xfrm>
                <a:off x="4195827" y="3778280"/>
                <a:ext cx="235440" cy="27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B86A057-D078-85A0-F712-F4FA54B7A10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178187" y="3760640"/>
                  <a:ext cx="271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AAC8E88-6220-D303-88CF-8B9D456ABD11}"/>
                    </a:ext>
                  </a:extLst>
                </p14:cNvPr>
                <p14:cNvContentPartPr/>
                <p14:nvPr/>
              </p14:nvContentPartPr>
              <p14:xfrm>
                <a:off x="4208427" y="3920480"/>
                <a:ext cx="236520" cy="4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AAC8E88-6220-D303-88CF-8B9D456ABD1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190787" y="3902840"/>
                  <a:ext cx="272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0DEE2C6-E2FA-CFC5-C36E-21E29D64EA1F}"/>
                    </a:ext>
                  </a:extLst>
                </p14:cNvPr>
                <p14:cNvContentPartPr/>
                <p14:nvPr/>
              </p14:nvContentPartPr>
              <p14:xfrm>
                <a:off x="4223547" y="4056560"/>
                <a:ext cx="246240" cy="3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0DEE2C6-E2FA-CFC5-C36E-21E29D64EA1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205907" y="4038560"/>
                  <a:ext cx="281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6CE0D9B-F4AB-C8AF-C563-B1C78E52B308}"/>
                    </a:ext>
                  </a:extLst>
                </p14:cNvPr>
                <p14:cNvContentPartPr/>
                <p14:nvPr/>
              </p14:nvContentPartPr>
              <p14:xfrm>
                <a:off x="3902067" y="3645800"/>
                <a:ext cx="142200" cy="119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6CE0D9B-F4AB-C8AF-C563-B1C78E52B30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884067" y="3628160"/>
                  <a:ext cx="1778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E961BC6-8D15-9708-21C0-635A4F910373}"/>
                    </a:ext>
                  </a:extLst>
                </p14:cNvPr>
                <p14:cNvContentPartPr/>
                <p14:nvPr/>
              </p14:nvContentPartPr>
              <p14:xfrm>
                <a:off x="3927627" y="3838400"/>
                <a:ext cx="116280" cy="874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E961BC6-8D15-9708-21C0-635A4F91037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909627" y="3820400"/>
                  <a:ext cx="151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BD5C114-FE14-71F5-5D40-4A408D6F272B}"/>
                    </a:ext>
                  </a:extLst>
                </p14:cNvPr>
                <p14:cNvContentPartPr/>
                <p14:nvPr/>
              </p14:nvContentPartPr>
              <p14:xfrm>
                <a:off x="3933387" y="4007600"/>
                <a:ext cx="110160" cy="82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BD5C114-FE14-71F5-5D40-4A408D6F272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915387" y="3989960"/>
                  <a:ext cx="145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7D445BB-F3D2-8138-CC57-82368E3F2C73}"/>
                    </a:ext>
                  </a:extLst>
                </p14:cNvPr>
                <p14:cNvContentPartPr/>
                <p14:nvPr/>
              </p14:nvContentPartPr>
              <p14:xfrm>
                <a:off x="3978747" y="4193360"/>
                <a:ext cx="93240" cy="93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7D445BB-F3D2-8138-CC57-82368E3F2C7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961107" y="4175360"/>
                  <a:ext cx="1288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FA9E939-0694-A27A-0ABA-C2D739DF1F42}"/>
                    </a:ext>
                  </a:extLst>
                </p14:cNvPr>
                <p14:cNvContentPartPr/>
                <p14:nvPr/>
              </p14:nvContentPartPr>
              <p14:xfrm>
                <a:off x="3306987" y="4489640"/>
                <a:ext cx="1203480" cy="579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FA9E939-0694-A27A-0ABA-C2D739DF1F4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289347" y="4471640"/>
                  <a:ext cx="12391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A6671BC-63FD-F09A-9B67-2690BBDA7C61}"/>
                    </a:ext>
                  </a:extLst>
                </p14:cNvPr>
                <p14:cNvContentPartPr/>
                <p14:nvPr/>
              </p14:nvContentPartPr>
              <p14:xfrm>
                <a:off x="2943747" y="4321520"/>
                <a:ext cx="362520" cy="252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A6671BC-63FD-F09A-9B67-2690BBDA7C6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926107" y="4303880"/>
                  <a:ext cx="3981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8D139D8-6346-00CA-7085-9A9088F19FF1}"/>
                    </a:ext>
                  </a:extLst>
                </p14:cNvPr>
                <p14:cNvContentPartPr/>
                <p14:nvPr/>
              </p14:nvContentPartPr>
              <p14:xfrm>
                <a:off x="2931507" y="4322960"/>
                <a:ext cx="345960" cy="528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8D139D8-6346-00CA-7085-9A9088F19FF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913867" y="4305320"/>
                  <a:ext cx="38160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DA597A6-48DA-3427-5B5B-1BA86AB3682E}"/>
                    </a:ext>
                  </a:extLst>
                </p14:cNvPr>
                <p14:cNvContentPartPr/>
                <p14:nvPr/>
              </p14:nvContentPartPr>
              <p14:xfrm>
                <a:off x="1538307" y="1766600"/>
                <a:ext cx="1482480" cy="2664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DA597A6-48DA-3427-5B5B-1BA86AB3682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520307" y="1748960"/>
                  <a:ext cx="1518120" cy="270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06EF0FA-8C20-4EC6-3FF9-675B3DB08BF5}"/>
                    </a:ext>
                  </a:extLst>
                </p14:cNvPr>
                <p14:cNvContentPartPr/>
                <p14:nvPr/>
              </p14:nvContentPartPr>
              <p14:xfrm>
                <a:off x="2778507" y="4748120"/>
                <a:ext cx="3482640" cy="642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06EF0FA-8C20-4EC6-3FF9-675B3DB08BF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60867" y="4730480"/>
                  <a:ext cx="351828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4B8D07E-ECF4-8961-DBC9-0E75EE6AE062}"/>
                    </a:ext>
                  </a:extLst>
                </p14:cNvPr>
                <p14:cNvContentPartPr/>
                <p14:nvPr/>
              </p14:nvContentPartPr>
              <p14:xfrm>
                <a:off x="7062867" y="5712200"/>
                <a:ext cx="530640" cy="442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4B8D07E-ECF4-8961-DBC9-0E75EE6AE06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044867" y="5694560"/>
                  <a:ext cx="56628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76F849C-6661-9C5B-E25A-B258756B0735}"/>
                    </a:ext>
                  </a:extLst>
                </p14:cNvPr>
                <p14:cNvContentPartPr/>
                <p14:nvPr/>
              </p14:nvContentPartPr>
              <p14:xfrm>
                <a:off x="7121907" y="5691320"/>
                <a:ext cx="418320" cy="2466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76F849C-6661-9C5B-E25A-B258756B073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103907" y="5673320"/>
                  <a:ext cx="4539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DBB8C69-69B5-186C-9EE6-9B4F57C6782A}"/>
                    </a:ext>
                  </a:extLst>
                </p14:cNvPr>
                <p14:cNvContentPartPr/>
                <p14:nvPr/>
              </p14:nvContentPartPr>
              <p14:xfrm>
                <a:off x="1606707" y="4231520"/>
                <a:ext cx="5563440" cy="16290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DBB8C69-69B5-186C-9EE6-9B4F57C6782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589067" y="4213520"/>
                  <a:ext cx="5599080" cy="166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640C887-C1C3-B483-71F4-ABCFB52F70D1}"/>
              </a:ext>
            </a:extLst>
          </p:cNvPr>
          <p:cNvGrpSpPr/>
          <p:nvPr/>
        </p:nvGrpSpPr>
        <p:grpSpPr>
          <a:xfrm>
            <a:off x="7360227" y="338120"/>
            <a:ext cx="3920760" cy="1130400"/>
            <a:chOff x="7360227" y="338120"/>
            <a:chExt cx="3920760" cy="11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BCAED18-732B-3C09-21C6-3E0BEB380089}"/>
                    </a:ext>
                  </a:extLst>
                </p14:cNvPr>
                <p14:cNvContentPartPr/>
                <p14:nvPr/>
              </p14:nvContentPartPr>
              <p14:xfrm>
                <a:off x="7526907" y="365120"/>
                <a:ext cx="50760" cy="499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BCAED18-732B-3C09-21C6-3E0BEB38008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508907" y="347120"/>
                  <a:ext cx="8640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175ABC6-52A4-DC3F-87E6-B880EDF54A75}"/>
                    </a:ext>
                  </a:extLst>
                </p14:cNvPr>
                <p14:cNvContentPartPr/>
                <p14:nvPr/>
              </p14:nvContentPartPr>
              <p14:xfrm>
                <a:off x="7360227" y="367280"/>
                <a:ext cx="344880" cy="23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175ABC6-52A4-DC3F-87E6-B880EDF54A7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342227" y="349280"/>
                  <a:ext cx="380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D1227D-DFE5-27AC-C774-4F4BC224B643}"/>
                    </a:ext>
                  </a:extLst>
                </p14:cNvPr>
                <p14:cNvContentPartPr/>
                <p14:nvPr/>
              </p14:nvContentPartPr>
              <p14:xfrm>
                <a:off x="7393347" y="910520"/>
                <a:ext cx="289080" cy="25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D1227D-DFE5-27AC-C774-4F4BC224B64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375347" y="892520"/>
                  <a:ext cx="3247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A752401-016F-DFEF-9D85-17805965A691}"/>
                    </a:ext>
                  </a:extLst>
                </p14:cNvPr>
                <p14:cNvContentPartPr/>
                <p14:nvPr/>
              </p14:nvContentPartPr>
              <p14:xfrm>
                <a:off x="7956387" y="338120"/>
                <a:ext cx="132480" cy="480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A752401-016F-DFEF-9D85-17805965A69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938387" y="320480"/>
                  <a:ext cx="16812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E658EC2-190A-F1EB-25A4-A21937F6727C}"/>
                    </a:ext>
                  </a:extLst>
                </p14:cNvPr>
                <p14:cNvContentPartPr/>
                <p14:nvPr/>
              </p14:nvContentPartPr>
              <p14:xfrm>
                <a:off x="7786827" y="546920"/>
                <a:ext cx="363960" cy="36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E658EC2-190A-F1EB-25A4-A21937F6727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768827" y="528920"/>
                  <a:ext cx="3996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AD5FC81-C8E8-CD40-5EFB-C487C14CC2C4}"/>
                    </a:ext>
                  </a:extLst>
                </p14:cNvPr>
                <p14:cNvContentPartPr/>
                <p14:nvPr/>
              </p14:nvContentPartPr>
              <p14:xfrm>
                <a:off x="8920827" y="420200"/>
                <a:ext cx="329040" cy="320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AD5FC81-C8E8-CD40-5EFB-C487C14CC2C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903187" y="402560"/>
                  <a:ext cx="3646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EDA41A5-CBDC-90A6-A306-7B6168A6AA7A}"/>
                    </a:ext>
                  </a:extLst>
                </p14:cNvPr>
                <p14:cNvContentPartPr/>
                <p14:nvPr/>
              </p14:nvContentPartPr>
              <p14:xfrm>
                <a:off x="9227187" y="422720"/>
                <a:ext cx="239760" cy="324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EDA41A5-CBDC-90A6-A306-7B6168A6AA7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209547" y="404720"/>
                  <a:ext cx="2754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D214C0B-5AAE-3E32-69B1-E288C51F82C5}"/>
                    </a:ext>
                  </a:extLst>
                </p14:cNvPr>
                <p14:cNvContentPartPr/>
                <p14:nvPr/>
              </p14:nvContentPartPr>
              <p14:xfrm>
                <a:off x="9504387" y="382400"/>
                <a:ext cx="619560" cy="300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D214C0B-5AAE-3E32-69B1-E288C51F82C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486387" y="364400"/>
                  <a:ext cx="6552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80D31E-3C81-F66D-3F37-674E91149ACD}"/>
                    </a:ext>
                  </a:extLst>
                </p14:cNvPr>
                <p14:cNvContentPartPr/>
                <p14:nvPr/>
              </p14:nvContentPartPr>
              <p14:xfrm>
                <a:off x="7536267" y="1136600"/>
                <a:ext cx="535680" cy="331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80D31E-3C81-F66D-3F37-674E91149AC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518267" y="1118960"/>
                  <a:ext cx="5713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CE6AC34-D95D-2892-4B4E-27E7106E9BB5}"/>
                    </a:ext>
                  </a:extLst>
                </p14:cNvPr>
                <p14:cNvContentPartPr/>
                <p14:nvPr/>
              </p14:nvContentPartPr>
              <p14:xfrm>
                <a:off x="8145027" y="1177640"/>
                <a:ext cx="186480" cy="220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CE6AC34-D95D-2892-4B4E-27E7106E9BB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127027" y="1160000"/>
                  <a:ext cx="2221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374F251-4F09-6FE4-4B14-BACC59C404D3}"/>
                    </a:ext>
                  </a:extLst>
                </p14:cNvPr>
                <p14:cNvContentPartPr/>
                <p14:nvPr/>
              </p14:nvContentPartPr>
              <p14:xfrm>
                <a:off x="8331147" y="893600"/>
                <a:ext cx="525600" cy="476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374F251-4F09-6FE4-4B14-BACC59C404D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313507" y="875600"/>
                  <a:ext cx="56124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A116C86-D97E-69F7-7024-F595C73E25F2}"/>
                    </a:ext>
                  </a:extLst>
                </p14:cNvPr>
                <p14:cNvContentPartPr/>
                <p14:nvPr/>
              </p14:nvContentPartPr>
              <p14:xfrm>
                <a:off x="8704467" y="1140200"/>
                <a:ext cx="259200" cy="13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A116C86-D97E-69F7-7024-F595C73E25F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686467" y="1122560"/>
                  <a:ext cx="294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3C96FDE-3838-7C40-289A-5B0E3503166E}"/>
                    </a:ext>
                  </a:extLst>
                </p14:cNvPr>
                <p14:cNvContentPartPr/>
                <p14:nvPr/>
              </p14:nvContentPartPr>
              <p14:xfrm>
                <a:off x="9591867" y="755720"/>
                <a:ext cx="228600" cy="581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3C96FDE-3838-7C40-289A-5B0E3503166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574227" y="737720"/>
                  <a:ext cx="26424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3552C0C-F9DB-6E6A-785C-24B45E493804}"/>
                    </a:ext>
                  </a:extLst>
                </p14:cNvPr>
                <p14:cNvContentPartPr/>
                <p14:nvPr/>
              </p14:nvContentPartPr>
              <p14:xfrm>
                <a:off x="9407907" y="1031120"/>
                <a:ext cx="380160" cy="29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3552C0C-F9DB-6E6A-785C-24B45E49380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390267" y="1013480"/>
                  <a:ext cx="4158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2AE6A0-962E-550D-9C54-AF54344305FE}"/>
                    </a:ext>
                  </a:extLst>
                </p14:cNvPr>
                <p14:cNvContentPartPr/>
                <p14:nvPr/>
              </p14:nvContentPartPr>
              <p14:xfrm>
                <a:off x="9833787" y="994760"/>
                <a:ext cx="255960" cy="261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2AE6A0-962E-550D-9C54-AF54344305F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815787" y="977120"/>
                  <a:ext cx="2916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ABD0EEB-F2D7-1808-4E02-258C6DEEF073}"/>
                    </a:ext>
                  </a:extLst>
                </p14:cNvPr>
                <p14:cNvContentPartPr/>
                <p14:nvPr/>
              </p14:nvContentPartPr>
              <p14:xfrm>
                <a:off x="10148427" y="963800"/>
                <a:ext cx="168840" cy="250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ABD0EEB-F2D7-1808-4E02-258C6DEEF07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130427" y="946160"/>
                  <a:ext cx="2044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5DC2446-6E2F-375F-DF68-D1ED1E3B5765}"/>
                    </a:ext>
                  </a:extLst>
                </p14:cNvPr>
                <p14:cNvContentPartPr/>
                <p14:nvPr/>
              </p14:nvContentPartPr>
              <p14:xfrm>
                <a:off x="10407987" y="920600"/>
                <a:ext cx="873000" cy="302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5DC2446-6E2F-375F-DF68-D1ED1E3B576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389987" y="902960"/>
                  <a:ext cx="908640" cy="33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CEFBC7F-DC48-95FA-644B-FB98155CB63C}"/>
                  </a:ext>
                </a:extLst>
              </p14:cNvPr>
              <p14:cNvContentPartPr/>
              <p14:nvPr/>
            </p14:nvContentPartPr>
            <p14:xfrm>
              <a:off x="7640307" y="1722680"/>
              <a:ext cx="435600" cy="4708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CEFBC7F-DC48-95FA-644B-FB98155CB63C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7622667" y="1705040"/>
                <a:ext cx="471240" cy="50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D13BE9CC-ACF9-C2A0-9109-B42760F01202}"/>
              </a:ext>
            </a:extLst>
          </p:cNvPr>
          <p:cNvGrpSpPr/>
          <p:nvPr/>
        </p:nvGrpSpPr>
        <p:grpSpPr>
          <a:xfrm>
            <a:off x="8713827" y="1596320"/>
            <a:ext cx="768960" cy="470520"/>
            <a:chOff x="8713827" y="1596320"/>
            <a:chExt cx="768960" cy="47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5917C5-80D6-EBAD-3267-D549ECF32693}"/>
                    </a:ext>
                  </a:extLst>
                </p14:cNvPr>
                <p14:cNvContentPartPr/>
                <p14:nvPr/>
              </p14:nvContentPartPr>
              <p14:xfrm>
                <a:off x="8931267" y="1596320"/>
                <a:ext cx="211680" cy="470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5917C5-80D6-EBAD-3267-D549ECF3269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913627" y="1578320"/>
                  <a:ext cx="24732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FE4700F-17DE-9C35-F9DA-D19CD7CE7686}"/>
                    </a:ext>
                  </a:extLst>
                </p14:cNvPr>
                <p14:cNvContentPartPr/>
                <p14:nvPr/>
              </p14:nvContentPartPr>
              <p14:xfrm>
                <a:off x="8713827" y="1716920"/>
                <a:ext cx="768960" cy="253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FE4700F-17DE-9C35-F9DA-D19CD7CE768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696187" y="1698920"/>
                  <a:ext cx="804600" cy="28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2AD3CE5-C34E-0611-5379-3F11D3D894E4}"/>
              </a:ext>
            </a:extLst>
          </p:cNvPr>
          <p:cNvGrpSpPr/>
          <p:nvPr/>
        </p:nvGrpSpPr>
        <p:grpSpPr>
          <a:xfrm>
            <a:off x="10023867" y="1468160"/>
            <a:ext cx="1626120" cy="911880"/>
            <a:chOff x="10023867" y="1468160"/>
            <a:chExt cx="1626120" cy="91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833C6A8-0954-7934-E28A-244BAF9AF0C8}"/>
                    </a:ext>
                  </a:extLst>
                </p14:cNvPr>
                <p14:cNvContentPartPr/>
                <p14:nvPr/>
              </p14:nvContentPartPr>
              <p14:xfrm>
                <a:off x="10023867" y="1582280"/>
                <a:ext cx="465480" cy="484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833C6A8-0954-7934-E28A-244BAF9AF0C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006227" y="1564280"/>
                  <a:ext cx="50112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22FC850-5942-DA12-384D-0DAD17960676}"/>
                    </a:ext>
                  </a:extLst>
                </p14:cNvPr>
                <p14:cNvContentPartPr/>
                <p14:nvPr/>
              </p14:nvContentPartPr>
              <p14:xfrm>
                <a:off x="10521027" y="1508480"/>
                <a:ext cx="528840" cy="631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22FC850-5942-DA12-384D-0DAD1796067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503027" y="1490480"/>
                  <a:ext cx="56448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B56C461-C634-BD38-C0C5-6C713930A45A}"/>
                    </a:ext>
                  </a:extLst>
                </p14:cNvPr>
                <p14:cNvContentPartPr/>
                <p14:nvPr/>
              </p14:nvContentPartPr>
              <p14:xfrm>
                <a:off x="10668987" y="1468160"/>
                <a:ext cx="981000" cy="911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B56C461-C634-BD38-C0C5-6C713930A45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650987" y="1450520"/>
                  <a:ext cx="1016640" cy="94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896299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1395A30-06F2-F498-DC40-2F7BD344A6DD}"/>
              </a:ext>
            </a:extLst>
          </p:cNvPr>
          <p:cNvGrpSpPr/>
          <p:nvPr/>
        </p:nvGrpSpPr>
        <p:grpSpPr>
          <a:xfrm>
            <a:off x="1847187" y="1261707"/>
            <a:ext cx="7160400" cy="1560240"/>
            <a:chOff x="1847187" y="1261707"/>
            <a:chExt cx="7160400" cy="156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C75B906-3CA4-ADBF-4EED-728DFACB1748}"/>
                    </a:ext>
                  </a:extLst>
                </p14:cNvPr>
                <p14:cNvContentPartPr/>
                <p14:nvPr/>
              </p14:nvContentPartPr>
              <p14:xfrm>
                <a:off x="1847187" y="1566987"/>
                <a:ext cx="2235600" cy="560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C75B906-3CA4-ADBF-4EED-728DFACB174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29547" y="1548987"/>
                  <a:ext cx="227124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3509CF6-47FC-AC29-D30E-14425FD620FB}"/>
                    </a:ext>
                  </a:extLst>
                </p14:cNvPr>
                <p14:cNvContentPartPr/>
                <p14:nvPr/>
              </p14:nvContentPartPr>
              <p14:xfrm>
                <a:off x="2914947" y="1863267"/>
                <a:ext cx="157320" cy="958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3509CF6-47FC-AC29-D30E-14425FD620F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96947" y="1845267"/>
                  <a:ext cx="192960" cy="9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1E852BD-0152-7EDA-FE9D-3A92AA3C92E8}"/>
                    </a:ext>
                  </a:extLst>
                </p14:cNvPr>
                <p14:cNvContentPartPr/>
                <p14:nvPr/>
              </p14:nvContentPartPr>
              <p14:xfrm>
                <a:off x="3318507" y="1813947"/>
                <a:ext cx="446760" cy="853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1E852BD-0152-7EDA-FE9D-3A92AA3C92E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00867" y="1796307"/>
                  <a:ext cx="482400" cy="88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93ACBE8-9C2A-C862-92C6-A840EBA8FF42}"/>
                    </a:ext>
                  </a:extLst>
                </p14:cNvPr>
                <p14:cNvContentPartPr/>
                <p14:nvPr/>
              </p14:nvContentPartPr>
              <p14:xfrm>
                <a:off x="3842307" y="2121747"/>
                <a:ext cx="357120" cy="508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93ACBE8-9C2A-C862-92C6-A840EBA8FF4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24667" y="2104107"/>
                  <a:ext cx="39276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F436DB0-BCD0-2A12-595B-64BD416E7DDF}"/>
                    </a:ext>
                  </a:extLst>
                </p14:cNvPr>
                <p14:cNvContentPartPr/>
                <p14:nvPr/>
              </p14:nvContentPartPr>
              <p14:xfrm>
                <a:off x="4189347" y="2105547"/>
                <a:ext cx="483840" cy="423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F436DB0-BCD0-2A12-595B-64BD416E7DD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71707" y="2087907"/>
                  <a:ext cx="5194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EAD1751-28FC-015B-55F4-E8E9B73EA6F4}"/>
                    </a:ext>
                  </a:extLst>
                </p14:cNvPr>
                <p14:cNvContentPartPr/>
                <p14:nvPr/>
              </p14:nvContentPartPr>
              <p14:xfrm>
                <a:off x="4747347" y="1604427"/>
                <a:ext cx="319320" cy="825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EAD1751-28FC-015B-55F4-E8E9B73EA6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29707" y="1586427"/>
                  <a:ext cx="354960" cy="86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27EBFED-B785-62FE-56BE-B1642F4A359F}"/>
                    </a:ext>
                  </a:extLst>
                </p14:cNvPr>
                <p14:cNvContentPartPr/>
                <p14:nvPr/>
              </p14:nvContentPartPr>
              <p14:xfrm>
                <a:off x="4901427" y="2162427"/>
                <a:ext cx="290160" cy="289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27EBFED-B785-62FE-56BE-B1642F4A359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83787" y="2144787"/>
                  <a:ext cx="3258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1210639-B5C2-2183-87F1-565D0F00438C}"/>
                    </a:ext>
                  </a:extLst>
                </p14:cNvPr>
                <p14:cNvContentPartPr/>
                <p14:nvPr/>
              </p14:nvContentPartPr>
              <p14:xfrm>
                <a:off x="5731587" y="1261707"/>
                <a:ext cx="981720" cy="682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1210639-B5C2-2183-87F1-565D0F00438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13587" y="1243707"/>
                  <a:ext cx="1017360" cy="71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2A648D4-B5C9-B2BC-9B9E-7B7E22DFFCDA}"/>
                    </a:ext>
                  </a:extLst>
                </p14:cNvPr>
                <p14:cNvContentPartPr/>
                <p14:nvPr/>
              </p14:nvContentPartPr>
              <p14:xfrm>
                <a:off x="6204267" y="1882347"/>
                <a:ext cx="146880" cy="642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2A648D4-B5C9-B2BC-9B9E-7B7E22DFFCD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86267" y="1864707"/>
                  <a:ext cx="18252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5B34E87-A806-B92E-53EC-AB7FECEAC726}"/>
                    </a:ext>
                  </a:extLst>
                </p14:cNvPr>
                <p14:cNvContentPartPr/>
                <p14:nvPr/>
              </p14:nvContentPartPr>
              <p14:xfrm>
                <a:off x="6531147" y="1915467"/>
                <a:ext cx="359280" cy="468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5B34E87-A806-B92E-53EC-AB7FECEAC72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13147" y="1897827"/>
                  <a:ext cx="39492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30392E1-D304-6764-C090-378D5F431A72}"/>
                    </a:ext>
                  </a:extLst>
                </p14:cNvPr>
                <p14:cNvContentPartPr/>
                <p14:nvPr/>
              </p14:nvContentPartPr>
              <p14:xfrm>
                <a:off x="7066107" y="1734747"/>
                <a:ext cx="1941480" cy="665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30392E1-D304-6764-C090-378D5F431A7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48107" y="1716747"/>
                  <a:ext cx="1977120" cy="700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91536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2106069 - Md.Sami Salehin Diep</dc:creator>
  <cp:lastModifiedBy>2106069 - Md.Sami Salehin Diep</cp:lastModifiedBy>
  <cp:revision>5</cp:revision>
  <dcterms:created xsi:type="dcterms:W3CDTF">2026-02-27T18:43:21Z</dcterms:created>
  <dcterms:modified xsi:type="dcterms:W3CDTF">2026-02-27T20:27:06Z</dcterms:modified>
</cp:coreProperties>
</file>